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notesMasterIdLst>
    <p:notesMasterId r:id="rId19"/>
  </p:notesMasterIdLst>
  <p:sldIdLst>
    <p:sldId id="256" r:id="rId2"/>
    <p:sldId id="397" r:id="rId3"/>
    <p:sldId id="335" r:id="rId4"/>
    <p:sldId id="887" r:id="rId5"/>
    <p:sldId id="288" r:id="rId6"/>
    <p:sldId id="813" r:id="rId7"/>
    <p:sldId id="1506" r:id="rId8"/>
    <p:sldId id="1073" r:id="rId9"/>
    <p:sldId id="1489" r:id="rId10"/>
    <p:sldId id="1488" r:id="rId11"/>
    <p:sldId id="1507" r:id="rId12"/>
    <p:sldId id="1490" r:id="rId13"/>
    <p:sldId id="1508" r:id="rId14"/>
    <p:sldId id="1497" r:id="rId15"/>
    <p:sldId id="1491" r:id="rId16"/>
    <p:sldId id="1509" r:id="rId17"/>
    <p:sldId id="14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9956"/>
    <a:srgbClr val="F03E06"/>
    <a:srgbClr val="FFB3B3"/>
    <a:srgbClr val="3E8853"/>
    <a:srgbClr val="FFFFFF"/>
    <a:srgbClr val="A3CEED"/>
    <a:srgbClr val="EEE6EE"/>
    <a:srgbClr val="FFFFB9"/>
    <a:srgbClr val="1477B4"/>
    <a:srgbClr val="FF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773464-F742-4E39-882B-65DE53BDFFEA}" v="4797" dt="2026-02-11T00:03:37.501"/>
    <p1510:client id="{69616E69-AB49-43AD-B636-E5A62DF28B3B}" v="1" dt="2026-02-11T00:26:11.7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8" autoAdjust="0"/>
    <p:restoredTop sz="83715" autoAdjust="0"/>
  </p:normalViewPr>
  <p:slideViewPr>
    <p:cSldViewPr snapToGrid="0">
      <p:cViewPr varScale="1">
        <p:scale>
          <a:sx n="65" d="100"/>
          <a:sy n="65" d="100"/>
        </p:scale>
        <p:origin x="1829" y="5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WE, HAYLEY L." userId="5cada80b-0f7b-49a5-96b2-656b100ca6c6" providerId="ADAL" clId="{632DF7FE-9916-4FAF-8457-3521400FFCEA}"/>
    <pc:docChg chg="undo redo custSel addSld delSld modSld sldOrd">
      <pc:chgData name="DEWE, HAYLEY L." userId="5cada80b-0f7b-49a5-96b2-656b100ca6c6" providerId="ADAL" clId="{632DF7FE-9916-4FAF-8457-3521400FFCEA}" dt="2026-02-11T00:27:10.674" v="174072" actId="20577"/>
      <pc:docMkLst>
        <pc:docMk/>
      </pc:docMkLst>
      <pc:sldChg chg="delSp modSp mod">
        <pc:chgData name="DEWE, HAYLEY L." userId="5cada80b-0f7b-49a5-96b2-656b100ca6c6" providerId="ADAL" clId="{632DF7FE-9916-4FAF-8457-3521400FFCEA}" dt="2026-02-11T00:26:02.001" v="174061" actId="478"/>
        <pc:sldMkLst>
          <pc:docMk/>
          <pc:sldMk cId="621895312" sldId="256"/>
        </pc:sldMkLst>
        <pc:spChg chg="del">
          <ac:chgData name="DEWE, HAYLEY L." userId="5cada80b-0f7b-49a5-96b2-656b100ca6c6" providerId="ADAL" clId="{632DF7FE-9916-4FAF-8457-3521400FFCEA}" dt="2026-02-11T00:26:02.001" v="174061" actId="478"/>
          <ac:spMkLst>
            <pc:docMk/>
            <pc:sldMk cId="621895312" sldId="256"/>
            <ac:spMk id="2" creationId="{64542607-0AE5-82BA-68ED-B915945C201B}"/>
          </ac:spMkLst>
        </pc:spChg>
        <pc:spChg chg="mod">
          <ac:chgData name="DEWE, HAYLEY L." userId="5cada80b-0f7b-49a5-96b2-656b100ca6c6" providerId="ADAL" clId="{632DF7FE-9916-4FAF-8457-3521400FFCEA}" dt="2026-02-08T15:42:31.871" v="166545" actId="20577"/>
          <ac:spMkLst>
            <pc:docMk/>
            <pc:sldMk cId="621895312" sldId="256"/>
            <ac:spMk id="4" creationId="{2011C802-73B3-2DD2-A025-1492767780BF}"/>
          </ac:spMkLst>
        </pc:spChg>
      </pc:sldChg>
      <pc:sldChg chg="modSp mod">
        <pc:chgData name="DEWE, HAYLEY L." userId="5cada80b-0f7b-49a5-96b2-656b100ca6c6" providerId="ADAL" clId="{632DF7FE-9916-4FAF-8457-3521400FFCEA}" dt="2026-02-08T15:46:34.754" v="167010" actId="20577"/>
        <pc:sldMkLst>
          <pc:docMk/>
          <pc:sldMk cId="1073770607" sldId="288"/>
        </pc:sldMkLst>
        <pc:spChg chg="mod">
          <ac:chgData name="DEWE, HAYLEY L." userId="5cada80b-0f7b-49a5-96b2-656b100ca6c6" providerId="ADAL" clId="{632DF7FE-9916-4FAF-8457-3521400FFCEA}" dt="2026-02-08T15:46:34.754" v="167010" actId="20577"/>
          <ac:spMkLst>
            <pc:docMk/>
            <pc:sldMk cId="1073770607" sldId="288"/>
            <ac:spMk id="4" creationId="{2011C802-73B3-2DD2-A025-1492767780BF}"/>
          </ac:spMkLst>
        </pc:spChg>
      </pc:sldChg>
      <pc:sldChg chg="modSp mod modAnim">
        <pc:chgData name="DEWE, HAYLEY L." userId="5cada80b-0f7b-49a5-96b2-656b100ca6c6" providerId="ADAL" clId="{632DF7FE-9916-4FAF-8457-3521400FFCEA}" dt="2026-02-03T20:13:11.336" v="146890" actId="20577"/>
        <pc:sldMkLst>
          <pc:docMk/>
          <pc:sldMk cId="338365097" sldId="335"/>
        </pc:sldMkLst>
        <pc:spChg chg="mod">
          <ac:chgData name="DEWE, HAYLEY L." userId="5cada80b-0f7b-49a5-96b2-656b100ca6c6" providerId="ADAL" clId="{632DF7FE-9916-4FAF-8457-3521400FFCEA}" dt="2026-02-03T20:13:11.336" v="146890" actId="20577"/>
          <ac:spMkLst>
            <pc:docMk/>
            <pc:sldMk cId="338365097" sldId="335"/>
            <ac:spMk id="6" creationId="{20A6FCE1-807F-78AF-7A22-954415E2EDD2}"/>
          </ac:spMkLst>
        </pc:spChg>
      </pc:sldChg>
      <pc:sldChg chg="addSp delSp modSp mod delAnim modAnim">
        <pc:chgData name="DEWE, HAYLEY L." userId="5cada80b-0f7b-49a5-96b2-656b100ca6c6" providerId="ADAL" clId="{632DF7FE-9916-4FAF-8457-3521400FFCEA}" dt="2026-02-11T00:26:13.722" v="174063" actId="478"/>
        <pc:sldMkLst>
          <pc:docMk/>
          <pc:sldMk cId="2993719332" sldId="397"/>
        </pc:sldMkLst>
        <pc:spChg chg="mod">
          <ac:chgData name="DEWE, HAYLEY L." userId="5cada80b-0f7b-49a5-96b2-656b100ca6c6" providerId="ADAL" clId="{632DF7FE-9916-4FAF-8457-3521400FFCEA}" dt="2026-02-10T23:26:03.868" v="173271" actId="13926"/>
          <ac:spMkLst>
            <pc:docMk/>
            <pc:sldMk cId="2993719332" sldId="397"/>
            <ac:spMk id="5" creationId="{E54245C3-45E4-59AA-074B-3FE100DDBD4A}"/>
          </ac:spMkLst>
        </pc:spChg>
        <pc:spChg chg="mod">
          <ac:chgData name="DEWE, HAYLEY L." userId="5cada80b-0f7b-49a5-96b2-656b100ca6c6" providerId="ADAL" clId="{632DF7FE-9916-4FAF-8457-3521400FFCEA}" dt="2026-02-11T00:26:11.734" v="174062" actId="6549"/>
          <ac:spMkLst>
            <pc:docMk/>
            <pc:sldMk cId="2993719332" sldId="397"/>
            <ac:spMk id="6" creationId="{AA7DA80F-64D5-246B-6BB0-B05A9698EA09}"/>
          </ac:spMkLst>
        </pc:spChg>
        <pc:picChg chg="add del mod">
          <ac:chgData name="DEWE, HAYLEY L." userId="5cada80b-0f7b-49a5-96b2-656b100ca6c6" providerId="ADAL" clId="{632DF7FE-9916-4FAF-8457-3521400FFCEA}" dt="2026-02-11T00:26:13.722" v="174063" actId="478"/>
          <ac:picMkLst>
            <pc:docMk/>
            <pc:sldMk cId="2993719332" sldId="397"/>
            <ac:picMk id="3" creationId="{EC8D7D5B-1106-34CB-AEA3-3208ED674858}"/>
          </ac:picMkLst>
        </pc:picChg>
      </pc:sldChg>
      <pc:sldChg chg="addSp modSp mod modAnim modNotesTx">
        <pc:chgData name="DEWE, HAYLEY L." userId="5cada80b-0f7b-49a5-96b2-656b100ca6c6" providerId="ADAL" clId="{632DF7FE-9916-4FAF-8457-3521400FFCEA}" dt="2026-02-11T00:26:38.581" v="174064" actId="20577"/>
        <pc:sldMkLst>
          <pc:docMk/>
          <pc:sldMk cId="2352799976" sldId="813"/>
        </pc:sldMkLst>
        <pc:spChg chg="mod">
          <ac:chgData name="DEWE, HAYLEY L." userId="5cada80b-0f7b-49a5-96b2-656b100ca6c6" providerId="ADAL" clId="{632DF7FE-9916-4FAF-8457-3521400FFCEA}" dt="2026-02-10T22:07:48.624" v="169240" actId="5793"/>
          <ac:spMkLst>
            <pc:docMk/>
            <pc:sldMk cId="2352799976" sldId="813"/>
            <ac:spMk id="3" creationId="{A830B295-10E5-CA34-76DD-A5D6FCD543DA}"/>
          </ac:spMkLst>
        </pc:spChg>
        <pc:spChg chg="mod">
          <ac:chgData name="DEWE, HAYLEY L." userId="5cada80b-0f7b-49a5-96b2-656b100ca6c6" providerId="ADAL" clId="{632DF7FE-9916-4FAF-8457-3521400FFCEA}" dt="2026-02-08T15:47:01.256" v="167101" actId="207"/>
          <ac:spMkLst>
            <pc:docMk/>
            <pc:sldMk cId="2352799976" sldId="813"/>
            <ac:spMk id="9" creationId="{8B4D0ED3-855F-1DAB-78EF-436A633D73CD}"/>
          </ac:spMkLst>
        </pc:spChg>
        <pc:picChg chg="add mod">
          <ac:chgData name="DEWE, HAYLEY L." userId="5cada80b-0f7b-49a5-96b2-656b100ca6c6" providerId="ADAL" clId="{632DF7FE-9916-4FAF-8457-3521400FFCEA}" dt="2026-02-10T22:07:56.654" v="169246" actId="1076"/>
          <ac:picMkLst>
            <pc:docMk/>
            <pc:sldMk cId="2352799976" sldId="813"/>
            <ac:picMk id="2" creationId="{398F8C37-195A-CC2A-CB67-2E14D3662806}"/>
          </ac:picMkLst>
        </pc:picChg>
      </pc:sldChg>
      <pc:sldChg chg="modSp mod modNotesTx">
        <pc:chgData name="DEWE, HAYLEY L." userId="5cada80b-0f7b-49a5-96b2-656b100ca6c6" providerId="ADAL" clId="{632DF7FE-9916-4FAF-8457-3521400FFCEA}" dt="2026-02-10T23:28:01.173" v="173398" actId="20577"/>
        <pc:sldMkLst>
          <pc:docMk/>
          <pc:sldMk cId="711076235" sldId="887"/>
        </pc:sldMkLst>
        <pc:spChg chg="mod">
          <ac:chgData name="DEWE, HAYLEY L." userId="5cada80b-0f7b-49a5-96b2-656b100ca6c6" providerId="ADAL" clId="{632DF7FE-9916-4FAF-8457-3521400FFCEA}" dt="2026-02-10T23:28:01.173" v="173398" actId="20577"/>
          <ac:spMkLst>
            <pc:docMk/>
            <pc:sldMk cId="711076235" sldId="887"/>
            <ac:spMk id="9" creationId="{8B8676F2-4335-7184-8F2C-C2727F9C78E9}"/>
          </ac:spMkLst>
        </pc:spChg>
      </pc:sldChg>
      <pc:sldChg chg="modSp add mod">
        <pc:chgData name="DEWE, HAYLEY L." userId="5cada80b-0f7b-49a5-96b2-656b100ca6c6" providerId="ADAL" clId="{632DF7FE-9916-4FAF-8457-3521400FFCEA}" dt="2026-02-10T21:44:51.888" v="168783" actId="6549"/>
        <pc:sldMkLst>
          <pc:docMk/>
          <pc:sldMk cId="3880182856" sldId="1073"/>
        </pc:sldMkLst>
        <pc:spChg chg="mod">
          <ac:chgData name="DEWE, HAYLEY L." userId="5cada80b-0f7b-49a5-96b2-656b100ca6c6" providerId="ADAL" clId="{632DF7FE-9916-4FAF-8457-3521400FFCEA}" dt="2026-02-10T21:44:51.888" v="168783" actId="6549"/>
          <ac:spMkLst>
            <pc:docMk/>
            <pc:sldMk cId="3880182856" sldId="1073"/>
            <ac:spMk id="4" creationId="{9571509C-F1DC-E342-C32D-1CFE7AD9E736}"/>
          </ac:spMkLst>
        </pc:spChg>
      </pc:sldChg>
      <pc:sldChg chg="addSp delSp modSp add mod delAnim modAnim modNotesTx">
        <pc:chgData name="DEWE, HAYLEY L." userId="5cada80b-0f7b-49a5-96b2-656b100ca6c6" providerId="ADAL" clId="{632DF7FE-9916-4FAF-8457-3521400FFCEA}" dt="2026-02-11T00:27:10.674" v="174072" actId="20577"/>
        <pc:sldMkLst>
          <pc:docMk/>
          <pc:sldMk cId="3122850025" sldId="1472"/>
        </pc:sldMkLst>
        <pc:spChg chg="add mod">
          <ac:chgData name="DEWE, HAYLEY L." userId="5cada80b-0f7b-49a5-96b2-656b100ca6c6" providerId="ADAL" clId="{632DF7FE-9916-4FAF-8457-3521400FFCEA}" dt="2026-02-11T00:25:29.455" v="174060" actId="20577"/>
          <ac:spMkLst>
            <pc:docMk/>
            <pc:sldMk cId="3122850025" sldId="1472"/>
            <ac:spMk id="2" creationId="{A2174399-8FEA-5A03-718F-0B159AEF51D9}"/>
          </ac:spMkLst>
        </pc:spChg>
        <pc:picChg chg="add del mod">
          <ac:chgData name="DEWE, HAYLEY L." userId="5cada80b-0f7b-49a5-96b2-656b100ca6c6" providerId="ADAL" clId="{632DF7FE-9916-4FAF-8457-3521400FFCEA}" dt="2026-02-10T23:29:39.144" v="173588" actId="478"/>
          <ac:picMkLst>
            <pc:docMk/>
            <pc:sldMk cId="3122850025" sldId="1472"/>
            <ac:picMk id="5" creationId="{3DA16088-81E4-3026-A1E7-65C91B4D7CC0}"/>
          </ac:picMkLst>
        </pc:picChg>
      </pc:sldChg>
      <pc:sldChg chg="addSp delSp modSp add del mod modAnim modNotesTx">
        <pc:chgData name="DEWE, HAYLEY L." userId="5cada80b-0f7b-49a5-96b2-656b100ca6c6" providerId="ADAL" clId="{632DF7FE-9916-4FAF-8457-3521400FFCEA}" dt="2026-02-11T00:26:53.835" v="174067" actId="113"/>
        <pc:sldMkLst>
          <pc:docMk/>
          <pc:sldMk cId="519231619" sldId="1488"/>
        </pc:sldMkLst>
        <pc:spChg chg="add mod">
          <ac:chgData name="DEWE, HAYLEY L." userId="5cada80b-0f7b-49a5-96b2-656b100ca6c6" providerId="ADAL" clId="{632DF7FE-9916-4FAF-8457-3521400FFCEA}" dt="2026-02-10T22:22:50.764" v="169874" actId="1076"/>
          <ac:spMkLst>
            <pc:docMk/>
            <pc:sldMk cId="519231619" sldId="1488"/>
            <ac:spMk id="2" creationId="{6FE7F238-5688-BC92-D053-C16F0C81F379}"/>
          </ac:spMkLst>
        </pc:spChg>
        <pc:spChg chg="add del mod">
          <ac:chgData name="DEWE, HAYLEY L." userId="5cada80b-0f7b-49a5-96b2-656b100ca6c6" providerId="ADAL" clId="{632DF7FE-9916-4FAF-8457-3521400FFCEA}" dt="2026-02-10T22:22:03.727" v="169829" actId="1076"/>
          <ac:spMkLst>
            <pc:docMk/>
            <pc:sldMk cId="519231619" sldId="1488"/>
            <ac:spMk id="3" creationId="{9A71B37E-A79D-9A76-5E49-835C10FD1407}"/>
          </ac:spMkLst>
        </pc:spChg>
        <pc:spChg chg="add mod">
          <ac:chgData name="DEWE, HAYLEY L." userId="5cada80b-0f7b-49a5-96b2-656b100ca6c6" providerId="ADAL" clId="{632DF7FE-9916-4FAF-8457-3521400FFCEA}" dt="2026-02-10T22:22:03.727" v="169829" actId="1076"/>
          <ac:spMkLst>
            <pc:docMk/>
            <pc:sldMk cId="519231619" sldId="1488"/>
            <ac:spMk id="5" creationId="{D0E69715-F5DE-5C86-F3BF-3B72FBB36BEB}"/>
          </ac:spMkLst>
        </pc:spChg>
        <pc:spChg chg="add del mod">
          <ac:chgData name="DEWE, HAYLEY L." userId="5cada80b-0f7b-49a5-96b2-656b100ca6c6" providerId="ADAL" clId="{632DF7FE-9916-4FAF-8457-3521400FFCEA}" dt="2026-02-10T23:02:04.889" v="172106" actId="2085"/>
          <ac:spMkLst>
            <pc:docMk/>
            <pc:sldMk cId="519231619" sldId="1488"/>
            <ac:spMk id="6" creationId="{933040A3-EAB4-A80B-432F-50C1394A5CD1}"/>
          </ac:spMkLst>
        </pc:spChg>
        <pc:spChg chg="add mod">
          <ac:chgData name="DEWE, HAYLEY L." userId="5cada80b-0f7b-49a5-96b2-656b100ca6c6" providerId="ADAL" clId="{632DF7FE-9916-4FAF-8457-3521400FFCEA}" dt="2026-02-11T00:01:08.867" v="173851" actId="1076"/>
          <ac:spMkLst>
            <pc:docMk/>
            <pc:sldMk cId="519231619" sldId="1488"/>
            <ac:spMk id="8" creationId="{0663874D-7F22-0599-B144-B30771F5FE65}"/>
          </ac:spMkLst>
        </pc:spChg>
        <pc:spChg chg="add del mod">
          <ac:chgData name="DEWE, HAYLEY L." userId="5cada80b-0f7b-49a5-96b2-656b100ca6c6" providerId="ADAL" clId="{632DF7FE-9916-4FAF-8457-3521400FFCEA}" dt="2026-02-10T22:21:09.144" v="169808" actId="478"/>
          <ac:spMkLst>
            <pc:docMk/>
            <pc:sldMk cId="519231619" sldId="1488"/>
            <ac:spMk id="8" creationId="{764982F8-DB70-7DD4-A663-A7C9772C0828}"/>
          </ac:spMkLst>
        </pc:spChg>
        <pc:spChg chg="add mod">
          <ac:chgData name="DEWE, HAYLEY L." userId="5cada80b-0f7b-49a5-96b2-656b100ca6c6" providerId="ADAL" clId="{632DF7FE-9916-4FAF-8457-3521400FFCEA}" dt="2026-02-10T22:22:48.080" v="169873" actId="1076"/>
          <ac:spMkLst>
            <pc:docMk/>
            <pc:sldMk cId="519231619" sldId="1488"/>
            <ac:spMk id="9" creationId="{ED56E4DB-06BF-CB52-BCE2-D35F5781598D}"/>
          </ac:spMkLst>
        </pc:spChg>
        <pc:spChg chg="add mod">
          <ac:chgData name="DEWE, HAYLEY L." userId="5cada80b-0f7b-49a5-96b2-656b100ca6c6" providerId="ADAL" clId="{632DF7FE-9916-4FAF-8457-3521400FFCEA}" dt="2026-02-10T22:22:45.256" v="169872" actId="1076"/>
          <ac:spMkLst>
            <pc:docMk/>
            <pc:sldMk cId="519231619" sldId="1488"/>
            <ac:spMk id="10" creationId="{57E6660E-3512-75B5-DE03-B8F0984F1A02}"/>
          </ac:spMkLst>
        </pc:spChg>
        <pc:spChg chg="add del mod">
          <ac:chgData name="DEWE, HAYLEY L." userId="5cada80b-0f7b-49a5-96b2-656b100ca6c6" providerId="ADAL" clId="{632DF7FE-9916-4FAF-8457-3521400FFCEA}" dt="2026-02-10T22:11:00.690" v="169474" actId="478"/>
          <ac:spMkLst>
            <pc:docMk/>
            <pc:sldMk cId="519231619" sldId="1488"/>
            <ac:spMk id="13" creationId="{8ECFBEF2-330F-6E3E-3D03-2105D882A9EC}"/>
          </ac:spMkLst>
        </pc:spChg>
        <pc:spChg chg="add mod">
          <ac:chgData name="DEWE, HAYLEY L." userId="5cada80b-0f7b-49a5-96b2-656b100ca6c6" providerId="ADAL" clId="{632DF7FE-9916-4FAF-8457-3521400FFCEA}" dt="2026-02-10T23:02:04.889" v="172106" actId="2085"/>
          <ac:spMkLst>
            <pc:docMk/>
            <pc:sldMk cId="519231619" sldId="1488"/>
            <ac:spMk id="14" creationId="{7F4EBE30-139C-D10F-1178-F21214EE9803}"/>
          </ac:spMkLst>
        </pc:spChg>
        <pc:spChg chg="add del mod">
          <ac:chgData name="DEWE, HAYLEY L." userId="5cada80b-0f7b-49a5-96b2-656b100ca6c6" providerId="ADAL" clId="{632DF7FE-9916-4FAF-8457-3521400FFCEA}" dt="2026-02-10T22:11:02.453" v="169476" actId="478"/>
          <ac:spMkLst>
            <pc:docMk/>
            <pc:sldMk cId="519231619" sldId="1488"/>
            <ac:spMk id="17" creationId="{54A77FE2-D259-3654-C1C3-E182763D6AF7}"/>
          </ac:spMkLst>
        </pc:spChg>
        <pc:spChg chg="add del mod">
          <ac:chgData name="DEWE, HAYLEY L." userId="5cada80b-0f7b-49a5-96b2-656b100ca6c6" providerId="ADAL" clId="{632DF7FE-9916-4FAF-8457-3521400FFCEA}" dt="2026-02-10T22:11:01.312" v="169475" actId="478"/>
          <ac:spMkLst>
            <pc:docMk/>
            <pc:sldMk cId="519231619" sldId="1488"/>
            <ac:spMk id="18" creationId="{30DEA670-FFE9-8463-D648-88688D8C3EF9}"/>
          </ac:spMkLst>
        </pc:spChg>
        <pc:spChg chg="add mod">
          <ac:chgData name="DEWE, HAYLEY L." userId="5cada80b-0f7b-49a5-96b2-656b100ca6c6" providerId="ADAL" clId="{632DF7FE-9916-4FAF-8457-3521400FFCEA}" dt="2026-02-10T22:40:36.448" v="170879" actId="1076"/>
          <ac:spMkLst>
            <pc:docMk/>
            <pc:sldMk cId="519231619" sldId="1488"/>
            <ac:spMk id="19" creationId="{15AF3783-5646-DE63-BAB7-3410D0A5A0F5}"/>
          </ac:spMkLst>
        </pc:spChg>
        <pc:spChg chg="add del mod">
          <ac:chgData name="DEWE, HAYLEY L." userId="5cada80b-0f7b-49a5-96b2-656b100ca6c6" providerId="ADAL" clId="{632DF7FE-9916-4FAF-8457-3521400FFCEA}" dt="2026-02-10T21:46:06.264" v="168791" actId="21"/>
          <ac:spMkLst>
            <pc:docMk/>
            <pc:sldMk cId="519231619" sldId="1488"/>
            <ac:spMk id="20" creationId="{9A71B37E-A79D-9A76-5E49-835C10FD1407}"/>
          </ac:spMkLst>
        </pc:spChg>
        <pc:spChg chg="add del mod">
          <ac:chgData name="DEWE, HAYLEY L." userId="5cada80b-0f7b-49a5-96b2-656b100ca6c6" providerId="ADAL" clId="{632DF7FE-9916-4FAF-8457-3521400FFCEA}" dt="2026-02-10T21:46:06.264" v="168791" actId="21"/>
          <ac:spMkLst>
            <pc:docMk/>
            <pc:sldMk cId="519231619" sldId="1488"/>
            <ac:spMk id="22" creationId="{D0E69715-F5DE-5C86-F3BF-3B72FBB36BEB}"/>
          </ac:spMkLst>
        </pc:spChg>
        <pc:spChg chg="add del mod">
          <ac:chgData name="DEWE, HAYLEY L." userId="5cada80b-0f7b-49a5-96b2-656b100ca6c6" providerId="ADAL" clId="{632DF7FE-9916-4FAF-8457-3521400FFCEA}" dt="2026-02-10T21:46:06.264" v="168791" actId="21"/>
          <ac:spMkLst>
            <pc:docMk/>
            <pc:sldMk cId="519231619" sldId="1488"/>
            <ac:spMk id="23" creationId="{933040A3-EAB4-A80B-432F-50C1394A5CD1}"/>
          </ac:spMkLst>
        </pc:spChg>
        <pc:spChg chg="add mod">
          <ac:chgData name="DEWE, HAYLEY L." userId="5cada80b-0f7b-49a5-96b2-656b100ca6c6" providerId="ADAL" clId="{632DF7FE-9916-4FAF-8457-3521400FFCEA}" dt="2026-02-11T00:03:31.805" v="173934" actId="20577"/>
          <ac:spMkLst>
            <pc:docMk/>
            <pc:sldMk cId="519231619" sldId="1488"/>
            <ac:spMk id="24" creationId="{5273C41D-FDDD-6CE6-40E3-C6A760F2EBAD}"/>
          </ac:spMkLst>
        </pc:spChg>
        <pc:picChg chg="add del mod">
          <ac:chgData name="DEWE, HAYLEY L." userId="5cada80b-0f7b-49a5-96b2-656b100ca6c6" providerId="ADAL" clId="{632DF7FE-9916-4FAF-8457-3521400FFCEA}" dt="2026-02-10T22:24:34.338" v="169881" actId="1076"/>
          <ac:picMkLst>
            <pc:docMk/>
            <pc:sldMk cId="519231619" sldId="1488"/>
            <ac:picMk id="4" creationId="{441327F3-7DB3-EB10-C8C9-8BA628E5DCEE}"/>
          </ac:picMkLst>
        </pc:picChg>
        <pc:picChg chg="add mod">
          <ac:chgData name="DEWE, HAYLEY L." userId="5cada80b-0f7b-49a5-96b2-656b100ca6c6" providerId="ADAL" clId="{632DF7FE-9916-4FAF-8457-3521400FFCEA}" dt="2026-02-10T22:22:08.123" v="169831" actId="1076"/>
          <ac:picMkLst>
            <pc:docMk/>
            <pc:sldMk cId="519231619" sldId="1488"/>
            <ac:picMk id="7" creationId="{B6DA8370-EFD6-399B-E96D-4EB61B771FE3}"/>
          </ac:picMkLst>
        </pc:picChg>
        <pc:picChg chg="add mod modCrop">
          <ac:chgData name="DEWE, HAYLEY L." userId="5cada80b-0f7b-49a5-96b2-656b100ca6c6" providerId="ADAL" clId="{632DF7FE-9916-4FAF-8457-3521400FFCEA}" dt="2026-02-10T22:24:49.746" v="169885" actId="732"/>
          <ac:picMkLst>
            <pc:docMk/>
            <pc:sldMk cId="519231619" sldId="1488"/>
            <ac:picMk id="12" creationId="{D31E2376-7568-90AC-DB1F-AEAC542622DA}"/>
          </ac:picMkLst>
        </pc:picChg>
        <pc:picChg chg="add del mod">
          <ac:chgData name="DEWE, HAYLEY L." userId="5cada80b-0f7b-49a5-96b2-656b100ca6c6" providerId="ADAL" clId="{632DF7FE-9916-4FAF-8457-3521400FFCEA}" dt="2026-02-10T22:10:59.697" v="169473" actId="478"/>
          <ac:picMkLst>
            <pc:docMk/>
            <pc:sldMk cId="519231619" sldId="1488"/>
            <ac:picMk id="15" creationId="{6E044304-7895-A10E-9C2B-F6DBB6FFEB34}"/>
          </ac:picMkLst>
        </pc:picChg>
        <pc:picChg chg="add del mod">
          <ac:chgData name="DEWE, HAYLEY L." userId="5cada80b-0f7b-49a5-96b2-656b100ca6c6" providerId="ADAL" clId="{632DF7FE-9916-4FAF-8457-3521400FFCEA}" dt="2026-02-10T22:11:02.913" v="169477" actId="478"/>
          <ac:picMkLst>
            <pc:docMk/>
            <pc:sldMk cId="519231619" sldId="1488"/>
            <ac:picMk id="16" creationId="{9EA6F219-D796-1970-A44B-C6B7712D8293}"/>
          </ac:picMkLst>
        </pc:picChg>
        <pc:picChg chg="add del mod">
          <ac:chgData name="DEWE, HAYLEY L." userId="5cada80b-0f7b-49a5-96b2-656b100ca6c6" providerId="ADAL" clId="{632DF7FE-9916-4FAF-8457-3521400FFCEA}" dt="2026-02-10T21:46:06.264" v="168791" actId="21"/>
          <ac:picMkLst>
            <pc:docMk/>
            <pc:sldMk cId="519231619" sldId="1488"/>
            <ac:picMk id="21" creationId="{441327F3-7DB3-EB10-C8C9-8BA628E5DCEE}"/>
          </ac:picMkLst>
        </pc:picChg>
      </pc:sldChg>
      <pc:sldChg chg="addSp delSp modSp add mod ord delAnim modAnim modNotesTx">
        <pc:chgData name="DEWE, HAYLEY L." userId="5cada80b-0f7b-49a5-96b2-656b100ca6c6" providerId="ADAL" clId="{632DF7FE-9916-4FAF-8457-3521400FFCEA}" dt="2026-02-11T00:26:48.034" v="174065" actId="20577"/>
        <pc:sldMkLst>
          <pc:docMk/>
          <pc:sldMk cId="3425992365" sldId="1489"/>
        </pc:sldMkLst>
        <pc:spChg chg="add del mod">
          <ac:chgData name="DEWE, HAYLEY L." userId="5cada80b-0f7b-49a5-96b2-656b100ca6c6" providerId="ADAL" clId="{632DF7FE-9916-4FAF-8457-3521400FFCEA}" dt="2026-02-10T22:17:23.646" v="169655" actId="478"/>
          <ac:spMkLst>
            <pc:docMk/>
            <pc:sldMk cId="3425992365" sldId="1489"/>
            <ac:spMk id="2" creationId="{BC8AD9F3-CA14-F11D-4C7B-6AFCC985629D}"/>
          </ac:spMkLst>
        </pc:spChg>
        <pc:spChg chg="add mod">
          <ac:chgData name="DEWE, HAYLEY L." userId="5cada80b-0f7b-49a5-96b2-656b100ca6c6" providerId="ADAL" clId="{632DF7FE-9916-4FAF-8457-3521400FFCEA}" dt="2026-02-10T22:10:37.287" v="169464" actId="1076"/>
          <ac:spMkLst>
            <pc:docMk/>
            <pc:sldMk cId="3425992365" sldId="1489"/>
            <ac:spMk id="3" creationId="{21A4470D-52D6-ED99-6CBF-8C5518AB167B}"/>
          </ac:spMkLst>
        </pc:spChg>
        <pc:spChg chg="add mod">
          <ac:chgData name="DEWE, HAYLEY L." userId="5cada80b-0f7b-49a5-96b2-656b100ca6c6" providerId="ADAL" clId="{632DF7FE-9916-4FAF-8457-3521400FFCEA}" dt="2026-02-10T22:17:56.307" v="169672" actId="1076"/>
          <ac:spMkLst>
            <pc:docMk/>
            <pc:sldMk cId="3425992365" sldId="1489"/>
            <ac:spMk id="4" creationId="{51363CA2-B691-AB4F-B002-435FB5B177E0}"/>
          </ac:spMkLst>
        </pc:spChg>
        <pc:spChg chg="mod">
          <ac:chgData name="DEWE, HAYLEY L." userId="5cada80b-0f7b-49a5-96b2-656b100ca6c6" providerId="ADAL" clId="{632DF7FE-9916-4FAF-8457-3521400FFCEA}" dt="2026-02-10T22:28:10.212" v="170029" actId="404"/>
          <ac:spMkLst>
            <pc:docMk/>
            <pc:sldMk cId="3425992365" sldId="1489"/>
            <ac:spMk id="5" creationId="{1517E18E-3CF6-DF3A-E6DE-0FAA7E06AF37}"/>
          </ac:spMkLst>
        </pc:spChg>
        <pc:spChg chg="mod">
          <ac:chgData name="DEWE, HAYLEY L." userId="5cada80b-0f7b-49a5-96b2-656b100ca6c6" providerId="ADAL" clId="{632DF7FE-9916-4FAF-8457-3521400FFCEA}" dt="2026-02-10T22:17:53.483" v="169670" actId="20577"/>
          <ac:spMkLst>
            <pc:docMk/>
            <pc:sldMk cId="3425992365" sldId="1489"/>
            <ac:spMk id="6" creationId="{A2C5B5F9-14B2-33A1-F2FF-AAB530CB57D0}"/>
          </ac:spMkLst>
        </pc:spChg>
        <pc:spChg chg="mod">
          <ac:chgData name="DEWE, HAYLEY L." userId="5cada80b-0f7b-49a5-96b2-656b100ca6c6" providerId="ADAL" clId="{632DF7FE-9916-4FAF-8457-3521400FFCEA}" dt="2026-02-10T22:10:21.323" v="169461"/>
          <ac:spMkLst>
            <pc:docMk/>
            <pc:sldMk cId="3425992365" sldId="1489"/>
            <ac:spMk id="7" creationId="{21D53DAA-90FE-5098-D2F3-A19C1EB315E0}"/>
          </ac:spMkLst>
        </pc:spChg>
        <pc:spChg chg="del mod">
          <ac:chgData name="DEWE, HAYLEY L." userId="5cada80b-0f7b-49a5-96b2-656b100ca6c6" providerId="ADAL" clId="{632DF7FE-9916-4FAF-8457-3521400FFCEA}" dt="2026-02-10T22:08:21.332" v="169252" actId="478"/>
          <ac:spMkLst>
            <pc:docMk/>
            <pc:sldMk cId="3425992365" sldId="1489"/>
            <ac:spMk id="8" creationId="{BCBE5750-ACE5-8901-2C50-58F7D3D39BF2}"/>
          </ac:spMkLst>
        </pc:spChg>
        <pc:spChg chg="mod">
          <ac:chgData name="DEWE, HAYLEY L." userId="5cada80b-0f7b-49a5-96b2-656b100ca6c6" providerId="ADAL" clId="{632DF7FE-9916-4FAF-8457-3521400FFCEA}" dt="2026-02-10T22:10:48.631" v="169468" actId="1076"/>
          <ac:spMkLst>
            <pc:docMk/>
            <pc:sldMk cId="3425992365" sldId="1489"/>
            <ac:spMk id="12" creationId="{2DD80D45-FFFD-0EE5-DEDC-4DD05CF4CFC1}"/>
          </ac:spMkLst>
        </pc:spChg>
        <pc:picChg chg="add mod">
          <ac:chgData name="DEWE, HAYLEY L." userId="5cada80b-0f7b-49a5-96b2-656b100ca6c6" providerId="ADAL" clId="{632DF7FE-9916-4FAF-8457-3521400FFCEA}" dt="2026-02-10T22:18:12.905" v="169676" actId="1076"/>
          <ac:picMkLst>
            <pc:docMk/>
            <pc:sldMk cId="3425992365" sldId="1489"/>
            <ac:picMk id="9" creationId="{5789196D-1E36-1CC7-AFA0-2F6D79F95D10}"/>
          </ac:picMkLst>
        </pc:picChg>
        <pc:picChg chg="mod">
          <ac:chgData name="DEWE, HAYLEY L." userId="5cada80b-0f7b-49a5-96b2-656b100ca6c6" providerId="ADAL" clId="{632DF7FE-9916-4FAF-8457-3521400FFCEA}" dt="2026-02-03T21:40:27.043" v="150801" actId="1076"/>
          <ac:picMkLst>
            <pc:docMk/>
            <pc:sldMk cId="3425992365" sldId="1489"/>
            <ac:picMk id="10" creationId="{F7E031CC-07CD-D4FA-CB7E-423A18771BAA}"/>
          </ac:picMkLst>
        </pc:picChg>
        <pc:picChg chg="mod">
          <ac:chgData name="DEWE, HAYLEY L." userId="5cada80b-0f7b-49a5-96b2-656b100ca6c6" providerId="ADAL" clId="{632DF7FE-9916-4FAF-8457-3521400FFCEA}" dt="2026-02-10T22:10:45.245" v="169467" actId="1076"/>
          <ac:picMkLst>
            <pc:docMk/>
            <pc:sldMk cId="3425992365" sldId="1489"/>
            <ac:picMk id="11" creationId="{A2EDA708-10F4-3C9F-C18C-0AEC8B560791}"/>
          </ac:picMkLst>
        </pc:picChg>
      </pc:sldChg>
      <pc:sldChg chg="addSp delSp modSp add mod delAnim modAnim">
        <pc:chgData name="DEWE, HAYLEY L." userId="5cada80b-0f7b-49a5-96b2-656b100ca6c6" providerId="ADAL" clId="{632DF7FE-9916-4FAF-8457-3521400FFCEA}" dt="2026-02-10T23:31:55.996" v="173607" actId="1076"/>
        <pc:sldMkLst>
          <pc:docMk/>
          <pc:sldMk cId="4049058850" sldId="1490"/>
        </pc:sldMkLst>
        <pc:spChg chg="del">
          <ac:chgData name="DEWE, HAYLEY L." userId="5cada80b-0f7b-49a5-96b2-656b100ca6c6" providerId="ADAL" clId="{632DF7FE-9916-4FAF-8457-3521400FFCEA}" dt="2026-02-10T23:31:53.349" v="173606" actId="478"/>
          <ac:spMkLst>
            <pc:docMk/>
            <pc:sldMk cId="4049058850" sldId="1490"/>
            <ac:spMk id="2" creationId="{F8CF7BC2-B754-D078-D222-FA6CE9E7E668}"/>
          </ac:spMkLst>
        </pc:spChg>
        <pc:spChg chg="add mod">
          <ac:chgData name="DEWE, HAYLEY L." userId="5cada80b-0f7b-49a5-96b2-656b100ca6c6" providerId="ADAL" clId="{632DF7FE-9916-4FAF-8457-3521400FFCEA}" dt="2026-02-10T23:31:55.996" v="173607" actId="1076"/>
          <ac:spMkLst>
            <pc:docMk/>
            <pc:sldMk cId="4049058850" sldId="1490"/>
            <ac:spMk id="3" creationId="{16147BB6-FEDB-9F50-FB0B-4B2C7697C397}"/>
          </ac:spMkLst>
        </pc:spChg>
        <pc:spChg chg="mod">
          <ac:chgData name="DEWE, HAYLEY L." userId="5cada80b-0f7b-49a5-96b2-656b100ca6c6" providerId="ADAL" clId="{632DF7FE-9916-4FAF-8457-3521400FFCEA}" dt="2026-02-10T23:31:55.996" v="173607" actId="1076"/>
          <ac:spMkLst>
            <pc:docMk/>
            <pc:sldMk cId="4049058850" sldId="1490"/>
            <ac:spMk id="5" creationId="{FB24C3FE-8B56-A51F-FF3F-4F64491D41E3}"/>
          </ac:spMkLst>
        </pc:spChg>
        <pc:spChg chg="mod">
          <ac:chgData name="DEWE, HAYLEY L." userId="5cada80b-0f7b-49a5-96b2-656b100ca6c6" providerId="ADAL" clId="{632DF7FE-9916-4FAF-8457-3521400FFCEA}" dt="2026-02-10T23:31:55.996" v="173607" actId="1076"/>
          <ac:spMkLst>
            <pc:docMk/>
            <pc:sldMk cId="4049058850" sldId="1490"/>
            <ac:spMk id="6" creationId="{7F750AEB-62BD-F9D0-41D8-77A1460D99F1}"/>
          </ac:spMkLst>
        </pc:spChg>
        <pc:spChg chg="mod">
          <ac:chgData name="DEWE, HAYLEY L." userId="5cada80b-0f7b-49a5-96b2-656b100ca6c6" providerId="ADAL" clId="{632DF7FE-9916-4FAF-8457-3521400FFCEA}" dt="2026-02-10T23:31:55.996" v="173607" actId="1076"/>
          <ac:spMkLst>
            <pc:docMk/>
            <pc:sldMk cId="4049058850" sldId="1490"/>
            <ac:spMk id="7" creationId="{0EAADC75-8520-2976-AD8B-264215E422CE}"/>
          </ac:spMkLst>
        </pc:spChg>
        <pc:spChg chg="del mod">
          <ac:chgData name="DEWE, HAYLEY L." userId="5cada80b-0f7b-49a5-96b2-656b100ca6c6" providerId="ADAL" clId="{632DF7FE-9916-4FAF-8457-3521400FFCEA}" dt="2026-02-10T22:30:19.376" v="170364" actId="478"/>
          <ac:spMkLst>
            <pc:docMk/>
            <pc:sldMk cId="4049058850" sldId="1490"/>
            <ac:spMk id="8" creationId="{D44A0485-79CB-A875-C9A9-54C7B817D19C}"/>
          </ac:spMkLst>
        </pc:spChg>
        <pc:spChg chg="add mod">
          <ac:chgData name="DEWE, HAYLEY L." userId="5cada80b-0f7b-49a5-96b2-656b100ca6c6" providerId="ADAL" clId="{632DF7FE-9916-4FAF-8457-3521400FFCEA}" dt="2026-02-10T23:31:55.996" v="173607" actId="1076"/>
          <ac:spMkLst>
            <pc:docMk/>
            <pc:sldMk cId="4049058850" sldId="1490"/>
            <ac:spMk id="9" creationId="{1C4ED1BB-A3D1-3D75-4A07-CEE84BB13B8E}"/>
          </ac:spMkLst>
        </pc:spChg>
        <pc:spChg chg="mod">
          <ac:chgData name="DEWE, HAYLEY L." userId="5cada80b-0f7b-49a5-96b2-656b100ca6c6" providerId="ADAL" clId="{632DF7FE-9916-4FAF-8457-3521400FFCEA}" dt="2026-02-10T23:31:55.996" v="173607" actId="1076"/>
          <ac:spMkLst>
            <pc:docMk/>
            <pc:sldMk cId="4049058850" sldId="1490"/>
            <ac:spMk id="13" creationId="{427ACE8D-2F96-299F-43F0-8B4354512B5E}"/>
          </ac:spMkLst>
        </pc:spChg>
        <pc:picChg chg="add mod">
          <ac:chgData name="DEWE, HAYLEY L." userId="5cada80b-0f7b-49a5-96b2-656b100ca6c6" providerId="ADAL" clId="{632DF7FE-9916-4FAF-8457-3521400FFCEA}" dt="2026-02-10T23:31:55.996" v="173607" actId="1076"/>
          <ac:picMkLst>
            <pc:docMk/>
            <pc:sldMk cId="4049058850" sldId="1490"/>
            <ac:picMk id="4" creationId="{CB96EC51-E524-A7AE-A6A2-360637CEAEAC}"/>
          </ac:picMkLst>
        </pc:picChg>
        <pc:picChg chg="mod">
          <ac:chgData name="DEWE, HAYLEY L." userId="5cada80b-0f7b-49a5-96b2-656b100ca6c6" providerId="ADAL" clId="{632DF7FE-9916-4FAF-8457-3521400FFCEA}" dt="2026-02-10T23:31:55.996" v="173607" actId="1076"/>
          <ac:picMkLst>
            <pc:docMk/>
            <pc:sldMk cId="4049058850" sldId="1490"/>
            <ac:picMk id="10" creationId="{01CC533D-EAAD-5E15-5F13-93C1CEECC562}"/>
          </ac:picMkLst>
        </pc:picChg>
        <pc:picChg chg="add mod">
          <ac:chgData name="DEWE, HAYLEY L." userId="5cada80b-0f7b-49a5-96b2-656b100ca6c6" providerId="ADAL" clId="{632DF7FE-9916-4FAF-8457-3521400FFCEA}" dt="2026-02-10T23:31:55.996" v="173607" actId="1076"/>
          <ac:picMkLst>
            <pc:docMk/>
            <pc:sldMk cId="4049058850" sldId="1490"/>
            <ac:picMk id="11" creationId="{35D76ECA-B3AC-27B2-1692-037DACF1B48E}"/>
          </ac:picMkLst>
        </pc:picChg>
      </pc:sldChg>
      <pc:sldChg chg="addSp delSp modSp add mod delAnim modAnim">
        <pc:chgData name="DEWE, HAYLEY L." userId="5cada80b-0f7b-49a5-96b2-656b100ca6c6" providerId="ADAL" clId="{632DF7FE-9916-4FAF-8457-3521400FFCEA}" dt="2026-02-10T22:51:42.908" v="171351"/>
        <pc:sldMkLst>
          <pc:docMk/>
          <pc:sldMk cId="3090417356" sldId="1491"/>
        </pc:sldMkLst>
        <pc:spChg chg="del">
          <ac:chgData name="DEWE, HAYLEY L." userId="5cada80b-0f7b-49a5-96b2-656b100ca6c6" providerId="ADAL" clId="{632DF7FE-9916-4FAF-8457-3521400FFCEA}" dt="2026-02-10T22:45:44.480" v="171010" actId="478"/>
          <ac:spMkLst>
            <pc:docMk/>
            <pc:sldMk cId="3090417356" sldId="1491"/>
            <ac:spMk id="2" creationId="{9E850B8C-C103-7258-4991-F66324485CA3}"/>
          </ac:spMkLst>
        </pc:spChg>
        <pc:spChg chg="mod">
          <ac:chgData name="DEWE, HAYLEY L." userId="5cada80b-0f7b-49a5-96b2-656b100ca6c6" providerId="ADAL" clId="{632DF7FE-9916-4FAF-8457-3521400FFCEA}" dt="2026-02-10T22:50:49.175" v="171300" actId="20577"/>
          <ac:spMkLst>
            <pc:docMk/>
            <pc:sldMk cId="3090417356" sldId="1491"/>
            <ac:spMk id="3" creationId="{0999317B-8C58-F7E4-1D54-9CA2A2382EE7}"/>
          </ac:spMkLst>
        </pc:spChg>
        <pc:spChg chg="add mod">
          <ac:chgData name="DEWE, HAYLEY L." userId="5cada80b-0f7b-49a5-96b2-656b100ca6c6" providerId="ADAL" clId="{632DF7FE-9916-4FAF-8457-3521400FFCEA}" dt="2026-02-05T10:16:36.401" v="166419" actId="1076"/>
          <ac:spMkLst>
            <pc:docMk/>
            <pc:sldMk cId="3090417356" sldId="1491"/>
            <ac:spMk id="4" creationId="{C8C26223-9499-9B3F-4972-72D3423299F3}"/>
          </ac:spMkLst>
        </pc:spChg>
        <pc:spChg chg="add del mod">
          <ac:chgData name="DEWE, HAYLEY L." userId="5cada80b-0f7b-49a5-96b2-656b100ca6c6" providerId="ADAL" clId="{632DF7FE-9916-4FAF-8457-3521400FFCEA}" dt="2026-02-10T22:46:47.163" v="171195" actId="20577"/>
          <ac:spMkLst>
            <pc:docMk/>
            <pc:sldMk cId="3090417356" sldId="1491"/>
            <ac:spMk id="5" creationId="{3B769AEE-6847-19ED-B5AA-26169CE5B8D6}"/>
          </ac:spMkLst>
        </pc:spChg>
        <pc:spChg chg="mod">
          <ac:chgData name="DEWE, HAYLEY L." userId="5cada80b-0f7b-49a5-96b2-656b100ca6c6" providerId="ADAL" clId="{632DF7FE-9916-4FAF-8457-3521400FFCEA}" dt="2026-02-10T22:47:22.579" v="171211" actId="14100"/>
          <ac:spMkLst>
            <pc:docMk/>
            <pc:sldMk cId="3090417356" sldId="1491"/>
            <ac:spMk id="6" creationId="{8C3B741F-E0D1-8470-0AE2-FCFA5CB67D1B}"/>
          </ac:spMkLst>
        </pc:spChg>
        <pc:spChg chg="mod">
          <ac:chgData name="DEWE, HAYLEY L." userId="5cada80b-0f7b-49a5-96b2-656b100ca6c6" providerId="ADAL" clId="{632DF7FE-9916-4FAF-8457-3521400FFCEA}" dt="2026-02-10T22:50:39.353" v="171294" actId="20577"/>
          <ac:spMkLst>
            <pc:docMk/>
            <pc:sldMk cId="3090417356" sldId="1491"/>
            <ac:spMk id="7" creationId="{83E6300C-C5A5-80A8-5D0B-FA59B0B649C2}"/>
          </ac:spMkLst>
        </pc:spChg>
        <pc:spChg chg="del mod">
          <ac:chgData name="DEWE, HAYLEY L." userId="5cada80b-0f7b-49a5-96b2-656b100ca6c6" providerId="ADAL" clId="{632DF7FE-9916-4FAF-8457-3521400FFCEA}" dt="2026-02-10T22:45:46.546" v="171012" actId="478"/>
          <ac:spMkLst>
            <pc:docMk/>
            <pc:sldMk cId="3090417356" sldId="1491"/>
            <ac:spMk id="8" creationId="{C3A494D8-86CB-1F44-CEE5-8EB256631EC1}"/>
          </ac:spMkLst>
        </pc:spChg>
        <pc:spChg chg="add mod">
          <ac:chgData name="DEWE, HAYLEY L." userId="5cada80b-0f7b-49a5-96b2-656b100ca6c6" providerId="ADAL" clId="{632DF7FE-9916-4FAF-8457-3521400FFCEA}" dt="2026-02-10T22:51:07.087" v="171339" actId="6549"/>
          <ac:spMkLst>
            <pc:docMk/>
            <pc:sldMk cId="3090417356" sldId="1491"/>
            <ac:spMk id="11" creationId="{FBF555E2-8BAE-EA59-7276-40C7FB9C8FF7}"/>
          </ac:spMkLst>
        </pc:spChg>
        <pc:picChg chg="add mod">
          <ac:chgData name="DEWE, HAYLEY L." userId="5cada80b-0f7b-49a5-96b2-656b100ca6c6" providerId="ADAL" clId="{632DF7FE-9916-4FAF-8457-3521400FFCEA}" dt="2026-02-05T10:16:17.133" v="166413" actId="1076"/>
          <ac:picMkLst>
            <pc:docMk/>
            <pc:sldMk cId="3090417356" sldId="1491"/>
            <ac:picMk id="9" creationId="{215D6912-8B0F-2DF9-BE2C-8BCEA27DC4B9}"/>
          </ac:picMkLst>
        </pc:picChg>
        <pc:picChg chg="add mod">
          <ac:chgData name="DEWE, HAYLEY L." userId="5cada80b-0f7b-49a5-96b2-656b100ca6c6" providerId="ADAL" clId="{632DF7FE-9916-4FAF-8457-3521400FFCEA}" dt="2026-02-10T22:50:57.752" v="171301"/>
          <ac:picMkLst>
            <pc:docMk/>
            <pc:sldMk cId="3090417356" sldId="1491"/>
            <ac:picMk id="12" creationId="{59523680-A2C3-605D-7FC3-564E818F61D9}"/>
          </ac:picMkLst>
        </pc:picChg>
      </pc:sldChg>
      <pc:sldChg chg="addSp delSp modSp add del mod addAnim delAnim modAnim modNotesTx">
        <pc:chgData name="DEWE, HAYLEY L." userId="5cada80b-0f7b-49a5-96b2-656b100ca6c6" providerId="ADAL" clId="{632DF7FE-9916-4FAF-8457-3521400FFCEA}" dt="2026-02-10T22:11:14.798" v="169481" actId="47"/>
        <pc:sldMkLst>
          <pc:docMk/>
          <pc:sldMk cId="1340763948" sldId="1492"/>
        </pc:sldMkLst>
        <pc:spChg chg="add mod">
          <ac:chgData name="DEWE, HAYLEY L." userId="5cada80b-0f7b-49a5-96b2-656b100ca6c6" providerId="ADAL" clId="{632DF7FE-9916-4FAF-8457-3521400FFCEA}" dt="2026-02-10T21:50:37.192" v="168855" actId="208"/>
          <ac:spMkLst>
            <pc:docMk/>
            <pc:sldMk cId="1340763948" sldId="1492"/>
            <ac:spMk id="2" creationId="{A20B6996-3895-FAA7-74FC-BFB24944F410}"/>
          </ac:spMkLst>
        </pc:spChg>
        <pc:spChg chg="add mod">
          <ac:chgData name="DEWE, HAYLEY L." userId="5cada80b-0f7b-49a5-96b2-656b100ca6c6" providerId="ADAL" clId="{632DF7FE-9916-4FAF-8457-3521400FFCEA}" dt="2026-02-10T21:50:33.992" v="168853" actId="208"/>
          <ac:spMkLst>
            <pc:docMk/>
            <pc:sldMk cId="1340763948" sldId="1492"/>
            <ac:spMk id="4" creationId="{BB9F9698-4F05-4A4A-372D-DB06AE635456}"/>
          </ac:spMkLst>
        </pc:spChg>
        <pc:spChg chg="add mod">
          <ac:chgData name="DEWE, HAYLEY L." userId="5cada80b-0f7b-49a5-96b2-656b100ca6c6" providerId="ADAL" clId="{632DF7FE-9916-4FAF-8457-3521400FFCEA}" dt="2026-02-10T21:53:03.169" v="168925" actId="14100"/>
          <ac:spMkLst>
            <pc:docMk/>
            <pc:sldMk cId="1340763948" sldId="1492"/>
            <ac:spMk id="5" creationId="{B7535440-7CFE-F2AD-514E-5E99EADBE881}"/>
          </ac:spMkLst>
        </pc:spChg>
        <pc:spChg chg="add del mod">
          <ac:chgData name="DEWE, HAYLEY L." userId="5cada80b-0f7b-49a5-96b2-656b100ca6c6" providerId="ADAL" clId="{632DF7FE-9916-4FAF-8457-3521400FFCEA}" dt="2026-02-10T21:50:25.548" v="168851" actId="478"/>
          <ac:spMkLst>
            <pc:docMk/>
            <pc:sldMk cId="1340763948" sldId="1492"/>
            <ac:spMk id="6" creationId="{58A399FB-BDB7-237D-C9DA-1A18E6A416D7}"/>
          </ac:spMkLst>
        </pc:spChg>
        <pc:spChg chg="mod">
          <ac:chgData name="DEWE, HAYLEY L." userId="5cada80b-0f7b-49a5-96b2-656b100ca6c6" providerId="ADAL" clId="{632DF7FE-9916-4FAF-8457-3521400FFCEA}" dt="2026-02-10T21:52:48.938" v="168914" actId="20577"/>
          <ac:spMkLst>
            <pc:docMk/>
            <pc:sldMk cId="1340763948" sldId="1492"/>
            <ac:spMk id="7" creationId="{85AA977D-01CD-8A71-2D93-4E4A6572F753}"/>
          </ac:spMkLst>
        </pc:spChg>
        <pc:spChg chg="add del mod">
          <ac:chgData name="DEWE, HAYLEY L." userId="5cada80b-0f7b-49a5-96b2-656b100ca6c6" providerId="ADAL" clId="{632DF7FE-9916-4FAF-8457-3521400FFCEA}" dt="2026-02-10T21:54:51.328" v="168964" actId="21"/>
          <ac:spMkLst>
            <pc:docMk/>
            <pc:sldMk cId="1340763948" sldId="1492"/>
            <ac:spMk id="8" creationId="{AAA164E2-4437-476C-733A-0E2ECD44DA38}"/>
          </ac:spMkLst>
        </pc:spChg>
        <pc:spChg chg="add del mod">
          <ac:chgData name="DEWE, HAYLEY L." userId="5cada80b-0f7b-49a5-96b2-656b100ca6c6" providerId="ADAL" clId="{632DF7FE-9916-4FAF-8457-3521400FFCEA}" dt="2026-02-10T21:55:58.496" v="168990" actId="478"/>
          <ac:spMkLst>
            <pc:docMk/>
            <pc:sldMk cId="1340763948" sldId="1492"/>
            <ac:spMk id="9" creationId="{59644056-544C-37D4-F97A-2D9B9CF20CCC}"/>
          </ac:spMkLst>
        </pc:spChg>
        <pc:spChg chg="add mod">
          <ac:chgData name="DEWE, HAYLEY L." userId="5cada80b-0f7b-49a5-96b2-656b100ca6c6" providerId="ADAL" clId="{632DF7FE-9916-4FAF-8457-3521400FFCEA}" dt="2026-02-10T21:56:33.812" v="168995" actId="1076"/>
          <ac:spMkLst>
            <pc:docMk/>
            <pc:sldMk cId="1340763948" sldId="1492"/>
            <ac:spMk id="10" creationId="{1D1F7F02-0CEF-883F-F7BD-371A780155A9}"/>
          </ac:spMkLst>
        </pc:spChg>
        <pc:spChg chg="add mod">
          <ac:chgData name="DEWE, HAYLEY L." userId="5cada80b-0f7b-49a5-96b2-656b100ca6c6" providerId="ADAL" clId="{632DF7FE-9916-4FAF-8457-3521400FFCEA}" dt="2026-02-10T22:00:31.269" v="169082" actId="20577"/>
          <ac:spMkLst>
            <pc:docMk/>
            <pc:sldMk cId="1340763948" sldId="1492"/>
            <ac:spMk id="12" creationId="{5AFBE8D8-91DD-0779-7C03-05E4526A0F7B}"/>
          </ac:spMkLst>
        </pc:spChg>
        <pc:spChg chg="mod">
          <ac:chgData name="DEWE, HAYLEY L." userId="5cada80b-0f7b-49a5-96b2-656b100ca6c6" providerId="ADAL" clId="{632DF7FE-9916-4FAF-8457-3521400FFCEA}" dt="2026-02-10T21:55:56.577" v="168989" actId="14100"/>
          <ac:spMkLst>
            <pc:docMk/>
            <pc:sldMk cId="1340763948" sldId="1492"/>
            <ac:spMk id="16" creationId="{83E12DDA-0419-C383-62FC-1CCFFEE0E46B}"/>
          </ac:spMkLst>
        </pc:spChg>
        <pc:picChg chg="add mod">
          <ac:chgData name="DEWE, HAYLEY L." userId="5cada80b-0f7b-49a5-96b2-656b100ca6c6" providerId="ADAL" clId="{632DF7FE-9916-4FAF-8457-3521400FFCEA}" dt="2026-02-10T22:01:34.248" v="169220" actId="1076"/>
          <ac:picMkLst>
            <pc:docMk/>
            <pc:sldMk cId="1340763948" sldId="1492"/>
            <ac:picMk id="13" creationId="{CBFDA0F6-DD03-AF5C-C109-2A2F29982A6D}"/>
          </ac:picMkLst>
        </pc:picChg>
      </pc:sldChg>
      <pc:sldChg chg="addSp delSp modSp add mod ord">
        <pc:chgData name="DEWE, HAYLEY L." userId="5cada80b-0f7b-49a5-96b2-656b100ca6c6" providerId="ADAL" clId="{632DF7FE-9916-4FAF-8457-3521400FFCEA}" dt="2026-02-10T22:45:13.200" v="171002" actId="6549"/>
        <pc:sldMkLst>
          <pc:docMk/>
          <pc:sldMk cId="3164714281" sldId="1497"/>
        </pc:sldMkLst>
        <pc:spChg chg="add mod">
          <ac:chgData name="DEWE, HAYLEY L." userId="5cada80b-0f7b-49a5-96b2-656b100ca6c6" providerId="ADAL" clId="{632DF7FE-9916-4FAF-8457-3521400FFCEA}" dt="2026-02-10T22:45:02.021" v="170982"/>
          <ac:spMkLst>
            <pc:docMk/>
            <pc:sldMk cId="3164714281" sldId="1497"/>
            <ac:spMk id="2" creationId="{F244F9CB-7162-0F04-23D4-C33F78A028EF}"/>
          </ac:spMkLst>
        </pc:spChg>
        <pc:spChg chg="del mod">
          <ac:chgData name="DEWE, HAYLEY L." userId="5cada80b-0f7b-49a5-96b2-656b100ca6c6" providerId="ADAL" clId="{632DF7FE-9916-4FAF-8457-3521400FFCEA}" dt="2026-02-10T22:45:03.978" v="170983" actId="478"/>
          <ac:spMkLst>
            <pc:docMk/>
            <pc:sldMk cId="3164714281" sldId="1497"/>
            <ac:spMk id="4" creationId="{1C73DDC9-17E5-89F8-F075-75DEEB079CE4}"/>
          </ac:spMkLst>
        </pc:spChg>
        <pc:spChg chg="add del mod">
          <ac:chgData name="DEWE, HAYLEY L." userId="5cada80b-0f7b-49a5-96b2-656b100ca6c6" providerId="ADAL" clId="{632DF7FE-9916-4FAF-8457-3521400FFCEA}" dt="2026-02-10T22:45:06.084" v="170984" actId="478"/>
          <ac:spMkLst>
            <pc:docMk/>
            <pc:sldMk cId="3164714281" sldId="1497"/>
            <ac:spMk id="6" creationId="{A32D3B15-0BD3-B8F1-FEDD-482B660A264F}"/>
          </ac:spMkLst>
        </pc:spChg>
        <pc:spChg chg="add mod">
          <ac:chgData name="DEWE, HAYLEY L." userId="5cada80b-0f7b-49a5-96b2-656b100ca6c6" providerId="ADAL" clId="{632DF7FE-9916-4FAF-8457-3521400FFCEA}" dt="2026-02-10T22:45:13.200" v="171002" actId="6549"/>
          <ac:spMkLst>
            <pc:docMk/>
            <pc:sldMk cId="3164714281" sldId="1497"/>
            <ac:spMk id="7" creationId="{D4474948-CF6E-5325-6BD7-E4AEB2A3F1FF}"/>
          </ac:spMkLst>
        </pc:spChg>
      </pc:sldChg>
      <pc:sldChg chg="addSp delSp modSp add del mod ord modAnim modNotesTx">
        <pc:chgData name="DEWE, HAYLEY L." userId="5cada80b-0f7b-49a5-96b2-656b100ca6c6" providerId="ADAL" clId="{632DF7FE-9916-4FAF-8457-3521400FFCEA}" dt="2026-02-10T22:57:11.980" v="171684" actId="47"/>
        <pc:sldMkLst>
          <pc:docMk/>
          <pc:sldMk cId="3987962748" sldId="1504"/>
        </pc:sldMkLst>
      </pc:sldChg>
      <pc:sldChg chg="modSp add mod ord modAnim">
        <pc:chgData name="DEWE, HAYLEY L." userId="5cada80b-0f7b-49a5-96b2-656b100ca6c6" providerId="ADAL" clId="{632DF7FE-9916-4FAF-8457-3521400FFCEA}" dt="2026-02-08T15:52:44.279" v="168179" actId="6549"/>
        <pc:sldMkLst>
          <pc:docMk/>
          <pc:sldMk cId="3115628784" sldId="1506"/>
        </pc:sldMkLst>
        <pc:spChg chg="mod ord">
          <ac:chgData name="DEWE, HAYLEY L." userId="5cada80b-0f7b-49a5-96b2-656b100ca6c6" providerId="ADAL" clId="{632DF7FE-9916-4FAF-8457-3521400FFCEA}" dt="2026-02-04T01:51:56.816" v="164397" actId="11530"/>
          <ac:spMkLst>
            <pc:docMk/>
            <pc:sldMk cId="3115628784" sldId="1506"/>
            <ac:spMk id="26" creationId="{00000000-0000-0000-0000-000000000000}"/>
          </ac:spMkLst>
        </pc:spChg>
        <pc:spChg chg="mod">
          <ac:chgData name="DEWE, HAYLEY L." userId="5cada80b-0f7b-49a5-96b2-656b100ca6c6" providerId="ADAL" clId="{632DF7FE-9916-4FAF-8457-3521400FFCEA}" dt="2026-02-04T01:52:42.276" v="164411" actId="113"/>
          <ac:spMkLst>
            <pc:docMk/>
            <pc:sldMk cId="3115628784" sldId="1506"/>
            <ac:spMk id="31" creationId="{00000000-0000-0000-0000-000000000000}"/>
          </ac:spMkLst>
        </pc:spChg>
        <pc:spChg chg="mod">
          <ac:chgData name="DEWE, HAYLEY L." userId="5cada80b-0f7b-49a5-96b2-656b100ca6c6" providerId="ADAL" clId="{632DF7FE-9916-4FAF-8457-3521400FFCEA}" dt="2026-02-04T01:52:46.794" v="164413" actId="113"/>
          <ac:spMkLst>
            <pc:docMk/>
            <pc:sldMk cId="3115628784" sldId="1506"/>
            <ac:spMk id="32" creationId="{00000000-0000-0000-0000-000000000000}"/>
          </ac:spMkLst>
        </pc:spChg>
        <pc:spChg chg="mod">
          <ac:chgData name="DEWE, HAYLEY L." userId="5cada80b-0f7b-49a5-96b2-656b100ca6c6" providerId="ADAL" clId="{632DF7FE-9916-4FAF-8457-3521400FFCEA}" dt="2026-02-04T01:52:26.206" v="164404" actId="1076"/>
          <ac:spMkLst>
            <pc:docMk/>
            <pc:sldMk cId="3115628784" sldId="1506"/>
            <ac:spMk id="35" creationId="{00000000-0000-0000-0000-000000000000}"/>
          </ac:spMkLst>
        </pc:spChg>
        <pc:spChg chg="mod">
          <ac:chgData name="DEWE, HAYLEY L." userId="5cada80b-0f7b-49a5-96b2-656b100ca6c6" providerId="ADAL" clId="{632DF7FE-9916-4FAF-8457-3521400FFCEA}" dt="2026-02-04T01:52:00.591" v="164398" actId="1076"/>
          <ac:spMkLst>
            <pc:docMk/>
            <pc:sldMk cId="3115628784" sldId="1506"/>
            <ac:spMk id="39" creationId="{00000000-0000-0000-0000-000000000000}"/>
          </ac:spMkLst>
        </pc:spChg>
        <pc:spChg chg="mod">
          <ac:chgData name="DEWE, HAYLEY L." userId="5cada80b-0f7b-49a5-96b2-656b100ca6c6" providerId="ADAL" clId="{632DF7FE-9916-4FAF-8457-3521400FFCEA}" dt="2026-02-04T01:39:04.030" v="164340" actId="207"/>
          <ac:spMkLst>
            <pc:docMk/>
            <pc:sldMk cId="3115628784" sldId="1506"/>
            <ac:spMk id="53" creationId="{35AA6BAF-7CED-C605-CC65-A77CCEDB05E7}"/>
          </ac:spMkLst>
        </pc:spChg>
        <pc:spChg chg="mod">
          <ac:chgData name="DEWE, HAYLEY L." userId="5cada80b-0f7b-49a5-96b2-656b100ca6c6" providerId="ADAL" clId="{632DF7FE-9916-4FAF-8457-3521400FFCEA}" dt="2026-02-04T01:51:19.403" v="164391" actId="20577"/>
          <ac:spMkLst>
            <pc:docMk/>
            <pc:sldMk cId="3115628784" sldId="1506"/>
            <ac:spMk id="72" creationId="{56D27FEE-2E6D-9850-C1ED-750698F739B6}"/>
          </ac:spMkLst>
        </pc:spChg>
        <pc:spChg chg="mod">
          <ac:chgData name="DEWE, HAYLEY L." userId="5cada80b-0f7b-49a5-96b2-656b100ca6c6" providerId="ADAL" clId="{632DF7FE-9916-4FAF-8457-3521400FFCEA}" dt="2026-02-04T01:51:20.315" v="164392" actId="20577"/>
          <ac:spMkLst>
            <pc:docMk/>
            <pc:sldMk cId="3115628784" sldId="1506"/>
            <ac:spMk id="75" creationId="{977C6A84-9489-B610-3786-DE88693758F3}"/>
          </ac:spMkLst>
        </pc:spChg>
        <pc:spChg chg="mod">
          <ac:chgData name="DEWE, HAYLEY L." userId="5cada80b-0f7b-49a5-96b2-656b100ca6c6" providerId="ADAL" clId="{632DF7FE-9916-4FAF-8457-3521400FFCEA}" dt="2026-02-04T01:50:58.687" v="164390" actId="1582"/>
          <ac:spMkLst>
            <pc:docMk/>
            <pc:sldMk cId="3115628784" sldId="1506"/>
            <ac:spMk id="141" creationId="{8C5D05D2-7DAB-7D27-8B12-E61CCE7C1263}"/>
          </ac:spMkLst>
        </pc:spChg>
        <pc:spChg chg="mod">
          <ac:chgData name="DEWE, HAYLEY L." userId="5cada80b-0f7b-49a5-96b2-656b100ca6c6" providerId="ADAL" clId="{632DF7FE-9916-4FAF-8457-3521400FFCEA}" dt="2026-02-04T01:50:58.687" v="164390" actId="1582"/>
          <ac:spMkLst>
            <pc:docMk/>
            <pc:sldMk cId="3115628784" sldId="1506"/>
            <ac:spMk id="142" creationId="{7D465941-2415-2AE7-20C5-DDB9F5B82BA7}"/>
          </ac:spMkLst>
        </pc:spChg>
        <pc:spChg chg="mod">
          <ac:chgData name="DEWE, HAYLEY L." userId="5cada80b-0f7b-49a5-96b2-656b100ca6c6" providerId="ADAL" clId="{632DF7FE-9916-4FAF-8457-3521400FFCEA}" dt="2026-02-04T01:52:15.316" v="164400" actId="2085"/>
          <ac:spMkLst>
            <pc:docMk/>
            <pc:sldMk cId="3115628784" sldId="1506"/>
            <ac:spMk id="143" creationId="{30C21066-FFED-67B1-ACBF-E925EB56C510}"/>
          </ac:spMkLst>
        </pc:spChg>
        <pc:spChg chg="mod">
          <ac:chgData name="DEWE, HAYLEY L." userId="5cada80b-0f7b-49a5-96b2-656b100ca6c6" providerId="ADAL" clId="{632DF7FE-9916-4FAF-8457-3521400FFCEA}" dt="2026-02-08T15:52:44.279" v="168179" actId="6549"/>
          <ac:spMkLst>
            <pc:docMk/>
            <pc:sldMk cId="3115628784" sldId="1506"/>
            <ac:spMk id="145" creationId="{F76C19F4-0C18-7FBF-F22E-9552D03B1A50}"/>
          </ac:spMkLst>
        </pc:spChg>
        <pc:spChg chg="mod">
          <ac:chgData name="DEWE, HAYLEY L." userId="5cada80b-0f7b-49a5-96b2-656b100ca6c6" providerId="ADAL" clId="{632DF7FE-9916-4FAF-8457-3521400FFCEA}" dt="2026-02-04T01:52:50.417" v="164417" actId="113"/>
          <ac:spMkLst>
            <pc:docMk/>
            <pc:sldMk cId="3115628784" sldId="1506"/>
            <ac:spMk id="146" creationId="{4D25642C-5197-B98B-1637-2B60E1DF5251}"/>
          </ac:spMkLst>
        </pc:spChg>
        <pc:spChg chg="mod">
          <ac:chgData name="DEWE, HAYLEY L." userId="5cada80b-0f7b-49a5-96b2-656b100ca6c6" providerId="ADAL" clId="{632DF7FE-9916-4FAF-8457-3521400FFCEA}" dt="2026-02-04T01:42:25.306" v="164359" actId="207"/>
          <ac:spMkLst>
            <pc:docMk/>
            <pc:sldMk cId="3115628784" sldId="1506"/>
            <ac:spMk id="147" creationId="{04744BFD-5C35-9B96-9EE4-5FF1A2A2EF18}"/>
          </ac:spMkLst>
        </pc:spChg>
        <pc:spChg chg="mod">
          <ac:chgData name="DEWE, HAYLEY L." userId="5cada80b-0f7b-49a5-96b2-656b100ca6c6" providerId="ADAL" clId="{632DF7FE-9916-4FAF-8457-3521400FFCEA}" dt="2026-02-04T01:50:58.687" v="164390" actId="1582"/>
          <ac:spMkLst>
            <pc:docMk/>
            <pc:sldMk cId="3115628784" sldId="1506"/>
            <ac:spMk id="152" creationId="{558E744A-14B6-5D93-9531-30CF6CAEFD56}"/>
          </ac:spMkLst>
        </pc:spChg>
        <pc:spChg chg="mod">
          <ac:chgData name="DEWE, HAYLEY L." userId="5cada80b-0f7b-49a5-96b2-656b100ca6c6" providerId="ADAL" clId="{632DF7FE-9916-4FAF-8457-3521400FFCEA}" dt="2026-02-04T01:40:39.335" v="164348" actId="208"/>
          <ac:spMkLst>
            <pc:docMk/>
            <pc:sldMk cId="3115628784" sldId="1506"/>
            <ac:spMk id="153" creationId="{EDDA3E25-5A14-1EC2-CC69-1226549019BD}"/>
          </ac:spMkLst>
        </pc:spChg>
        <pc:spChg chg="mod">
          <ac:chgData name="DEWE, HAYLEY L." userId="5cada80b-0f7b-49a5-96b2-656b100ca6c6" providerId="ADAL" clId="{632DF7FE-9916-4FAF-8457-3521400FFCEA}" dt="2026-02-04T01:52:15.316" v="164400" actId="2085"/>
          <ac:spMkLst>
            <pc:docMk/>
            <pc:sldMk cId="3115628784" sldId="1506"/>
            <ac:spMk id="154" creationId="{FB7DF676-C0FC-802C-2BC4-7DCCC529D87C}"/>
          </ac:spMkLst>
        </pc:spChg>
        <pc:spChg chg="mod">
          <ac:chgData name="DEWE, HAYLEY L." userId="5cada80b-0f7b-49a5-96b2-656b100ca6c6" providerId="ADAL" clId="{632DF7FE-9916-4FAF-8457-3521400FFCEA}" dt="2026-02-04T01:53:18.551" v="164421" actId="207"/>
          <ac:spMkLst>
            <pc:docMk/>
            <pc:sldMk cId="3115628784" sldId="1506"/>
            <ac:spMk id="156" creationId="{5771691E-7C92-90F3-465A-3FAA189F758F}"/>
          </ac:spMkLst>
        </pc:spChg>
        <pc:spChg chg="mod">
          <ac:chgData name="DEWE, HAYLEY L." userId="5cada80b-0f7b-49a5-96b2-656b100ca6c6" providerId="ADAL" clId="{632DF7FE-9916-4FAF-8457-3521400FFCEA}" dt="2026-02-04T01:52:57.623" v="164420" actId="20577"/>
          <ac:spMkLst>
            <pc:docMk/>
            <pc:sldMk cId="3115628784" sldId="1506"/>
            <ac:spMk id="157" creationId="{0D712339-E479-0709-7836-C35443493EFD}"/>
          </ac:spMkLst>
        </pc:spChg>
        <pc:spChg chg="mod">
          <ac:chgData name="DEWE, HAYLEY L." userId="5cada80b-0f7b-49a5-96b2-656b100ca6c6" providerId="ADAL" clId="{632DF7FE-9916-4FAF-8457-3521400FFCEA}" dt="2026-02-04T01:50:58.687" v="164390" actId="1582"/>
          <ac:spMkLst>
            <pc:docMk/>
            <pc:sldMk cId="3115628784" sldId="1506"/>
            <ac:spMk id="162" creationId="{8AE126AD-4BAF-F0B4-4FF2-C5FC140CE3D3}"/>
          </ac:spMkLst>
        </pc:spChg>
        <pc:spChg chg="mod">
          <ac:chgData name="DEWE, HAYLEY L." userId="5cada80b-0f7b-49a5-96b2-656b100ca6c6" providerId="ADAL" clId="{632DF7FE-9916-4FAF-8457-3521400FFCEA}" dt="2026-02-04T01:50:58.687" v="164390" actId="1582"/>
          <ac:spMkLst>
            <pc:docMk/>
            <pc:sldMk cId="3115628784" sldId="1506"/>
            <ac:spMk id="163" creationId="{A732F8F3-6A8D-47CA-C65C-B19F363D6DCC}"/>
          </ac:spMkLst>
        </pc:spChg>
        <pc:spChg chg="mod">
          <ac:chgData name="DEWE, HAYLEY L." userId="5cada80b-0f7b-49a5-96b2-656b100ca6c6" providerId="ADAL" clId="{632DF7FE-9916-4FAF-8457-3521400FFCEA}" dt="2026-02-04T01:52:15.316" v="164400" actId="2085"/>
          <ac:spMkLst>
            <pc:docMk/>
            <pc:sldMk cId="3115628784" sldId="1506"/>
            <ac:spMk id="164" creationId="{3A6BB951-FEB8-5058-0B67-BA3A51D57803}"/>
          </ac:spMkLst>
        </pc:spChg>
        <pc:cxnChg chg="mod">
          <ac:chgData name="DEWE, HAYLEY L." userId="5cada80b-0f7b-49a5-96b2-656b100ca6c6" providerId="ADAL" clId="{632DF7FE-9916-4FAF-8457-3521400FFCEA}" dt="2026-02-04T01:39:00.243" v="164339" actId="13822"/>
          <ac:cxnSpMkLst>
            <pc:docMk/>
            <pc:sldMk cId="3115628784" sldId="1506"/>
            <ac:cxnSpMk id="27" creationId="{00000000-0000-0000-0000-000000000000}"/>
          </ac:cxnSpMkLst>
        </pc:cxnChg>
        <pc:cxnChg chg="mod">
          <ac:chgData name="DEWE, HAYLEY L." userId="5cada80b-0f7b-49a5-96b2-656b100ca6c6" providerId="ADAL" clId="{632DF7FE-9916-4FAF-8457-3521400FFCEA}" dt="2026-02-04T01:39:00.243" v="164339" actId="13822"/>
          <ac:cxnSpMkLst>
            <pc:docMk/>
            <pc:sldMk cId="3115628784" sldId="1506"/>
            <ac:cxnSpMk id="28" creationId="{00000000-0000-0000-0000-000000000000}"/>
          </ac:cxnSpMkLst>
        </pc:cxnChg>
        <pc:cxnChg chg="mod">
          <ac:chgData name="DEWE, HAYLEY L." userId="5cada80b-0f7b-49a5-96b2-656b100ca6c6" providerId="ADAL" clId="{632DF7FE-9916-4FAF-8457-3521400FFCEA}" dt="2026-02-04T01:39:00.243" v="164339" actId="13822"/>
          <ac:cxnSpMkLst>
            <pc:docMk/>
            <pc:sldMk cId="3115628784" sldId="1506"/>
            <ac:cxnSpMk id="37" creationId="{00000000-0000-0000-0000-000000000000}"/>
          </ac:cxnSpMkLst>
        </pc:cxnChg>
        <pc:cxnChg chg="mod">
          <ac:chgData name="DEWE, HAYLEY L." userId="5cada80b-0f7b-49a5-96b2-656b100ca6c6" providerId="ADAL" clId="{632DF7FE-9916-4FAF-8457-3521400FFCEA}" dt="2026-02-04T01:38:55.287" v="164338" actId="13822"/>
          <ac:cxnSpMkLst>
            <pc:docMk/>
            <pc:sldMk cId="3115628784" sldId="1506"/>
            <ac:cxnSpMk id="38" creationId="{00000000-0000-0000-0000-000000000000}"/>
          </ac:cxnSpMkLst>
        </pc:cxnChg>
        <pc:cxnChg chg="mod">
          <ac:chgData name="DEWE, HAYLEY L." userId="5cada80b-0f7b-49a5-96b2-656b100ca6c6" providerId="ADAL" clId="{632DF7FE-9916-4FAF-8457-3521400FFCEA}" dt="2026-02-04T01:39:34.068" v="164342" actId="13822"/>
          <ac:cxnSpMkLst>
            <pc:docMk/>
            <pc:sldMk cId="3115628784" sldId="1506"/>
            <ac:cxnSpMk id="43" creationId="{00000000-0000-0000-0000-000000000000}"/>
          </ac:cxnSpMkLst>
        </pc:cxnChg>
        <pc:cxnChg chg="mod">
          <ac:chgData name="DEWE, HAYLEY L." userId="5cada80b-0f7b-49a5-96b2-656b100ca6c6" providerId="ADAL" clId="{632DF7FE-9916-4FAF-8457-3521400FFCEA}" dt="2026-02-04T01:38:49.083" v="164337" actId="13822"/>
          <ac:cxnSpMkLst>
            <pc:docMk/>
            <pc:sldMk cId="3115628784" sldId="1506"/>
            <ac:cxnSpMk id="70" creationId="{62814338-B119-9C38-B145-18C50A8F763D}"/>
          </ac:cxnSpMkLst>
        </pc:cxnChg>
        <pc:cxnChg chg="mod">
          <ac:chgData name="DEWE, HAYLEY L." userId="5cada80b-0f7b-49a5-96b2-656b100ca6c6" providerId="ADAL" clId="{632DF7FE-9916-4FAF-8457-3521400FFCEA}" dt="2026-02-04T01:39:52.166" v="164344" actId="13822"/>
          <ac:cxnSpMkLst>
            <pc:docMk/>
            <pc:sldMk cId="3115628784" sldId="1506"/>
            <ac:cxnSpMk id="99" creationId="{4CE32244-E71B-71F7-BB89-3FCDD5928592}"/>
          </ac:cxnSpMkLst>
        </pc:cxnChg>
        <pc:cxnChg chg="mod">
          <ac:chgData name="DEWE, HAYLEY L." userId="5cada80b-0f7b-49a5-96b2-656b100ca6c6" providerId="ADAL" clId="{632DF7FE-9916-4FAF-8457-3521400FFCEA}" dt="2026-02-04T01:39:52.166" v="164344" actId="13822"/>
          <ac:cxnSpMkLst>
            <pc:docMk/>
            <pc:sldMk cId="3115628784" sldId="1506"/>
            <ac:cxnSpMk id="100" creationId="{BF36D7F6-3D75-45BB-5F1C-4912B6AEE935}"/>
          </ac:cxnSpMkLst>
        </pc:cxnChg>
        <pc:cxnChg chg="mod">
          <ac:chgData name="DEWE, HAYLEY L." userId="5cada80b-0f7b-49a5-96b2-656b100ca6c6" providerId="ADAL" clId="{632DF7FE-9916-4FAF-8457-3521400FFCEA}" dt="2026-02-04T01:39:52.166" v="164344" actId="13822"/>
          <ac:cxnSpMkLst>
            <pc:docMk/>
            <pc:sldMk cId="3115628784" sldId="1506"/>
            <ac:cxnSpMk id="101" creationId="{63C36A54-22BA-C08D-61FD-A8CB8605E279}"/>
          </ac:cxnSpMkLst>
        </pc:cxnChg>
        <pc:cxnChg chg="mod">
          <ac:chgData name="DEWE, HAYLEY L." userId="5cada80b-0f7b-49a5-96b2-656b100ca6c6" providerId="ADAL" clId="{632DF7FE-9916-4FAF-8457-3521400FFCEA}" dt="2026-02-04T01:39:52.166" v="164344" actId="13822"/>
          <ac:cxnSpMkLst>
            <pc:docMk/>
            <pc:sldMk cId="3115628784" sldId="1506"/>
            <ac:cxnSpMk id="102" creationId="{43E8022A-F9A2-860A-C6F3-E840934E2ADB}"/>
          </ac:cxnSpMkLst>
        </pc:cxnChg>
        <pc:cxnChg chg="mod">
          <ac:chgData name="DEWE, HAYLEY L." userId="5cada80b-0f7b-49a5-96b2-656b100ca6c6" providerId="ADAL" clId="{632DF7FE-9916-4FAF-8457-3521400FFCEA}" dt="2026-02-04T01:59:59.618" v="164525" actId="14100"/>
          <ac:cxnSpMkLst>
            <pc:docMk/>
            <pc:sldMk cId="3115628784" sldId="1506"/>
            <ac:cxnSpMk id="137" creationId="{FFEABBCB-74DE-8053-7356-25819D2BF054}"/>
          </ac:cxnSpMkLst>
        </pc:cxnChg>
        <pc:cxnChg chg="mod">
          <ac:chgData name="DEWE, HAYLEY L." userId="5cada80b-0f7b-49a5-96b2-656b100ca6c6" providerId="ADAL" clId="{632DF7FE-9916-4FAF-8457-3521400FFCEA}" dt="2026-02-04T01:59:57.563" v="164524" actId="14100"/>
          <ac:cxnSpMkLst>
            <pc:docMk/>
            <pc:sldMk cId="3115628784" sldId="1506"/>
            <ac:cxnSpMk id="138" creationId="{366E6011-0EB6-20AF-C7D4-E94731C1E4F6}"/>
          </ac:cxnSpMkLst>
        </pc:cxnChg>
        <pc:cxnChg chg="mod">
          <ac:chgData name="DEWE, HAYLEY L." userId="5cada80b-0f7b-49a5-96b2-656b100ca6c6" providerId="ADAL" clId="{632DF7FE-9916-4FAF-8457-3521400FFCEA}" dt="2026-02-04T02:00:07.188" v="164527" actId="14100"/>
          <ac:cxnSpMkLst>
            <pc:docMk/>
            <pc:sldMk cId="3115628784" sldId="1506"/>
            <ac:cxnSpMk id="139" creationId="{7EF9DC0D-FCA4-5349-B9CB-0F65D62BC084}"/>
          </ac:cxnSpMkLst>
        </pc:cxnChg>
        <pc:cxnChg chg="mod">
          <ac:chgData name="DEWE, HAYLEY L." userId="5cada80b-0f7b-49a5-96b2-656b100ca6c6" providerId="ADAL" clId="{632DF7FE-9916-4FAF-8457-3521400FFCEA}" dt="2026-02-04T01:41:18.077" v="164350" actId="208"/>
          <ac:cxnSpMkLst>
            <pc:docMk/>
            <pc:sldMk cId="3115628784" sldId="1506"/>
            <ac:cxnSpMk id="140" creationId="{418290B1-BEC9-CC31-37F4-1ECEED17E911}"/>
          </ac:cxnSpMkLst>
        </pc:cxnChg>
        <pc:cxnChg chg="mod">
          <ac:chgData name="DEWE, HAYLEY L." userId="5cada80b-0f7b-49a5-96b2-656b100ca6c6" providerId="ADAL" clId="{632DF7FE-9916-4FAF-8457-3521400FFCEA}" dt="2026-02-04T01:50:58.687" v="164390" actId="1582"/>
          <ac:cxnSpMkLst>
            <pc:docMk/>
            <pc:sldMk cId="3115628784" sldId="1506"/>
            <ac:cxnSpMk id="144" creationId="{0D719DDB-6520-0F87-3867-4D9A4F8BF152}"/>
          </ac:cxnSpMkLst>
        </pc:cxnChg>
        <pc:cxnChg chg="mod">
          <ac:chgData name="DEWE, HAYLEY L." userId="5cada80b-0f7b-49a5-96b2-656b100ca6c6" providerId="ADAL" clId="{632DF7FE-9916-4FAF-8457-3521400FFCEA}" dt="2026-02-04T01:40:39.335" v="164348" actId="208"/>
          <ac:cxnSpMkLst>
            <pc:docMk/>
            <pc:sldMk cId="3115628784" sldId="1506"/>
            <ac:cxnSpMk id="148" creationId="{64AB922A-E4A9-22D2-64A2-B1FAD05E5247}"/>
          </ac:cxnSpMkLst>
        </pc:cxnChg>
        <pc:cxnChg chg="mod">
          <ac:chgData name="DEWE, HAYLEY L." userId="5cada80b-0f7b-49a5-96b2-656b100ca6c6" providerId="ADAL" clId="{632DF7FE-9916-4FAF-8457-3521400FFCEA}" dt="2026-02-04T01:59:22.975" v="164519" actId="14100"/>
          <ac:cxnSpMkLst>
            <pc:docMk/>
            <pc:sldMk cId="3115628784" sldId="1506"/>
            <ac:cxnSpMk id="149" creationId="{E5F97E0E-E7B5-A548-2F0D-7D9755166FDD}"/>
          </ac:cxnSpMkLst>
        </pc:cxnChg>
        <pc:cxnChg chg="mod">
          <ac:chgData name="DEWE, HAYLEY L." userId="5cada80b-0f7b-49a5-96b2-656b100ca6c6" providerId="ADAL" clId="{632DF7FE-9916-4FAF-8457-3521400FFCEA}" dt="2026-02-04T01:50:58.687" v="164390" actId="1582"/>
          <ac:cxnSpMkLst>
            <pc:docMk/>
            <pc:sldMk cId="3115628784" sldId="1506"/>
            <ac:cxnSpMk id="150" creationId="{072D03C1-DC91-1362-E0FC-A22BA87D76CF}"/>
          </ac:cxnSpMkLst>
        </pc:cxnChg>
        <pc:cxnChg chg="mod">
          <ac:chgData name="DEWE, HAYLEY L." userId="5cada80b-0f7b-49a5-96b2-656b100ca6c6" providerId="ADAL" clId="{632DF7FE-9916-4FAF-8457-3521400FFCEA}" dt="2026-02-04T01:59:15.389" v="164518" actId="14100"/>
          <ac:cxnSpMkLst>
            <pc:docMk/>
            <pc:sldMk cId="3115628784" sldId="1506"/>
            <ac:cxnSpMk id="151" creationId="{907CAC6C-E019-CFE0-8131-6B396EA9CCE0}"/>
          </ac:cxnSpMkLst>
        </pc:cxnChg>
        <pc:cxnChg chg="mod">
          <ac:chgData name="DEWE, HAYLEY L." userId="5cada80b-0f7b-49a5-96b2-656b100ca6c6" providerId="ADAL" clId="{632DF7FE-9916-4FAF-8457-3521400FFCEA}" dt="2026-02-04T01:40:01.850" v="164346" actId="13822"/>
          <ac:cxnSpMkLst>
            <pc:docMk/>
            <pc:sldMk cId="3115628784" sldId="1506"/>
            <ac:cxnSpMk id="155" creationId="{23CA9674-B593-C935-7DD9-CD7651963448}"/>
          </ac:cxnSpMkLst>
        </pc:cxnChg>
        <pc:cxnChg chg="mod">
          <ac:chgData name="DEWE, HAYLEY L." userId="5cada80b-0f7b-49a5-96b2-656b100ca6c6" providerId="ADAL" clId="{632DF7FE-9916-4FAF-8457-3521400FFCEA}" dt="2026-02-04T01:59:42.494" v="164522" actId="14100"/>
          <ac:cxnSpMkLst>
            <pc:docMk/>
            <pc:sldMk cId="3115628784" sldId="1506"/>
            <ac:cxnSpMk id="158" creationId="{7E1B3C1C-1999-9FB1-E9A6-AF7E0A258D4C}"/>
          </ac:cxnSpMkLst>
        </pc:cxnChg>
        <pc:cxnChg chg="mod">
          <ac:chgData name="DEWE, HAYLEY L." userId="5cada80b-0f7b-49a5-96b2-656b100ca6c6" providerId="ADAL" clId="{632DF7FE-9916-4FAF-8457-3521400FFCEA}" dt="2026-02-04T01:59:45.318" v="164523" actId="14100"/>
          <ac:cxnSpMkLst>
            <pc:docMk/>
            <pc:sldMk cId="3115628784" sldId="1506"/>
            <ac:cxnSpMk id="159" creationId="{AB8FCF3D-7998-0163-D7A5-6E09D65FDF10}"/>
          </ac:cxnSpMkLst>
        </pc:cxnChg>
        <pc:cxnChg chg="mod">
          <ac:chgData name="DEWE, HAYLEY L." userId="5cada80b-0f7b-49a5-96b2-656b100ca6c6" providerId="ADAL" clId="{632DF7FE-9916-4FAF-8457-3521400FFCEA}" dt="2026-02-04T01:59:36.181" v="164521" actId="14100"/>
          <ac:cxnSpMkLst>
            <pc:docMk/>
            <pc:sldMk cId="3115628784" sldId="1506"/>
            <ac:cxnSpMk id="160" creationId="{9E610335-8350-9417-1B5C-57A608D012A8}"/>
          </ac:cxnSpMkLst>
        </pc:cxnChg>
        <pc:cxnChg chg="mod">
          <ac:chgData name="DEWE, HAYLEY L." userId="5cada80b-0f7b-49a5-96b2-656b100ca6c6" providerId="ADAL" clId="{632DF7FE-9916-4FAF-8457-3521400FFCEA}" dt="2026-02-04T01:59:33.052" v="164520" actId="14100"/>
          <ac:cxnSpMkLst>
            <pc:docMk/>
            <pc:sldMk cId="3115628784" sldId="1506"/>
            <ac:cxnSpMk id="161" creationId="{2393A3E3-C4D4-DB22-5D2B-EAD0BE1AC669}"/>
          </ac:cxnSpMkLst>
        </pc:cxnChg>
      </pc:sldChg>
      <pc:sldChg chg="modSp add mod ord">
        <pc:chgData name="DEWE, HAYLEY L." userId="5cada80b-0f7b-49a5-96b2-656b100ca6c6" providerId="ADAL" clId="{632DF7FE-9916-4FAF-8457-3521400FFCEA}" dt="2026-02-10T22:44:54.222" v="170980" actId="1076"/>
        <pc:sldMkLst>
          <pc:docMk/>
          <pc:sldMk cId="3632566567" sldId="1507"/>
        </pc:sldMkLst>
        <pc:spChg chg="mod">
          <ac:chgData name="DEWE, HAYLEY L." userId="5cada80b-0f7b-49a5-96b2-656b100ca6c6" providerId="ADAL" clId="{632DF7FE-9916-4FAF-8457-3521400FFCEA}" dt="2026-02-10T22:44:54.222" v="170980" actId="1076"/>
          <ac:spMkLst>
            <pc:docMk/>
            <pc:sldMk cId="3632566567" sldId="1507"/>
            <ac:spMk id="4" creationId="{DB6A106D-043F-05C5-54ED-3BB86EFFE9B2}"/>
          </ac:spMkLst>
        </pc:spChg>
      </pc:sldChg>
      <pc:sldChg chg="add del">
        <pc:chgData name="DEWE, HAYLEY L." userId="5cada80b-0f7b-49a5-96b2-656b100ca6c6" providerId="ADAL" clId="{632DF7FE-9916-4FAF-8457-3521400FFCEA}" dt="2026-02-10T22:32:32.955" v="170418" actId="47"/>
        <pc:sldMkLst>
          <pc:docMk/>
          <pc:sldMk cId="481429344" sldId="1508"/>
        </pc:sldMkLst>
      </pc:sldChg>
      <pc:sldChg chg="add del ord">
        <pc:chgData name="DEWE, HAYLEY L." userId="5cada80b-0f7b-49a5-96b2-656b100ca6c6" providerId="ADAL" clId="{632DF7FE-9916-4FAF-8457-3521400FFCEA}" dt="2026-02-10T22:11:18.490" v="169482" actId="47"/>
        <pc:sldMkLst>
          <pc:docMk/>
          <pc:sldMk cId="1338794420" sldId="1508"/>
        </pc:sldMkLst>
      </pc:sldChg>
      <pc:sldChg chg="addSp delSp modSp add mod ord modAnim modNotesTx">
        <pc:chgData name="DEWE, HAYLEY L." userId="5cada80b-0f7b-49a5-96b2-656b100ca6c6" providerId="ADAL" clId="{632DF7FE-9916-4FAF-8457-3521400FFCEA}" dt="2026-02-11T00:27:01.040" v="174069" actId="113"/>
        <pc:sldMkLst>
          <pc:docMk/>
          <pc:sldMk cId="2541136615" sldId="1508"/>
        </pc:sldMkLst>
        <pc:spChg chg="add del mod">
          <ac:chgData name="DEWE, HAYLEY L." userId="5cada80b-0f7b-49a5-96b2-656b100ca6c6" providerId="ADAL" clId="{632DF7FE-9916-4FAF-8457-3521400FFCEA}" dt="2026-02-10T22:34:23.964" v="170520" actId="1076"/>
          <ac:spMkLst>
            <pc:docMk/>
            <pc:sldMk cId="2541136615" sldId="1508"/>
            <ac:spMk id="2" creationId="{A53C14FD-E71C-D8B8-3C9F-2CCA9CD0D77F}"/>
          </ac:spMkLst>
        </pc:spChg>
        <pc:spChg chg="mod">
          <ac:chgData name="DEWE, HAYLEY L." userId="5cada80b-0f7b-49a5-96b2-656b100ca6c6" providerId="ADAL" clId="{632DF7FE-9916-4FAF-8457-3521400FFCEA}" dt="2026-02-10T22:38:31.868" v="170705" actId="1076"/>
          <ac:spMkLst>
            <pc:docMk/>
            <pc:sldMk cId="2541136615" sldId="1508"/>
            <ac:spMk id="3" creationId="{15A6D379-9883-101F-7774-0C05501463F1}"/>
          </ac:spMkLst>
        </pc:spChg>
        <pc:spChg chg="add mod">
          <ac:chgData name="DEWE, HAYLEY L." userId="5cada80b-0f7b-49a5-96b2-656b100ca6c6" providerId="ADAL" clId="{632DF7FE-9916-4FAF-8457-3521400FFCEA}" dt="2026-02-11T00:01:46.129" v="173895" actId="14100"/>
          <ac:spMkLst>
            <pc:docMk/>
            <pc:sldMk cId="2541136615" sldId="1508"/>
            <ac:spMk id="4" creationId="{32C901BC-4307-3151-7E76-EF273D84A6C4}"/>
          </ac:spMkLst>
        </pc:spChg>
        <pc:spChg chg="mod ord">
          <ac:chgData name="DEWE, HAYLEY L." userId="5cada80b-0f7b-49a5-96b2-656b100ca6c6" providerId="ADAL" clId="{632DF7FE-9916-4FAF-8457-3521400FFCEA}" dt="2026-02-10T22:35:22.052" v="170551" actId="14100"/>
          <ac:spMkLst>
            <pc:docMk/>
            <pc:sldMk cId="2541136615" sldId="1508"/>
            <ac:spMk id="5" creationId="{FF28F828-221B-A065-B8AF-866E344ABC30}"/>
          </ac:spMkLst>
        </pc:spChg>
        <pc:spChg chg="del mod">
          <ac:chgData name="DEWE, HAYLEY L." userId="5cada80b-0f7b-49a5-96b2-656b100ca6c6" providerId="ADAL" clId="{632DF7FE-9916-4FAF-8457-3521400FFCEA}" dt="2026-02-10T22:34:38.468" v="170534" actId="478"/>
          <ac:spMkLst>
            <pc:docMk/>
            <pc:sldMk cId="2541136615" sldId="1508"/>
            <ac:spMk id="6" creationId="{82AC7718-7CF6-1845-0BB7-7994CAE6BA9A}"/>
          </ac:spMkLst>
        </pc:spChg>
        <pc:spChg chg="mod">
          <ac:chgData name="DEWE, HAYLEY L." userId="5cada80b-0f7b-49a5-96b2-656b100ca6c6" providerId="ADAL" clId="{632DF7FE-9916-4FAF-8457-3521400FFCEA}" dt="2026-02-11T00:01:14.487" v="173853" actId="1076"/>
          <ac:spMkLst>
            <pc:docMk/>
            <pc:sldMk cId="2541136615" sldId="1508"/>
            <ac:spMk id="9" creationId="{4102F72F-715C-4A87-CB0E-D7AF317B7D82}"/>
          </ac:spMkLst>
        </pc:spChg>
        <pc:spChg chg="mod">
          <ac:chgData name="DEWE, HAYLEY L." userId="5cada80b-0f7b-49a5-96b2-656b100ca6c6" providerId="ADAL" clId="{632DF7FE-9916-4FAF-8457-3521400FFCEA}" dt="2026-02-10T22:34:23.964" v="170520" actId="1076"/>
          <ac:spMkLst>
            <pc:docMk/>
            <pc:sldMk cId="2541136615" sldId="1508"/>
            <ac:spMk id="10" creationId="{E5C3D43D-1CE6-4BD0-A4CC-29B679248D9D}"/>
          </ac:spMkLst>
        </pc:spChg>
        <pc:spChg chg="add mod">
          <ac:chgData name="DEWE, HAYLEY L." userId="5cada80b-0f7b-49a5-96b2-656b100ca6c6" providerId="ADAL" clId="{632DF7FE-9916-4FAF-8457-3521400FFCEA}" dt="2026-02-10T22:34:59.294" v="170543" actId="14100"/>
          <ac:spMkLst>
            <pc:docMk/>
            <pc:sldMk cId="2541136615" sldId="1508"/>
            <ac:spMk id="11" creationId="{FFDFB67B-42AA-2C6A-3687-3B4DDFEC8AE2}"/>
          </ac:spMkLst>
        </pc:spChg>
        <pc:spChg chg="add mod">
          <ac:chgData name="DEWE, HAYLEY L." userId="5cada80b-0f7b-49a5-96b2-656b100ca6c6" providerId="ADAL" clId="{632DF7FE-9916-4FAF-8457-3521400FFCEA}" dt="2026-02-10T23:01:57.099" v="172105" actId="2085"/>
          <ac:spMkLst>
            <pc:docMk/>
            <pc:sldMk cId="2541136615" sldId="1508"/>
            <ac:spMk id="13" creationId="{F46F058B-31E2-505C-5C14-16CD8113F146}"/>
          </ac:spMkLst>
        </pc:spChg>
        <pc:spChg chg="del mod">
          <ac:chgData name="DEWE, HAYLEY L." userId="5cada80b-0f7b-49a5-96b2-656b100ca6c6" providerId="ADAL" clId="{632DF7FE-9916-4FAF-8457-3521400FFCEA}" dt="2026-02-10T22:37:23.390" v="170568" actId="478"/>
          <ac:spMkLst>
            <pc:docMk/>
            <pc:sldMk cId="2541136615" sldId="1508"/>
            <ac:spMk id="14" creationId="{504689FE-CB70-5D40-C221-7D0B08C53D49}"/>
          </ac:spMkLst>
        </pc:spChg>
        <pc:spChg chg="add mod">
          <ac:chgData name="DEWE, HAYLEY L." userId="5cada80b-0f7b-49a5-96b2-656b100ca6c6" providerId="ADAL" clId="{632DF7FE-9916-4FAF-8457-3521400FFCEA}" dt="2026-02-10T23:01:57.099" v="172105" actId="2085"/>
          <ac:spMkLst>
            <pc:docMk/>
            <pc:sldMk cId="2541136615" sldId="1508"/>
            <ac:spMk id="17" creationId="{BC25A880-E470-BED5-EEFF-6B6CB37299B1}"/>
          </ac:spMkLst>
        </pc:spChg>
        <pc:spChg chg="del mod">
          <ac:chgData name="DEWE, HAYLEY L." userId="5cada80b-0f7b-49a5-96b2-656b100ca6c6" providerId="ADAL" clId="{632DF7FE-9916-4FAF-8457-3521400FFCEA}" dt="2026-02-10T22:37:24.024" v="170569" actId="478"/>
          <ac:spMkLst>
            <pc:docMk/>
            <pc:sldMk cId="2541136615" sldId="1508"/>
            <ac:spMk id="19" creationId="{6F61ABD8-FFF3-07F4-67E3-D1DCCD8D9ECC}"/>
          </ac:spMkLst>
        </pc:spChg>
        <pc:spChg chg="mod">
          <ac:chgData name="DEWE, HAYLEY L." userId="5cada80b-0f7b-49a5-96b2-656b100ca6c6" providerId="ADAL" clId="{632DF7FE-9916-4FAF-8457-3521400FFCEA}" dt="2026-02-11T00:02:42.832" v="173903" actId="20577"/>
          <ac:spMkLst>
            <pc:docMk/>
            <pc:sldMk cId="2541136615" sldId="1508"/>
            <ac:spMk id="24" creationId="{1F9002D7-0E1E-A91C-D21C-5AA20561EDA8}"/>
          </ac:spMkLst>
        </pc:spChg>
        <pc:picChg chg="del mod">
          <ac:chgData name="DEWE, HAYLEY L." userId="5cada80b-0f7b-49a5-96b2-656b100ca6c6" providerId="ADAL" clId="{632DF7FE-9916-4FAF-8457-3521400FFCEA}" dt="2026-02-10T22:34:36.065" v="170533" actId="478"/>
          <ac:picMkLst>
            <pc:docMk/>
            <pc:sldMk cId="2541136615" sldId="1508"/>
            <ac:picMk id="4" creationId="{28FB6467-1CD5-80F9-7CDB-502E78A34257}"/>
          </ac:picMkLst>
        </pc:picChg>
        <pc:picChg chg="mod">
          <ac:chgData name="DEWE, HAYLEY L." userId="5cada80b-0f7b-49a5-96b2-656b100ca6c6" providerId="ADAL" clId="{632DF7FE-9916-4FAF-8457-3521400FFCEA}" dt="2026-02-10T22:39:01.228" v="170716" actId="1076"/>
          <ac:picMkLst>
            <pc:docMk/>
            <pc:sldMk cId="2541136615" sldId="1508"/>
            <ac:picMk id="7" creationId="{5DDB9AA5-88C2-674A-6335-CE86BFC34087}"/>
          </ac:picMkLst>
        </pc:picChg>
        <pc:picChg chg="add mod">
          <ac:chgData name="DEWE, HAYLEY L." userId="5cada80b-0f7b-49a5-96b2-656b100ca6c6" providerId="ADAL" clId="{632DF7FE-9916-4FAF-8457-3521400FFCEA}" dt="2026-02-10T22:35:03.191" v="170545" actId="1076"/>
          <ac:picMkLst>
            <pc:docMk/>
            <pc:sldMk cId="2541136615" sldId="1508"/>
            <ac:picMk id="8" creationId="{ACD16EE6-ECF2-1F87-7DF2-47B5BF4EAC7D}"/>
          </ac:picMkLst>
        </pc:picChg>
        <pc:picChg chg="del mod">
          <ac:chgData name="DEWE, HAYLEY L." userId="5cada80b-0f7b-49a5-96b2-656b100ca6c6" providerId="ADAL" clId="{632DF7FE-9916-4FAF-8457-3521400FFCEA}" dt="2026-02-10T22:37:22.546" v="170567" actId="478"/>
          <ac:picMkLst>
            <pc:docMk/>
            <pc:sldMk cId="2541136615" sldId="1508"/>
            <ac:picMk id="12" creationId="{4E472959-576F-9A4A-D087-84A5C94C7A66}"/>
          </ac:picMkLst>
        </pc:picChg>
        <pc:picChg chg="add mod">
          <ac:chgData name="DEWE, HAYLEY L." userId="5cada80b-0f7b-49a5-96b2-656b100ca6c6" providerId="ADAL" clId="{632DF7FE-9916-4FAF-8457-3521400FFCEA}" dt="2026-02-10T22:37:38.038" v="170577" actId="1076"/>
          <ac:picMkLst>
            <pc:docMk/>
            <pc:sldMk cId="2541136615" sldId="1508"/>
            <ac:picMk id="16" creationId="{497738A9-931D-A316-B831-43DBC9952571}"/>
          </ac:picMkLst>
        </pc:picChg>
      </pc:sldChg>
      <pc:sldChg chg="add del ord">
        <pc:chgData name="DEWE, HAYLEY L." userId="5cada80b-0f7b-49a5-96b2-656b100ca6c6" providerId="ADAL" clId="{632DF7FE-9916-4FAF-8457-3521400FFCEA}" dt="2026-02-10T22:51:20.028" v="171341" actId="47"/>
        <pc:sldMkLst>
          <pc:docMk/>
          <pc:sldMk cId="740997689" sldId="1509"/>
        </pc:sldMkLst>
      </pc:sldChg>
      <pc:sldChg chg="add del">
        <pc:chgData name="DEWE, HAYLEY L." userId="5cada80b-0f7b-49a5-96b2-656b100ca6c6" providerId="ADAL" clId="{632DF7FE-9916-4FAF-8457-3521400FFCEA}" dt="2026-02-10T22:45:28.054" v="171004" actId="2890"/>
        <pc:sldMkLst>
          <pc:docMk/>
          <pc:sldMk cId="1017419485" sldId="1509"/>
        </pc:sldMkLst>
      </pc:sldChg>
      <pc:sldChg chg="addSp delSp modSp add mod ord delAnim modAnim modNotesTx">
        <pc:chgData name="DEWE, HAYLEY L." userId="5cada80b-0f7b-49a5-96b2-656b100ca6c6" providerId="ADAL" clId="{632DF7FE-9916-4FAF-8457-3521400FFCEA}" dt="2026-02-11T00:27:07.646" v="174071" actId="113"/>
        <pc:sldMkLst>
          <pc:docMk/>
          <pc:sldMk cId="1105873773" sldId="1509"/>
        </pc:sldMkLst>
        <pc:spChg chg="mod">
          <ac:chgData name="DEWE, HAYLEY L." userId="5cada80b-0f7b-49a5-96b2-656b100ca6c6" providerId="ADAL" clId="{632DF7FE-9916-4FAF-8457-3521400FFCEA}" dt="2026-02-10T22:52:56.098" v="171405" actId="1076"/>
          <ac:spMkLst>
            <pc:docMk/>
            <pc:sldMk cId="1105873773" sldId="1509"/>
            <ac:spMk id="2" creationId="{080F8F2C-D509-5A4B-7C3C-AB966DFBF9AE}"/>
          </ac:spMkLst>
        </pc:spChg>
        <pc:spChg chg="mod">
          <ac:chgData name="DEWE, HAYLEY L." userId="5cada80b-0f7b-49a5-96b2-656b100ca6c6" providerId="ADAL" clId="{632DF7FE-9916-4FAF-8457-3521400FFCEA}" dt="2026-02-10T22:57:21.916" v="171685" actId="14100"/>
          <ac:spMkLst>
            <pc:docMk/>
            <pc:sldMk cId="1105873773" sldId="1509"/>
            <ac:spMk id="3" creationId="{63136095-6355-C10B-F3FC-3517F0FAB3AD}"/>
          </ac:spMkLst>
        </pc:spChg>
        <pc:spChg chg="mod">
          <ac:chgData name="DEWE, HAYLEY L." userId="5cada80b-0f7b-49a5-96b2-656b100ca6c6" providerId="ADAL" clId="{632DF7FE-9916-4FAF-8457-3521400FFCEA}" dt="2026-02-10T22:54:19.326" v="171440" actId="1076"/>
          <ac:spMkLst>
            <pc:docMk/>
            <pc:sldMk cId="1105873773" sldId="1509"/>
            <ac:spMk id="5" creationId="{E81F1310-A937-C1C1-10DA-0E485CF74439}"/>
          </ac:spMkLst>
        </pc:spChg>
        <pc:spChg chg="add mod ord">
          <ac:chgData name="DEWE, HAYLEY L." userId="5cada80b-0f7b-49a5-96b2-656b100ca6c6" providerId="ADAL" clId="{632DF7FE-9916-4FAF-8457-3521400FFCEA}" dt="2026-02-10T23:02:18.046" v="172107" actId="2085"/>
          <ac:spMkLst>
            <pc:docMk/>
            <pc:sldMk cId="1105873773" sldId="1509"/>
            <ac:spMk id="6" creationId="{8380F83F-083E-E30B-EC9E-5E3D023B3CD1}"/>
          </ac:spMkLst>
        </pc:spChg>
        <pc:spChg chg="add mod">
          <ac:chgData name="DEWE, HAYLEY L." userId="5cada80b-0f7b-49a5-96b2-656b100ca6c6" providerId="ADAL" clId="{632DF7FE-9916-4FAF-8457-3521400FFCEA}" dt="2026-02-11T00:01:56.077" v="173896"/>
          <ac:spMkLst>
            <pc:docMk/>
            <pc:sldMk cId="1105873773" sldId="1509"/>
            <ac:spMk id="8" creationId="{980C2F27-DF98-61FE-78E1-5BE1D499E7F6}"/>
          </ac:spMkLst>
        </pc:spChg>
        <pc:spChg chg="mod">
          <ac:chgData name="DEWE, HAYLEY L." userId="5cada80b-0f7b-49a5-96b2-656b100ca6c6" providerId="ADAL" clId="{632DF7FE-9916-4FAF-8457-3521400FFCEA}" dt="2026-02-11T00:02:00.635" v="173898" actId="1076"/>
          <ac:spMkLst>
            <pc:docMk/>
            <pc:sldMk cId="1105873773" sldId="1509"/>
            <ac:spMk id="9" creationId="{4631FF79-5F98-5AC8-89A3-36DBD30F51A5}"/>
          </ac:spMkLst>
        </pc:spChg>
        <pc:spChg chg="mod">
          <ac:chgData name="DEWE, HAYLEY L." userId="5cada80b-0f7b-49a5-96b2-656b100ca6c6" providerId="ADAL" clId="{632DF7FE-9916-4FAF-8457-3521400FFCEA}" dt="2026-02-10T22:53:10.539" v="171429" actId="14100"/>
          <ac:spMkLst>
            <pc:docMk/>
            <pc:sldMk cId="1105873773" sldId="1509"/>
            <ac:spMk id="10" creationId="{7AB37F58-EE01-80A4-FC59-FC3EE1067C2A}"/>
          </ac:spMkLst>
        </pc:spChg>
        <pc:spChg chg="del mod">
          <ac:chgData name="DEWE, HAYLEY L." userId="5cada80b-0f7b-49a5-96b2-656b100ca6c6" providerId="ADAL" clId="{632DF7FE-9916-4FAF-8457-3521400FFCEA}" dt="2026-02-10T22:54:10.674" v="171438" actId="478"/>
          <ac:spMkLst>
            <pc:docMk/>
            <pc:sldMk cId="1105873773" sldId="1509"/>
            <ac:spMk id="11" creationId="{7B330125-E001-9B16-C492-7CADEBDB9584}"/>
          </ac:spMkLst>
        </pc:spChg>
        <pc:spChg chg="add mod ord">
          <ac:chgData name="DEWE, HAYLEY L." userId="5cada80b-0f7b-49a5-96b2-656b100ca6c6" providerId="ADAL" clId="{632DF7FE-9916-4FAF-8457-3521400FFCEA}" dt="2026-02-10T22:54:03.229" v="171434" actId="1076"/>
          <ac:spMkLst>
            <pc:docMk/>
            <pc:sldMk cId="1105873773" sldId="1509"/>
            <ac:spMk id="12" creationId="{832D688E-764E-6C61-CEA1-A0DBEC306BA8}"/>
          </ac:spMkLst>
        </pc:spChg>
        <pc:spChg chg="del">
          <ac:chgData name="DEWE, HAYLEY L." userId="5cada80b-0f7b-49a5-96b2-656b100ca6c6" providerId="ADAL" clId="{632DF7FE-9916-4FAF-8457-3521400FFCEA}" dt="2026-02-10T22:54:05.403" v="171435" actId="478"/>
          <ac:spMkLst>
            <pc:docMk/>
            <pc:sldMk cId="1105873773" sldId="1509"/>
            <ac:spMk id="13" creationId="{0F732DDA-C2AC-D937-13B5-0F5412A25D11}"/>
          </ac:spMkLst>
        </pc:spChg>
        <pc:spChg chg="del">
          <ac:chgData name="DEWE, HAYLEY L." userId="5cada80b-0f7b-49a5-96b2-656b100ca6c6" providerId="ADAL" clId="{632DF7FE-9916-4FAF-8457-3521400FFCEA}" dt="2026-02-10T22:56:26.898" v="171673" actId="478"/>
          <ac:spMkLst>
            <pc:docMk/>
            <pc:sldMk cId="1105873773" sldId="1509"/>
            <ac:spMk id="17" creationId="{86B5849E-DED1-A8F4-5C3D-11728904AB93}"/>
          </ac:spMkLst>
        </pc:spChg>
        <pc:spChg chg="add mod">
          <ac:chgData name="DEWE, HAYLEY L." userId="5cada80b-0f7b-49a5-96b2-656b100ca6c6" providerId="ADAL" clId="{632DF7FE-9916-4FAF-8457-3521400FFCEA}" dt="2026-02-10T23:00:16.141" v="172083" actId="1582"/>
          <ac:spMkLst>
            <pc:docMk/>
            <pc:sldMk cId="1105873773" sldId="1509"/>
            <ac:spMk id="18" creationId="{40859494-4007-D2F9-752E-C589A93B6BBF}"/>
          </ac:spMkLst>
        </pc:spChg>
        <pc:spChg chg="mod">
          <ac:chgData name="DEWE, HAYLEY L." userId="5cada80b-0f7b-49a5-96b2-656b100ca6c6" providerId="ADAL" clId="{632DF7FE-9916-4FAF-8457-3521400FFCEA}" dt="2026-02-11T00:02:55.925" v="173909" actId="20577"/>
          <ac:spMkLst>
            <pc:docMk/>
            <pc:sldMk cId="1105873773" sldId="1509"/>
            <ac:spMk id="24" creationId="{B4001C57-36E2-0238-5F62-3BF3496B2C81}"/>
          </ac:spMkLst>
        </pc:spChg>
        <pc:picChg chg="add mod ord">
          <ac:chgData name="DEWE, HAYLEY L." userId="5cada80b-0f7b-49a5-96b2-656b100ca6c6" providerId="ADAL" clId="{632DF7FE-9916-4FAF-8457-3521400FFCEA}" dt="2026-02-10T22:54:16.457" v="171439" actId="1076"/>
          <ac:picMkLst>
            <pc:docMk/>
            <pc:sldMk cId="1105873773" sldId="1509"/>
            <ac:picMk id="4" creationId="{E7333A17-8F6F-ED7F-93D5-B1EF81661D05}"/>
          </ac:picMkLst>
        </pc:picChg>
        <pc:picChg chg="del">
          <ac:chgData name="DEWE, HAYLEY L." userId="5cada80b-0f7b-49a5-96b2-656b100ca6c6" providerId="ADAL" clId="{632DF7FE-9916-4FAF-8457-3521400FFCEA}" dt="2026-02-10T22:53:56.664" v="171430" actId="478"/>
          <ac:picMkLst>
            <pc:docMk/>
            <pc:sldMk cId="1105873773" sldId="1509"/>
            <ac:picMk id="8" creationId="{8793CE6F-BF9C-BA8C-7FB7-42835C0E719E}"/>
          </ac:picMkLst>
        </pc:picChg>
        <pc:picChg chg="add mod">
          <ac:chgData name="DEWE, HAYLEY L." userId="5cada80b-0f7b-49a5-96b2-656b100ca6c6" providerId="ADAL" clId="{632DF7FE-9916-4FAF-8457-3521400FFCEA}" dt="2026-02-10T23:00:19.952" v="172084" actId="1076"/>
          <ac:picMkLst>
            <pc:docMk/>
            <pc:sldMk cId="1105873773" sldId="1509"/>
            <ac:picMk id="15" creationId="{83127D43-B022-4385-8D8D-DE2045B5AD6F}"/>
          </ac:picMkLst>
        </pc:picChg>
        <pc:picChg chg="del">
          <ac:chgData name="DEWE, HAYLEY L." userId="5cada80b-0f7b-49a5-96b2-656b100ca6c6" providerId="ADAL" clId="{632DF7FE-9916-4FAF-8457-3521400FFCEA}" dt="2026-02-10T22:56:26.126" v="171672" actId="478"/>
          <ac:picMkLst>
            <pc:docMk/>
            <pc:sldMk cId="1105873773" sldId="1509"/>
            <ac:picMk id="16" creationId="{503A42D6-DE49-B928-5385-88E13D1389BC}"/>
          </ac:picMkLst>
        </pc:picChg>
      </pc:sldChg>
      <pc:sldChg chg="modSp add del mod">
        <pc:chgData name="DEWE, HAYLEY L." userId="5cada80b-0f7b-49a5-96b2-656b100ca6c6" providerId="ADAL" clId="{632DF7FE-9916-4FAF-8457-3521400FFCEA}" dt="2026-02-10T21:45:28.377" v="168788" actId="47"/>
        <pc:sldMkLst>
          <pc:docMk/>
          <pc:sldMk cId="2798896105" sldId="1509"/>
        </pc:sldMkLst>
        <pc:spChg chg="mod">
          <ac:chgData name="DEWE, HAYLEY L." userId="5cada80b-0f7b-49a5-96b2-656b100ca6c6" providerId="ADAL" clId="{632DF7FE-9916-4FAF-8457-3521400FFCEA}" dt="2026-02-10T21:45:08.215" v="168787" actId="20577"/>
          <ac:spMkLst>
            <pc:docMk/>
            <pc:sldMk cId="2798896105" sldId="1509"/>
            <ac:spMk id="5" creationId="{CE13AC87-38F4-3B38-B494-7CE50ACAA82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24543-6094-4172-A2C7-7DFF1C579B9D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21B416-F7FB-4E18-878D-8E410099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38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774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1A1A1-9ECD-4E0D-C60B-6F4E2E6D7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69C435-ABC6-6133-C325-CE254FDEB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EA0D2B-C7DA-55F4-8F34-62A9A48F6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84C2B-5EA1-2F0F-70DE-492CA2C78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4635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7113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4910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51267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62B80-937E-F278-9BC4-FC19C0F97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96675C-F415-1FB0-03A4-734EAF67B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22082B-3AAA-8CC4-0A4F-5ECD13279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51570-5B3C-5A34-A7C2-DBA827228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526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1FB530B7-CA49-455B-8AB9-6EB635F13FD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231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6AD84-25FA-781E-7A3F-44C4B01A3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DD2764-A95E-2D5C-8505-C66F8152C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3D6AF-81CA-17E8-E836-55AB4CA11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53C4F-7E3E-FEC1-84BA-68ECF23E48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33248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0A5CA-5719-75EF-D2A7-3689B5976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C39B40-23B0-E5B3-4C87-61439BEDB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A545FD-47A2-AEC2-FE1B-2D366CC93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1E9C2-87D7-6AF4-5F1E-F72338EE8F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95193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6E5F0-6F54-722B-8058-387BD3EA3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CA4BF84-4553-D9F3-2A36-1D4161BF7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8A46DD1-9400-3E2D-CC4C-B10936DD33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E64FC57-7F00-E117-F8B2-014C775F4F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B530B7-CA49-455B-8AB9-6EB635F13FD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6368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E30F2-830A-4F4F-E235-D2F086F23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4E4490-0EDF-562F-723D-6A5961E1A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B0D828-93B7-8C24-1920-E0EB7DCE4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AD813-86AA-0B3B-8790-B2F90003AC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3897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FD316-A0C2-8794-54C5-A923A3DE5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3296CC-7EE8-EF8C-DF7D-E45583F01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E91918-42E7-B04E-8D25-99087E3CE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C8071-9D89-FAD7-1AE7-B89ED6B91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90523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6B8DD-3681-1C97-FE77-A718BA9F6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D24134C-1FD2-4581-56D4-96A8C5802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02A23DC-660E-086B-A258-8F757BFB2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0530B41-DF6C-049D-452A-8F35402E19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B530B7-CA49-455B-8AB9-6EB635F13FD8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79065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A1A72-E4BE-A6A9-B64C-F6E7D5F09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49BBC3-2745-1E0C-2707-163E89713A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CC39E1-B9AC-24EF-0F2A-EA083DD2B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FE235-383E-7906-1C96-306689B62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4169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D4346-57C2-AA1D-12CE-8B5B1229C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376174-F499-0401-CD1C-AAD911111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1A75BB-BD76-3303-2736-A66E3F250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B6EE8-A90C-6E04-E105-C59AF71135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06483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7FBA7-B8BD-45EF-3FB6-9B5CAEEC6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3852264-D1CB-7935-4C80-C933991FB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206880B-DDF4-91E8-C2E3-DB5A06E57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CE35C08-68B2-9B79-D015-E0C6834B12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B530B7-CA49-455B-8AB9-6EB635F13FD8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92821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E6863-B3F7-CCAA-3150-807AB8F1D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E03D9-6B4E-410F-189F-B6A6722B39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ADD925-F085-D8CC-1149-88C8BF3A6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92111-79C5-8DC6-5828-1268DBC85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3362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279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197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351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03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0535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540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1502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7043733F-D14F-42BC-9C5A-8BC178B1A6BF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21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067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0395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676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043733F-D14F-42BC-9C5A-8BC178B1A6BF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76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7000">
              <a:schemeClr val="bg2">
                <a:lumMod val="75000"/>
              </a:schemeClr>
            </a:gs>
            <a:gs pos="0">
              <a:schemeClr val="bg2">
                <a:lumMod val="50000"/>
              </a:schemeClr>
            </a:gs>
            <a:gs pos="74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011C802-73B3-2DD2-A025-149276778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2101" y="569369"/>
            <a:ext cx="7099797" cy="4325175"/>
          </a:xfrm>
        </p:spPr>
        <p:txBody>
          <a:bodyPr>
            <a:normAutofit/>
          </a:bodyPr>
          <a:lstStyle/>
          <a:p>
            <a:pPr algn="ctr"/>
            <a:endParaRPr lang="en-US" sz="4400" b="1" dirty="0">
              <a:solidFill>
                <a:schemeClr val="tx2"/>
              </a:solidFill>
            </a:endParaRPr>
          </a:p>
          <a:p>
            <a:pPr algn="ctr"/>
            <a:r>
              <a:rPr lang="en-US" sz="4400" b="1" dirty="0">
                <a:solidFill>
                  <a:schemeClr val="tx1"/>
                </a:solidFill>
              </a:rPr>
              <a:t>IPR Term 2 Week 5</a:t>
            </a:r>
          </a:p>
          <a:p>
            <a:pPr algn="ctr"/>
            <a:r>
              <a:rPr lang="en-US" sz="40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4000" b="1" dirty="0">
                <a:solidFill>
                  <a:schemeClr val="tx1"/>
                </a:solidFill>
              </a:rPr>
              <a:t>T-Tests (part 2)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CEFCF7-B991-F689-C975-DEEA3454D308}"/>
              </a:ext>
            </a:extLst>
          </p:cNvPr>
          <p:cNvSpPr txBox="1">
            <a:spLocks/>
          </p:cNvSpPr>
          <p:nvPr/>
        </p:nvSpPr>
        <p:spPr>
          <a:xfrm>
            <a:off x="671370" y="5427211"/>
            <a:ext cx="6620968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GB" dirty="0">
                <a:solidFill>
                  <a:schemeClr val="tx1"/>
                </a:solidFill>
              </a:rPr>
              <a:t>Dr Hayley Dewe </a:t>
            </a:r>
          </a:p>
          <a:p>
            <a:r>
              <a:rPr lang="en-GB" dirty="0">
                <a:solidFill>
                  <a:schemeClr val="tx1"/>
                </a:solidFill>
              </a:rPr>
              <a:t>(Assistant Professor)</a:t>
            </a:r>
          </a:p>
        </p:txBody>
      </p:sp>
    </p:spTree>
    <p:extLst>
      <p:ext uri="{BB962C8B-B14F-4D97-AF65-F5344CB8AC3E}">
        <p14:creationId xmlns:p14="http://schemas.microsoft.com/office/powerpoint/2010/main" val="621895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0A1AEBD-01BB-F9F4-BC94-58DFEB53A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54245C3-45E4-59AA-074B-3FE100DDBD4A}"/>
              </a:ext>
            </a:extLst>
          </p:cNvPr>
          <p:cNvSpPr txBox="1">
            <a:spLocks/>
          </p:cNvSpPr>
          <p:nvPr/>
        </p:nvSpPr>
        <p:spPr>
          <a:xfrm>
            <a:off x="1980046" y="0"/>
            <a:ext cx="5806526" cy="9183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Announcements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A7DA80F-64D5-246B-6BB0-B05A9698EA09}"/>
              </a:ext>
            </a:extLst>
          </p:cNvPr>
          <p:cNvSpPr txBox="1">
            <a:spLocks/>
          </p:cNvSpPr>
          <p:nvPr/>
        </p:nvSpPr>
        <p:spPr>
          <a:xfrm>
            <a:off x="106680" y="694957"/>
            <a:ext cx="9144000" cy="5995403"/>
          </a:xfrm>
          <a:prstGeom prst="roundRect">
            <a:avLst>
              <a:gd name="adj" fmla="val 1858"/>
            </a:avLst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l">
              <a:buClrTx/>
            </a:pPr>
            <a:r>
              <a:rPr lang="en-GB" sz="2400" b="1" dirty="0">
                <a:latin typeface="+mn-lt"/>
              </a:rPr>
              <a:t>Catch up on last week, Intro to t-tests</a:t>
            </a:r>
            <a:endParaRPr lang="en-GB" sz="2400" dirty="0">
              <a:latin typeface="+mn-lt"/>
            </a:endParaRP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000" dirty="0">
                <a:latin typeface="+mn-lt"/>
              </a:rPr>
              <a:t>Before moving on to running each type of t-test, you need to understand what they are and what they represent.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000" dirty="0">
                <a:latin typeface="+mn-lt"/>
              </a:rPr>
              <a:t>Catch up on the lecture and online content (worksheet activities) from last week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endParaRPr lang="en-GB" sz="2000" dirty="0">
              <a:latin typeface="+mn-lt"/>
            </a:endParaRPr>
          </a:p>
          <a:p>
            <a:pPr algn="l">
              <a:buClrTx/>
            </a:pPr>
            <a:r>
              <a:rPr lang="en-GB" sz="2400" b="1" dirty="0">
                <a:latin typeface="+mn-lt"/>
              </a:rPr>
              <a:t>Summative lab report</a:t>
            </a:r>
            <a:endParaRPr lang="en-GB" sz="2400" dirty="0">
              <a:latin typeface="+mn-lt"/>
            </a:endParaRP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000" b="1" dirty="0">
                <a:solidFill>
                  <a:srgbClr val="FF0000"/>
                </a:solidFill>
                <a:latin typeface="+mn-lt"/>
              </a:rPr>
              <a:t>Due 16</a:t>
            </a:r>
            <a:r>
              <a:rPr lang="en-GB" sz="2000" b="1" baseline="30000" dirty="0">
                <a:solidFill>
                  <a:srgbClr val="FF0000"/>
                </a:solidFill>
                <a:latin typeface="+mn-lt"/>
              </a:rPr>
              <a:t>th</a:t>
            </a:r>
            <a:r>
              <a:rPr lang="en-GB" sz="2000" b="1" dirty="0">
                <a:solidFill>
                  <a:srgbClr val="FF0000"/>
                </a:solidFill>
                <a:latin typeface="+mn-lt"/>
              </a:rPr>
              <a:t> March 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000" dirty="0">
                <a:latin typeface="+mn-lt"/>
              </a:rPr>
              <a:t>You should’ve all collected data by now – if you haven’t, please speak to me or your tutors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000" dirty="0">
                <a:latin typeface="+mn-lt"/>
              </a:rPr>
              <a:t>Guidance will be released soon – including what to do, how it will be marked and a template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371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FED8D49-6DBF-16AE-CC2E-8FC33433D719}"/>
              </a:ext>
            </a:extLst>
          </p:cNvPr>
          <p:cNvSpPr txBox="1">
            <a:spLocks/>
          </p:cNvSpPr>
          <p:nvPr/>
        </p:nvSpPr>
        <p:spPr>
          <a:xfrm>
            <a:off x="1780173" y="195007"/>
            <a:ext cx="5806526" cy="8276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4000" dirty="0">
                <a:solidFill>
                  <a:srgbClr val="0070C0"/>
                </a:solidFill>
                <a:latin typeface="Gill Sans MT" panose="020B0502020104020203" pitchFamily="34" charset="0"/>
              </a:rPr>
              <a:t>Learning Outcomes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0A6FCE1-807F-78AF-7A22-954415E2EDD2}"/>
              </a:ext>
            </a:extLst>
          </p:cNvPr>
          <p:cNvSpPr txBox="1">
            <a:spLocks/>
          </p:cNvSpPr>
          <p:nvPr/>
        </p:nvSpPr>
        <p:spPr>
          <a:xfrm>
            <a:off x="622853" y="1143288"/>
            <a:ext cx="8226374" cy="5284406"/>
          </a:xfrm>
          <a:prstGeom prst="roundRect">
            <a:avLst>
              <a:gd name="adj" fmla="val 1858"/>
            </a:avLst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l">
              <a:buClrTx/>
            </a:pPr>
            <a:r>
              <a:rPr lang="en-GB" sz="2400" i="1" dirty="0">
                <a:latin typeface="+mn-lt"/>
              </a:rPr>
              <a:t>After the next three weeks and independent study you should be able to: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Understand the purpose of parametric t-tests (One samples, between-subjects and within-subjects) and when / why to use them.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Understand their non-parametric equivalent tests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Understand how the data are calculated and analysed.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Run all tests competently in JASP – and understand and interpret the output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Write up and interpret the results following APA standards.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b="1" dirty="0">
                <a:solidFill>
                  <a:srgbClr val="FF0000"/>
                </a:solidFill>
                <a:latin typeface="+mn-lt"/>
              </a:rPr>
              <a:t>Online content: Run all tests using JASP software using the ‘How to’ videos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365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8676F2-4335-7184-8F2C-C2727F9C7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331" y="796898"/>
            <a:ext cx="7812148" cy="4575202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300" dirty="0">
                <a:solidFill>
                  <a:schemeClr val="tx1"/>
                </a:solidFill>
              </a:rPr>
              <a:t>Lesson Outline</a:t>
            </a:r>
          </a:p>
          <a:p>
            <a:pPr marL="0" indent="0">
              <a:buNone/>
            </a:pPr>
            <a:endParaRPr lang="en-GB" b="1" dirty="0">
              <a:solidFill>
                <a:srgbClr val="1477B4"/>
              </a:solidFill>
            </a:endParaRP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Quick recap on t-tests – family tree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One-samples t-test (or Wilcoxon signed ranks test)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Paired-samples t-test (or Wilcoxon signed ranks test)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Independent samples t-test (or Mann-Whitney U test) 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b="1" dirty="0">
                <a:solidFill>
                  <a:srgbClr val="FF0000"/>
                </a:solidFill>
              </a:rPr>
              <a:t>Online content: </a:t>
            </a:r>
            <a:r>
              <a:rPr lang="en-GB" sz="2400" dirty="0">
                <a:solidFill>
                  <a:schemeClr val="tx1"/>
                </a:solidFill>
              </a:rPr>
              <a:t>run through tests yourself in your own time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1076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011C802-73B3-2DD2-A025-149276778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54532" y="1157225"/>
            <a:ext cx="3589468" cy="5152416"/>
          </a:xfrm>
          <a:noFill/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pPr marL="514350" indent="-514350">
              <a:buAutoNum type="arabicPeriod"/>
            </a:pPr>
            <a:r>
              <a:rPr lang="en-US" sz="3200" b="1" dirty="0">
                <a:solidFill>
                  <a:schemeClr val="tx1"/>
                </a:solidFill>
              </a:rPr>
              <a:t>recap t-tests</a:t>
            </a:r>
          </a:p>
          <a:p>
            <a:pPr marL="514350" indent="-514350">
              <a:buAutoNum type="arabicPeriod"/>
            </a:pP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EE932BE7-5F26-31EA-4CAD-BC83AE34F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770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E8EF997-E6F6-5D52-CAFF-0045BB764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4D0ED3-855F-1DAB-78EF-436A633D7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56" y="316154"/>
            <a:ext cx="7812148" cy="911397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b="1" dirty="0">
                <a:solidFill>
                  <a:srgbClr val="FF0000"/>
                </a:solidFill>
                <a:latin typeface="+mj-lt"/>
              </a:rPr>
              <a:t>RECAP</a:t>
            </a:r>
            <a:r>
              <a:rPr lang="en-GB" sz="4000" dirty="0">
                <a:solidFill>
                  <a:schemeClr val="tx1"/>
                </a:solidFill>
                <a:latin typeface="+mj-lt"/>
              </a:rPr>
              <a:t>: What are t-tests?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30B295-10E5-CA34-76DD-A5D6FCD543DA}"/>
              </a:ext>
            </a:extLst>
          </p:cNvPr>
          <p:cNvSpPr txBox="1"/>
          <p:nvPr/>
        </p:nvSpPr>
        <p:spPr>
          <a:xfrm>
            <a:off x="250965" y="1102578"/>
            <a:ext cx="8893035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An inferential statistics test to determine the relationship between an </a:t>
            </a:r>
            <a:r>
              <a:rPr lang="en-GB" sz="2200" b="1" dirty="0"/>
              <a:t>independent</a:t>
            </a:r>
            <a:r>
              <a:rPr lang="en-GB" sz="2200" dirty="0"/>
              <a:t> variable (categorical data) and a </a:t>
            </a:r>
            <a:r>
              <a:rPr lang="en-GB" sz="2200" b="1" dirty="0"/>
              <a:t>dependent</a:t>
            </a:r>
            <a:r>
              <a:rPr lang="en-GB" sz="2200" dirty="0"/>
              <a:t> variable (interval, ratio data). </a:t>
            </a:r>
          </a:p>
          <a:p>
            <a:endParaRPr lang="en-GB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b="1" u="sng" dirty="0"/>
              <a:t>Assumptions</a:t>
            </a:r>
            <a:r>
              <a:rPr lang="en-GB" sz="2200" dirty="0"/>
              <a:t>: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 b="1" dirty="0"/>
              <a:t>Independent observations </a:t>
            </a:r>
            <a:r>
              <a:rPr lang="en-GB" sz="2200" dirty="0"/>
              <a:t>(study design – participants can’t influence each other)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 b="1" dirty="0"/>
              <a:t>Normality</a:t>
            </a:r>
            <a:r>
              <a:rPr lang="en-GB" sz="2200" dirty="0"/>
              <a:t> (normally distributed)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 b="1" dirty="0"/>
              <a:t>Homogeneity</a:t>
            </a:r>
            <a:r>
              <a:rPr lang="en-GB" sz="2200" dirty="0"/>
              <a:t> of variance (similar spread/variability between </a:t>
            </a:r>
            <a:r>
              <a:rPr lang="en-GB" sz="2200" u="sng" dirty="0"/>
              <a:t>groups</a:t>
            </a:r>
            <a:r>
              <a:rPr lang="en-GB" sz="220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 b="1" dirty="0"/>
              <a:t>Type</a:t>
            </a:r>
            <a:r>
              <a:rPr lang="en-GB" sz="2200" dirty="0"/>
              <a:t> of data: interval, ratio (maybe ordinal if meaningful)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 b="1" dirty="0"/>
              <a:t>Outliers</a:t>
            </a:r>
            <a:r>
              <a:rPr lang="en-GB" sz="2200" dirty="0"/>
              <a:t> – none or minimal</a:t>
            </a:r>
            <a:endParaRPr lang="en-GB" sz="2200" b="1" dirty="0"/>
          </a:p>
          <a:p>
            <a:endParaRPr lang="en-GB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If all/most assumptions met: Parametric tests (3 x types)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If not, use their Non-Parametric equivalents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8F8C37-195A-CC2A-CB67-2E14D36628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13182" y="2123951"/>
            <a:ext cx="3278118" cy="92039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52799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Connecteur droit 36"/>
          <p:cNvCxnSpPr>
            <a:cxnSpLocks/>
          </p:cNvCxnSpPr>
          <p:nvPr/>
        </p:nvCxnSpPr>
        <p:spPr>
          <a:xfrm flipH="1">
            <a:off x="2751876" y="658716"/>
            <a:ext cx="6840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necteur droit avec flèche 37"/>
          <p:cNvCxnSpPr>
            <a:cxnSpLocks/>
          </p:cNvCxnSpPr>
          <p:nvPr/>
        </p:nvCxnSpPr>
        <p:spPr>
          <a:xfrm>
            <a:off x="2751876" y="661126"/>
            <a:ext cx="0" cy="3418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necteur droit avec flèche 42"/>
          <p:cNvCxnSpPr>
            <a:cxnSpLocks/>
          </p:cNvCxnSpPr>
          <p:nvPr/>
        </p:nvCxnSpPr>
        <p:spPr>
          <a:xfrm>
            <a:off x="2765828" y="1302083"/>
            <a:ext cx="0" cy="18000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26"/>
          <p:cNvCxnSpPr>
            <a:cxnSpLocks/>
          </p:cNvCxnSpPr>
          <p:nvPr/>
        </p:nvCxnSpPr>
        <p:spPr>
          <a:xfrm flipH="1">
            <a:off x="6199195" y="659695"/>
            <a:ext cx="14760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eur droit avec flèche 27"/>
          <p:cNvCxnSpPr>
            <a:cxnSpLocks/>
          </p:cNvCxnSpPr>
          <p:nvPr/>
        </p:nvCxnSpPr>
        <p:spPr>
          <a:xfrm>
            <a:off x="7682012" y="668302"/>
            <a:ext cx="0" cy="3346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à coins arrondis 30"/>
          <p:cNvSpPr/>
          <p:nvPr/>
        </p:nvSpPr>
        <p:spPr>
          <a:xfrm>
            <a:off x="17272" y="4128797"/>
            <a:ext cx="1247855" cy="1044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Paired t-test</a:t>
            </a:r>
          </a:p>
        </p:txBody>
      </p:sp>
      <p:sp>
        <p:nvSpPr>
          <p:cNvPr id="32" name="Rectangle à coins arrondis 31"/>
          <p:cNvSpPr/>
          <p:nvPr/>
        </p:nvSpPr>
        <p:spPr>
          <a:xfrm>
            <a:off x="1540368" y="4128797"/>
            <a:ext cx="1247856" cy="1044000"/>
          </a:xfrm>
          <a:prstGeom prst="roundRect">
            <a:avLst/>
          </a:prstGeom>
          <a:ln>
            <a:solidFill>
              <a:srgbClr val="D2995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Wilcoxon signed rank test</a:t>
            </a:r>
          </a:p>
        </p:txBody>
      </p:sp>
      <p:sp>
        <p:nvSpPr>
          <p:cNvPr id="39" name="ZoneTexte 38"/>
          <p:cNvSpPr txBox="1"/>
          <p:nvPr/>
        </p:nvSpPr>
        <p:spPr>
          <a:xfrm>
            <a:off x="2281609" y="1009350"/>
            <a:ext cx="940535" cy="340519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Two</a:t>
            </a:r>
          </a:p>
        </p:txBody>
      </p:sp>
      <p:sp>
        <p:nvSpPr>
          <p:cNvPr id="35" name="Losange 34"/>
          <p:cNvSpPr/>
          <p:nvPr/>
        </p:nvSpPr>
        <p:spPr>
          <a:xfrm>
            <a:off x="3435876" y="343440"/>
            <a:ext cx="3336809" cy="582823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How many groups or conditions in your IV?</a:t>
            </a:r>
          </a:p>
        </p:txBody>
      </p:sp>
      <p:cxnSp>
        <p:nvCxnSpPr>
          <p:cNvPr id="70" name="Connecteur droit avec flèche 42">
            <a:extLst>
              <a:ext uri="{FF2B5EF4-FFF2-40B4-BE49-F238E27FC236}">
                <a16:creationId xmlns:a16="http://schemas.microsoft.com/office/drawing/2014/main" id="{62814338-B119-9C38-B145-18C50A8F763D}"/>
              </a:ext>
            </a:extLst>
          </p:cNvPr>
          <p:cNvCxnSpPr>
            <a:cxnSpLocks/>
          </p:cNvCxnSpPr>
          <p:nvPr/>
        </p:nvCxnSpPr>
        <p:spPr>
          <a:xfrm>
            <a:off x="7702651" y="1302998"/>
            <a:ext cx="0" cy="144000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Rectangle à coins arrondis 21">
            <a:extLst>
              <a:ext uri="{FF2B5EF4-FFF2-40B4-BE49-F238E27FC236}">
                <a16:creationId xmlns:a16="http://schemas.microsoft.com/office/drawing/2014/main" id="{977C6A84-9489-B610-3786-DE88693758F3}"/>
              </a:ext>
            </a:extLst>
          </p:cNvPr>
          <p:cNvSpPr/>
          <p:nvPr/>
        </p:nvSpPr>
        <p:spPr>
          <a:xfrm>
            <a:off x="3460350" y="2081953"/>
            <a:ext cx="1956681" cy="444466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Different</a:t>
            </a:r>
            <a:r>
              <a:rPr lang="en-GB" sz="1400" dirty="0">
                <a:solidFill>
                  <a:schemeClr val="tx1"/>
                </a:solidFill>
              </a:rPr>
              <a:t> participants in each condition</a:t>
            </a:r>
          </a:p>
        </p:txBody>
      </p:sp>
      <p:sp>
        <p:nvSpPr>
          <p:cNvPr id="72" name="Rectangle à coins arrondis 44">
            <a:extLst>
              <a:ext uri="{FF2B5EF4-FFF2-40B4-BE49-F238E27FC236}">
                <a16:creationId xmlns:a16="http://schemas.microsoft.com/office/drawing/2014/main" id="{56D27FEE-2E6D-9850-C1ED-750698F739B6}"/>
              </a:ext>
            </a:extLst>
          </p:cNvPr>
          <p:cNvSpPr/>
          <p:nvPr/>
        </p:nvSpPr>
        <p:spPr>
          <a:xfrm>
            <a:off x="241756" y="2077586"/>
            <a:ext cx="1956681" cy="446922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Same</a:t>
            </a:r>
            <a:r>
              <a:rPr lang="en-GB" sz="1400" dirty="0">
                <a:solidFill>
                  <a:schemeClr val="tx1"/>
                </a:solidFill>
              </a:rPr>
              <a:t> participants in each condition</a:t>
            </a:r>
          </a:p>
        </p:txBody>
      </p:sp>
      <p:cxnSp>
        <p:nvCxnSpPr>
          <p:cNvPr id="99" name="Connecteur droit 26">
            <a:extLst>
              <a:ext uri="{FF2B5EF4-FFF2-40B4-BE49-F238E27FC236}">
                <a16:creationId xmlns:a16="http://schemas.microsoft.com/office/drawing/2014/main" id="{4CE32244-E71B-71F7-BB89-3FCDD5928592}"/>
              </a:ext>
            </a:extLst>
          </p:cNvPr>
          <p:cNvCxnSpPr>
            <a:cxnSpLocks/>
          </p:cNvCxnSpPr>
          <p:nvPr/>
        </p:nvCxnSpPr>
        <p:spPr>
          <a:xfrm flipH="1">
            <a:off x="3999562" y="1626101"/>
            <a:ext cx="4680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Connecteur droit avec flèche 27">
            <a:extLst>
              <a:ext uri="{FF2B5EF4-FFF2-40B4-BE49-F238E27FC236}">
                <a16:creationId xmlns:a16="http://schemas.microsoft.com/office/drawing/2014/main" id="{BF36D7F6-3D75-45BB-5F1C-4912B6AEE935}"/>
              </a:ext>
            </a:extLst>
          </p:cNvPr>
          <p:cNvCxnSpPr>
            <a:cxnSpLocks/>
          </p:cNvCxnSpPr>
          <p:nvPr/>
        </p:nvCxnSpPr>
        <p:spPr>
          <a:xfrm>
            <a:off x="4467562" y="1636239"/>
            <a:ext cx="0" cy="432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Connecteur droit 26">
            <a:extLst>
              <a:ext uri="{FF2B5EF4-FFF2-40B4-BE49-F238E27FC236}">
                <a16:creationId xmlns:a16="http://schemas.microsoft.com/office/drawing/2014/main" id="{63C36A54-22BA-C08D-61FD-A8CB8605E279}"/>
              </a:ext>
            </a:extLst>
          </p:cNvPr>
          <p:cNvCxnSpPr>
            <a:cxnSpLocks/>
          </p:cNvCxnSpPr>
          <p:nvPr/>
        </p:nvCxnSpPr>
        <p:spPr>
          <a:xfrm flipH="1">
            <a:off x="1170947" y="1621522"/>
            <a:ext cx="4680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Connecteur droit avec flèche 27">
            <a:extLst>
              <a:ext uri="{FF2B5EF4-FFF2-40B4-BE49-F238E27FC236}">
                <a16:creationId xmlns:a16="http://schemas.microsoft.com/office/drawing/2014/main" id="{43E8022A-F9A2-860A-C6F3-E840934E2ADB}"/>
              </a:ext>
            </a:extLst>
          </p:cNvPr>
          <p:cNvCxnSpPr>
            <a:cxnSpLocks/>
          </p:cNvCxnSpPr>
          <p:nvPr/>
        </p:nvCxnSpPr>
        <p:spPr>
          <a:xfrm>
            <a:off x="1170947" y="1629390"/>
            <a:ext cx="0" cy="432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Connecteur droit 26">
            <a:extLst>
              <a:ext uri="{FF2B5EF4-FFF2-40B4-BE49-F238E27FC236}">
                <a16:creationId xmlns:a16="http://schemas.microsoft.com/office/drawing/2014/main" id="{13D6E9E5-BEF4-D9AF-C70A-525B077C6DE1}"/>
              </a:ext>
            </a:extLst>
          </p:cNvPr>
          <p:cNvCxnSpPr>
            <a:cxnSpLocks/>
          </p:cNvCxnSpPr>
          <p:nvPr/>
        </p:nvCxnSpPr>
        <p:spPr>
          <a:xfrm flipH="1">
            <a:off x="1170947" y="3045108"/>
            <a:ext cx="256785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26">
            <a:extLst>
              <a:ext uri="{FF2B5EF4-FFF2-40B4-BE49-F238E27FC236}">
                <a16:creationId xmlns:a16="http://schemas.microsoft.com/office/drawing/2014/main" id="{FFEABBCB-74DE-8053-7356-25819D2BF054}"/>
              </a:ext>
            </a:extLst>
          </p:cNvPr>
          <p:cNvCxnSpPr>
            <a:cxnSpLocks/>
          </p:cNvCxnSpPr>
          <p:nvPr/>
        </p:nvCxnSpPr>
        <p:spPr>
          <a:xfrm flipH="1">
            <a:off x="1984296" y="3024018"/>
            <a:ext cx="196929" cy="0"/>
          </a:xfrm>
          <a:prstGeom prst="line">
            <a:avLst/>
          </a:prstGeom>
          <a:ln w="38100">
            <a:solidFill>
              <a:srgbClr val="D2995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cxnSp>
        <p:nvCxnSpPr>
          <p:cNvPr id="138" name="Connecteur droit avec flèche 27">
            <a:extLst>
              <a:ext uri="{FF2B5EF4-FFF2-40B4-BE49-F238E27FC236}">
                <a16:creationId xmlns:a16="http://schemas.microsoft.com/office/drawing/2014/main" id="{366E6011-0EB6-20AF-C7D4-E94731C1E4F6}"/>
              </a:ext>
            </a:extLst>
          </p:cNvPr>
          <p:cNvCxnSpPr>
            <a:cxnSpLocks/>
          </p:cNvCxnSpPr>
          <p:nvPr/>
        </p:nvCxnSpPr>
        <p:spPr>
          <a:xfrm>
            <a:off x="2164296" y="3018430"/>
            <a:ext cx="0" cy="1049588"/>
          </a:xfrm>
          <a:prstGeom prst="straightConnector1">
            <a:avLst/>
          </a:prstGeom>
          <a:ln w="38100">
            <a:solidFill>
              <a:srgbClr val="D29956"/>
            </a:solidFill>
            <a:tailEnd type="triangle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cxnSp>
        <p:nvCxnSpPr>
          <p:cNvPr id="139" name="Connecteur droit 26">
            <a:extLst>
              <a:ext uri="{FF2B5EF4-FFF2-40B4-BE49-F238E27FC236}">
                <a16:creationId xmlns:a16="http://schemas.microsoft.com/office/drawing/2014/main" id="{7EF9DC0D-FCA4-5349-B9CB-0F65D62BC084}"/>
              </a:ext>
            </a:extLst>
          </p:cNvPr>
          <p:cNvCxnSpPr>
            <a:cxnSpLocks/>
          </p:cNvCxnSpPr>
          <p:nvPr/>
        </p:nvCxnSpPr>
        <p:spPr>
          <a:xfrm flipH="1">
            <a:off x="266700" y="3035204"/>
            <a:ext cx="209405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40" name="Connecteur droit avec flèche 27">
            <a:extLst>
              <a:ext uri="{FF2B5EF4-FFF2-40B4-BE49-F238E27FC236}">
                <a16:creationId xmlns:a16="http://schemas.microsoft.com/office/drawing/2014/main" id="{418290B1-BEC9-CC31-37F4-1ECEED17E911}"/>
              </a:ext>
            </a:extLst>
          </p:cNvPr>
          <p:cNvCxnSpPr>
            <a:cxnSpLocks/>
          </p:cNvCxnSpPr>
          <p:nvPr/>
        </p:nvCxnSpPr>
        <p:spPr>
          <a:xfrm>
            <a:off x="286048" y="3045106"/>
            <a:ext cx="0" cy="104400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8C5D05D2-7DAB-7D27-8B12-E61CCE7C1263}"/>
              </a:ext>
            </a:extLst>
          </p:cNvPr>
          <p:cNvSpPr txBox="1"/>
          <p:nvPr/>
        </p:nvSpPr>
        <p:spPr>
          <a:xfrm>
            <a:off x="37076" y="3431346"/>
            <a:ext cx="476412" cy="307777"/>
          </a:xfrm>
          <a:prstGeom prst="rect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Yes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7D465941-2415-2AE7-20C5-DDB9F5B82BA7}"/>
              </a:ext>
            </a:extLst>
          </p:cNvPr>
          <p:cNvSpPr txBox="1"/>
          <p:nvPr/>
        </p:nvSpPr>
        <p:spPr>
          <a:xfrm>
            <a:off x="1968278" y="3388351"/>
            <a:ext cx="394660" cy="307777"/>
          </a:xfrm>
          <a:prstGeom prst="rect">
            <a:avLst/>
          </a:prstGeom>
          <a:ln w="38100">
            <a:solidFill>
              <a:srgbClr val="D2995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No</a:t>
            </a:r>
          </a:p>
        </p:txBody>
      </p:sp>
      <p:sp>
        <p:nvSpPr>
          <p:cNvPr id="143" name="ZoneTexte 25">
            <a:extLst>
              <a:ext uri="{FF2B5EF4-FFF2-40B4-BE49-F238E27FC236}">
                <a16:creationId xmlns:a16="http://schemas.microsoft.com/office/drawing/2014/main" id="{30C21066-FFED-67B1-ACBF-E925EB56C510}"/>
              </a:ext>
            </a:extLst>
          </p:cNvPr>
          <p:cNvSpPr txBox="1"/>
          <p:nvPr/>
        </p:nvSpPr>
        <p:spPr>
          <a:xfrm>
            <a:off x="476105" y="2805502"/>
            <a:ext cx="1567899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Parametric assumptions met?</a:t>
            </a:r>
          </a:p>
        </p:txBody>
      </p:sp>
      <p:cxnSp>
        <p:nvCxnSpPr>
          <p:cNvPr id="144" name="Connecteur droit avec flèche 42">
            <a:extLst>
              <a:ext uri="{FF2B5EF4-FFF2-40B4-BE49-F238E27FC236}">
                <a16:creationId xmlns:a16="http://schemas.microsoft.com/office/drawing/2014/main" id="{0D719DDB-6520-0F87-3867-4D9A4F8BF152}"/>
              </a:ext>
            </a:extLst>
          </p:cNvPr>
          <p:cNvCxnSpPr>
            <a:cxnSpLocks/>
          </p:cNvCxnSpPr>
          <p:nvPr/>
        </p:nvCxnSpPr>
        <p:spPr>
          <a:xfrm>
            <a:off x="1181114" y="2526082"/>
            <a:ext cx="0" cy="25200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5" name="Title 1">
            <a:extLst>
              <a:ext uri="{FF2B5EF4-FFF2-40B4-BE49-F238E27FC236}">
                <a16:creationId xmlns:a16="http://schemas.microsoft.com/office/drawing/2014/main" id="{F76C19F4-0C18-7FBF-F22E-9552D03B1A50}"/>
              </a:ext>
            </a:extLst>
          </p:cNvPr>
          <p:cNvSpPr txBox="1">
            <a:spLocks/>
          </p:cNvSpPr>
          <p:nvPr/>
        </p:nvSpPr>
        <p:spPr>
          <a:xfrm>
            <a:off x="37076" y="-35672"/>
            <a:ext cx="2493659" cy="758224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2400" b="1" dirty="0">
                <a:solidFill>
                  <a:srgbClr val="0070C0"/>
                </a:solidFill>
              </a:rPr>
              <a:t>T-test family tree</a:t>
            </a:r>
          </a:p>
        </p:txBody>
      </p:sp>
      <p:sp>
        <p:nvSpPr>
          <p:cNvPr id="146" name="Rectangle à coins arrondis 30">
            <a:extLst>
              <a:ext uri="{FF2B5EF4-FFF2-40B4-BE49-F238E27FC236}">
                <a16:creationId xmlns:a16="http://schemas.microsoft.com/office/drawing/2014/main" id="{4D25642C-5197-B98B-1637-2B60E1DF5251}"/>
              </a:ext>
            </a:extLst>
          </p:cNvPr>
          <p:cNvSpPr/>
          <p:nvPr/>
        </p:nvSpPr>
        <p:spPr>
          <a:xfrm>
            <a:off x="3034915" y="4128797"/>
            <a:ext cx="1247855" cy="1044000"/>
          </a:xfrm>
          <a:prstGeom prst="roundRect">
            <a:avLst/>
          </a:prstGeom>
          <a:solidFill>
            <a:srgbClr val="FFC000"/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Independent t-test</a:t>
            </a:r>
          </a:p>
        </p:txBody>
      </p:sp>
      <p:sp>
        <p:nvSpPr>
          <p:cNvPr id="147" name="Rectangle à coins arrondis 31">
            <a:extLst>
              <a:ext uri="{FF2B5EF4-FFF2-40B4-BE49-F238E27FC236}">
                <a16:creationId xmlns:a16="http://schemas.microsoft.com/office/drawing/2014/main" id="{04744BFD-5C35-9B96-9EE4-5FF1A2A2EF18}"/>
              </a:ext>
            </a:extLst>
          </p:cNvPr>
          <p:cNvSpPr/>
          <p:nvPr/>
        </p:nvSpPr>
        <p:spPr>
          <a:xfrm>
            <a:off x="4689354" y="4118147"/>
            <a:ext cx="1247856" cy="1044000"/>
          </a:xfrm>
          <a:prstGeom prst="roundRect">
            <a:avLst/>
          </a:prstGeom>
          <a:ln>
            <a:solidFill>
              <a:srgbClr val="D2995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Mann-Whitney U test</a:t>
            </a:r>
          </a:p>
        </p:txBody>
      </p:sp>
      <p:cxnSp>
        <p:nvCxnSpPr>
          <p:cNvPr id="148" name="Connecteur droit 26">
            <a:extLst>
              <a:ext uri="{FF2B5EF4-FFF2-40B4-BE49-F238E27FC236}">
                <a16:creationId xmlns:a16="http://schemas.microsoft.com/office/drawing/2014/main" id="{64AB922A-E4A9-22D2-64A2-B1FAD05E5247}"/>
              </a:ext>
            </a:extLst>
          </p:cNvPr>
          <p:cNvCxnSpPr>
            <a:cxnSpLocks/>
          </p:cNvCxnSpPr>
          <p:nvPr/>
        </p:nvCxnSpPr>
        <p:spPr>
          <a:xfrm flipH="1">
            <a:off x="5183898" y="3035204"/>
            <a:ext cx="180000" cy="0"/>
          </a:xfrm>
          <a:prstGeom prst="line">
            <a:avLst/>
          </a:prstGeom>
          <a:ln w="38100">
            <a:solidFill>
              <a:srgbClr val="D2995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cxnSp>
        <p:nvCxnSpPr>
          <p:cNvPr id="149" name="Connecteur droit avec flèche 27">
            <a:extLst>
              <a:ext uri="{FF2B5EF4-FFF2-40B4-BE49-F238E27FC236}">
                <a16:creationId xmlns:a16="http://schemas.microsoft.com/office/drawing/2014/main" id="{E5F97E0E-E7B5-A548-2F0D-7D9755166FDD}"/>
              </a:ext>
            </a:extLst>
          </p:cNvPr>
          <p:cNvCxnSpPr>
            <a:cxnSpLocks/>
          </p:cNvCxnSpPr>
          <p:nvPr/>
        </p:nvCxnSpPr>
        <p:spPr>
          <a:xfrm>
            <a:off x="5363898" y="3018430"/>
            <a:ext cx="0" cy="1060774"/>
          </a:xfrm>
          <a:prstGeom prst="straightConnector1">
            <a:avLst/>
          </a:prstGeom>
          <a:ln w="38100">
            <a:solidFill>
              <a:srgbClr val="D29956"/>
            </a:solidFill>
            <a:tailEnd type="triangle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cxnSp>
        <p:nvCxnSpPr>
          <p:cNvPr id="150" name="Connecteur droit 26">
            <a:extLst>
              <a:ext uri="{FF2B5EF4-FFF2-40B4-BE49-F238E27FC236}">
                <a16:creationId xmlns:a16="http://schemas.microsoft.com/office/drawing/2014/main" id="{072D03C1-DC91-1362-E0FC-A22BA87D76CF}"/>
              </a:ext>
            </a:extLst>
          </p:cNvPr>
          <p:cNvCxnSpPr>
            <a:cxnSpLocks/>
          </p:cNvCxnSpPr>
          <p:nvPr/>
        </p:nvCxnSpPr>
        <p:spPr>
          <a:xfrm flipH="1">
            <a:off x="3460350" y="3056293"/>
            <a:ext cx="198493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51" name="Connecteur droit avec flèche 27">
            <a:extLst>
              <a:ext uri="{FF2B5EF4-FFF2-40B4-BE49-F238E27FC236}">
                <a16:creationId xmlns:a16="http://schemas.microsoft.com/office/drawing/2014/main" id="{907CAC6C-E019-CFE0-8131-6B396EA9CCE0}"/>
              </a:ext>
            </a:extLst>
          </p:cNvPr>
          <p:cNvCxnSpPr>
            <a:cxnSpLocks/>
          </p:cNvCxnSpPr>
          <p:nvPr/>
        </p:nvCxnSpPr>
        <p:spPr>
          <a:xfrm>
            <a:off x="3469707" y="3035204"/>
            <a:ext cx="0" cy="106508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558E744A-14B6-5D93-9531-30CF6CAEFD56}"/>
              </a:ext>
            </a:extLst>
          </p:cNvPr>
          <p:cNvSpPr txBox="1"/>
          <p:nvPr/>
        </p:nvSpPr>
        <p:spPr>
          <a:xfrm>
            <a:off x="3222144" y="3446554"/>
            <a:ext cx="476412" cy="307777"/>
          </a:xfrm>
          <a:prstGeom prst="rect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Yes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EDDA3E25-5A14-1EC2-CC69-1226549019BD}"/>
              </a:ext>
            </a:extLst>
          </p:cNvPr>
          <p:cNvSpPr txBox="1"/>
          <p:nvPr/>
        </p:nvSpPr>
        <p:spPr>
          <a:xfrm>
            <a:off x="5167880" y="3399537"/>
            <a:ext cx="394660" cy="307777"/>
          </a:xfrm>
          <a:prstGeom prst="rect">
            <a:avLst/>
          </a:prstGeom>
          <a:ln>
            <a:solidFill>
              <a:srgbClr val="D2995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No</a:t>
            </a:r>
          </a:p>
        </p:txBody>
      </p:sp>
      <p:sp>
        <p:nvSpPr>
          <p:cNvPr id="154" name="ZoneTexte 25">
            <a:extLst>
              <a:ext uri="{FF2B5EF4-FFF2-40B4-BE49-F238E27FC236}">
                <a16:creationId xmlns:a16="http://schemas.microsoft.com/office/drawing/2014/main" id="{FB7DF676-C0FC-802C-2BC4-7DCCC529D87C}"/>
              </a:ext>
            </a:extLst>
          </p:cNvPr>
          <p:cNvSpPr txBox="1"/>
          <p:nvPr/>
        </p:nvSpPr>
        <p:spPr>
          <a:xfrm>
            <a:off x="3648236" y="2806355"/>
            <a:ext cx="1567899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Parametric assumptions met?</a:t>
            </a:r>
          </a:p>
        </p:txBody>
      </p:sp>
      <p:cxnSp>
        <p:nvCxnSpPr>
          <p:cNvPr id="155" name="Connecteur droit avec flèche 42">
            <a:extLst>
              <a:ext uri="{FF2B5EF4-FFF2-40B4-BE49-F238E27FC236}">
                <a16:creationId xmlns:a16="http://schemas.microsoft.com/office/drawing/2014/main" id="{23CA9674-B593-C935-7DD9-CD7651963448}"/>
              </a:ext>
            </a:extLst>
          </p:cNvPr>
          <p:cNvCxnSpPr>
            <a:cxnSpLocks/>
          </p:cNvCxnSpPr>
          <p:nvPr/>
        </p:nvCxnSpPr>
        <p:spPr>
          <a:xfrm>
            <a:off x="4467562" y="2526082"/>
            <a:ext cx="0" cy="25200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ZoneTexte 25">
            <a:extLst>
              <a:ext uri="{FF2B5EF4-FFF2-40B4-BE49-F238E27FC236}">
                <a16:creationId xmlns:a16="http://schemas.microsoft.com/office/drawing/2014/main" id="{35AA6BAF-7CED-C605-CC65-A77CCEDB05E7}"/>
              </a:ext>
            </a:extLst>
          </p:cNvPr>
          <p:cNvSpPr txBox="1"/>
          <p:nvPr/>
        </p:nvSpPr>
        <p:spPr>
          <a:xfrm>
            <a:off x="1651696" y="1493880"/>
            <a:ext cx="2329309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Who are the participants?</a:t>
            </a:r>
          </a:p>
        </p:txBody>
      </p:sp>
      <p:sp>
        <p:nvSpPr>
          <p:cNvPr id="156" name="Rectangle à coins arrondis 30">
            <a:extLst>
              <a:ext uri="{FF2B5EF4-FFF2-40B4-BE49-F238E27FC236}">
                <a16:creationId xmlns:a16="http://schemas.microsoft.com/office/drawing/2014/main" id="{5771691E-7C92-90F3-465A-3FAA189F758F}"/>
              </a:ext>
            </a:extLst>
          </p:cNvPr>
          <p:cNvSpPr/>
          <p:nvPr/>
        </p:nvSpPr>
        <p:spPr>
          <a:xfrm>
            <a:off x="6241705" y="4112023"/>
            <a:ext cx="1247855" cy="1044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One-sample t-test</a:t>
            </a:r>
          </a:p>
        </p:txBody>
      </p:sp>
      <p:sp>
        <p:nvSpPr>
          <p:cNvPr id="157" name="Rectangle à coins arrondis 31">
            <a:extLst>
              <a:ext uri="{FF2B5EF4-FFF2-40B4-BE49-F238E27FC236}">
                <a16:creationId xmlns:a16="http://schemas.microsoft.com/office/drawing/2014/main" id="{0D712339-E479-0709-7836-C35443493EFD}"/>
              </a:ext>
            </a:extLst>
          </p:cNvPr>
          <p:cNvSpPr/>
          <p:nvPr/>
        </p:nvSpPr>
        <p:spPr>
          <a:xfrm>
            <a:off x="7896144" y="4101373"/>
            <a:ext cx="1247856" cy="1044000"/>
          </a:xfrm>
          <a:prstGeom prst="roundRect">
            <a:avLst/>
          </a:prstGeom>
          <a:ln>
            <a:solidFill>
              <a:srgbClr val="D2995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Wilcoxon signed rank test</a:t>
            </a:r>
          </a:p>
        </p:txBody>
      </p:sp>
      <p:cxnSp>
        <p:nvCxnSpPr>
          <p:cNvPr id="158" name="Connecteur droit 26">
            <a:extLst>
              <a:ext uri="{FF2B5EF4-FFF2-40B4-BE49-F238E27FC236}">
                <a16:creationId xmlns:a16="http://schemas.microsoft.com/office/drawing/2014/main" id="{7E1B3C1C-1999-9FB1-E9A6-AF7E0A258D4C}"/>
              </a:ext>
            </a:extLst>
          </p:cNvPr>
          <p:cNvCxnSpPr>
            <a:cxnSpLocks/>
          </p:cNvCxnSpPr>
          <p:nvPr/>
        </p:nvCxnSpPr>
        <p:spPr>
          <a:xfrm flipH="1">
            <a:off x="8390688" y="3018430"/>
            <a:ext cx="180000" cy="0"/>
          </a:xfrm>
          <a:prstGeom prst="line">
            <a:avLst/>
          </a:prstGeom>
          <a:ln w="38100">
            <a:solidFill>
              <a:srgbClr val="D2995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cxnSp>
        <p:nvCxnSpPr>
          <p:cNvPr id="159" name="Connecteur droit avec flèche 27">
            <a:extLst>
              <a:ext uri="{FF2B5EF4-FFF2-40B4-BE49-F238E27FC236}">
                <a16:creationId xmlns:a16="http://schemas.microsoft.com/office/drawing/2014/main" id="{AB8FCF3D-7998-0163-D7A5-6E09D65FDF10}"/>
              </a:ext>
            </a:extLst>
          </p:cNvPr>
          <p:cNvCxnSpPr>
            <a:cxnSpLocks/>
          </p:cNvCxnSpPr>
          <p:nvPr/>
        </p:nvCxnSpPr>
        <p:spPr>
          <a:xfrm>
            <a:off x="8570688" y="2999740"/>
            <a:ext cx="0" cy="1062690"/>
          </a:xfrm>
          <a:prstGeom prst="straightConnector1">
            <a:avLst/>
          </a:prstGeom>
          <a:ln w="38100">
            <a:solidFill>
              <a:srgbClr val="D29956"/>
            </a:solidFill>
            <a:tailEnd type="triangle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cxnSp>
        <p:nvCxnSpPr>
          <p:cNvPr id="160" name="Connecteur droit 26">
            <a:extLst>
              <a:ext uri="{FF2B5EF4-FFF2-40B4-BE49-F238E27FC236}">
                <a16:creationId xmlns:a16="http://schemas.microsoft.com/office/drawing/2014/main" id="{9E610335-8350-9417-1B5C-57A608D012A8}"/>
              </a:ext>
            </a:extLst>
          </p:cNvPr>
          <p:cNvCxnSpPr>
            <a:cxnSpLocks/>
          </p:cNvCxnSpPr>
          <p:nvPr/>
        </p:nvCxnSpPr>
        <p:spPr>
          <a:xfrm flipH="1">
            <a:off x="6657975" y="3039519"/>
            <a:ext cx="207658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61" name="Connecteur droit avec flèche 27">
            <a:extLst>
              <a:ext uri="{FF2B5EF4-FFF2-40B4-BE49-F238E27FC236}">
                <a16:creationId xmlns:a16="http://schemas.microsoft.com/office/drawing/2014/main" id="{2393A3E3-C4D4-DB22-5D2B-EAD0BE1AC669}"/>
              </a:ext>
            </a:extLst>
          </p:cNvPr>
          <p:cNvCxnSpPr>
            <a:cxnSpLocks/>
          </p:cNvCxnSpPr>
          <p:nvPr/>
        </p:nvCxnSpPr>
        <p:spPr>
          <a:xfrm>
            <a:off x="6676497" y="3035204"/>
            <a:ext cx="0" cy="1048315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8AE126AD-4BAF-F0B4-4FF2-C5FC140CE3D3}"/>
              </a:ext>
            </a:extLst>
          </p:cNvPr>
          <p:cNvSpPr txBox="1"/>
          <p:nvPr/>
        </p:nvSpPr>
        <p:spPr>
          <a:xfrm>
            <a:off x="6428934" y="3429780"/>
            <a:ext cx="476412" cy="307777"/>
          </a:xfrm>
          <a:prstGeom prst="rect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Yes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A732F8F3-6A8D-47CA-C65C-B19F363D6DCC}"/>
              </a:ext>
            </a:extLst>
          </p:cNvPr>
          <p:cNvSpPr txBox="1"/>
          <p:nvPr/>
        </p:nvSpPr>
        <p:spPr>
          <a:xfrm>
            <a:off x="8374670" y="3382763"/>
            <a:ext cx="394660" cy="307777"/>
          </a:xfrm>
          <a:prstGeom prst="rect">
            <a:avLst/>
          </a:prstGeom>
          <a:ln w="38100">
            <a:solidFill>
              <a:srgbClr val="D2995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No</a:t>
            </a:r>
          </a:p>
        </p:txBody>
      </p:sp>
      <p:sp>
        <p:nvSpPr>
          <p:cNvPr id="164" name="ZoneTexte 25">
            <a:extLst>
              <a:ext uri="{FF2B5EF4-FFF2-40B4-BE49-F238E27FC236}">
                <a16:creationId xmlns:a16="http://schemas.microsoft.com/office/drawing/2014/main" id="{3A6BB951-FEB8-5058-0B67-BA3A51D57803}"/>
              </a:ext>
            </a:extLst>
          </p:cNvPr>
          <p:cNvSpPr txBox="1"/>
          <p:nvPr/>
        </p:nvSpPr>
        <p:spPr>
          <a:xfrm>
            <a:off x="6855026" y="2789581"/>
            <a:ext cx="1567899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Parametric assumptions met?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7230302" y="1025084"/>
            <a:ext cx="940533" cy="340519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One</a:t>
            </a:r>
          </a:p>
        </p:txBody>
      </p:sp>
    </p:spTree>
    <p:extLst>
      <p:ext uri="{BB962C8B-B14F-4D97-AF65-F5344CB8AC3E}">
        <p14:creationId xmlns:p14="http://schemas.microsoft.com/office/powerpoint/2010/main" val="3115628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9" grpId="0" animBg="1"/>
      <p:bldP spid="75" grpId="0" animBg="1"/>
      <p:bldP spid="72" grpId="0" animBg="1"/>
      <p:bldP spid="141" grpId="0" animBg="1"/>
      <p:bldP spid="142" grpId="0" animBg="1"/>
      <p:bldP spid="143" grpId="0" animBg="1"/>
      <p:bldP spid="146" grpId="0" animBg="1"/>
      <p:bldP spid="147" grpId="0" animBg="1"/>
      <p:bldP spid="152" grpId="0" animBg="1"/>
      <p:bldP spid="153" grpId="0" animBg="1"/>
      <p:bldP spid="154" grpId="0" animBg="1"/>
      <p:bldP spid="53" grpId="0" animBg="1"/>
      <p:bldP spid="156" grpId="0" animBg="1"/>
      <p:bldP spid="157" grpId="0" animBg="1"/>
      <p:bldP spid="162" grpId="0" animBg="1"/>
      <p:bldP spid="163" grpId="0" animBg="1"/>
      <p:bldP spid="164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FE43E-E23D-C08A-C984-FD62782AD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9571509C-F1DC-E342-C32D-1CFE7AD9E7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2653" y="852792"/>
            <a:ext cx="3482787" cy="5152416"/>
          </a:xfrm>
          <a:noFill/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2. One-Sample t-test</a:t>
            </a:r>
          </a:p>
          <a:p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2D4B4AA6-5014-1F2D-620F-44F312EED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0182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72E29E9-44AE-D6AA-9E7C-B6924E764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17E18E-3CF6-DF3A-E6DE-0FAA7E06AF37}"/>
              </a:ext>
            </a:extLst>
          </p:cNvPr>
          <p:cNvSpPr txBox="1"/>
          <p:nvPr/>
        </p:nvSpPr>
        <p:spPr>
          <a:xfrm>
            <a:off x="665924" y="418179"/>
            <a:ext cx="40889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u="sng" dirty="0">
                <a:solidFill>
                  <a:schemeClr val="accent2"/>
                </a:solidFill>
              </a:rPr>
              <a:t>One-sample t-test</a:t>
            </a:r>
          </a:p>
          <a:p>
            <a:r>
              <a:rPr lang="en-GB" sz="3200" b="1" dirty="0">
                <a:solidFill>
                  <a:srgbClr val="7030A0"/>
                </a:solidFill>
              </a:rPr>
              <a:t>(Parametric)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C5B5F9-14B2-33A1-F2FF-AAB530CB57D0}"/>
              </a:ext>
            </a:extLst>
          </p:cNvPr>
          <p:cNvSpPr txBox="1"/>
          <p:nvPr/>
        </p:nvSpPr>
        <p:spPr>
          <a:xfrm>
            <a:off x="665925" y="2050595"/>
            <a:ext cx="321728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Compare mean Happiness ratings of Durham University sample with a known, average UK population.</a:t>
            </a:r>
          </a:p>
        </p:txBody>
      </p:sp>
      <p:sp>
        <p:nvSpPr>
          <p:cNvPr id="7" name="ZoneTexte 11">
            <a:extLst>
              <a:ext uri="{FF2B5EF4-FFF2-40B4-BE49-F238E27FC236}">
                <a16:creationId xmlns:a16="http://schemas.microsoft.com/office/drawing/2014/main" id="{21D53DAA-90FE-5098-D2F3-A19C1EB315E0}"/>
              </a:ext>
            </a:extLst>
          </p:cNvPr>
          <p:cNvSpPr txBox="1"/>
          <p:nvPr/>
        </p:nvSpPr>
        <p:spPr>
          <a:xfrm>
            <a:off x="5260788" y="2304247"/>
            <a:ext cx="33874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Group 1: </a:t>
            </a:r>
            <a:r>
              <a:rPr lang="en-GB" sz="2000" dirty="0"/>
              <a:t>Happiness ratings of DU students </a:t>
            </a:r>
          </a:p>
          <a:p>
            <a:pPr algn="ctr"/>
            <a:r>
              <a:rPr lang="en-GB" sz="2000" b="1" dirty="0">
                <a:solidFill>
                  <a:srgbClr val="0070C0"/>
                </a:solidFill>
              </a:rPr>
              <a:t>N = 32, Mean = 20</a:t>
            </a:r>
          </a:p>
          <a:p>
            <a:pPr algn="ctr"/>
            <a:endParaRPr lang="en-GB" sz="2000" dirty="0"/>
          </a:p>
        </p:txBody>
      </p:sp>
      <p:pic>
        <p:nvPicPr>
          <p:cNvPr id="10" name="Picture 2" descr="Tic Tac English: Who is who?">
            <a:extLst>
              <a:ext uri="{FF2B5EF4-FFF2-40B4-BE49-F238E27FC236}">
                <a16:creationId xmlns:a16="http://schemas.microsoft.com/office/drawing/2014/main" id="{F7E031CC-07CD-D4FA-CB7E-423A18771B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63" b="-8707"/>
          <a:stretch/>
        </p:blipFill>
        <p:spPr bwMode="auto">
          <a:xfrm>
            <a:off x="5256099" y="980808"/>
            <a:ext cx="3221975" cy="1323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Durham postcode information - list of postal codes | PostcodeArea.co.uk">
            <a:extLst>
              <a:ext uri="{FF2B5EF4-FFF2-40B4-BE49-F238E27FC236}">
                <a16:creationId xmlns:a16="http://schemas.microsoft.com/office/drawing/2014/main" id="{A2EDA708-10F4-3C9F-C18C-0AEC8B560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879" y="4443293"/>
            <a:ext cx="740258" cy="897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2DD80D45-FFFD-0EE5-DEDC-4DD05CF4CFC1}"/>
              </a:ext>
            </a:extLst>
          </p:cNvPr>
          <p:cNvSpPr txBox="1"/>
          <p:nvPr/>
        </p:nvSpPr>
        <p:spPr>
          <a:xfrm>
            <a:off x="5260788" y="4443293"/>
            <a:ext cx="33874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Reference: </a:t>
            </a:r>
            <a:r>
              <a:rPr lang="en-GB" sz="2000" dirty="0"/>
              <a:t>average UK happiness ratings </a:t>
            </a:r>
          </a:p>
          <a:p>
            <a:pPr algn="ctr"/>
            <a:r>
              <a:rPr lang="el-GR" sz="2000" b="1" dirty="0">
                <a:solidFill>
                  <a:srgbClr val="0070C0"/>
                </a:solidFill>
              </a:rPr>
              <a:t>μ</a:t>
            </a:r>
            <a:r>
              <a:rPr lang="en-GB" sz="2000" b="1" dirty="0">
                <a:solidFill>
                  <a:srgbClr val="0070C0"/>
                </a:solidFill>
              </a:rPr>
              <a:t> = 18  (population mean)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A4470D-52D6-ED99-6CBF-8C5518AB167B}"/>
              </a:ext>
            </a:extLst>
          </p:cNvPr>
          <p:cNvSpPr txBox="1"/>
          <p:nvPr/>
        </p:nvSpPr>
        <p:spPr>
          <a:xfrm>
            <a:off x="5571319" y="3306484"/>
            <a:ext cx="2676372" cy="1063347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GB" sz="1400" b="1" dirty="0"/>
              <a:t>COMPARED TO</a:t>
            </a:r>
          </a:p>
          <a:p>
            <a:pPr algn="ctr"/>
            <a:endParaRPr lang="en-GB" sz="1600" b="1" dirty="0"/>
          </a:p>
          <a:p>
            <a:pPr algn="ctr"/>
            <a:endParaRPr lang="en-GB" sz="1600" b="1" dirty="0"/>
          </a:p>
        </p:txBody>
      </p:sp>
      <p:sp>
        <p:nvSpPr>
          <p:cNvPr id="4" name="Rectangle à coins arrondis 31">
            <a:extLst>
              <a:ext uri="{FF2B5EF4-FFF2-40B4-BE49-F238E27FC236}">
                <a16:creationId xmlns:a16="http://schemas.microsoft.com/office/drawing/2014/main" id="{51363CA2-B691-AB4F-B002-435FB5B177E0}"/>
              </a:ext>
            </a:extLst>
          </p:cNvPr>
          <p:cNvSpPr/>
          <p:nvPr/>
        </p:nvSpPr>
        <p:spPr>
          <a:xfrm>
            <a:off x="665924" y="4403486"/>
            <a:ext cx="3592010" cy="1785104"/>
          </a:xfrm>
          <a:prstGeom prst="roundRect">
            <a:avLst/>
          </a:prstGeom>
          <a:ln>
            <a:solidFill>
              <a:srgbClr val="D2995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2200" b="1" dirty="0">
                <a:solidFill>
                  <a:schemeClr val="tx1"/>
                </a:solidFill>
              </a:rPr>
              <a:t>OR, if one or more assumptions are severely violated…run a </a:t>
            </a:r>
          </a:p>
          <a:p>
            <a:r>
              <a:rPr lang="en-GB" sz="2200" b="1" dirty="0">
                <a:solidFill>
                  <a:srgbClr val="D29956"/>
                </a:solidFill>
              </a:rPr>
              <a:t>Wilcoxon Signed Rank test</a:t>
            </a:r>
          </a:p>
        </p:txBody>
      </p:sp>
      <p:pic>
        <p:nvPicPr>
          <p:cNvPr id="9" name="Picture 2" descr="JASP - Wikipedia">
            <a:extLst>
              <a:ext uri="{FF2B5EF4-FFF2-40B4-BE49-F238E27FC236}">
                <a16:creationId xmlns:a16="http://schemas.microsoft.com/office/drawing/2014/main" id="{5789196D-1E36-1CC7-AFA0-2F6D79F95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79" y="5874038"/>
            <a:ext cx="882339" cy="88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5992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3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23BE5E3-F84D-71E9-A90F-3D9D3F4B6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E7F238-5688-BC92-D053-C16F0C81F379}"/>
              </a:ext>
            </a:extLst>
          </p:cNvPr>
          <p:cNvSpPr txBox="1"/>
          <p:nvPr/>
        </p:nvSpPr>
        <p:spPr>
          <a:xfrm>
            <a:off x="511988" y="1241752"/>
            <a:ext cx="40889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u="sng" dirty="0">
                <a:solidFill>
                  <a:schemeClr val="accent2"/>
                </a:solidFill>
              </a:rPr>
              <a:t>One-Samples t-test </a:t>
            </a:r>
            <a:endParaRPr lang="en-GB" sz="2800" b="1" dirty="0">
              <a:solidFill>
                <a:srgbClr val="7030A0"/>
              </a:solidFill>
            </a:endParaRPr>
          </a:p>
        </p:txBody>
      </p:sp>
      <p:sp>
        <p:nvSpPr>
          <p:cNvPr id="3" name="ZoneTexte 19">
            <a:extLst>
              <a:ext uri="{FF2B5EF4-FFF2-40B4-BE49-F238E27FC236}">
                <a16:creationId xmlns:a16="http://schemas.microsoft.com/office/drawing/2014/main" id="{9A71B37E-A79D-9A76-5E49-835C10FD1407}"/>
              </a:ext>
            </a:extLst>
          </p:cNvPr>
          <p:cNvSpPr txBox="1"/>
          <p:nvPr/>
        </p:nvSpPr>
        <p:spPr>
          <a:xfrm>
            <a:off x="926690" y="5850334"/>
            <a:ext cx="29935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One row = one participant</a:t>
            </a:r>
          </a:p>
          <a:p>
            <a:r>
              <a:rPr lang="en-GB" sz="2000" dirty="0"/>
              <a:t>One column = their score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41327F3-7DB3-EB10-C8C9-8BA628E5D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097" y="2314556"/>
            <a:ext cx="2820977" cy="347647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E69715-F5DE-5C86-F3BF-3B72FBB36BEB}"/>
              </a:ext>
            </a:extLst>
          </p:cNvPr>
          <p:cNvSpPr/>
          <p:nvPr/>
        </p:nvSpPr>
        <p:spPr>
          <a:xfrm>
            <a:off x="733713" y="2667373"/>
            <a:ext cx="3232716" cy="2927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3040A3-EAB4-A80B-432F-50C1394A5CD1}"/>
              </a:ext>
            </a:extLst>
          </p:cNvPr>
          <p:cNvSpPr/>
          <p:nvPr/>
        </p:nvSpPr>
        <p:spPr>
          <a:xfrm>
            <a:off x="2451618" y="1961738"/>
            <a:ext cx="1332456" cy="705635"/>
          </a:xfrm>
          <a:prstGeom prst="rect">
            <a:avLst/>
          </a:prstGeom>
          <a:solidFill>
            <a:srgbClr val="92D050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b="1" dirty="0">
                <a:solidFill>
                  <a:schemeClr val="bg1"/>
                </a:solidFill>
              </a:rPr>
              <a:t>DV</a:t>
            </a:r>
          </a:p>
          <a:p>
            <a:pPr algn="ctr"/>
            <a:endParaRPr lang="en-GB" sz="1350" b="1" dirty="0">
              <a:solidFill>
                <a:schemeClr val="bg1"/>
              </a:solidFill>
            </a:endParaRPr>
          </a:p>
          <a:p>
            <a:pPr algn="ctr"/>
            <a:endParaRPr lang="en-GB" sz="1350" dirty="0">
              <a:solidFill>
                <a:schemeClr val="bg1"/>
              </a:solidFill>
            </a:endParaRPr>
          </a:p>
        </p:txBody>
      </p:sp>
      <p:pic>
        <p:nvPicPr>
          <p:cNvPr id="7" name="Picture 2" descr="JASP - Wikipedia">
            <a:extLst>
              <a:ext uri="{FF2B5EF4-FFF2-40B4-BE49-F238E27FC236}">
                <a16:creationId xmlns:a16="http://schemas.microsoft.com/office/drawing/2014/main" id="{B6DA8370-EFD6-399B-E96D-4EB61B771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3472" y="3306"/>
            <a:ext cx="1210528" cy="1210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56E4DB-06BF-CB52-BCE2-D35F5781598D}"/>
              </a:ext>
            </a:extLst>
          </p:cNvPr>
          <p:cNvSpPr txBox="1">
            <a:spLocks/>
          </p:cNvSpPr>
          <p:nvPr/>
        </p:nvSpPr>
        <p:spPr>
          <a:xfrm>
            <a:off x="511988" y="186320"/>
            <a:ext cx="7812148" cy="56740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Datasets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E6660E-3512-75B5-DE03-B8F0984F1A02}"/>
              </a:ext>
            </a:extLst>
          </p:cNvPr>
          <p:cNvSpPr txBox="1"/>
          <p:nvPr/>
        </p:nvSpPr>
        <p:spPr>
          <a:xfrm>
            <a:off x="4572000" y="1213833"/>
            <a:ext cx="4725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u="sng" dirty="0">
                <a:solidFill>
                  <a:schemeClr val="accent2"/>
                </a:solidFill>
              </a:rPr>
              <a:t>Wilcoxon signed rank test</a:t>
            </a:r>
            <a:endParaRPr lang="en-GB" sz="2800" b="1" dirty="0">
              <a:solidFill>
                <a:srgbClr val="7030A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31E2376-7568-90AC-DB1F-AEAC542622D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8077"/>
          <a:stretch>
            <a:fillRect/>
          </a:stretch>
        </p:blipFill>
        <p:spPr>
          <a:xfrm>
            <a:off x="5272595" y="2314556"/>
            <a:ext cx="2791215" cy="347647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F4EBE30-139C-D10F-1178-F21214EE9803}"/>
              </a:ext>
            </a:extLst>
          </p:cNvPr>
          <p:cNvSpPr/>
          <p:nvPr/>
        </p:nvSpPr>
        <p:spPr>
          <a:xfrm>
            <a:off x="6848447" y="1961737"/>
            <a:ext cx="1332456" cy="705635"/>
          </a:xfrm>
          <a:prstGeom prst="rect">
            <a:avLst/>
          </a:prstGeom>
          <a:solidFill>
            <a:srgbClr val="92D050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b="1" dirty="0">
                <a:solidFill>
                  <a:schemeClr val="bg1"/>
                </a:solidFill>
              </a:rPr>
              <a:t>DV</a:t>
            </a:r>
          </a:p>
          <a:p>
            <a:pPr algn="ctr"/>
            <a:endParaRPr lang="en-GB" sz="1350" b="1" dirty="0">
              <a:solidFill>
                <a:schemeClr val="bg1"/>
              </a:solidFill>
            </a:endParaRPr>
          </a:p>
          <a:p>
            <a:pPr algn="ctr"/>
            <a:endParaRPr lang="en-GB" sz="1350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AF3783-5646-DE63-BAB7-3410D0A5A0F5}"/>
              </a:ext>
            </a:extLst>
          </p:cNvPr>
          <p:cNvSpPr/>
          <p:nvPr/>
        </p:nvSpPr>
        <p:spPr>
          <a:xfrm>
            <a:off x="5091420" y="2668507"/>
            <a:ext cx="3232716" cy="2927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4" name="ZoneTexte 19">
            <a:extLst>
              <a:ext uri="{FF2B5EF4-FFF2-40B4-BE49-F238E27FC236}">
                <a16:creationId xmlns:a16="http://schemas.microsoft.com/office/drawing/2014/main" id="{5273C41D-FDDD-6CE6-40E3-C6A760F2EBAD}"/>
              </a:ext>
            </a:extLst>
          </p:cNvPr>
          <p:cNvSpPr txBox="1"/>
          <p:nvPr/>
        </p:nvSpPr>
        <p:spPr>
          <a:xfrm>
            <a:off x="5272595" y="5791030"/>
            <a:ext cx="34765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Same layout as Parametric, except the test will change the raw data to ranks. </a:t>
            </a:r>
            <a:r>
              <a:rPr lang="el-GR" sz="2000" dirty="0">
                <a:solidFill>
                  <a:srgbClr val="0070C0"/>
                </a:solidFill>
              </a:rPr>
              <a:t>μ</a:t>
            </a:r>
            <a:r>
              <a:rPr lang="en-GB" sz="2000" dirty="0">
                <a:solidFill>
                  <a:srgbClr val="0070C0"/>
                </a:solidFill>
              </a:rPr>
              <a:t> = 7</a:t>
            </a:r>
            <a:endParaRPr lang="en-GB" sz="2000" dirty="0"/>
          </a:p>
        </p:txBody>
      </p:sp>
      <p:sp>
        <p:nvSpPr>
          <p:cNvPr id="8" name="ZoneTexte 19">
            <a:extLst>
              <a:ext uri="{FF2B5EF4-FFF2-40B4-BE49-F238E27FC236}">
                <a16:creationId xmlns:a16="http://schemas.microsoft.com/office/drawing/2014/main" id="{0663874D-7F22-0599-B144-B30771F5FE65}"/>
              </a:ext>
            </a:extLst>
          </p:cNvPr>
          <p:cNvSpPr txBox="1"/>
          <p:nvPr/>
        </p:nvSpPr>
        <p:spPr>
          <a:xfrm>
            <a:off x="264556" y="836803"/>
            <a:ext cx="76689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i="1" dirty="0"/>
              <a:t>I provided two different types of data to be run with each test…</a:t>
            </a:r>
          </a:p>
        </p:txBody>
      </p:sp>
    </p:spTree>
    <p:extLst>
      <p:ext uri="{BB962C8B-B14F-4D97-AF65-F5344CB8AC3E}">
        <p14:creationId xmlns:p14="http://schemas.microsoft.com/office/powerpoint/2010/main" val="519231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0" grpId="0"/>
      <p:bldP spid="14" grpId="0" animBg="1"/>
      <p:bldP spid="19" grpId="0" animBg="1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CABB8-B5B9-7A84-607F-05AAB2BDC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DB6A106D-043F-05C5-54ED-3BB86EFFE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61212" y="1192059"/>
            <a:ext cx="3639541" cy="5152416"/>
          </a:xfrm>
          <a:noFill/>
        </p:spPr>
        <p:txBody>
          <a:bodyPr>
            <a:noAutofit/>
          </a:bodyPr>
          <a:lstStyle/>
          <a:p>
            <a:endParaRPr lang="en-US" sz="2800" b="1" dirty="0">
              <a:solidFill>
                <a:schemeClr val="tx1"/>
              </a:solidFill>
            </a:endParaRPr>
          </a:p>
          <a:p>
            <a:r>
              <a:rPr lang="en-US" sz="2800" b="1" dirty="0">
                <a:solidFill>
                  <a:schemeClr val="tx1"/>
                </a:solidFill>
              </a:rPr>
              <a:t>3</a:t>
            </a:r>
            <a:r>
              <a:rPr lang="en-US" sz="3000" b="1" dirty="0">
                <a:solidFill>
                  <a:schemeClr val="tx1"/>
                </a:solidFill>
              </a:rPr>
              <a:t>. Paired-Samples t-test</a:t>
            </a:r>
          </a:p>
          <a:p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2247E926-5693-C38E-E727-99DFCD944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2566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024ED9E-6970-36D2-858C-F4246A8D2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24C3FE-8B56-A51F-FF3F-4F64491D41E3}"/>
              </a:ext>
            </a:extLst>
          </p:cNvPr>
          <p:cNvSpPr txBox="1"/>
          <p:nvPr/>
        </p:nvSpPr>
        <p:spPr>
          <a:xfrm>
            <a:off x="651715" y="611656"/>
            <a:ext cx="421322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u="sng" dirty="0">
                <a:solidFill>
                  <a:schemeClr val="accent5"/>
                </a:solidFill>
              </a:rPr>
              <a:t>Paired-samples t-test</a:t>
            </a:r>
          </a:p>
          <a:p>
            <a:r>
              <a:rPr lang="en-GB" sz="3200" b="1" dirty="0">
                <a:solidFill>
                  <a:srgbClr val="7030A0"/>
                </a:solidFill>
              </a:rPr>
              <a:t>(Parametric)</a:t>
            </a:r>
          </a:p>
          <a:p>
            <a:endParaRPr lang="en-GB" sz="2800" b="1" u="sng" dirty="0">
              <a:solidFill>
                <a:srgbClr val="3E8853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750AEB-62BD-F9D0-41D8-77A1460D99F1}"/>
              </a:ext>
            </a:extLst>
          </p:cNvPr>
          <p:cNvSpPr txBox="1"/>
          <p:nvPr/>
        </p:nvSpPr>
        <p:spPr>
          <a:xfrm>
            <a:off x="865430" y="1796947"/>
            <a:ext cx="339250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Compare participants average happiness ratings after </a:t>
            </a:r>
            <a:r>
              <a:rPr lang="en-GB" sz="2200" b="1" dirty="0"/>
              <a:t>1 month </a:t>
            </a:r>
            <a:r>
              <a:rPr lang="en-GB" sz="2200" dirty="0"/>
              <a:t>of exercise with their happiness ratings after </a:t>
            </a:r>
            <a:r>
              <a:rPr lang="en-GB" sz="2200" b="1" dirty="0"/>
              <a:t>6</a:t>
            </a:r>
            <a:r>
              <a:rPr lang="en-GB" sz="2200" dirty="0"/>
              <a:t> </a:t>
            </a:r>
            <a:r>
              <a:rPr lang="en-GB" sz="2200" b="1" dirty="0"/>
              <a:t>months</a:t>
            </a:r>
            <a:r>
              <a:rPr lang="en-GB" sz="2200" dirty="0"/>
              <a:t> of exercise.   </a:t>
            </a:r>
          </a:p>
        </p:txBody>
      </p:sp>
      <p:sp>
        <p:nvSpPr>
          <p:cNvPr id="7" name="ZoneTexte 11">
            <a:extLst>
              <a:ext uri="{FF2B5EF4-FFF2-40B4-BE49-F238E27FC236}">
                <a16:creationId xmlns:a16="http://schemas.microsoft.com/office/drawing/2014/main" id="{0EAADC75-8520-2976-AD8B-264215E422CE}"/>
              </a:ext>
            </a:extLst>
          </p:cNvPr>
          <p:cNvSpPr txBox="1"/>
          <p:nvPr/>
        </p:nvSpPr>
        <p:spPr>
          <a:xfrm>
            <a:off x="5265479" y="1900300"/>
            <a:ext cx="33498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Group 1: </a:t>
            </a:r>
            <a:r>
              <a:rPr lang="en-GB" sz="2000" dirty="0"/>
              <a:t>Happiness ratings after </a:t>
            </a:r>
            <a:r>
              <a:rPr lang="en-GB" sz="2000" b="1" dirty="0"/>
              <a:t>1 month </a:t>
            </a:r>
            <a:r>
              <a:rPr lang="en-GB" sz="2000" dirty="0"/>
              <a:t>of exercise</a:t>
            </a:r>
          </a:p>
          <a:p>
            <a:pPr algn="ctr"/>
            <a:r>
              <a:rPr lang="en-GB" sz="2000" b="1" dirty="0">
                <a:solidFill>
                  <a:srgbClr val="0070C0"/>
                </a:solidFill>
              </a:rPr>
              <a:t>N = 16, Mean = 19</a:t>
            </a:r>
          </a:p>
          <a:p>
            <a:pPr algn="ctr"/>
            <a:endParaRPr lang="en-GB" sz="2000" dirty="0"/>
          </a:p>
        </p:txBody>
      </p:sp>
      <p:pic>
        <p:nvPicPr>
          <p:cNvPr id="10" name="Picture 2" descr="Tic Tac English: Who is who?">
            <a:extLst>
              <a:ext uri="{FF2B5EF4-FFF2-40B4-BE49-F238E27FC236}">
                <a16:creationId xmlns:a16="http://schemas.microsoft.com/office/drawing/2014/main" id="{01CC533D-EAAD-5E15-5F13-93C1CEECC5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63" b="-8707"/>
          <a:stretch/>
        </p:blipFill>
        <p:spPr bwMode="auto">
          <a:xfrm>
            <a:off x="5260790" y="557680"/>
            <a:ext cx="3221975" cy="1323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27ACE8D-2F96-299F-43F0-8B4354512B5E}"/>
              </a:ext>
            </a:extLst>
          </p:cNvPr>
          <p:cNvSpPr txBox="1"/>
          <p:nvPr/>
        </p:nvSpPr>
        <p:spPr>
          <a:xfrm>
            <a:off x="5602198" y="2935144"/>
            <a:ext cx="2676372" cy="1063347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GB" sz="1400" b="1" dirty="0"/>
              <a:t>COMPARED TO</a:t>
            </a:r>
          </a:p>
          <a:p>
            <a:pPr algn="ctr"/>
            <a:endParaRPr lang="en-GB" sz="1600" b="1" dirty="0"/>
          </a:p>
          <a:p>
            <a:pPr algn="ctr"/>
            <a:endParaRPr lang="en-GB" sz="1600" b="1" dirty="0"/>
          </a:p>
        </p:txBody>
      </p:sp>
      <p:sp>
        <p:nvSpPr>
          <p:cNvPr id="3" name="ZoneTexte 11">
            <a:extLst>
              <a:ext uri="{FF2B5EF4-FFF2-40B4-BE49-F238E27FC236}">
                <a16:creationId xmlns:a16="http://schemas.microsoft.com/office/drawing/2014/main" id="{16147BB6-FEDB-9F50-FB0B-4B2C7697C397}"/>
              </a:ext>
            </a:extLst>
          </p:cNvPr>
          <p:cNvSpPr txBox="1"/>
          <p:nvPr/>
        </p:nvSpPr>
        <p:spPr>
          <a:xfrm>
            <a:off x="4864943" y="5398352"/>
            <a:ext cx="39497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Group 1: </a:t>
            </a:r>
            <a:r>
              <a:rPr lang="en-GB" sz="2000" dirty="0"/>
              <a:t>Happiness ratings after </a:t>
            </a:r>
            <a:r>
              <a:rPr lang="en-GB" sz="2000" b="1" dirty="0"/>
              <a:t>6 months</a:t>
            </a:r>
            <a:r>
              <a:rPr lang="en-GB" sz="2000" dirty="0"/>
              <a:t> of exercise</a:t>
            </a:r>
          </a:p>
          <a:p>
            <a:pPr algn="ctr"/>
            <a:r>
              <a:rPr lang="en-GB" sz="2000" b="1" dirty="0">
                <a:solidFill>
                  <a:srgbClr val="0070C0"/>
                </a:solidFill>
              </a:rPr>
              <a:t>N = 16, Mean = 21</a:t>
            </a:r>
          </a:p>
        </p:txBody>
      </p:sp>
      <p:pic>
        <p:nvPicPr>
          <p:cNvPr id="4" name="Picture 2" descr="Tic Tac English: Who is who?">
            <a:extLst>
              <a:ext uri="{FF2B5EF4-FFF2-40B4-BE49-F238E27FC236}">
                <a16:creationId xmlns:a16="http://schemas.microsoft.com/office/drawing/2014/main" id="{CB96EC51-E524-A7AE-A6A2-360637CEAE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63" b="-8707"/>
          <a:stretch/>
        </p:blipFill>
        <p:spPr bwMode="auto">
          <a:xfrm>
            <a:off x="5329396" y="3998491"/>
            <a:ext cx="3221975" cy="1323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à coins arrondis 31">
            <a:extLst>
              <a:ext uri="{FF2B5EF4-FFF2-40B4-BE49-F238E27FC236}">
                <a16:creationId xmlns:a16="http://schemas.microsoft.com/office/drawing/2014/main" id="{1C4ED1BB-A3D1-3D75-4A07-CEE84BB13B8E}"/>
              </a:ext>
            </a:extLst>
          </p:cNvPr>
          <p:cNvSpPr/>
          <p:nvPr/>
        </p:nvSpPr>
        <p:spPr>
          <a:xfrm>
            <a:off x="665924" y="4122132"/>
            <a:ext cx="3592010" cy="1785104"/>
          </a:xfrm>
          <a:prstGeom prst="roundRect">
            <a:avLst/>
          </a:prstGeom>
          <a:ln>
            <a:solidFill>
              <a:srgbClr val="D2995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2200" b="1" dirty="0">
                <a:solidFill>
                  <a:schemeClr val="tx1"/>
                </a:solidFill>
              </a:rPr>
              <a:t>OR, if one or more assumptions are severely violated…run a </a:t>
            </a:r>
          </a:p>
          <a:p>
            <a:r>
              <a:rPr lang="en-GB" sz="2200" b="1" dirty="0">
                <a:solidFill>
                  <a:srgbClr val="D29956"/>
                </a:solidFill>
              </a:rPr>
              <a:t>Wilcoxon Signed Rank test</a:t>
            </a:r>
          </a:p>
        </p:txBody>
      </p:sp>
      <p:pic>
        <p:nvPicPr>
          <p:cNvPr id="11" name="Picture 2" descr="JASP - Wikipedia">
            <a:extLst>
              <a:ext uri="{FF2B5EF4-FFF2-40B4-BE49-F238E27FC236}">
                <a16:creationId xmlns:a16="http://schemas.microsoft.com/office/drawing/2014/main" id="{35D76ECA-B3AC-27B2-1692-037DACF1B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79" y="5592684"/>
            <a:ext cx="882339" cy="88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9058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 animBg="1"/>
      <p:bldP spid="3" grpId="0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65012C1-B966-488D-D0AA-84F008041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3C14FD-E71C-D8B8-3C9F-2CCA9CD0D77F}"/>
              </a:ext>
            </a:extLst>
          </p:cNvPr>
          <p:cNvSpPr txBox="1"/>
          <p:nvPr/>
        </p:nvSpPr>
        <p:spPr>
          <a:xfrm>
            <a:off x="511988" y="921446"/>
            <a:ext cx="40889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u="sng" dirty="0">
                <a:solidFill>
                  <a:schemeClr val="accent2"/>
                </a:solidFill>
              </a:rPr>
              <a:t>Paired-Samples t-test </a:t>
            </a:r>
            <a:endParaRPr lang="en-GB" sz="2800" b="1" dirty="0">
              <a:solidFill>
                <a:srgbClr val="7030A0"/>
              </a:solidFill>
            </a:endParaRPr>
          </a:p>
        </p:txBody>
      </p:sp>
      <p:sp>
        <p:nvSpPr>
          <p:cNvPr id="3" name="ZoneTexte 19">
            <a:extLst>
              <a:ext uri="{FF2B5EF4-FFF2-40B4-BE49-F238E27FC236}">
                <a16:creationId xmlns:a16="http://schemas.microsoft.com/office/drawing/2014/main" id="{15A6D379-9883-101F-7774-0C05501463F1}"/>
              </a:ext>
            </a:extLst>
          </p:cNvPr>
          <p:cNvSpPr txBox="1"/>
          <p:nvPr/>
        </p:nvSpPr>
        <p:spPr>
          <a:xfrm>
            <a:off x="701558" y="5524660"/>
            <a:ext cx="37936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One row = one participant</a:t>
            </a:r>
          </a:p>
          <a:p>
            <a:r>
              <a:rPr lang="en-GB" sz="2000" dirty="0"/>
              <a:t>Two columns = two levels of IV </a:t>
            </a:r>
          </a:p>
          <a:p>
            <a:r>
              <a:rPr lang="en-GB" sz="2000" dirty="0"/>
              <a:t>(1 month vs 6 months)</a:t>
            </a:r>
          </a:p>
        </p:txBody>
      </p:sp>
      <p:pic>
        <p:nvPicPr>
          <p:cNvPr id="7" name="Picture 2" descr="JASP - Wikipedia">
            <a:extLst>
              <a:ext uri="{FF2B5EF4-FFF2-40B4-BE49-F238E27FC236}">
                <a16:creationId xmlns:a16="http://schemas.microsoft.com/office/drawing/2014/main" id="{5DDB9AA5-88C2-674A-6335-CE86BFC34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0077" y="55722"/>
            <a:ext cx="803869" cy="803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102F72F-715C-4A87-CB0E-D7AF317B7D82}"/>
              </a:ext>
            </a:extLst>
          </p:cNvPr>
          <p:cNvSpPr txBox="1">
            <a:spLocks/>
          </p:cNvSpPr>
          <p:nvPr/>
        </p:nvSpPr>
        <p:spPr>
          <a:xfrm>
            <a:off x="523711" y="0"/>
            <a:ext cx="7812148" cy="56740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Datasets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C3D43D-1CE6-4BD0-A4CC-29B679248D9D}"/>
              </a:ext>
            </a:extLst>
          </p:cNvPr>
          <p:cNvSpPr txBox="1"/>
          <p:nvPr/>
        </p:nvSpPr>
        <p:spPr>
          <a:xfrm>
            <a:off x="4572000" y="893527"/>
            <a:ext cx="4725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u="sng" dirty="0">
                <a:solidFill>
                  <a:schemeClr val="accent2"/>
                </a:solidFill>
              </a:rPr>
              <a:t>Wilcoxon signed rank test</a:t>
            </a:r>
            <a:endParaRPr lang="en-GB" sz="2800" b="1" dirty="0">
              <a:solidFill>
                <a:srgbClr val="7030A0"/>
              </a:solidFill>
            </a:endParaRPr>
          </a:p>
        </p:txBody>
      </p:sp>
      <p:sp>
        <p:nvSpPr>
          <p:cNvPr id="24" name="ZoneTexte 19">
            <a:extLst>
              <a:ext uri="{FF2B5EF4-FFF2-40B4-BE49-F238E27FC236}">
                <a16:creationId xmlns:a16="http://schemas.microsoft.com/office/drawing/2014/main" id="{1F9002D7-0E1E-A91C-D21C-5AA20561EDA8}"/>
              </a:ext>
            </a:extLst>
          </p:cNvPr>
          <p:cNvSpPr txBox="1"/>
          <p:nvPr/>
        </p:nvSpPr>
        <p:spPr>
          <a:xfrm>
            <a:off x="5375491" y="5274934"/>
            <a:ext cx="35885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Same layout as Parametric, except the test will change the raw data to ranks.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D16EE6-ECF2-1F87-7DF2-47B5BF4EA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762" y="1860251"/>
            <a:ext cx="3793646" cy="331037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FDFB67B-42AA-2C6A-3687-3B4DDFEC8AE2}"/>
              </a:ext>
            </a:extLst>
          </p:cNvPr>
          <p:cNvSpPr/>
          <p:nvPr/>
        </p:nvSpPr>
        <p:spPr>
          <a:xfrm>
            <a:off x="1872726" y="1534140"/>
            <a:ext cx="2545682" cy="643622"/>
          </a:xfrm>
          <a:prstGeom prst="rect">
            <a:avLst/>
          </a:prstGeom>
          <a:solidFill>
            <a:srgbClr val="4F81BD">
              <a:alpha val="41176"/>
            </a:srgb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b="1" dirty="0">
                <a:solidFill>
                  <a:schemeClr val="tx1"/>
                </a:solidFill>
              </a:rPr>
              <a:t>IV</a:t>
            </a:r>
          </a:p>
          <a:p>
            <a:pPr algn="ctr"/>
            <a:endParaRPr lang="en-GB" sz="1350" dirty="0"/>
          </a:p>
          <a:p>
            <a:pPr algn="ctr"/>
            <a:endParaRPr lang="en-GB" sz="13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6F058B-31E2-505C-5C14-16CD8113F146}"/>
              </a:ext>
            </a:extLst>
          </p:cNvPr>
          <p:cNvSpPr/>
          <p:nvPr/>
        </p:nvSpPr>
        <p:spPr>
          <a:xfrm>
            <a:off x="1874805" y="2205681"/>
            <a:ext cx="2543603" cy="2926173"/>
          </a:xfrm>
          <a:prstGeom prst="rect">
            <a:avLst/>
          </a:prstGeom>
          <a:solidFill>
            <a:srgbClr val="92D050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DV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28F828-221B-A065-B8AF-866E344ABC30}"/>
              </a:ext>
            </a:extLst>
          </p:cNvPr>
          <p:cNvSpPr/>
          <p:nvPr/>
        </p:nvSpPr>
        <p:spPr>
          <a:xfrm>
            <a:off x="624762" y="2177762"/>
            <a:ext cx="3947238" cy="3261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97738A9-931D-A316-B831-43DBC99525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5491" y="2052353"/>
            <a:ext cx="3133336" cy="292617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C25A880-E470-BED5-EEFF-6B6CB37299B1}"/>
              </a:ext>
            </a:extLst>
          </p:cNvPr>
          <p:cNvSpPr/>
          <p:nvPr/>
        </p:nvSpPr>
        <p:spPr>
          <a:xfrm>
            <a:off x="6142006" y="2052353"/>
            <a:ext cx="2296910" cy="2926173"/>
          </a:xfrm>
          <a:prstGeom prst="rect">
            <a:avLst/>
          </a:prstGeom>
          <a:solidFill>
            <a:srgbClr val="92D050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DV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4" name="ZoneTexte 19">
            <a:extLst>
              <a:ext uri="{FF2B5EF4-FFF2-40B4-BE49-F238E27FC236}">
                <a16:creationId xmlns:a16="http://schemas.microsoft.com/office/drawing/2014/main" id="{32C901BC-4307-3151-7E76-EF273D84A6C4}"/>
              </a:ext>
            </a:extLst>
          </p:cNvPr>
          <p:cNvSpPr txBox="1"/>
          <p:nvPr/>
        </p:nvSpPr>
        <p:spPr>
          <a:xfrm>
            <a:off x="264555" y="567403"/>
            <a:ext cx="7965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/>
              <a:t>I provided two different types of data (1) and (2) in the data sheet to be run with each test…</a:t>
            </a:r>
          </a:p>
        </p:txBody>
      </p:sp>
    </p:spTree>
    <p:extLst>
      <p:ext uri="{BB962C8B-B14F-4D97-AF65-F5344CB8AC3E}">
        <p14:creationId xmlns:p14="http://schemas.microsoft.com/office/powerpoint/2010/main" val="2541136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4" grpId="0"/>
      <p:bldP spid="11" grpId="0" animBg="1"/>
      <p:bldP spid="13" grpId="0" animBg="1"/>
      <p:bldP spid="5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31483-BB28-0E0D-30D6-34A543553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4E6E8144-7AED-F93B-F8A3-88D51497A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D4474948-CF6E-5325-6BD7-E4AEB2A3F1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61212" y="1192059"/>
            <a:ext cx="3639541" cy="5152416"/>
          </a:xfrm>
          <a:noFill/>
        </p:spPr>
        <p:txBody>
          <a:bodyPr>
            <a:noAutofit/>
          </a:bodyPr>
          <a:lstStyle/>
          <a:p>
            <a:endParaRPr lang="en-US" sz="2800" b="1" dirty="0">
              <a:solidFill>
                <a:schemeClr val="tx1"/>
              </a:solidFill>
            </a:endParaRPr>
          </a:p>
          <a:p>
            <a:r>
              <a:rPr lang="en-US" sz="2800" b="1" dirty="0">
                <a:solidFill>
                  <a:schemeClr val="tx1"/>
                </a:solidFill>
              </a:rPr>
              <a:t>3</a:t>
            </a:r>
            <a:r>
              <a:rPr lang="en-US" sz="3000" b="1" dirty="0">
                <a:solidFill>
                  <a:schemeClr val="tx1"/>
                </a:solidFill>
              </a:rPr>
              <a:t>. independent-Samples t-test</a:t>
            </a:r>
          </a:p>
          <a:p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4714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ADFD8C9-D2B6-00D3-AB07-93C4F9932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769AEE-6847-19ED-B5AA-26169CE5B8D6}"/>
              </a:ext>
            </a:extLst>
          </p:cNvPr>
          <p:cNvSpPr txBox="1"/>
          <p:nvPr/>
        </p:nvSpPr>
        <p:spPr>
          <a:xfrm>
            <a:off x="592656" y="316951"/>
            <a:ext cx="53509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u="sng" dirty="0">
                <a:solidFill>
                  <a:srgbClr val="D29956"/>
                </a:solidFill>
              </a:rPr>
              <a:t>Independent-samples t-test</a:t>
            </a:r>
          </a:p>
          <a:p>
            <a:r>
              <a:rPr lang="en-GB" sz="3200" b="1" dirty="0">
                <a:solidFill>
                  <a:srgbClr val="7030A0"/>
                </a:solidFill>
              </a:rPr>
              <a:t>(Parametric)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3B741F-E0D1-8470-0AE2-FCFA5CB67D1B}"/>
              </a:ext>
            </a:extLst>
          </p:cNvPr>
          <p:cNvSpPr txBox="1"/>
          <p:nvPr/>
        </p:nvSpPr>
        <p:spPr>
          <a:xfrm>
            <a:off x="665924" y="1500753"/>
            <a:ext cx="390607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Compare average happiness ratings of </a:t>
            </a:r>
            <a:r>
              <a:rPr lang="en-GB" sz="2200" b="1" dirty="0"/>
              <a:t>Group A </a:t>
            </a:r>
            <a:r>
              <a:rPr lang="en-GB" sz="2200" dirty="0"/>
              <a:t>who completed </a:t>
            </a:r>
            <a:r>
              <a:rPr lang="en-GB" sz="2200" b="1" dirty="0"/>
              <a:t>Aerobic</a:t>
            </a:r>
            <a:r>
              <a:rPr lang="en-GB" sz="2200" dirty="0"/>
              <a:t> exercise with happiness ratings of </a:t>
            </a:r>
            <a:r>
              <a:rPr lang="en-GB" sz="2200" b="1" dirty="0"/>
              <a:t>Group 2</a:t>
            </a:r>
            <a:r>
              <a:rPr lang="en-GB" sz="2200" dirty="0"/>
              <a:t>, who completed </a:t>
            </a:r>
            <a:r>
              <a:rPr lang="en-GB" sz="2200" b="1" dirty="0"/>
              <a:t>Strength</a:t>
            </a:r>
            <a:r>
              <a:rPr lang="en-GB" sz="2200" dirty="0"/>
              <a:t> exercise. </a:t>
            </a:r>
          </a:p>
        </p:txBody>
      </p:sp>
      <p:sp>
        <p:nvSpPr>
          <p:cNvPr id="7" name="ZoneTexte 11">
            <a:extLst>
              <a:ext uri="{FF2B5EF4-FFF2-40B4-BE49-F238E27FC236}">
                <a16:creationId xmlns:a16="http://schemas.microsoft.com/office/drawing/2014/main" id="{83E6300C-C5A5-80A8-5D0B-FA59B0B649C2}"/>
              </a:ext>
            </a:extLst>
          </p:cNvPr>
          <p:cNvSpPr txBox="1"/>
          <p:nvPr/>
        </p:nvSpPr>
        <p:spPr>
          <a:xfrm>
            <a:off x="4914900" y="2181654"/>
            <a:ext cx="40574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Group 1: </a:t>
            </a:r>
            <a:r>
              <a:rPr lang="en-GB" sz="2000" dirty="0"/>
              <a:t>Happiness ratings of those who did </a:t>
            </a:r>
            <a:r>
              <a:rPr lang="en-GB" sz="2000" b="1" dirty="0"/>
              <a:t>Aerobic</a:t>
            </a:r>
            <a:r>
              <a:rPr lang="en-GB" sz="2000" dirty="0"/>
              <a:t> exercise</a:t>
            </a:r>
          </a:p>
          <a:p>
            <a:pPr algn="ctr"/>
            <a:r>
              <a:rPr lang="en-GB" sz="2000" b="1" dirty="0">
                <a:solidFill>
                  <a:srgbClr val="0070C0"/>
                </a:solidFill>
              </a:rPr>
              <a:t>N = 16, Mean = 17</a:t>
            </a:r>
          </a:p>
          <a:p>
            <a:pPr algn="ctr"/>
            <a:endParaRPr lang="en-GB" sz="2000" dirty="0"/>
          </a:p>
        </p:txBody>
      </p:sp>
      <p:pic>
        <p:nvPicPr>
          <p:cNvPr id="10" name="Picture 2" descr="Tic Tac English: Who is who?">
            <a:extLst>
              <a:ext uri="{FF2B5EF4-FFF2-40B4-BE49-F238E27FC236}">
                <a16:creationId xmlns:a16="http://schemas.microsoft.com/office/drawing/2014/main" id="{42344860-5985-2C3F-2EF7-691683885D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63" b="-8707"/>
          <a:stretch/>
        </p:blipFill>
        <p:spPr bwMode="auto">
          <a:xfrm>
            <a:off x="5260790" y="839034"/>
            <a:ext cx="3221975" cy="1323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11">
            <a:extLst>
              <a:ext uri="{FF2B5EF4-FFF2-40B4-BE49-F238E27FC236}">
                <a16:creationId xmlns:a16="http://schemas.microsoft.com/office/drawing/2014/main" id="{0999317B-8C58-F7E4-1D54-9CA2A2382EE7}"/>
              </a:ext>
            </a:extLst>
          </p:cNvPr>
          <p:cNvSpPr txBox="1"/>
          <p:nvPr/>
        </p:nvSpPr>
        <p:spPr>
          <a:xfrm>
            <a:off x="4727884" y="5768300"/>
            <a:ext cx="4209825" cy="101566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Group 2: </a:t>
            </a:r>
            <a:r>
              <a:rPr lang="en-GB" sz="2000" dirty="0"/>
              <a:t>Happiness ratings of those who did </a:t>
            </a:r>
            <a:r>
              <a:rPr lang="en-GB" sz="2000" b="1" dirty="0"/>
              <a:t>Strength</a:t>
            </a:r>
            <a:r>
              <a:rPr lang="en-GB" sz="2000" dirty="0"/>
              <a:t> exercise</a:t>
            </a:r>
          </a:p>
          <a:p>
            <a:pPr algn="ctr"/>
            <a:r>
              <a:rPr lang="en-GB" sz="2000" b="1" dirty="0">
                <a:solidFill>
                  <a:srgbClr val="0070C0"/>
                </a:solidFill>
              </a:rPr>
              <a:t>N = 16, Mean = 23</a:t>
            </a:r>
          </a:p>
        </p:txBody>
      </p:sp>
      <p:pic>
        <p:nvPicPr>
          <p:cNvPr id="9" name="Picture 2" descr="Tic Tac English: Who is who?">
            <a:extLst>
              <a:ext uri="{FF2B5EF4-FFF2-40B4-BE49-F238E27FC236}">
                <a16:creationId xmlns:a16="http://schemas.microsoft.com/office/drawing/2014/main" id="{215D6912-8B0F-2DF9-BE2C-8BCEA27DC4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187521" y="4279845"/>
            <a:ext cx="3290553" cy="1351607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C26223-9499-9B3F-4972-72D3423299F3}"/>
              </a:ext>
            </a:extLst>
          </p:cNvPr>
          <p:cNvSpPr txBox="1"/>
          <p:nvPr/>
        </p:nvSpPr>
        <p:spPr>
          <a:xfrm>
            <a:off x="5494610" y="3148074"/>
            <a:ext cx="2676372" cy="1063347"/>
          </a:xfrm>
          <a:prstGeom prst="downArrow">
            <a:avLst/>
          </a:prstGeom>
          <a:solidFill>
            <a:srgbClr val="FFC000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GB" sz="1400" b="1" dirty="0"/>
              <a:t>COMPARED TO</a:t>
            </a:r>
          </a:p>
          <a:p>
            <a:pPr algn="ctr"/>
            <a:endParaRPr lang="en-GB" sz="1600" b="1" dirty="0"/>
          </a:p>
          <a:p>
            <a:pPr algn="ctr"/>
            <a:endParaRPr lang="en-GB" sz="1600" b="1" dirty="0"/>
          </a:p>
        </p:txBody>
      </p:sp>
      <p:sp>
        <p:nvSpPr>
          <p:cNvPr id="11" name="Rectangle à coins arrondis 31">
            <a:extLst>
              <a:ext uri="{FF2B5EF4-FFF2-40B4-BE49-F238E27FC236}">
                <a16:creationId xmlns:a16="http://schemas.microsoft.com/office/drawing/2014/main" id="{FBF555E2-8BAE-EA59-7276-40C7FB9C8FF7}"/>
              </a:ext>
            </a:extLst>
          </p:cNvPr>
          <p:cNvSpPr/>
          <p:nvPr/>
        </p:nvSpPr>
        <p:spPr>
          <a:xfrm>
            <a:off x="665924" y="4403486"/>
            <a:ext cx="3592010" cy="1785104"/>
          </a:xfrm>
          <a:prstGeom prst="roundRect">
            <a:avLst/>
          </a:prstGeom>
          <a:ln>
            <a:solidFill>
              <a:srgbClr val="D2995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2200" b="1" dirty="0">
                <a:solidFill>
                  <a:schemeClr val="tx1"/>
                </a:solidFill>
              </a:rPr>
              <a:t>OR, if one or more assumptions are severely violated…run a </a:t>
            </a:r>
          </a:p>
          <a:p>
            <a:r>
              <a:rPr lang="en-GB" sz="2200" b="1" dirty="0">
                <a:solidFill>
                  <a:srgbClr val="D29956"/>
                </a:solidFill>
              </a:rPr>
              <a:t>Mann-Whitney U test</a:t>
            </a:r>
          </a:p>
        </p:txBody>
      </p:sp>
      <p:pic>
        <p:nvPicPr>
          <p:cNvPr id="12" name="Picture 2" descr="JASP - Wikipedia">
            <a:extLst>
              <a:ext uri="{FF2B5EF4-FFF2-40B4-BE49-F238E27FC236}">
                <a16:creationId xmlns:a16="http://schemas.microsoft.com/office/drawing/2014/main" id="{59523680-A2C3-605D-7FC3-564E818F6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79" y="5874038"/>
            <a:ext cx="882339" cy="88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0417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 animBg="1"/>
      <p:bldP spid="4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A4BCB78-3702-7014-92A8-17F840A6F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333A17-8F6F-ED7F-93D5-B1EF81661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29" y="1828545"/>
            <a:ext cx="3848637" cy="37724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380F83F-083E-E30B-EC9E-5E3D023B3CD1}"/>
              </a:ext>
            </a:extLst>
          </p:cNvPr>
          <p:cNvSpPr/>
          <p:nvPr/>
        </p:nvSpPr>
        <p:spPr>
          <a:xfrm>
            <a:off x="3042283" y="1498521"/>
            <a:ext cx="1201465" cy="680443"/>
          </a:xfrm>
          <a:prstGeom prst="rect">
            <a:avLst/>
          </a:prstGeom>
          <a:solidFill>
            <a:srgbClr val="92D050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b="1" dirty="0">
                <a:solidFill>
                  <a:schemeClr val="tx1"/>
                </a:solidFill>
              </a:rPr>
              <a:t>DV</a:t>
            </a:r>
          </a:p>
          <a:p>
            <a:pPr algn="ctr"/>
            <a:endParaRPr lang="en-GB" sz="1350" dirty="0"/>
          </a:p>
          <a:p>
            <a:pPr algn="ctr"/>
            <a:endParaRPr lang="en-GB" sz="13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2D688E-764E-6C61-CEA1-A0DBEC306BA8}"/>
              </a:ext>
            </a:extLst>
          </p:cNvPr>
          <p:cNvSpPr/>
          <p:nvPr/>
        </p:nvSpPr>
        <p:spPr>
          <a:xfrm>
            <a:off x="1806946" y="1498521"/>
            <a:ext cx="1201465" cy="660048"/>
          </a:xfrm>
          <a:prstGeom prst="rect">
            <a:avLst/>
          </a:prstGeom>
          <a:solidFill>
            <a:srgbClr val="4F81BD">
              <a:alpha val="41176"/>
            </a:srgb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b="1" dirty="0">
                <a:solidFill>
                  <a:schemeClr val="tx1"/>
                </a:solidFill>
              </a:rPr>
              <a:t>IV</a:t>
            </a:r>
          </a:p>
          <a:p>
            <a:pPr algn="ctr"/>
            <a:endParaRPr lang="en-GB" sz="1350" dirty="0"/>
          </a:p>
          <a:p>
            <a:pPr algn="ctr"/>
            <a:endParaRPr lang="en-GB" sz="13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0F8F2C-D509-5A4B-7C3C-AB966DFBF9AE}"/>
              </a:ext>
            </a:extLst>
          </p:cNvPr>
          <p:cNvSpPr txBox="1"/>
          <p:nvPr/>
        </p:nvSpPr>
        <p:spPr>
          <a:xfrm>
            <a:off x="351429" y="865608"/>
            <a:ext cx="44939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u="sng" dirty="0">
                <a:solidFill>
                  <a:schemeClr val="accent2"/>
                </a:solidFill>
              </a:rPr>
              <a:t>Independent-Samples t-test</a:t>
            </a:r>
            <a:endParaRPr lang="en-GB" sz="2400" b="1" dirty="0">
              <a:solidFill>
                <a:srgbClr val="7030A0"/>
              </a:solidFill>
            </a:endParaRPr>
          </a:p>
        </p:txBody>
      </p:sp>
      <p:sp>
        <p:nvSpPr>
          <p:cNvPr id="3" name="ZoneTexte 19">
            <a:extLst>
              <a:ext uri="{FF2B5EF4-FFF2-40B4-BE49-F238E27FC236}">
                <a16:creationId xmlns:a16="http://schemas.microsoft.com/office/drawing/2014/main" id="{63136095-6355-C10B-F3FC-3517F0FAB3AD}"/>
              </a:ext>
            </a:extLst>
          </p:cNvPr>
          <p:cNvSpPr txBox="1"/>
          <p:nvPr/>
        </p:nvSpPr>
        <p:spPr>
          <a:xfrm>
            <a:off x="511988" y="5656017"/>
            <a:ext cx="48635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One row = one participant</a:t>
            </a:r>
          </a:p>
          <a:p>
            <a:r>
              <a:rPr lang="en-GB" sz="2000" dirty="0"/>
              <a:t>IV column = two levels (Aerobic vs Exercise)</a:t>
            </a:r>
          </a:p>
          <a:p>
            <a:r>
              <a:rPr lang="en-GB" sz="2000" dirty="0"/>
              <a:t>DV column = happiness ratings</a:t>
            </a:r>
          </a:p>
        </p:txBody>
      </p:sp>
      <p:pic>
        <p:nvPicPr>
          <p:cNvPr id="7" name="Picture 2" descr="JASP - Wikipedia">
            <a:extLst>
              <a:ext uri="{FF2B5EF4-FFF2-40B4-BE49-F238E27FC236}">
                <a16:creationId xmlns:a16="http://schemas.microsoft.com/office/drawing/2014/main" id="{7DA4F39F-B100-1FFE-0242-7452C523C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0077" y="55722"/>
            <a:ext cx="803869" cy="803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631FF79-5F98-5AC8-89A3-36DBD30F51A5}"/>
              </a:ext>
            </a:extLst>
          </p:cNvPr>
          <p:cNvSpPr txBox="1">
            <a:spLocks/>
          </p:cNvSpPr>
          <p:nvPr/>
        </p:nvSpPr>
        <p:spPr>
          <a:xfrm>
            <a:off x="558912" y="-25766"/>
            <a:ext cx="7812148" cy="56740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sz="4000" dirty="0"/>
              <a:t>Datasets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B37F58-EE01-80A4-FC59-FC3EE1067C2A}"/>
              </a:ext>
            </a:extLst>
          </p:cNvPr>
          <p:cNvSpPr txBox="1"/>
          <p:nvPr/>
        </p:nvSpPr>
        <p:spPr>
          <a:xfrm>
            <a:off x="5375491" y="893527"/>
            <a:ext cx="3417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u="sng" dirty="0">
                <a:solidFill>
                  <a:schemeClr val="accent2"/>
                </a:solidFill>
              </a:rPr>
              <a:t>Mann-Whitney U test</a:t>
            </a:r>
            <a:endParaRPr lang="en-GB" sz="2800" b="1" dirty="0">
              <a:solidFill>
                <a:srgbClr val="7030A0"/>
              </a:solidFill>
            </a:endParaRPr>
          </a:p>
        </p:txBody>
      </p:sp>
      <p:sp>
        <p:nvSpPr>
          <p:cNvPr id="24" name="ZoneTexte 19">
            <a:extLst>
              <a:ext uri="{FF2B5EF4-FFF2-40B4-BE49-F238E27FC236}">
                <a16:creationId xmlns:a16="http://schemas.microsoft.com/office/drawing/2014/main" id="{B4001C57-36E2-0238-5F62-3BF3496B2C81}"/>
              </a:ext>
            </a:extLst>
          </p:cNvPr>
          <p:cNvSpPr txBox="1"/>
          <p:nvPr/>
        </p:nvSpPr>
        <p:spPr>
          <a:xfrm>
            <a:off x="5740297" y="4282216"/>
            <a:ext cx="32936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Same layout as Parametric, except the test will change the raw data to ranks.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1F1310-A937-C1C1-10DA-0E485CF74439}"/>
              </a:ext>
            </a:extLst>
          </p:cNvPr>
          <p:cNvSpPr/>
          <p:nvPr/>
        </p:nvSpPr>
        <p:spPr>
          <a:xfrm>
            <a:off x="400397" y="2178964"/>
            <a:ext cx="3947238" cy="3261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3127D43-B022-4385-8D8D-DE2045B5AD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4657" y="1627048"/>
            <a:ext cx="2546403" cy="2589667"/>
          </a:xfrm>
          <a:prstGeom prst="rect">
            <a:avLst/>
          </a:prstGeom>
        </p:spPr>
      </p:pic>
      <p:sp>
        <p:nvSpPr>
          <p:cNvPr id="18" name="ZoneTexte 19">
            <a:extLst>
              <a:ext uri="{FF2B5EF4-FFF2-40B4-BE49-F238E27FC236}">
                <a16:creationId xmlns:a16="http://schemas.microsoft.com/office/drawing/2014/main" id="{40859494-4007-D2F9-752E-C589A93B6BBF}"/>
              </a:ext>
            </a:extLst>
          </p:cNvPr>
          <p:cNvSpPr txBox="1"/>
          <p:nvPr/>
        </p:nvSpPr>
        <p:spPr>
          <a:xfrm>
            <a:off x="3714407" y="2845772"/>
            <a:ext cx="1750456" cy="1569660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Aerobic </a:t>
            </a:r>
            <a:r>
              <a:rPr lang="en-GB" sz="1600" dirty="0" err="1"/>
              <a:t>pps</a:t>
            </a:r>
            <a:r>
              <a:rPr lang="en-GB" sz="1600" dirty="0"/>
              <a:t> first (Group 1) then Strength </a:t>
            </a:r>
            <a:r>
              <a:rPr lang="en-GB" sz="1600" dirty="0" err="1"/>
              <a:t>pps</a:t>
            </a:r>
            <a:r>
              <a:rPr lang="en-GB" sz="1600" dirty="0"/>
              <a:t> (Group 2) </a:t>
            </a:r>
            <a:r>
              <a:rPr lang="en-GB" sz="1600" b="1" dirty="0"/>
              <a:t>or</a:t>
            </a:r>
            <a:r>
              <a:rPr lang="en-GB" sz="1600" dirty="0"/>
              <a:t> mixed (depends how its entered)</a:t>
            </a:r>
          </a:p>
        </p:txBody>
      </p:sp>
      <p:sp>
        <p:nvSpPr>
          <p:cNvPr id="8" name="ZoneTexte 19">
            <a:extLst>
              <a:ext uri="{FF2B5EF4-FFF2-40B4-BE49-F238E27FC236}">
                <a16:creationId xmlns:a16="http://schemas.microsoft.com/office/drawing/2014/main" id="{980C2F27-DF98-61FE-78E1-5BE1D499E7F6}"/>
              </a:ext>
            </a:extLst>
          </p:cNvPr>
          <p:cNvSpPr txBox="1"/>
          <p:nvPr/>
        </p:nvSpPr>
        <p:spPr>
          <a:xfrm>
            <a:off x="264555" y="567403"/>
            <a:ext cx="7965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/>
              <a:t>I provided two different types of data (1) and (2) in the data sheet to be run with each test…</a:t>
            </a:r>
          </a:p>
        </p:txBody>
      </p:sp>
    </p:spTree>
    <p:extLst>
      <p:ext uri="{BB962C8B-B14F-4D97-AF65-F5344CB8AC3E}">
        <p14:creationId xmlns:p14="http://schemas.microsoft.com/office/powerpoint/2010/main" val="1105873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0" grpId="0"/>
      <p:bldP spid="24" grpId="0"/>
      <p:bldP spid="5" grpId="0" animBg="1"/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3A7A9-A5A0-7E00-B184-6ACEEBEB9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5753A93D-8949-CD3D-BE8E-EAA035F21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2174399-8FEA-5A03-718F-0B159AEF51D9}"/>
              </a:ext>
            </a:extLst>
          </p:cNvPr>
          <p:cNvSpPr txBox="1">
            <a:spLocks/>
          </p:cNvSpPr>
          <p:nvPr/>
        </p:nvSpPr>
        <p:spPr>
          <a:xfrm>
            <a:off x="5661212" y="1145892"/>
            <a:ext cx="3378616" cy="495010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GB" sz="2800" b="1" dirty="0"/>
              <a:t>ONLINE CONTENT</a:t>
            </a:r>
            <a:endParaRPr lang="en-GB" sz="2800" b="1" dirty="0">
              <a:solidFill>
                <a:srgbClr val="FF0000"/>
              </a:solidFill>
            </a:endParaRPr>
          </a:p>
          <a:p>
            <a:pPr marL="514350" indent="-514350">
              <a:buAutoNum type="arabicParenR"/>
            </a:pPr>
            <a:r>
              <a:rPr lang="en-GB" sz="2800" dirty="0"/>
              <a:t>Catch up on intro to t-tests (Week 4) if you missed it and do the activities!</a:t>
            </a:r>
          </a:p>
          <a:p>
            <a:pPr marL="514350" indent="-514350">
              <a:buFont typeface="Wingdings 3" charset="2"/>
              <a:buAutoNum type="arabicParenR"/>
            </a:pPr>
            <a:r>
              <a:rPr lang="en-GB" sz="2800"/>
              <a:t>Watch the </a:t>
            </a:r>
            <a:r>
              <a:rPr lang="en-GB" sz="2800" b="1" dirty="0"/>
              <a:t>How to Videos</a:t>
            </a:r>
            <a:r>
              <a:rPr lang="en-GB" sz="2800" dirty="0"/>
              <a:t> to run each test. Practice!</a:t>
            </a:r>
          </a:p>
          <a:p>
            <a:pPr marL="514350" indent="-514350">
              <a:buAutoNum type="arabicParenR"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1228500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3.2|4.2|2.3|4.8|8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3.2|4.2|2.3|4.8|8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9379</TotalTime>
  <Words>917</Words>
  <Application>Microsoft Office PowerPoint</Application>
  <PresentationFormat>On-screen Show (4:3)</PresentationFormat>
  <Paragraphs>154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Gill Sans MT</vt:lpstr>
      <vt:lpstr>Wingdings</vt:lpstr>
      <vt:lpstr>Wingdings 3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DEWE, HAYLEY L.</dc:creator>
  <cp:lastModifiedBy>DEWE, HAYLEY L.</cp:lastModifiedBy>
  <cp:revision>1</cp:revision>
  <dcterms:created xsi:type="dcterms:W3CDTF">2023-09-30T21:10:58Z</dcterms:created>
  <dcterms:modified xsi:type="dcterms:W3CDTF">2026-02-11T00:27:12Z</dcterms:modified>
</cp:coreProperties>
</file>