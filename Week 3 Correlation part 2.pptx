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3.xml" ContentType="application/vnd.openxmlformats-officedocument.presentationml.tags+xml"/>
  <Override PartName="/ppt/notesSlides/notesSlide14.xml" ContentType="application/vnd.openxmlformats-officedocument.presentationml.notesSlide+xml"/>
  <Override PartName="/ppt/tags/tag4.xml" ContentType="application/vnd.openxmlformats-officedocument.presentationml.tags+xml"/>
  <Override PartName="/ppt/notesSlides/notesSlide15.xml" ContentType="application/vnd.openxmlformats-officedocument.presentationml.notesSlide+xml"/>
  <Override PartName="/ppt/tags/tag5.xml" ContentType="application/vnd.openxmlformats-officedocument.presentationml.tags+xml"/>
  <Override PartName="/ppt/notesSlides/notesSlide16.xml" ContentType="application/vnd.openxmlformats-officedocument.presentationml.notesSlide+xml"/>
  <Override PartName="/ppt/tags/tag6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7.xml" ContentType="application/vnd.openxmlformats-officedocument.presentationml.tags+xml"/>
  <Override PartName="/ppt/notesSlides/notesSlide19.xml" ContentType="application/vnd.openxmlformats-officedocument.presentationml.notesSlide+xml"/>
  <Override PartName="/ppt/tags/tag8.xml" ContentType="application/vnd.openxmlformats-officedocument.presentationml.tags+xml"/>
  <Override PartName="/ppt/notesSlides/notesSlide20.xml" ContentType="application/vnd.openxmlformats-officedocument.presentationml.notesSlide+xml"/>
  <Override PartName="/ppt/tags/tag9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notesMasterIdLst>
    <p:notesMasterId r:id="rId24"/>
  </p:notesMasterIdLst>
  <p:sldIdLst>
    <p:sldId id="256" r:id="rId2"/>
    <p:sldId id="335" r:id="rId3"/>
    <p:sldId id="887" r:id="rId4"/>
    <p:sldId id="288" r:id="rId5"/>
    <p:sldId id="1479" r:id="rId6"/>
    <p:sldId id="1480" r:id="rId7"/>
    <p:sldId id="1481" r:id="rId8"/>
    <p:sldId id="1478" r:id="rId9"/>
    <p:sldId id="1474" r:id="rId10"/>
    <p:sldId id="1476" r:id="rId11"/>
    <p:sldId id="1482" r:id="rId12"/>
    <p:sldId id="1475" r:id="rId13"/>
    <p:sldId id="1477" r:id="rId14"/>
    <p:sldId id="1483" r:id="rId15"/>
    <p:sldId id="1484" r:id="rId16"/>
    <p:sldId id="1485" r:id="rId17"/>
    <p:sldId id="1486" r:id="rId18"/>
    <p:sldId id="916" r:id="rId19"/>
    <p:sldId id="1050" r:id="rId20"/>
    <p:sldId id="1490" r:id="rId21"/>
    <p:sldId id="1463" r:id="rId22"/>
    <p:sldId id="149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3E06"/>
    <a:srgbClr val="FF5353"/>
    <a:srgbClr val="D29956"/>
    <a:srgbClr val="1477B4"/>
    <a:srgbClr val="FFB3B3"/>
    <a:srgbClr val="FFF2CC"/>
    <a:srgbClr val="91D59C"/>
    <a:srgbClr val="3E8853"/>
    <a:srgbClr val="1D6295"/>
    <a:srgbClr val="E3C0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C2A237-6615-4569-B7D3-B67EA449535E}" v="8574" dt="2026-01-28T15:14:09.737"/>
    <p1510:client id="{43E99CDA-4594-4A1B-8634-F61321C06D48}" v="50" dt="2026-01-28T16:27:09.2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35" autoAdjust="0"/>
    <p:restoredTop sz="89104" autoAdjust="0"/>
  </p:normalViewPr>
  <p:slideViewPr>
    <p:cSldViewPr snapToGrid="0">
      <p:cViewPr varScale="1">
        <p:scale>
          <a:sx n="91" d="100"/>
          <a:sy n="91" d="100"/>
        </p:scale>
        <p:origin x="378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WE, HAYLEY L." userId="5cada80b-0f7b-49a5-96b2-656b100ca6c6" providerId="ADAL" clId="{632DF7FE-9916-4FAF-8457-3521400FFCEA}"/>
    <pc:docChg chg="undo redo custSel addSld delSld modSld sldOrd">
      <pc:chgData name="DEWE, HAYLEY L." userId="5cada80b-0f7b-49a5-96b2-656b100ca6c6" providerId="ADAL" clId="{632DF7FE-9916-4FAF-8457-3521400FFCEA}" dt="2026-01-28T16:27:09.251" v="152832" actId="404"/>
      <pc:docMkLst>
        <pc:docMk/>
      </pc:docMkLst>
      <pc:sldChg chg="delSp modSp mod">
        <pc:chgData name="DEWE, HAYLEY L." userId="5cada80b-0f7b-49a5-96b2-656b100ca6c6" providerId="ADAL" clId="{632DF7FE-9916-4FAF-8457-3521400FFCEA}" dt="2026-01-28T15:17:52.942" v="152775" actId="20577"/>
        <pc:sldMkLst>
          <pc:docMk/>
          <pc:sldMk cId="621895312" sldId="256"/>
        </pc:sldMkLst>
        <pc:spChg chg="del">
          <ac:chgData name="DEWE, HAYLEY L." userId="5cada80b-0f7b-49a5-96b2-656b100ca6c6" providerId="ADAL" clId="{632DF7FE-9916-4FAF-8457-3521400FFCEA}" dt="2026-01-28T15:17:20.371" v="152765" actId="478"/>
          <ac:spMkLst>
            <pc:docMk/>
            <pc:sldMk cId="621895312" sldId="256"/>
            <ac:spMk id="2" creationId="{64542607-0AE5-82BA-68ED-B915945C201B}"/>
          </ac:spMkLst>
        </pc:spChg>
        <pc:spChg chg="mod">
          <ac:chgData name="DEWE, HAYLEY L." userId="5cada80b-0f7b-49a5-96b2-656b100ca6c6" providerId="ADAL" clId="{632DF7FE-9916-4FAF-8457-3521400FFCEA}" dt="2026-01-28T15:17:52.942" v="152775" actId="20577"/>
          <ac:spMkLst>
            <pc:docMk/>
            <pc:sldMk cId="621895312" sldId="256"/>
            <ac:spMk id="4" creationId="{2011C802-73B3-2DD2-A025-1492767780BF}"/>
          </ac:spMkLst>
        </pc:spChg>
      </pc:sldChg>
      <pc:sldChg chg="modSp mod">
        <pc:chgData name="DEWE, HAYLEY L." userId="5cada80b-0f7b-49a5-96b2-656b100ca6c6" providerId="ADAL" clId="{632DF7FE-9916-4FAF-8457-3521400FFCEA}" dt="2026-01-25T14:40:42.820" v="142607" actId="20577"/>
        <pc:sldMkLst>
          <pc:docMk/>
          <pc:sldMk cId="1073770607" sldId="288"/>
        </pc:sldMkLst>
        <pc:spChg chg="mod">
          <ac:chgData name="DEWE, HAYLEY L." userId="5cada80b-0f7b-49a5-96b2-656b100ca6c6" providerId="ADAL" clId="{632DF7FE-9916-4FAF-8457-3521400FFCEA}" dt="2026-01-25T14:40:42.820" v="142607" actId="20577"/>
          <ac:spMkLst>
            <pc:docMk/>
            <pc:sldMk cId="1073770607" sldId="288"/>
            <ac:spMk id="4" creationId="{2011C802-73B3-2DD2-A025-1492767780BF}"/>
          </ac:spMkLst>
        </pc:spChg>
      </pc:sldChg>
      <pc:sldChg chg="modSp mod modAnim">
        <pc:chgData name="DEWE, HAYLEY L." userId="5cada80b-0f7b-49a5-96b2-656b100ca6c6" providerId="ADAL" clId="{632DF7FE-9916-4FAF-8457-3521400FFCEA}" dt="2026-01-28T13:39:21.229" v="147812"/>
        <pc:sldMkLst>
          <pc:docMk/>
          <pc:sldMk cId="338365097" sldId="335"/>
        </pc:sldMkLst>
        <pc:spChg chg="mod">
          <ac:chgData name="DEWE, HAYLEY L." userId="5cada80b-0f7b-49a5-96b2-656b100ca6c6" providerId="ADAL" clId="{632DF7FE-9916-4FAF-8457-3521400FFCEA}" dt="2026-01-22T02:41:39.004" v="137386" actId="20577"/>
          <ac:spMkLst>
            <pc:docMk/>
            <pc:sldMk cId="338365097" sldId="335"/>
            <ac:spMk id="6" creationId="{20A6FCE1-807F-78AF-7A22-954415E2EDD2}"/>
          </ac:spMkLst>
        </pc:spChg>
      </pc:sldChg>
      <pc:sldChg chg="modSp del mod modAnim">
        <pc:chgData name="DEWE, HAYLEY L." userId="5cada80b-0f7b-49a5-96b2-656b100ca6c6" providerId="ADAL" clId="{632DF7FE-9916-4FAF-8457-3521400FFCEA}" dt="2026-01-28T15:18:04.920" v="152776" actId="47"/>
        <pc:sldMkLst>
          <pc:docMk/>
          <pc:sldMk cId="2993719332" sldId="397"/>
        </pc:sldMkLst>
        <pc:spChg chg="mod">
          <ac:chgData name="DEWE, HAYLEY L." userId="5cada80b-0f7b-49a5-96b2-656b100ca6c6" providerId="ADAL" clId="{632DF7FE-9916-4FAF-8457-3521400FFCEA}" dt="2026-01-28T13:39:06.917" v="147807" actId="20577"/>
          <ac:spMkLst>
            <pc:docMk/>
            <pc:sldMk cId="2993719332" sldId="397"/>
            <ac:spMk id="6" creationId="{AA7DA80F-64D5-246B-6BB0-B05A9698EA09}"/>
          </ac:spMkLst>
        </pc:spChg>
      </pc:sldChg>
      <pc:sldChg chg="addSp delSp modSp add del mod addAnim delAnim modAnim modNotesTx">
        <pc:chgData name="DEWE, HAYLEY L." userId="5cada80b-0f7b-49a5-96b2-656b100ca6c6" providerId="ADAL" clId="{632DF7FE-9916-4FAF-8457-3521400FFCEA}" dt="2026-01-28T15:10:06.863" v="152500" actId="47"/>
        <pc:sldMkLst>
          <pc:docMk/>
          <pc:sldMk cId="3400893078" sldId="679"/>
        </pc:sldMkLst>
      </pc:sldChg>
      <pc:sldChg chg="addSp delSp modSp add del mod setBg">
        <pc:chgData name="DEWE, HAYLEY L." userId="5cada80b-0f7b-49a5-96b2-656b100ca6c6" providerId="ADAL" clId="{632DF7FE-9916-4FAF-8457-3521400FFCEA}" dt="2026-01-28T15:18:06.084" v="152777" actId="47"/>
        <pc:sldMkLst>
          <pc:docMk/>
          <pc:sldMk cId="0" sldId="812"/>
        </pc:sldMkLst>
        <pc:spChg chg="add del">
          <ac:chgData name="DEWE, HAYLEY L." userId="5cada80b-0f7b-49a5-96b2-656b100ca6c6" providerId="ADAL" clId="{632DF7FE-9916-4FAF-8457-3521400FFCEA}" dt="2026-01-28T13:36:10.162" v="147690" actId="478"/>
          <ac:spMkLst>
            <pc:docMk/>
            <pc:sldMk cId="0" sldId="812"/>
            <ac:spMk id="10" creationId="{54BCB5F4-40E5-CEC7-085E-5C92DAFBB53F}"/>
          </ac:spMkLst>
        </pc:spChg>
        <pc:picChg chg="mod">
          <ac:chgData name="DEWE, HAYLEY L." userId="5cada80b-0f7b-49a5-96b2-656b100ca6c6" providerId="ADAL" clId="{632DF7FE-9916-4FAF-8457-3521400FFCEA}" dt="2026-01-28T13:36:12.166" v="147692" actId="1076"/>
          <ac:picMkLst>
            <pc:docMk/>
            <pc:sldMk cId="0" sldId="812"/>
            <ac:picMk id="3" creationId="{551F5B9C-BE0C-F228-3253-BD2455FDE2DD}"/>
          </ac:picMkLst>
        </pc:picChg>
        <pc:picChg chg="add del">
          <ac:chgData name="DEWE, HAYLEY L." userId="5cada80b-0f7b-49a5-96b2-656b100ca6c6" providerId="ADAL" clId="{632DF7FE-9916-4FAF-8457-3521400FFCEA}" dt="2026-01-28T13:36:08.354" v="147685" actId="478"/>
          <ac:picMkLst>
            <pc:docMk/>
            <pc:sldMk cId="0" sldId="812"/>
            <ac:picMk id="8" creationId="{381BC76B-57A2-720D-4D8E-06C9EABCD4B6}"/>
          </ac:picMkLst>
        </pc:picChg>
        <pc:picChg chg="mod">
          <ac:chgData name="DEWE, HAYLEY L." userId="5cada80b-0f7b-49a5-96b2-656b100ca6c6" providerId="ADAL" clId="{632DF7FE-9916-4FAF-8457-3521400FFCEA}" dt="2026-01-28T13:36:11.081" v="147691" actId="1076"/>
          <ac:picMkLst>
            <pc:docMk/>
            <pc:sldMk cId="0" sldId="812"/>
            <ac:picMk id="9" creationId="{BE3F21F8-07C5-3CC6-4CEC-40FC839C2483}"/>
          </ac:picMkLst>
        </pc:picChg>
      </pc:sldChg>
      <pc:sldChg chg="modSp mod modNotesTx">
        <pc:chgData name="DEWE, HAYLEY L." userId="5cada80b-0f7b-49a5-96b2-656b100ca6c6" providerId="ADAL" clId="{632DF7FE-9916-4FAF-8457-3521400FFCEA}" dt="2026-01-28T15:26:38.167" v="152779" actId="20577"/>
        <pc:sldMkLst>
          <pc:docMk/>
          <pc:sldMk cId="711076235" sldId="887"/>
        </pc:sldMkLst>
        <pc:spChg chg="mod">
          <ac:chgData name="DEWE, HAYLEY L." userId="5cada80b-0f7b-49a5-96b2-656b100ca6c6" providerId="ADAL" clId="{632DF7FE-9916-4FAF-8457-3521400FFCEA}" dt="2026-01-28T15:26:38.167" v="152779" actId="20577"/>
          <ac:spMkLst>
            <pc:docMk/>
            <pc:sldMk cId="711076235" sldId="887"/>
            <ac:spMk id="9" creationId="{8B8676F2-4335-7184-8F2C-C2727F9C78E9}"/>
          </ac:spMkLst>
        </pc:spChg>
      </pc:sldChg>
      <pc:sldChg chg="addSp delSp modSp add mod addAnim delAnim modAnim modNotesTx">
        <pc:chgData name="DEWE, HAYLEY L." userId="5cada80b-0f7b-49a5-96b2-656b100ca6c6" providerId="ADAL" clId="{632DF7FE-9916-4FAF-8457-3521400FFCEA}" dt="2026-01-28T15:27:14.425" v="152782" actId="20577"/>
        <pc:sldMkLst>
          <pc:docMk/>
          <pc:sldMk cId="3446251199" sldId="916"/>
        </pc:sldMkLst>
        <pc:spChg chg="add mod">
          <ac:chgData name="DEWE, HAYLEY L." userId="5cada80b-0f7b-49a5-96b2-656b100ca6c6" providerId="ADAL" clId="{632DF7FE-9916-4FAF-8457-3521400FFCEA}" dt="2026-01-28T13:53:16.055" v="148332" actId="6549"/>
          <ac:spMkLst>
            <pc:docMk/>
            <pc:sldMk cId="3446251199" sldId="916"/>
            <ac:spMk id="4" creationId="{73AF5E55-1321-CBE4-327E-E9E08E6566AC}"/>
          </ac:spMkLst>
        </pc:spChg>
        <pc:spChg chg="mod">
          <ac:chgData name="DEWE, HAYLEY L." userId="5cada80b-0f7b-49a5-96b2-656b100ca6c6" providerId="ADAL" clId="{632DF7FE-9916-4FAF-8457-3521400FFCEA}" dt="2026-01-28T13:50:28.592" v="148244" actId="207"/>
          <ac:spMkLst>
            <pc:docMk/>
            <pc:sldMk cId="3446251199" sldId="916"/>
            <ac:spMk id="5" creationId="{FF946B30-58CF-B5F1-1A2D-950FC5A4C826}"/>
          </ac:spMkLst>
        </pc:spChg>
        <pc:spChg chg="mod">
          <ac:chgData name="DEWE, HAYLEY L." userId="5cada80b-0f7b-49a5-96b2-656b100ca6c6" providerId="ADAL" clId="{632DF7FE-9916-4FAF-8457-3521400FFCEA}" dt="2026-01-28T13:54:54.733" v="148370" actId="20577"/>
          <ac:spMkLst>
            <pc:docMk/>
            <pc:sldMk cId="3446251199" sldId="916"/>
            <ac:spMk id="7" creationId="{F74BB6D5-BD20-3A08-49C3-664A18B36B4F}"/>
          </ac:spMkLst>
        </pc:spChg>
        <pc:spChg chg="mod">
          <ac:chgData name="DEWE, HAYLEY L." userId="5cada80b-0f7b-49a5-96b2-656b100ca6c6" providerId="ADAL" clId="{632DF7FE-9916-4FAF-8457-3521400FFCEA}" dt="2026-01-28T13:52:53.901" v="148318" actId="1076"/>
          <ac:spMkLst>
            <pc:docMk/>
            <pc:sldMk cId="3446251199" sldId="916"/>
            <ac:spMk id="17" creationId="{00000000-0000-0000-0000-000000000000}"/>
          </ac:spMkLst>
        </pc:spChg>
        <pc:spChg chg="mod">
          <ac:chgData name="DEWE, HAYLEY L." userId="5cada80b-0f7b-49a5-96b2-656b100ca6c6" providerId="ADAL" clId="{632DF7FE-9916-4FAF-8457-3521400FFCEA}" dt="2026-01-28T13:52:46.646" v="148315" actId="14100"/>
          <ac:spMkLst>
            <pc:docMk/>
            <pc:sldMk cId="3446251199" sldId="916"/>
            <ac:spMk id="18" creationId="{00000000-0000-0000-0000-000000000000}"/>
          </ac:spMkLst>
        </pc:spChg>
        <pc:spChg chg="mod">
          <ac:chgData name="DEWE, HAYLEY L." userId="5cada80b-0f7b-49a5-96b2-656b100ca6c6" providerId="ADAL" clId="{632DF7FE-9916-4FAF-8457-3521400FFCEA}" dt="2026-01-28T13:53:28.458" v="148335" actId="20577"/>
          <ac:spMkLst>
            <pc:docMk/>
            <pc:sldMk cId="3446251199" sldId="916"/>
            <ac:spMk id="21" creationId="{00000000-0000-0000-0000-000000000000}"/>
          </ac:spMkLst>
        </pc:spChg>
        <pc:spChg chg="mod">
          <ac:chgData name="DEWE, HAYLEY L." userId="5cada80b-0f7b-49a5-96b2-656b100ca6c6" providerId="ADAL" clId="{632DF7FE-9916-4FAF-8457-3521400FFCEA}" dt="2026-01-28T13:53:43.294" v="148345" actId="6549"/>
          <ac:spMkLst>
            <pc:docMk/>
            <pc:sldMk cId="3446251199" sldId="916"/>
            <ac:spMk id="22" creationId="{00000000-0000-0000-0000-000000000000}"/>
          </ac:spMkLst>
        </pc:spChg>
        <pc:spChg chg="mod">
          <ac:chgData name="DEWE, HAYLEY L." userId="5cada80b-0f7b-49a5-96b2-656b100ca6c6" providerId="ADAL" clId="{632DF7FE-9916-4FAF-8457-3521400FFCEA}" dt="2026-01-25T16:53:51.501" v="147421" actId="1076"/>
          <ac:spMkLst>
            <pc:docMk/>
            <pc:sldMk cId="3446251199" sldId="916"/>
            <ac:spMk id="23" creationId="{00000000-0000-0000-0000-000000000000}"/>
          </ac:spMkLst>
        </pc:spChg>
        <pc:spChg chg="mod">
          <ac:chgData name="DEWE, HAYLEY L." userId="5cada80b-0f7b-49a5-96b2-656b100ca6c6" providerId="ADAL" clId="{632DF7FE-9916-4FAF-8457-3521400FFCEA}" dt="2026-01-25T16:53:55.772" v="147422" actId="14100"/>
          <ac:spMkLst>
            <pc:docMk/>
            <pc:sldMk cId="3446251199" sldId="916"/>
            <ac:spMk id="24" creationId="{00000000-0000-0000-0000-000000000000}"/>
          </ac:spMkLst>
        </pc:spChg>
        <pc:spChg chg="mod">
          <ac:chgData name="DEWE, HAYLEY L." userId="5cada80b-0f7b-49a5-96b2-656b100ca6c6" providerId="ADAL" clId="{632DF7FE-9916-4FAF-8457-3521400FFCEA}" dt="2026-01-25T16:53:58.329" v="147423" actId="14100"/>
          <ac:spMkLst>
            <pc:docMk/>
            <pc:sldMk cId="3446251199" sldId="916"/>
            <ac:spMk id="25" creationId="{00000000-0000-0000-0000-000000000000}"/>
          </ac:spMkLst>
        </pc:spChg>
        <pc:spChg chg="mod">
          <ac:chgData name="DEWE, HAYLEY L." userId="5cada80b-0f7b-49a5-96b2-656b100ca6c6" providerId="ADAL" clId="{632DF7FE-9916-4FAF-8457-3521400FFCEA}" dt="2026-01-25T16:54:02.023" v="147424" actId="14100"/>
          <ac:spMkLst>
            <pc:docMk/>
            <pc:sldMk cId="3446251199" sldId="916"/>
            <ac:spMk id="26" creationId="{00000000-0000-0000-0000-000000000000}"/>
          </ac:spMkLst>
        </pc:spChg>
        <pc:spChg chg="mod">
          <ac:chgData name="DEWE, HAYLEY L." userId="5cada80b-0f7b-49a5-96b2-656b100ca6c6" providerId="ADAL" clId="{632DF7FE-9916-4FAF-8457-3521400FFCEA}" dt="2026-01-25T16:54:04.110" v="147425" actId="14100"/>
          <ac:spMkLst>
            <pc:docMk/>
            <pc:sldMk cId="3446251199" sldId="916"/>
            <ac:spMk id="27" creationId="{00000000-0000-0000-0000-000000000000}"/>
          </ac:spMkLst>
        </pc:spChg>
      </pc:sldChg>
      <pc:sldChg chg="addSp delSp modSp add del mod modAnim modNotesTx">
        <pc:chgData name="DEWE, HAYLEY L." userId="5cada80b-0f7b-49a5-96b2-656b100ca6c6" providerId="ADAL" clId="{632DF7FE-9916-4FAF-8457-3521400FFCEA}" dt="2026-01-28T15:10:08.580" v="152508" actId="47"/>
        <pc:sldMkLst>
          <pc:docMk/>
          <pc:sldMk cId="1646050800" sldId="1041"/>
        </pc:sldMkLst>
      </pc:sldChg>
      <pc:sldChg chg="addSp delSp modSp add mod delAnim modAnim">
        <pc:chgData name="DEWE, HAYLEY L." userId="5cada80b-0f7b-49a5-96b2-656b100ca6c6" providerId="ADAL" clId="{632DF7FE-9916-4FAF-8457-3521400FFCEA}" dt="2026-01-28T15:10:22.374" v="152511" actId="478"/>
        <pc:sldMkLst>
          <pc:docMk/>
          <pc:sldMk cId="1579701415" sldId="1050"/>
        </pc:sldMkLst>
        <pc:spChg chg="mod">
          <ac:chgData name="DEWE, HAYLEY L." userId="5cada80b-0f7b-49a5-96b2-656b100ca6c6" providerId="ADAL" clId="{632DF7FE-9916-4FAF-8457-3521400FFCEA}" dt="2026-01-28T14:29:35.637" v="148865" actId="1076"/>
          <ac:spMkLst>
            <pc:docMk/>
            <pc:sldMk cId="1579701415" sldId="1050"/>
            <ac:spMk id="2" creationId="{7645AA91-C61C-EB78-4547-411177150EE8}"/>
          </ac:spMkLst>
        </pc:spChg>
        <pc:spChg chg="add del mod">
          <ac:chgData name="DEWE, HAYLEY L." userId="5cada80b-0f7b-49a5-96b2-656b100ca6c6" providerId="ADAL" clId="{632DF7FE-9916-4FAF-8457-3521400FFCEA}" dt="2026-01-28T14:32:27.949" v="149364" actId="478"/>
          <ac:spMkLst>
            <pc:docMk/>
            <pc:sldMk cId="1579701415" sldId="1050"/>
            <ac:spMk id="3" creationId="{5F377EF6-D8E9-7FF9-B6FB-F240B7053284}"/>
          </ac:spMkLst>
        </pc:spChg>
        <pc:spChg chg="add del mod">
          <ac:chgData name="DEWE, HAYLEY L." userId="5cada80b-0f7b-49a5-96b2-656b100ca6c6" providerId="ADAL" clId="{632DF7FE-9916-4FAF-8457-3521400FFCEA}" dt="2026-01-28T15:10:22.374" v="152511" actId="478"/>
          <ac:spMkLst>
            <pc:docMk/>
            <pc:sldMk cId="1579701415" sldId="1050"/>
            <ac:spMk id="5" creationId="{17D325F8-6ACF-73C9-5CBF-732CF3FB48D2}"/>
          </ac:spMkLst>
        </pc:spChg>
        <pc:spChg chg="mod">
          <ac:chgData name="DEWE, HAYLEY L." userId="5cada80b-0f7b-49a5-96b2-656b100ca6c6" providerId="ADAL" clId="{632DF7FE-9916-4FAF-8457-3521400FFCEA}" dt="2026-01-28T14:31:50.255" v="149360" actId="6549"/>
          <ac:spMkLst>
            <pc:docMk/>
            <pc:sldMk cId="1579701415" sldId="1050"/>
            <ac:spMk id="9" creationId="{8B8676F2-4335-7184-8F2C-C2727F9C78E9}"/>
          </ac:spMkLst>
        </pc:spChg>
        <pc:cxnChg chg="add del mod">
          <ac:chgData name="DEWE, HAYLEY L." userId="5cada80b-0f7b-49a5-96b2-656b100ca6c6" providerId="ADAL" clId="{632DF7FE-9916-4FAF-8457-3521400FFCEA}" dt="2026-01-28T14:32:29.001" v="149365" actId="478"/>
          <ac:cxnSpMkLst>
            <pc:docMk/>
            <pc:sldMk cId="1579701415" sldId="1050"/>
            <ac:cxnSpMk id="4" creationId="{546F35D1-583D-AC28-9EA6-1A398D73546E}"/>
          </ac:cxnSpMkLst>
        </pc:cxnChg>
      </pc:sldChg>
      <pc:sldChg chg="addSp delSp modSp add del mod modAnim">
        <pc:chgData name="DEWE, HAYLEY L." userId="5cada80b-0f7b-49a5-96b2-656b100ca6c6" providerId="ADAL" clId="{632DF7FE-9916-4FAF-8457-3521400FFCEA}" dt="2026-01-28T15:10:05.886" v="152499" actId="47"/>
        <pc:sldMkLst>
          <pc:docMk/>
          <pc:sldMk cId="3120971718" sldId="1071"/>
        </pc:sldMkLst>
      </pc:sldChg>
      <pc:sldChg chg="addSp delSp modSp add del mod ord modAnim">
        <pc:chgData name="DEWE, HAYLEY L." userId="5cada80b-0f7b-49a5-96b2-656b100ca6c6" providerId="ADAL" clId="{632DF7FE-9916-4FAF-8457-3521400FFCEA}" dt="2026-01-28T15:10:05.617" v="152498" actId="47"/>
        <pc:sldMkLst>
          <pc:docMk/>
          <pc:sldMk cId="2592860872" sldId="1462"/>
        </pc:sldMkLst>
      </pc:sldChg>
      <pc:sldChg chg="addSp delSp modSp add del mod delAnim modAnim">
        <pc:chgData name="DEWE, HAYLEY L." userId="5cada80b-0f7b-49a5-96b2-656b100ca6c6" providerId="ADAL" clId="{632DF7FE-9916-4FAF-8457-3521400FFCEA}" dt="2026-01-28T15:10:10.863" v="152510" actId="47"/>
        <pc:sldMkLst>
          <pc:docMk/>
          <pc:sldMk cId="3458783064" sldId="1463"/>
        </pc:sldMkLst>
        <pc:spChg chg="add del mod">
          <ac:chgData name="DEWE, HAYLEY L." userId="5cada80b-0f7b-49a5-96b2-656b100ca6c6" providerId="ADAL" clId="{632DF7FE-9916-4FAF-8457-3521400FFCEA}" dt="2026-01-28T14:43:42.307" v="150224" actId="478"/>
          <ac:spMkLst>
            <pc:docMk/>
            <pc:sldMk cId="3458783064" sldId="1463"/>
            <ac:spMk id="2" creationId="{11F1C8AB-2DFB-6102-425F-7C67059CF857}"/>
          </ac:spMkLst>
        </pc:spChg>
        <pc:spChg chg="mod">
          <ac:chgData name="DEWE, HAYLEY L." userId="5cada80b-0f7b-49a5-96b2-656b100ca6c6" providerId="ADAL" clId="{632DF7FE-9916-4FAF-8457-3521400FFCEA}" dt="2026-01-28T15:10:02.050" v="152497" actId="114"/>
          <ac:spMkLst>
            <pc:docMk/>
            <pc:sldMk cId="3458783064" sldId="1463"/>
            <ac:spMk id="3" creationId="{198ECA30-D927-1CC5-4302-5DBF805DFA1C}"/>
          </ac:spMkLst>
        </pc:spChg>
        <pc:spChg chg="mod">
          <ac:chgData name="DEWE, HAYLEY L." userId="5cada80b-0f7b-49a5-96b2-656b100ca6c6" providerId="ADAL" clId="{632DF7FE-9916-4FAF-8457-3521400FFCEA}" dt="2026-01-28T14:49:52.440" v="151614" actId="20577"/>
          <ac:spMkLst>
            <pc:docMk/>
            <pc:sldMk cId="3458783064" sldId="1463"/>
            <ac:spMk id="9" creationId="{F6BCDF54-50DD-728C-9DE3-E13BC1D8179D}"/>
          </ac:spMkLst>
        </pc:spChg>
      </pc:sldChg>
      <pc:sldChg chg="addSp delSp modSp add del mod addAnim delAnim modAnim modNotesTx">
        <pc:chgData name="DEWE, HAYLEY L." userId="5cada80b-0f7b-49a5-96b2-656b100ca6c6" providerId="ADAL" clId="{632DF7FE-9916-4FAF-8457-3521400FFCEA}" dt="2026-01-28T15:10:07.225" v="152501" actId="47"/>
        <pc:sldMkLst>
          <pc:docMk/>
          <pc:sldMk cId="4166861619" sldId="1465"/>
        </pc:sldMkLst>
      </pc:sldChg>
      <pc:sldChg chg="addSp delSp modSp add del mod ord modAnim modNotesTx">
        <pc:chgData name="DEWE, HAYLEY L." userId="5cada80b-0f7b-49a5-96b2-656b100ca6c6" providerId="ADAL" clId="{632DF7FE-9916-4FAF-8457-3521400FFCEA}" dt="2026-01-28T15:10:07.803" v="152505" actId="47"/>
        <pc:sldMkLst>
          <pc:docMk/>
          <pc:sldMk cId="2731388366" sldId="1466"/>
        </pc:sldMkLst>
      </pc:sldChg>
      <pc:sldChg chg="addSp delSp modSp add del mod ord addAnim delAnim modAnim modNotesTx">
        <pc:chgData name="DEWE, HAYLEY L." userId="5cada80b-0f7b-49a5-96b2-656b100ca6c6" providerId="ADAL" clId="{632DF7FE-9916-4FAF-8457-3521400FFCEA}" dt="2026-01-28T15:10:07.946" v="152506" actId="47"/>
        <pc:sldMkLst>
          <pc:docMk/>
          <pc:sldMk cId="3295820121" sldId="1468"/>
        </pc:sldMkLst>
      </pc:sldChg>
      <pc:sldChg chg="addSp delSp modSp add del mod ord addAnim delAnim modAnim modNotesTx">
        <pc:chgData name="DEWE, HAYLEY L." userId="5cada80b-0f7b-49a5-96b2-656b100ca6c6" providerId="ADAL" clId="{632DF7FE-9916-4FAF-8457-3521400FFCEA}" dt="2026-01-28T15:10:07.713" v="152504" actId="47"/>
        <pc:sldMkLst>
          <pc:docMk/>
          <pc:sldMk cId="1707670261" sldId="1469"/>
        </pc:sldMkLst>
      </pc:sldChg>
      <pc:sldChg chg="addSp delSp modSp add del mod ord addAnim delAnim modAnim modNotesTx">
        <pc:chgData name="DEWE, HAYLEY L." userId="5cada80b-0f7b-49a5-96b2-656b100ca6c6" providerId="ADAL" clId="{632DF7FE-9916-4FAF-8457-3521400FFCEA}" dt="2026-01-28T15:10:07.523" v="152503" actId="47"/>
        <pc:sldMkLst>
          <pc:docMk/>
          <pc:sldMk cId="2433178063" sldId="1470"/>
        </pc:sldMkLst>
      </pc:sldChg>
      <pc:sldChg chg="addSp delSp modSp add del mod ord addAnim delAnim modAnim modNotesTx">
        <pc:chgData name="DEWE, HAYLEY L." userId="5cada80b-0f7b-49a5-96b2-656b100ca6c6" providerId="ADAL" clId="{632DF7FE-9916-4FAF-8457-3521400FFCEA}" dt="2026-01-28T15:10:07.372" v="152502" actId="47"/>
        <pc:sldMkLst>
          <pc:docMk/>
          <pc:sldMk cId="1777518728" sldId="1471"/>
        </pc:sldMkLst>
      </pc:sldChg>
      <pc:sldChg chg="modSp add del mod">
        <pc:chgData name="DEWE, HAYLEY L." userId="5cada80b-0f7b-49a5-96b2-656b100ca6c6" providerId="ADAL" clId="{632DF7FE-9916-4FAF-8457-3521400FFCEA}" dt="2026-01-28T15:10:08.129" v="152507" actId="47"/>
        <pc:sldMkLst>
          <pc:docMk/>
          <pc:sldMk cId="3122850025" sldId="1472"/>
        </pc:sldMkLst>
      </pc:sldChg>
      <pc:sldChg chg="addSp delSp modSp new mod modAnim modNotesTx">
        <pc:chgData name="DEWE, HAYLEY L." userId="5cada80b-0f7b-49a5-96b2-656b100ca6c6" providerId="ADAL" clId="{632DF7FE-9916-4FAF-8457-3521400FFCEA}" dt="2026-01-28T15:26:56.522" v="152780" actId="20577"/>
        <pc:sldMkLst>
          <pc:docMk/>
          <pc:sldMk cId="1349386860" sldId="1474"/>
        </pc:sldMkLst>
        <pc:spChg chg="mod">
          <ac:chgData name="DEWE, HAYLEY L." userId="5cada80b-0f7b-49a5-96b2-656b100ca6c6" providerId="ADAL" clId="{632DF7FE-9916-4FAF-8457-3521400FFCEA}" dt="2026-01-25T14:16:28.465" v="141065" actId="207"/>
          <ac:spMkLst>
            <pc:docMk/>
            <pc:sldMk cId="1349386860" sldId="1474"/>
            <ac:spMk id="2" creationId="{82F259AC-24EB-FB39-E6BF-7012FEF18BD9}"/>
          </ac:spMkLst>
        </pc:spChg>
        <pc:spChg chg="mod">
          <ac:chgData name="DEWE, HAYLEY L." userId="5cada80b-0f7b-49a5-96b2-656b100ca6c6" providerId="ADAL" clId="{632DF7FE-9916-4FAF-8457-3521400FFCEA}" dt="2026-01-25T13:56:15.796" v="140564" actId="20577"/>
          <ac:spMkLst>
            <pc:docMk/>
            <pc:sldMk cId="1349386860" sldId="1474"/>
            <ac:spMk id="4" creationId="{1488DC38-D0C8-85FE-E155-DC0A44F661BB}"/>
          </ac:spMkLst>
        </pc:spChg>
        <pc:spChg chg="mod">
          <ac:chgData name="DEWE, HAYLEY L." userId="5cada80b-0f7b-49a5-96b2-656b100ca6c6" providerId="ADAL" clId="{632DF7FE-9916-4FAF-8457-3521400FFCEA}" dt="2026-01-25T15:28:47.636" v="143551" actId="20577"/>
          <ac:spMkLst>
            <pc:docMk/>
            <pc:sldMk cId="1349386860" sldId="1474"/>
            <ac:spMk id="6" creationId="{0DADDE80-B7BF-16AF-EB7B-022A71590922}"/>
          </ac:spMkLst>
        </pc:spChg>
        <pc:spChg chg="add mod">
          <ac:chgData name="DEWE, HAYLEY L." userId="5cada80b-0f7b-49a5-96b2-656b100ca6c6" providerId="ADAL" clId="{632DF7FE-9916-4FAF-8457-3521400FFCEA}" dt="2026-01-25T12:21:03.299" v="140171" actId="1076"/>
          <ac:spMkLst>
            <pc:docMk/>
            <pc:sldMk cId="1349386860" sldId="1474"/>
            <ac:spMk id="9" creationId="{22B2A927-31C5-3C61-ED21-94E79929E194}"/>
          </ac:spMkLst>
        </pc:spChg>
        <pc:spChg chg="add mod">
          <ac:chgData name="DEWE, HAYLEY L." userId="5cada80b-0f7b-49a5-96b2-656b100ca6c6" providerId="ADAL" clId="{632DF7FE-9916-4FAF-8457-3521400FFCEA}" dt="2026-01-25T12:21:03.299" v="140171" actId="1076"/>
          <ac:spMkLst>
            <pc:docMk/>
            <pc:sldMk cId="1349386860" sldId="1474"/>
            <ac:spMk id="12" creationId="{13C3FCC3-ABEF-3206-18A5-C98656B82AE0}"/>
          </ac:spMkLst>
        </pc:spChg>
      </pc:sldChg>
      <pc:sldChg chg="addSp delSp modSp add mod delAnim modAnim modNotesTx">
        <pc:chgData name="DEWE, HAYLEY L." userId="5cada80b-0f7b-49a5-96b2-656b100ca6c6" providerId="ADAL" clId="{632DF7FE-9916-4FAF-8457-3521400FFCEA}" dt="2026-01-28T13:47:58.457" v="148092" actId="20577"/>
        <pc:sldMkLst>
          <pc:docMk/>
          <pc:sldMk cId="188964948" sldId="1475"/>
        </pc:sldMkLst>
        <pc:spChg chg="mod">
          <ac:chgData name="DEWE, HAYLEY L." userId="5cada80b-0f7b-49a5-96b2-656b100ca6c6" providerId="ADAL" clId="{632DF7FE-9916-4FAF-8457-3521400FFCEA}" dt="2026-01-25T14:16:24.054" v="141064" actId="207"/>
          <ac:spMkLst>
            <pc:docMk/>
            <pc:sldMk cId="188964948" sldId="1475"/>
            <ac:spMk id="2" creationId="{5EBC5178-636E-ABD7-EB45-FE24DEB86525}"/>
          </ac:spMkLst>
        </pc:spChg>
        <pc:spChg chg="mod">
          <ac:chgData name="DEWE, HAYLEY L." userId="5cada80b-0f7b-49a5-96b2-656b100ca6c6" providerId="ADAL" clId="{632DF7FE-9916-4FAF-8457-3521400FFCEA}" dt="2026-01-28T13:47:58.457" v="148092" actId="20577"/>
          <ac:spMkLst>
            <pc:docMk/>
            <pc:sldMk cId="188964948" sldId="1475"/>
            <ac:spMk id="4" creationId="{727F65A2-4B14-DF3B-00D7-1B38C1E57D63}"/>
          </ac:spMkLst>
        </pc:spChg>
        <pc:spChg chg="add mod">
          <ac:chgData name="DEWE, HAYLEY L." userId="5cada80b-0f7b-49a5-96b2-656b100ca6c6" providerId="ADAL" clId="{632DF7FE-9916-4FAF-8457-3521400FFCEA}" dt="2026-01-25T15:42:16.732" v="144608" actId="1076"/>
          <ac:spMkLst>
            <pc:docMk/>
            <pc:sldMk cId="188964948" sldId="1475"/>
            <ac:spMk id="10" creationId="{73F688F3-69BC-6D9A-01CC-EF4AFF157E1B}"/>
          </ac:spMkLst>
        </pc:spChg>
        <pc:spChg chg="add mod">
          <ac:chgData name="DEWE, HAYLEY L." userId="5cada80b-0f7b-49a5-96b2-656b100ca6c6" providerId="ADAL" clId="{632DF7FE-9916-4FAF-8457-3521400FFCEA}" dt="2026-01-25T15:42:34.294" v="144614" actId="1076"/>
          <ac:spMkLst>
            <pc:docMk/>
            <pc:sldMk cId="188964948" sldId="1475"/>
            <ac:spMk id="19" creationId="{63344442-1099-2B7F-130F-21BD95B1C3C0}"/>
          </ac:spMkLst>
        </pc:spChg>
        <pc:spChg chg="add mod">
          <ac:chgData name="DEWE, HAYLEY L." userId="5cada80b-0f7b-49a5-96b2-656b100ca6c6" providerId="ADAL" clId="{632DF7FE-9916-4FAF-8457-3521400FFCEA}" dt="2026-01-25T15:42:19.238" v="144609" actId="1076"/>
          <ac:spMkLst>
            <pc:docMk/>
            <pc:sldMk cId="188964948" sldId="1475"/>
            <ac:spMk id="37" creationId="{D545ADC8-E53B-0052-7FDB-9B1B8840277C}"/>
          </ac:spMkLst>
        </pc:spChg>
        <pc:spChg chg="add mod">
          <ac:chgData name="DEWE, HAYLEY L." userId="5cada80b-0f7b-49a5-96b2-656b100ca6c6" providerId="ADAL" clId="{632DF7FE-9916-4FAF-8457-3521400FFCEA}" dt="2026-01-25T15:42:16.732" v="144608" actId="1076"/>
          <ac:spMkLst>
            <pc:docMk/>
            <pc:sldMk cId="188964948" sldId="1475"/>
            <ac:spMk id="38" creationId="{200BC226-4EAA-D1F5-8758-4A1137C7DC24}"/>
          </ac:spMkLst>
        </pc:spChg>
        <pc:spChg chg="add mod">
          <ac:chgData name="DEWE, HAYLEY L." userId="5cada80b-0f7b-49a5-96b2-656b100ca6c6" providerId="ADAL" clId="{632DF7FE-9916-4FAF-8457-3521400FFCEA}" dt="2026-01-25T15:58:48.423" v="144672" actId="1076"/>
          <ac:spMkLst>
            <pc:docMk/>
            <pc:sldMk cId="188964948" sldId="1475"/>
            <ac:spMk id="43" creationId="{7C7323BB-0639-78EC-CE59-D62747095BBF}"/>
          </ac:spMkLst>
        </pc:spChg>
        <pc:picChg chg="add mod ord">
          <ac:chgData name="DEWE, HAYLEY L." userId="5cada80b-0f7b-49a5-96b2-656b100ca6c6" providerId="ADAL" clId="{632DF7FE-9916-4FAF-8457-3521400FFCEA}" dt="2026-01-25T15:58:42.009" v="144671" actId="1076"/>
          <ac:picMkLst>
            <pc:docMk/>
            <pc:sldMk cId="188964948" sldId="1475"/>
            <ac:picMk id="32" creationId="{C30C8356-1ACF-4C63-CECF-8773379F61FB}"/>
          </ac:picMkLst>
        </pc:picChg>
        <pc:picChg chg="add mod">
          <ac:chgData name="DEWE, HAYLEY L." userId="5cada80b-0f7b-49a5-96b2-656b100ca6c6" providerId="ADAL" clId="{632DF7FE-9916-4FAF-8457-3521400FFCEA}" dt="2026-01-25T15:39:30.069" v="144406" actId="1076"/>
          <ac:picMkLst>
            <pc:docMk/>
            <pc:sldMk cId="188964948" sldId="1475"/>
            <ac:picMk id="34" creationId="{8039BEC2-01DC-F69A-E4D7-A5D7D932AFC4}"/>
          </ac:picMkLst>
        </pc:picChg>
        <pc:picChg chg="add mod">
          <ac:chgData name="DEWE, HAYLEY L." userId="5cada80b-0f7b-49a5-96b2-656b100ca6c6" providerId="ADAL" clId="{632DF7FE-9916-4FAF-8457-3521400FFCEA}" dt="2026-01-25T15:42:16.732" v="144608" actId="1076"/>
          <ac:picMkLst>
            <pc:docMk/>
            <pc:sldMk cId="188964948" sldId="1475"/>
            <ac:picMk id="36" creationId="{A1163AFA-E65E-50F7-11AA-2AE9772B208E}"/>
          </ac:picMkLst>
        </pc:picChg>
        <pc:cxnChg chg="add mod">
          <ac:chgData name="DEWE, HAYLEY L." userId="5cada80b-0f7b-49a5-96b2-656b100ca6c6" providerId="ADAL" clId="{632DF7FE-9916-4FAF-8457-3521400FFCEA}" dt="2026-01-25T15:42:25.209" v="144612" actId="14100"/>
          <ac:cxnSpMkLst>
            <pc:docMk/>
            <pc:sldMk cId="188964948" sldId="1475"/>
            <ac:cxnSpMk id="39" creationId="{DF328CA6-6FAA-F06C-67A6-03DDE19BEB34}"/>
          </ac:cxnSpMkLst>
        </pc:cxnChg>
      </pc:sldChg>
      <pc:sldChg chg="addSp modSp add mod ord modAnim">
        <pc:chgData name="DEWE, HAYLEY L." userId="5cada80b-0f7b-49a5-96b2-656b100ca6c6" providerId="ADAL" clId="{632DF7FE-9916-4FAF-8457-3521400FFCEA}" dt="2026-01-28T13:45:03.894" v="147871"/>
        <pc:sldMkLst>
          <pc:docMk/>
          <pc:sldMk cId="2750890945" sldId="1476"/>
        </pc:sldMkLst>
        <pc:spChg chg="mod">
          <ac:chgData name="DEWE, HAYLEY L." userId="5cada80b-0f7b-49a5-96b2-656b100ca6c6" providerId="ADAL" clId="{632DF7FE-9916-4FAF-8457-3521400FFCEA}" dt="2026-01-25T14:25:48.208" v="141685" actId="20577"/>
          <ac:spMkLst>
            <pc:docMk/>
            <pc:sldMk cId="2750890945" sldId="1476"/>
            <ac:spMk id="8" creationId="{4F9FD8B2-524A-CAE3-FECA-DC73068A0C20}"/>
          </ac:spMkLst>
        </pc:spChg>
      </pc:sldChg>
      <pc:sldChg chg="modSp add mod">
        <pc:chgData name="DEWE, HAYLEY L." userId="5cada80b-0f7b-49a5-96b2-656b100ca6c6" providerId="ADAL" clId="{632DF7FE-9916-4FAF-8457-3521400FFCEA}" dt="2026-01-28T13:48:31.504" v="148101" actId="20577"/>
        <pc:sldMkLst>
          <pc:docMk/>
          <pc:sldMk cId="3838262675" sldId="1477"/>
        </pc:sldMkLst>
        <pc:spChg chg="mod">
          <ac:chgData name="DEWE, HAYLEY L." userId="5cada80b-0f7b-49a5-96b2-656b100ca6c6" providerId="ADAL" clId="{632DF7FE-9916-4FAF-8457-3521400FFCEA}" dt="2026-01-28T13:48:31.504" v="148101" actId="20577"/>
          <ac:spMkLst>
            <pc:docMk/>
            <pc:sldMk cId="3838262675" sldId="1477"/>
            <ac:spMk id="4" creationId="{FE766FF8-4723-9429-40AA-303D2D59A6C6}"/>
          </ac:spMkLst>
        </pc:spChg>
      </pc:sldChg>
      <pc:sldChg chg="modSp add mod">
        <pc:chgData name="DEWE, HAYLEY L." userId="5cada80b-0f7b-49a5-96b2-656b100ca6c6" providerId="ADAL" clId="{632DF7FE-9916-4FAF-8457-3521400FFCEA}" dt="2026-01-28T13:48:23.912" v="148096" actId="20577"/>
        <pc:sldMkLst>
          <pc:docMk/>
          <pc:sldMk cId="2192279102" sldId="1478"/>
        </pc:sldMkLst>
        <pc:spChg chg="mod">
          <ac:chgData name="DEWE, HAYLEY L." userId="5cada80b-0f7b-49a5-96b2-656b100ca6c6" providerId="ADAL" clId="{632DF7FE-9916-4FAF-8457-3521400FFCEA}" dt="2026-01-28T13:48:23.912" v="148096" actId="20577"/>
          <ac:spMkLst>
            <pc:docMk/>
            <pc:sldMk cId="2192279102" sldId="1478"/>
            <ac:spMk id="4" creationId="{0564B736-73EB-7061-9659-F624ABFFAA58}"/>
          </ac:spMkLst>
        </pc:spChg>
      </pc:sldChg>
      <pc:sldChg chg="addSp delSp modSp add mod delAnim modAnim">
        <pc:chgData name="DEWE, HAYLEY L." userId="5cada80b-0f7b-49a5-96b2-656b100ca6c6" providerId="ADAL" clId="{632DF7FE-9916-4FAF-8457-3521400FFCEA}" dt="2026-01-25T15:25:25.447" v="143424" actId="1076"/>
        <pc:sldMkLst>
          <pc:docMk/>
          <pc:sldMk cId="2888986362" sldId="1479"/>
        </pc:sldMkLst>
        <pc:spChg chg="mod">
          <ac:chgData name="DEWE, HAYLEY L." userId="5cada80b-0f7b-49a5-96b2-656b100ca6c6" providerId="ADAL" clId="{632DF7FE-9916-4FAF-8457-3521400FFCEA}" dt="2026-01-25T14:42:54.616" v="142659" actId="1582"/>
          <ac:spMkLst>
            <pc:docMk/>
            <pc:sldMk cId="2888986362" sldId="1479"/>
            <ac:spMk id="15" creationId="{9C81322D-EAFF-10D9-FEED-6616D103AF99}"/>
          </ac:spMkLst>
        </pc:spChg>
        <pc:spChg chg="mod">
          <ac:chgData name="DEWE, HAYLEY L." userId="5cada80b-0f7b-49a5-96b2-656b100ca6c6" providerId="ADAL" clId="{632DF7FE-9916-4FAF-8457-3521400FFCEA}" dt="2026-01-25T15:25:14.172" v="143420" actId="1076"/>
          <ac:spMkLst>
            <pc:docMk/>
            <pc:sldMk cId="2888986362" sldId="1479"/>
            <ac:spMk id="16" creationId="{C71840E3-FDC7-5D1A-0A32-6D671EC984EB}"/>
          </ac:spMkLst>
        </pc:spChg>
        <pc:spChg chg="add mod">
          <ac:chgData name="DEWE, HAYLEY L." userId="5cada80b-0f7b-49a5-96b2-656b100ca6c6" providerId="ADAL" clId="{632DF7FE-9916-4FAF-8457-3521400FFCEA}" dt="2026-01-25T15:25:25.447" v="143424" actId="1076"/>
          <ac:spMkLst>
            <pc:docMk/>
            <pc:sldMk cId="2888986362" sldId="1479"/>
            <ac:spMk id="17" creationId="{96FADE0D-186D-9AA8-C28B-61D9FC5AD449}"/>
          </ac:spMkLst>
        </pc:spChg>
        <pc:picChg chg="add mod modCrop">
          <ac:chgData name="DEWE, HAYLEY L." userId="5cada80b-0f7b-49a5-96b2-656b100ca6c6" providerId="ADAL" clId="{632DF7FE-9916-4FAF-8457-3521400FFCEA}" dt="2026-01-25T14:42:41.517" v="142655" actId="1076"/>
          <ac:picMkLst>
            <pc:docMk/>
            <pc:sldMk cId="2888986362" sldId="1479"/>
            <ac:picMk id="4" creationId="{48F37FE5-1514-011E-B12A-66CEF0F0E5C2}"/>
          </ac:picMkLst>
        </pc:picChg>
        <pc:cxnChg chg="mod">
          <ac:chgData name="DEWE, HAYLEY L." userId="5cada80b-0f7b-49a5-96b2-656b100ca6c6" providerId="ADAL" clId="{632DF7FE-9916-4FAF-8457-3521400FFCEA}" dt="2026-01-25T14:43:45.442" v="142750" actId="14100"/>
          <ac:cxnSpMkLst>
            <pc:docMk/>
            <pc:sldMk cId="2888986362" sldId="1479"/>
            <ac:cxnSpMk id="7" creationId="{94EEA334-3FA8-BFC9-3D6A-682E5CE66D15}"/>
          </ac:cxnSpMkLst>
        </pc:cxnChg>
        <pc:cxnChg chg="add mod">
          <ac:chgData name="DEWE, HAYLEY L." userId="5cada80b-0f7b-49a5-96b2-656b100ca6c6" providerId="ADAL" clId="{632DF7FE-9916-4FAF-8457-3521400FFCEA}" dt="2026-01-25T14:44:10.024" v="142810" actId="14100"/>
          <ac:cxnSpMkLst>
            <pc:docMk/>
            <pc:sldMk cId="2888986362" sldId="1479"/>
            <ac:cxnSpMk id="18" creationId="{FACF3F48-DC43-D143-1B4C-2063EDECC062}"/>
          </ac:cxnSpMkLst>
        </pc:cxnChg>
      </pc:sldChg>
      <pc:sldChg chg="modSp add mod modAnim">
        <pc:chgData name="DEWE, HAYLEY L." userId="5cada80b-0f7b-49a5-96b2-656b100ca6c6" providerId="ADAL" clId="{632DF7FE-9916-4FAF-8457-3521400FFCEA}" dt="2026-01-28T13:40:34.013" v="147855"/>
        <pc:sldMkLst>
          <pc:docMk/>
          <pc:sldMk cId="232013493" sldId="1480"/>
        </pc:sldMkLst>
        <pc:spChg chg="mod">
          <ac:chgData name="DEWE, HAYLEY L." userId="5cada80b-0f7b-49a5-96b2-656b100ca6c6" providerId="ADAL" clId="{632DF7FE-9916-4FAF-8457-3521400FFCEA}" dt="2026-01-25T15:00:11.170" v="142859" actId="1076"/>
          <ac:spMkLst>
            <pc:docMk/>
            <pc:sldMk cId="232013493" sldId="1480"/>
            <ac:spMk id="8" creationId="{015303AB-5B20-EAB1-518D-8120A30AC1A4}"/>
          </ac:spMkLst>
        </pc:spChg>
        <pc:spChg chg="mod">
          <ac:chgData name="DEWE, HAYLEY L." userId="5cada80b-0f7b-49a5-96b2-656b100ca6c6" providerId="ADAL" clId="{632DF7FE-9916-4FAF-8457-3521400FFCEA}" dt="2026-01-28T13:40:26.338" v="147852" actId="1076"/>
          <ac:spMkLst>
            <pc:docMk/>
            <pc:sldMk cId="232013493" sldId="1480"/>
            <ac:spMk id="12" creationId="{81182B57-E937-0FAD-7E4B-1F25ECB0B859}"/>
          </ac:spMkLst>
        </pc:spChg>
        <pc:spChg chg="mod">
          <ac:chgData name="DEWE, HAYLEY L." userId="5cada80b-0f7b-49a5-96b2-656b100ca6c6" providerId="ADAL" clId="{632DF7FE-9916-4FAF-8457-3521400FFCEA}" dt="2026-01-25T14:45:04.348" v="142833" actId="1582"/>
          <ac:spMkLst>
            <pc:docMk/>
            <pc:sldMk cId="232013493" sldId="1480"/>
            <ac:spMk id="15" creationId="{284682D6-4754-8A74-C35F-9D734C0633E2}"/>
          </ac:spMkLst>
        </pc:spChg>
        <pc:spChg chg="mod">
          <ac:chgData name="DEWE, HAYLEY L." userId="5cada80b-0f7b-49a5-96b2-656b100ca6c6" providerId="ADAL" clId="{632DF7FE-9916-4FAF-8457-3521400FFCEA}" dt="2026-01-25T15:24:57.682" v="143416" actId="1076"/>
          <ac:spMkLst>
            <pc:docMk/>
            <pc:sldMk cId="232013493" sldId="1480"/>
            <ac:spMk id="16" creationId="{8643B4AE-7EA4-9E9F-6BE7-07405C5A8482}"/>
          </ac:spMkLst>
        </pc:spChg>
        <pc:cxnChg chg="mod">
          <ac:chgData name="DEWE, HAYLEY L." userId="5cada80b-0f7b-49a5-96b2-656b100ca6c6" providerId="ADAL" clId="{632DF7FE-9916-4FAF-8457-3521400FFCEA}" dt="2026-01-25T15:00:13.362" v="142860" actId="14100"/>
          <ac:cxnSpMkLst>
            <pc:docMk/>
            <pc:sldMk cId="232013493" sldId="1480"/>
            <ac:cxnSpMk id="14" creationId="{76D8092F-1120-F1C6-D3A8-C1A3E2227BD3}"/>
          </ac:cxnSpMkLst>
        </pc:cxnChg>
      </pc:sldChg>
      <pc:sldChg chg="addSp delSp modSp add mod modAnim">
        <pc:chgData name="DEWE, HAYLEY L." userId="5cada80b-0f7b-49a5-96b2-656b100ca6c6" providerId="ADAL" clId="{632DF7FE-9916-4FAF-8457-3521400FFCEA}" dt="2026-01-28T13:41:07.936" v="147864"/>
        <pc:sldMkLst>
          <pc:docMk/>
          <pc:sldMk cId="2773489282" sldId="1481"/>
        </pc:sldMkLst>
        <pc:spChg chg="mod">
          <ac:chgData name="DEWE, HAYLEY L." userId="5cada80b-0f7b-49a5-96b2-656b100ca6c6" providerId="ADAL" clId="{632DF7FE-9916-4FAF-8457-3521400FFCEA}" dt="2026-01-25T15:00:01.814" v="142857" actId="14100"/>
          <ac:spMkLst>
            <pc:docMk/>
            <pc:sldMk cId="2773489282" sldId="1481"/>
            <ac:spMk id="8" creationId="{67BDF5E4-61C5-ACD6-2450-0176B6986FFB}"/>
          </ac:spMkLst>
        </pc:spChg>
        <pc:spChg chg="mod">
          <ac:chgData name="DEWE, HAYLEY L." userId="5cada80b-0f7b-49a5-96b2-656b100ca6c6" providerId="ADAL" clId="{632DF7FE-9916-4FAF-8457-3521400FFCEA}" dt="2026-01-28T13:40:54.551" v="147861" actId="20577"/>
          <ac:spMkLst>
            <pc:docMk/>
            <pc:sldMk cId="2773489282" sldId="1481"/>
            <ac:spMk id="12" creationId="{6AE86DC7-679D-5DBD-988B-FC1193415438}"/>
          </ac:spMkLst>
        </pc:spChg>
        <pc:picChg chg="mod">
          <ac:chgData name="DEWE, HAYLEY L." userId="5cada80b-0f7b-49a5-96b2-656b100ca6c6" providerId="ADAL" clId="{632DF7FE-9916-4FAF-8457-3521400FFCEA}" dt="2026-01-25T14:59:57.187" v="142855" actId="1076"/>
          <ac:picMkLst>
            <pc:docMk/>
            <pc:sldMk cId="2773489282" sldId="1481"/>
            <ac:picMk id="6" creationId="{2099BC57-8B3B-25FF-BC02-62CEBE806851}"/>
          </ac:picMkLst>
        </pc:picChg>
        <pc:cxnChg chg="mod">
          <ac:chgData name="DEWE, HAYLEY L." userId="5cada80b-0f7b-49a5-96b2-656b100ca6c6" providerId="ADAL" clId="{632DF7FE-9916-4FAF-8457-3521400FFCEA}" dt="2026-01-25T15:20:59.096" v="142861" actId="14100"/>
          <ac:cxnSpMkLst>
            <pc:docMk/>
            <pc:sldMk cId="2773489282" sldId="1481"/>
            <ac:cxnSpMk id="14" creationId="{B975F52F-9239-0B53-020C-D0BE9CD17E61}"/>
          </ac:cxnSpMkLst>
        </pc:cxnChg>
      </pc:sldChg>
      <pc:sldChg chg="addSp delSp modSp add mod delAnim modAnim">
        <pc:chgData name="DEWE, HAYLEY L." userId="5cada80b-0f7b-49a5-96b2-656b100ca6c6" providerId="ADAL" clId="{632DF7FE-9916-4FAF-8457-3521400FFCEA}" dt="2026-01-28T13:45:58.528" v="147875"/>
        <pc:sldMkLst>
          <pc:docMk/>
          <pc:sldMk cId="3184124859" sldId="1482"/>
        </pc:sldMkLst>
        <pc:spChg chg="add mod">
          <ac:chgData name="DEWE, HAYLEY L." userId="5cada80b-0f7b-49a5-96b2-656b100ca6c6" providerId="ADAL" clId="{632DF7FE-9916-4FAF-8457-3521400FFCEA}" dt="2026-01-25T15:27:58.662" v="143491" actId="1076"/>
          <ac:spMkLst>
            <pc:docMk/>
            <pc:sldMk cId="3184124859" sldId="1482"/>
            <ac:spMk id="3" creationId="{267AABC7-57EE-FFED-B9DA-88DD2D6327DB}"/>
          </ac:spMkLst>
        </pc:spChg>
        <pc:spChg chg="mod">
          <ac:chgData name="DEWE, HAYLEY L." userId="5cada80b-0f7b-49a5-96b2-656b100ca6c6" providerId="ADAL" clId="{632DF7FE-9916-4FAF-8457-3521400FFCEA}" dt="2026-01-25T15:36:35.010" v="143863" actId="20577"/>
          <ac:spMkLst>
            <pc:docMk/>
            <pc:sldMk cId="3184124859" sldId="1482"/>
            <ac:spMk id="4" creationId="{680446F8-C7AE-C49B-75B9-F9772B02208A}"/>
          </ac:spMkLst>
        </pc:spChg>
        <pc:spChg chg="mod">
          <ac:chgData name="DEWE, HAYLEY L." userId="5cada80b-0f7b-49a5-96b2-656b100ca6c6" providerId="ADAL" clId="{632DF7FE-9916-4FAF-8457-3521400FFCEA}" dt="2026-01-25T15:40:15.841" v="144413" actId="1076"/>
          <ac:spMkLst>
            <pc:docMk/>
            <pc:sldMk cId="3184124859" sldId="1482"/>
            <ac:spMk id="8" creationId="{9158A318-9E4E-BE66-915E-046505AAE66C}"/>
          </ac:spMkLst>
        </pc:spChg>
        <pc:spChg chg="mod">
          <ac:chgData name="DEWE, HAYLEY L." userId="5cada80b-0f7b-49a5-96b2-656b100ca6c6" providerId="ADAL" clId="{632DF7FE-9916-4FAF-8457-3521400FFCEA}" dt="2026-01-25T15:29:35.315" v="143579" actId="1076"/>
          <ac:spMkLst>
            <pc:docMk/>
            <pc:sldMk cId="3184124859" sldId="1482"/>
            <ac:spMk id="10" creationId="{C336BFB1-9ADD-4CBD-90DF-C5F9F6FD9653}"/>
          </ac:spMkLst>
        </pc:spChg>
        <pc:spChg chg="mod">
          <ac:chgData name="DEWE, HAYLEY L." userId="5cada80b-0f7b-49a5-96b2-656b100ca6c6" providerId="ADAL" clId="{632DF7FE-9916-4FAF-8457-3521400FFCEA}" dt="2026-01-25T15:29:31.001" v="143578" actId="1076"/>
          <ac:spMkLst>
            <pc:docMk/>
            <pc:sldMk cId="3184124859" sldId="1482"/>
            <ac:spMk id="11" creationId="{676B2960-39C8-448C-4A73-30DFE47813C7}"/>
          </ac:spMkLst>
        </pc:spChg>
        <pc:picChg chg="add mod ord">
          <ac:chgData name="DEWE, HAYLEY L." userId="5cada80b-0f7b-49a5-96b2-656b100ca6c6" providerId="ADAL" clId="{632DF7FE-9916-4FAF-8457-3521400FFCEA}" dt="2026-01-25T15:29:26.330" v="143576" actId="167"/>
          <ac:picMkLst>
            <pc:docMk/>
            <pc:sldMk cId="3184124859" sldId="1482"/>
            <ac:picMk id="6" creationId="{BF7F2EC1-2AEC-E1ED-A0D1-204FF0EAA496}"/>
          </ac:picMkLst>
        </pc:picChg>
      </pc:sldChg>
      <pc:sldChg chg="modSp add mod ord">
        <pc:chgData name="DEWE, HAYLEY L." userId="5cada80b-0f7b-49a5-96b2-656b100ca6c6" providerId="ADAL" clId="{632DF7FE-9916-4FAF-8457-3521400FFCEA}" dt="2026-01-28T13:48:37.373" v="148102" actId="20577"/>
        <pc:sldMkLst>
          <pc:docMk/>
          <pc:sldMk cId="2837563050" sldId="1483"/>
        </pc:sldMkLst>
        <pc:spChg chg="mod">
          <ac:chgData name="DEWE, HAYLEY L." userId="5cada80b-0f7b-49a5-96b2-656b100ca6c6" providerId="ADAL" clId="{632DF7FE-9916-4FAF-8457-3521400FFCEA}" dt="2026-01-25T16:02:40.794" v="144710" actId="20577"/>
          <ac:spMkLst>
            <pc:docMk/>
            <pc:sldMk cId="2837563050" sldId="1483"/>
            <ac:spMk id="2" creationId="{55D8117F-6C51-AD1D-225B-6FA7ECE0E174}"/>
          </ac:spMkLst>
        </pc:spChg>
        <pc:spChg chg="mod">
          <ac:chgData name="DEWE, HAYLEY L." userId="5cada80b-0f7b-49a5-96b2-656b100ca6c6" providerId="ADAL" clId="{632DF7FE-9916-4FAF-8457-3521400FFCEA}" dt="2026-01-28T13:48:37.373" v="148102" actId="20577"/>
          <ac:spMkLst>
            <pc:docMk/>
            <pc:sldMk cId="2837563050" sldId="1483"/>
            <ac:spMk id="9" creationId="{72B5EC34-711F-8486-57F5-44C4447DFCC2}"/>
          </ac:spMkLst>
        </pc:spChg>
      </pc:sldChg>
      <pc:sldChg chg="addSp delSp modSp add del mod modAnim modNotesTx">
        <pc:chgData name="DEWE, HAYLEY L." userId="5cada80b-0f7b-49a5-96b2-656b100ca6c6" providerId="ADAL" clId="{632DF7FE-9916-4FAF-8457-3521400FFCEA}" dt="2026-01-28T15:27:08.636" v="152781" actId="20577"/>
        <pc:sldMkLst>
          <pc:docMk/>
          <pc:sldMk cId="575732180" sldId="1484"/>
        </pc:sldMkLst>
        <pc:spChg chg="mod">
          <ac:chgData name="DEWE, HAYLEY L." userId="5cada80b-0f7b-49a5-96b2-656b100ca6c6" providerId="ADAL" clId="{632DF7FE-9916-4FAF-8457-3521400FFCEA}" dt="2026-01-25T16:06:50.289" v="145433" actId="20577"/>
          <ac:spMkLst>
            <pc:docMk/>
            <pc:sldMk cId="575732180" sldId="1484"/>
            <ac:spMk id="2" creationId="{7E05610B-7833-5CC1-08C6-F93324430049}"/>
          </ac:spMkLst>
        </pc:spChg>
        <pc:spChg chg="add mod">
          <ac:chgData name="DEWE, HAYLEY L." userId="5cada80b-0f7b-49a5-96b2-656b100ca6c6" providerId="ADAL" clId="{632DF7FE-9916-4FAF-8457-3521400FFCEA}" dt="2026-01-28T13:49:18.393" v="148129" actId="20577"/>
          <ac:spMkLst>
            <pc:docMk/>
            <pc:sldMk cId="575732180" sldId="1484"/>
            <ac:spMk id="14" creationId="{90B8CE00-3D8D-0E54-1E67-EC9501973AE5}"/>
          </ac:spMkLst>
        </pc:spChg>
        <pc:spChg chg="add mod">
          <ac:chgData name="DEWE, HAYLEY L." userId="5cada80b-0f7b-49a5-96b2-656b100ca6c6" providerId="ADAL" clId="{632DF7FE-9916-4FAF-8457-3521400FFCEA}" dt="2026-01-28T13:48:51.071" v="148103" actId="1076"/>
          <ac:spMkLst>
            <pc:docMk/>
            <pc:sldMk cId="575732180" sldId="1484"/>
            <ac:spMk id="23" creationId="{39BC66C6-6BCF-1610-078C-06D876349A64}"/>
          </ac:spMkLst>
        </pc:spChg>
        <pc:picChg chg="add mod">
          <ac:chgData name="DEWE, HAYLEY L." userId="5cada80b-0f7b-49a5-96b2-656b100ca6c6" providerId="ADAL" clId="{632DF7FE-9916-4FAF-8457-3521400FFCEA}" dt="2026-01-25T16:09:46.297" v="145451" actId="14100"/>
          <ac:picMkLst>
            <pc:docMk/>
            <pc:sldMk cId="575732180" sldId="1484"/>
            <ac:picMk id="12" creationId="{C7E035A6-E4AC-06B5-3251-1C42C1A4DB8A}"/>
          </ac:picMkLst>
        </pc:picChg>
        <pc:picChg chg="add mod">
          <ac:chgData name="DEWE, HAYLEY L." userId="5cada80b-0f7b-49a5-96b2-656b100ca6c6" providerId="ADAL" clId="{632DF7FE-9916-4FAF-8457-3521400FFCEA}" dt="2026-01-25T16:19:17.160" v="145937" actId="1076"/>
          <ac:picMkLst>
            <pc:docMk/>
            <pc:sldMk cId="575732180" sldId="1484"/>
            <ac:picMk id="15" creationId="{A1841418-C759-45E4-2077-528B4D21DE09}"/>
          </ac:picMkLst>
        </pc:picChg>
        <pc:picChg chg="add mod">
          <ac:chgData name="DEWE, HAYLEY L." userId="5cada80b-0f7b-49a5-96b2-656b100ca6c6" providerId="ADAL" clId="{632DF7FE-9916-4FAF-8457-3521400FFCEA}" dt="2026-01-25T16:19:19.809" v="145938" actId="1076"/>
          <ac:picMkLst>
            <pc:docMk/>
            <pc:sldMk cId="575732180" sldId="1484"/>
            <ac:picMk id="16" creationId="{74C8F225-D9F1-7070-E06D-AF1A0784A94E}"/>
          </ac:picMkLst>
        </pc:picChg>
        <pc:picChg chg="add mod">
          <ac:chgData name="DEWE, HAYLEY L." userId="5cada80b-0f7b-49a5-96b2-656b100ca6c6" providerId="ADAL" clId="{632DF7FE-9916-4FAF-8457-3521400FFCEA}" dt="2026-01-25T16:19:24.627" v="145940" actId="1076"/>
          <ac:picMkLst>
            <pc:docMk/>
            <pc:sldMk cId="575732180" sldId="1484"/>
            <ac:picMk id="17" creationId="{5C3AFA46-A41C-A425-F71F-0F5D8DC9EE87}"/>
          </ac:picMkLst>
        </pc:picChg>
        <pc:picChg chg="add mod">
          <ac:chgData name="DEWE, HAYLEY L." userId="5cada80b-0f7b-49a5-96b2-656b100ca6c6" providerId="ADAL" clId="{632DF7FE-9916-4FAF-8457-3521400FFCEA}" dt="2026-01-25T16:19:26.724" v="145941" actId="1076"/>
          <ac:picMkLst>
            <pc:docMk/>
            <pc:sldMk cId="575732180" sldId="1484"/>
            <ac:picMk id="18" creationId="{F8A493A4-7690-A877-5CF2-B548CD94A85E}"/>
          </ac:picMkLst>
        </pc:picChg>
        <pc:picChg chg="add mod">
          <ac:chgData name="DEWE, HAYLEY L." userId="5cada80b-0f7b-49a5-96b2-656b100ca6c6" providerId="ADAL" clId="{632DF7FE-9916-4FAF-8457-3521400FFCEA}" dt="2026-01-25T16:19:33.187" v="145942" actId="1076"/>
          <ac:picMkLst>
            <pc:docMk/>
            <pc:sldMk cId="575732180" sldId="1484"/>
            <ac:picMk id="19" creationId="{6D3103D6-1768-497D-BF97-379A15A9312A}"/>
          </ac:picMkLst>
        </pc:picChg>
        <pc:picChg chg="add mod">
          <ac:chgData name="DEWE, HAYLEY L." userId="5cada80b-0f7b-49a5-96b2-656b100ca6c6" providerId="ADAL" clId="{632DF7FE-9916-4FAF-8457-3521400FFCEA}" dt="2026-01-25T16:19:35.270" v="145943" actId="1076"/>
          <ac:picMkLst>
            <pc:docMk/>
            <pc:sldMk cId="575732180" sldId="1484"/>
            <ac:picMk id="20" creationId="{624689F3-3FB7-3202-D54D-FE8BD10E8DCA}"/>
          </ac:picMkLst>
        </pc:picChg>
        <pc:picChg chg="add mod">
          <ac:chgData name="DEWE, HAYLEY L." userId="5cada80b-0f7b-49a5-96b2-656b100ca6c6" providerId="ADAL" clId="{632DF7FE-9916-4FAF-8457-3521400FFCEA}" dt="2026-01-25T16:18:52.821" v="145933" actId="1076"/>
          <ac:picMkLst>
            <pc:docMk/>
            <pc:sldMk cId="575732180" sldId="1484"/>
            <ac:picMk id="21" creationId="{259DCF57-8BE4-241A-25C1-9804610249D9}"/>
          </ac:picMkLst>
        </pc:picChg>
      </pc:sldChg>
      <pc:sldChg chg="addSp delSp modSp add mod modAnim modNotesTx">
        <pc:chgData name="DEWE, HAYLEY L." userId="5cada80b-0f7b-49a5-96b2-656b100ca6c6" providerId="ADAL" clId="{632DF7FE-9916-4FAF-8457-3521400FFCEA}" dt="2026-01-28T13:49:54.397" v="148216"/>
        <pc:sldMkLst>
          <pc:docMk/>
          <pc:sldMk cId="3542222479" sldId="1485"/>
        </pc:sldMkLst>
        <pc:spChg chg="add mod">
          <ac:chgData name="DEWE, HAYLEY L." userId="5cada80b-0f7b-49a5-96b2-656b100ca6c6" providerId="ADAL" clId="{632DF7FE-9916-4FAF-8457-3521400FFCEA}" dt="2026-01-28T13:49:53.105" v="148215" actId="20577"/>
          <ac:spMkLst>
            <pc:docMk/>
            <pc:sldMk cId="3542222479" sldId="1485"/>
            <ac:spMk id="4" creationId="{4E3416AC-374B-368C-4F0B-568894A62142}"/>
          </ac:spMkLst>
        </pc:spChg>
        <pc:spChg chg="mod">
          <ac:chgData name="DEWE, HAYLEY L." userId="5cada80b-0f7b-49a5-96b2-656b100ca6c6" providerId="ADAL" clId="{632DF7FE-9916-4FAF-8457-3521400FFCEA}" dt="2026-01-25T16:38:02.511" v="146369" actId="207"/>
          <ac:spMkLst>
            <pc:docMk/>
            <pc:sldMk cId="3542222479" sldId="1485"/>
            <ac:spMk id="14" creationId="{97B9AE48-9927-3399-35E5-CB3B24BC9D14}"/>
          </ac:spMkLst>
        </pc:spChg>
      </pc:sldChg>
      <pc:sldChg chg="modSp add mod">
        <pc:chgData name="DEWE, HAYLEY L." userId="5cada80b-0f7b-49a5-96b2-656b100ca6c6" providerId="ADAL" clId="{632DF7FE-9916-4FAF-8457-3521400FFCEA}" dt="2026-01-28T13:50:14.516" v="148236" actId="5793"/>
        <pc:sldMkLst>
          <pc:docMk/>
          <pc:sldMk cId="238862538" sldId="1486"/>
        </pc:sldMkLst>
        <pc:spChg chg="mod">
          <ac:chgData name="DEWE, HAYLEY L." userId="5cada80b-0f7b-49a5-96b2-656b100ca6c6" providerId="ADAL" clId="{632DF7FE-9916-4FAF-8457-3521400FFCEA}" dt="2026-01-28T13:50:14.516" v="148236" actId="5793"/>
          <ac:spMkLst>
            <pc:docMk/>
            <pc:sldMk cId="238862538" sldId="1486"/>
            <ac:spMk id="4" creationId="{89C444AC-8B55-E2E9-E46D-5C2370577A53}"/>
          </ac:spMkLst>
        </pc:spChg>
        <pc:spChg chg="mod">
          <ac:chgData name="DEWE, HAYLEY L." userId="5cada80b-0f7b-49a5-96b2-656b100ca6c6" providerId="ADAL" clId="{632DF7FE-9916-4FAF-8457-3521400FFCEA}" dt="2026-01-25T16:40:09.338" v="146589" actId="207"/>
          <ac:spMkLst>
            <pc:docMk/>
            <pc:sldMk cId="238862538" sldId="1486"/>
            <ac:spMk id="14" creationId="{F8991558-A6C6-0F79-FB9C-CB0EAF2BC1D0}"/>
          </ac:spMkLst>
        </pc:spChg>
      </pc:sldChg>
      <pc:sldChg chg="addSp delSp new del">
        <pc:chgData name="DEWE, HAYLEY L." userId="5cada80b-0f7b-49a5-96b2-656b100ca6c6" providerId="ADAL" clId="{632DF7FE-9916-4FAF-8457-3521400FFCEA}" dt="2026-01-28T13:34:41.157" v="147666" actId="47"/>
        <pc:sldMkLst>
          <pc:docMk/>
          <pc:sldMk cId="45502808" sldId="1487"/>
        </pc:sldMkLst>
        <pc:spChg chg="add del">
          <ac:chgData name="DEWE, HAYLEY L." userId="5cada80b-0f7b-49a5-96b2-656b100ca6c6" providerId="ADAL" clId="{632DF7FE-9916-4FAF-8457-3521400FFCEA}" dt="2026-01-28T13:34:18.090" v="147664" actId="478"/>
          <ac:spMkLst>
            <pc:docMk/>
            <pc:sldMk cId="45502808" sldId="1487"/>
            <ac:spMk id="2" creationId="{2CAB62AA-FB7C-4088-01DD-2D9B89055FED}"/>
          </ac:spMkLst>
        </pc:spChg>
      </pc:sldChg>
      <pc:sldChg chg="add del ord">
        <pc:chgData name="DEWE, HAYLEY L." userId="5cada80b-0f7b-49a5-96b2-656b100ca6c6" providerId="ADAL" clId="{632DF7FE-9916-4FAF-8457-3521400FFCEA}" dt="2026-01-28T14:41:29.454" v="149549" actId="47"/>
        <pc:sldMkLst>
          <pc:docMk/>
          <pc:sldMk cId="442678596" sldId="1487"/>
        </pc:sldMkLst>
      </pc:sldChg>
      <pc:sldChg chg="add del">
        <pc:chgData name="DEWE, HAYLEY L." userId="5cada80b-0f7b-49a5-96b2-656b100ca6c6" providerId="ADAL" clId="{632DF7FE-9916-4FAF-8457-3521400FFCEA}" dt="2026-01-28T14:41:27.326" v="149547" actId="47"/>
        <pc:sldMkLst>
          <pc:docMk/>
          <pc:sldMk cId="2454749315" sldId="1488"/>
        </pc:sldMkLst>
      </pc:sldChg>
      <pc:sldChg chg="add del">
        <pc:chgData name="DEWE, HAYLEY L." userId="5cada80b-0f7b-49a5-96b2-656b100ca6c6" providerId="ADAL" clId="{632DF7FE-9916-4FAF-8457-3521400FFCEA}" dt="2026-01-28T14:41:28.518" v="149548" actId="47"/>
        <pc:sldMkLst>
          <pc:docMk/>
          <pc:sldMk cId="601957694" sldId="1489"/>
        </pc:sldMkLst>
      </pc:sldChg>
      <pc:sldChg chg="addSp delSp modSp add mod addAnim delAnim modAnim">
        <pc:chgData name="DEWE, HAYLEY L." userId="5cada80b-0f7b-49a5-96b2-656b100ca6c6" providerId="ADAL" clId="{632DF7FE-9916-4FAF-8457-3521400FFCEA}" dt="2026-01-28T15:12:09.785" v="152558"/>
        <pc:sldMkLst>
          <pc:docMk/>
          <pc:sldMk cId="951256865" sldId="1490"/>
        </pc:sldMkLst>
        <pc:spChg chg="add mod">
          <ac:chgData name="DEWE, HAYLEY L." userId="5cada80b-0f7b-49a5-96b2-656b100ca6c6" providerId="ADAL" clId="{632DF7FE-9916-4FAF-8457-3521400FFCEA}" dt="2026-01-28T15:11:56.207" v="152556" actId="1076"/>
          <ac:spMkLst>
            <pc:docMk/>
            <pc:sldMk cId="951256865" sldId="1490"/>
            <ac:spMk id="3" creationId="{46E5CE81-1E4C-9D4B-D584-E8557B30C936}"/>
          </ac:spMkLst>
        </pc:spChg>
        <pc:spChg chg="add del mod">
          <ac:chgData name="DEWE, HAYLEY L." userId="5cada80b-0f7b-49a5-96b2-656b100ca6c6" providerId="ADAL" clId="{632DF7FE-9916-4FAF-8457-3521400FFCEA}" dt="2026-01-28T14:33:11.593" v="149408" actId="478"/>
          <ac:spMkLst>
            <pc:docMk/>
            <pc:sldMk cId="951256865" sldId="1490"/>
            <ac:spMk id="3" creationId="{BB687C1A-550B-CCA2-19F5-CF859ECD2FD0}"/>
          </ac:spMkLst>
        </pc:spChg>
        <pc:spChg chg="mod">
          <ac:chgData name="DEWE, HAYLEY L." userId="5cada80b-0f7b-49a5-96b2-656b100ca6c6" providerId="ADAL" clId="{632DF7FE-9916-4FAF-8457-3521400FFCEA}" dt="2026-01-28T14:38:38.856" v="149513" actId="27636"/>
          <ac:spMkLst>
            <pc:docMk/>
            <pc:sldMk cId="951256865" sldId="1490"/>
            <ac:spMk id="9" creationId="{F71FEE42-AE21-7720-FBE9-4F35A5E7A7D9}"/>
          </ac:spMkLst>
        </pc:spChg>
        <pc:spChg chg="add mod">
          <ac:chgData name="DEWE, HAYLEY L." userId="5cada80b-0f7b-49a5-96b2-656b100ca6c6" providerId="ADAL" clId="{632DF7FE-9916-4FAF-8457-3521400FFCEA}" dt="2026-01-28T14:38:45.824" v="149515" actId="14100"/>
          <ac:spMkLst>
            <pc:docMk/>
            <pc:sldMk cId="951256865" sldId="1490"/>
            <ac:spMk id="10" creationId="{76A97F55-5A2B-B624-0583-7FE7EFCBCCFD}"/>
          </ac:spMkLst>
        </pc:spChg>
        <pc:spChg chg="add mod">
          <ac:chgData name="DEWE, HAYLEY L." userId="5cada80b-0f7b-49a5-96b2-656b100ca6c6" providerId="ADAL" clId="{632DF7FE-9916-4FAF-8457-3521400FFCEA}" dt="2026-01-28T14:38:49.424" v="149516" actId="1076"/>
          <ac:spMkLst>
            <pc:docMk/>
            <pc:sldMk cId="951256865" sldId="1490"/>
            <ac:spMk id="14" creationId="{F77532D6-8D49-A773-4465-43CD5233F113}"/>
          </ac:spMkLst>
        </pc:spChg>
        <pc:spChg chg="add mod">
          <ac:chgData name="DEWE, HAYLEY L." userId="5cada80b-0f7b-49a5-96b2-656b100ca6c6" providerId="ADAL" clId="{632DF7FE-9916-4FAF-8457-3521400FFCEA}" dt="2026-01-28T14:39:05.089" v="149517" actId="1076"/>
          <ac:spMkLst>
            <pc:docMk/>
            <pc:sldMk cId="951256865" sldId="1490"/>
            <ac:spMk id="15" creationId="{BBA57388-7AD3-8088-C85D-90255AC8262C}"/>
          </ac:spMkLst>
        </pc:spChg>
        <pc:spChg chg="add del mod">
          <ac:chgData name="DEWE, HAYLEY L." userId="5cada80b-0f7b-49a5-96b2-656b100ca6c6" providerId="ADAL" clId="{632DF7FE-9916-4FAF-8457-3521400FFCEA}" dt="2026-01-28T14:39:24.178" v="149521" actId="478"/>
          <ac:spMkLst>
            <pc:docMk/>
            <pc:sldMk cId="951256865" sldId="1490"/>
            <ac:spMk id="16" creationId="{38892559-1CED-F151-2A8F-5BBA9C304F5C}"/>
          </ac:spMkLst>
        </pc:spChg>
        <pc:spChg chg="add mod">
          <ac:chgData name="DEWE, HAYLEY L." userId="5cada80b-0f7b-49a5-96b2-656b100ca6c6" providerId="ADAL" clId="{632DF7FE-9916-4FAF-8457-3521400FFCEA}" dt="2026-01-28T14:39:05.089" v="149517" actId="1076"/>
          <ac:spMkLst>
            <pc:docMk/>
            <pc:sldMk cId="951256865" sldId="1490"/>
            <ac:spMk id="17" creationId="{08A3F5CC-B660-35BB-EDC3-CDBBF07F103C}"/>
          </ac:spMkLst>
        </pc:spChg>
        <pc:spChg chg="add mod">
          <ac:chgData name="DEWE, HAYLEY L." userId="5cada80b-0f7b-49a5-96b2-656b100ca6c6" providerId="ADAL" clId="{632DF7FE-9916-4FAF-8457-3521400FFCEA}" dt="2026-01-28T14:39:05.089" v="149517" actId="1076"/>
          <ac:spMkLst>
            <pc:docMk/>
            <pc:sldMk cId="951256865" sldId="1490"/>
            <ac:spMk id="18" creationId="{67D5CB57-AD9E-6E57-B384-E25EF8EA1665}"/>
          </ac:spMkLst>
        </pc:spChg>
        <pc:spChg chg="add mod">
          <ac:chgData name="DEWE, HAYLEY L." userId="5cada80b-0f7b-49a5-96b2-656b100ca6c6" providerId="ADAL" clId="{632DF7FE-9916-4FAF-8457-3521400FFCEA}" dt="2026-01-28T14:39:17.278" v="149518" actId="1076"/>
          <ac:spMkLst>
            <pc:docMk/>
            <pc:sldMk cId="951256865" sldId="1490"/>
            <ac:spMk id="19" creationId="{AF37B6B5-41BF-97E0-D7AF-E8BDA07A5023}"/>
          </ac:spMkLst>
        </pc:spChg>
        <pc:spChg chg="add mod">
          <ac:chgData name="DEWE, HAYLEY L." userId="5cada80b-0f7b-49a5-96b2-656b100ca6c6" providerId="ADAL" clId="{632DF7FE-9916-4FAF-8457-3521400FFCEA}" dt="2026-01-28T14:39:23.009" v="149520" actId="14100"/>
          <ac:spMkLst>
            <pc:docMk/>
            <pc:sldMk cId="951256865" sldId="1490"/>
            <ac:spMk id="20" creationId="{DA529219-D8D4-8DC6-9E52-713F1F7FC2B9}"/>
          </ac:spMkLst>
        </pc:spChg>
        <pc:spChg chg="add mod">
          <ac:chgData name="DEWE, HAYLEY L." userId="5cada80b-0f7b-49a5-96b2-656b100ca6c6" providerId="ADAL" clId="{632DF7FE-9916-4FAF-8457-3521400FFCEA}" dt="2026-01-28T14:39:17.278" v="149518" actId="1076"/>
          <ac:spMkLst>
            <pc:docMk/>
            <pc:sldMk cId="951256865" sldId="1490"/>
            <ac:spMk id="21" creationId="{84E3BFEC-E3E3-78E3-E0BD-317F2F984967}"/>
          </ac:spMkLst>
        </pc:spChg>
        <pc:spChg chg="add del">
          <ac:chgData name="DEWE, HAYLEY L." userId="5cada80b-0f7b-49a5-96b2-656b100ca6c6" providerId="ADAL" clId="{632DF7FE-9916-4FAF-8457-3521400FFCEA}" dt="2026-01-28T14:55:39.578" v="152026" actId="22"/>
          <ac:spMkLst>
            <pc:docMk/>
            <pc:sldMk cId="951256865" sldId="1490"/>
            <ac:spMk id="23" creationId="{55894D56-798C-E6CA-CF08-792A9E18A125}"/>
          </ac:spMkLst>
        </pc:spChg>
        <pc:spChg chg="add mod">
          <ac:chgData name="DEWE, HAYLEY L." userId="5cada80b-0f7b-49a5-96b2-656b100ca6c6" providerId="ADAL" clId="{632DF7FE-9916-4FAF-8457-3521400FFCEA}" dt="2026-01-28T14:55:46.746" v="152030" actId="1076"/>
          <ac:spMkLst>
            <pc:docMk/>
            <pc:sldMk cId="951256865" sldId="1490"/>
            <ac:spMk id="24" creationId="{684EBE0A-2435-0BAD-FAC1-EC67264D0C83}"/>
          </ac:spMkLst>
        </pc:spChg>
        <pc:spChg chg="add mod">
          <ac:chgData name="DEWE, HAYLEY L." userId="5cada80b-0f7b-49a5-96b2-656b100ca6c6" providerId="ADAL" clId="{632DF7FE-9916-4FAF-8457-3521400FFCEA}" dt="2026-01-28T15:11:59.269" v="152557" actId="1076"/>
          <ac:spMkLst>
            <pc:docMk/>
            <pc:sldMk cId="951256865" sldId="1490"/>
            <ac:spMk id="25" creationId="{40F6BAB9-5D4D-38BF-43EA-7AEAEB0C698F}"/>
          </ac:spMkLst>
        </pc:spChg>
        <pc:picChg chg="add mod">
          <ac:chgData name="DEWE, HAYLEY L." userId="5cada80b-0f7b-49a5-96b2-656b100ca6c6" providerId="ADAL" clId="{632DF7FE-9916-4FAF-8457-3521400FFCEA}" dt="2026-01-28T14:35:26.672" v="149448" actId="1076"/>
          <ac:picMkLst>
            <pc:docMk/>
            <pc:sldMk cId="951256865" sldId="1490"/>
            <ac:picMk id="6" creationId="{B200CA81-CA12-A39A-48BD-694E300C7186}"/>
          </ac:picMkLst>
        </pc:picChg>
        <pc:picChg chg="add del">
          <ac:chgData name="DEWE, HAYLEY L." userId="5cada80b-0f7b-49a5-96b2-656b100ca6c6" providerId="ADAL" clId="{632DF7FE-9916-4FAF-8457-3521400FFCEA}" dt="2026-01-28T14:35:07.557" v="149446" actId="478"/>
          <ac:picMkLst>
            <pc:docMk/>
            <pc:sldMk cId="951256865" sldId="1490"/>
            <ac:picMk id="8" creationId="{404DBF7C-9A7A-824C-A9B2-E17A8FCAD28E}"/>
          </ac:picMkLst>
        </pc:picChg>
        <pc:cxnChg chg="add del mod">
          <ac:chgData name="DEWE, HAYLEY L." userId="5cada80b-0f7b-49a5-96b2-656b100ca6c6" providerId="ADAL" clId="{632DF7FE-9916-4FAF-8457-3521400FFCEA}" dt="2026-01-28T14:34:16.207" v="149436" actId="478"/>
          <ac:cxnSpMkLst>
            <pc:docMk/>
            <pc:sldMk cId="951256865" sldId="1490"/>
            <ac:cxnSpMk id="4" creationId="{3B0594E7-A6FA-EA10-79B6-CDD7C27B446B}"/>
          </ac:cxnSpMkLst>
        </pc:cxnChg>
        <pc:cxnChg chg="add del mod">
          <ac:chgData name="DEWE, HAYLEY L." userId="5cada80b-0f7b-49a5-96b2-656b100ca6c6" providerId="ADAL" clId="{632DF7FE-9916-4FAF-8457-3521400FFCEA}" dt="2026-01-28T14:36:52.918" v="149474" actId="478"/>
          <ac:cxnSpMkLst>
            <pc:docMk/>
            <pc:sldMk cId="951256865" sldId="1490"/>
            <ac:cxnSpMk id="11" creationId="{679AF81D-B63F-6F7D-FBA3-9C36CB970DF8}"/>
          </ac:cxnSpMkLst>
        </pc:cxnChg>
      </pc:sldChg>
      <pc:sldChg chg="modSp add del modAnim">
        <pc:chgData name="DEWE, HAYLEY L." userId="5cada80b-0f7b-49a5-96b2-656b100ca6c6" providerId="ADAL" clId="{632DF7FE-9916-4FAF-8457-3521400FFCEA}" dt="2026-01-28T15:18:26.993" v="152778" actId="47"/>
        <pc:sldMkLst>
          <pc:docMk/>
          <pc:sldMk cId="781542856" sldId="1491"/>
        </pc:sldMkLst>
        <pc:spChg chg="mod">
          <ac:chgData name="DEWE, HAYLEY L." userId="5cada80b-0f7b-49a5-96b2-656b100ca6c6" providerId="ADAL" clId="{632DF7FE-9916-4FAF-8457-3521400FFCEA}" dt="2026-01-28T14:33:46.605" v="149426" actId="20577"/>
          <ac:spMkLst>
            <pc:docMk/>
            <pc:sldMk cId="781542856" sldId="1491"/>
            <ac:spMk id="14" creationId="{0C24F11E-0B57-33C0-DC67-88DF8A20232E}"/>
          </ac:spMkLst>
        </pc:spChg>
      </pc:sldChg>
      <pc:sldChg chg="addSp modSp add mod modAnim">
        <pc:chgData name="DEWE, HAYLEY L." userId="5cada80b-0f7b-49a5-96b2-656b100ca6c6" providerId="ADAL" clId="{632DF7FE-9916-4FAF-8457-3521400FFCEA}" dt="2026-01-28T16:27:09.251" v="152832" actId="404"/>
        <pc:sldMkLst>
          <pc:docMk/>
          <pc:sldMk cId="3486313048" sldId="1492"/>
        </pc:sldMkLst>
        <pc:spChg chg="add mod">
          <ac:chgData name="DEWE, HAYLEY L." userId="5cada80b-0f7b-49a5-96b2-656b100ca6c6" providerId="ADAL" clId="{632DF7FE-9916-4FAF-8457-3521400FFCEA}" dt="2026-01-28T16:27:09.251" v="152832" actId="404"/>
          <ac:spMkLst>
            <pc:docMk/>
            <pc:sldMk cId="3486313048" sldId="1492"/>
            <ac:spMk id="2" creationId="{FB3A32EE-7B45-2812-46ED-092F94374235}"/>
          </ac:spMkLst>
        </pc:spChg>
        <pc:spChg chg="mod">
          <ac:chgData name="DEWE, HAYLEY L." userId="5cada80b-0f7b-49a5-96b2-656b100ca6c6" providerId="ADAL" clId="{632DF7FE-9916-4FAF-8457-3521400FFCEA}" dt="2026-01-28T15:13:22.535" v="152588" actId="313"/>
          <ac:spMkLst>
            <pc:docMk/>
            <pc:sldMk cId="3486313048" sldId="1492"/>
            <ac:spMk id="4" creationId="{CF5321A7-5EE9-E90E-D25C-8C717991DE9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E24543-6094-4172-A2C7-7DFF1C579B9D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21B416-F7FB-4E18-878D-8E410099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138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77746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71136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49104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51267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2D4CF-B803-1F26-6F7A-BD6AB07DD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84E51E3-AC85-316C-4FEA-0A5CE6AB34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lstStyle/>
          <a:p>
            <a:endParaRPr lang="en-GB"/>
          </a:p>
        </p:txBody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8CEF9269-678F-1D54-1DC4-5365B3C658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791D27F-E27A-0CAD-B367-FD896EFE27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1FB530B7-CA49-455B-8AB9-6EB635F13FD8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83444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2875D-9D79-FBA3-2212-0DC5B5A8A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5EDD6BF-0F36-88D9-AC9A-627BCDBF74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lstStyle/>
          <a:p>
            <a:endParaRPr lang="en-GB"/>
          </a:p>
        </p:txBody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3233CEF8-A63E-D893-7487-FC65341E0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28FC1B8-0303-6C6A-460C-1963F6A698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1FB530B7-CA49-455B-8AB9-6EB635F13FD8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14210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C54CC-9BD5-646E-7783-D2B920EFA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E5B9130-1A15-0849-5B4E-F1B2F175CB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lstStyle/>
          <a:p>
            <a:endParaRPr lang="en-GB"/>
          </a:p>
        </p:txBody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813B2DE0-8E31-74F8-9DDD-CE0C0905E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BC36A88-A1BC-4C5D-E66E-6B7ED9ABDA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1FB530B7-CA49-455B-8AB9-6EB635F13FD8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21557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197E6-DA41-5B95-58CE-334B48736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09EC73-E071-34D0-DC7A-3825DDB9CF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C01B39-97BA-4D39-9504-69C8A4DF2D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086B87-3EE8-7982-8661-BC72ACD6F4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63362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22949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20869-4ABC-E219-4787-4356593A9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FD8614-A218-FD76-6C29-BEE5F9B1E2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855788-A972-0233-8ABC-5B46D2559B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9C6D05-4A48-BD06-CECC-BFDE11EB25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3020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FCF99-3FEB-C825-32A1-D11702ADC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1034D8-4F0F-BB09-A9EC-702D43A85B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AFA48F-1472-8A7F-81B2-A0E6EC9376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3AEB0-7605-6888-7934-B55B984353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1573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3BEBD-C953-C45F-B88A-7C2757566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C61C01-7E32-6D8A-1710-4ED73801B8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C50E04-BB5B-4433-B86A-85C9A14FC7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6E8368-C44A-D8EC-8FD6-83019B3614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80229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CC122-B50F-6E76-AF2E-AB06411DB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338B66-D139-6634-31E2-F2E7C734EA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9AEA5B-597D-1296-8852-916134AED5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779D73-C587-17AC-3316-C8CAA02ABA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66022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25D15-A5C9-4752-8E17-AB2DCFFB1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AC3E0A-CC07-01ED-8002-00DAA4B07C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195D2E-673E-8175-D3A7-0D7D45CBF3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66498B-D0DA-B30D-269A-8DE4CE8387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93712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F32E0-756F-3BB0-4F89-7700D55C5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B3FD93-141A-53E0-632E-5309A68192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C210FA-0A2B-E362-43F7-78ED28589B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C843E-338E-6652-8CAA-279AABCBA8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64854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778CD-092D-12AC-2615-6DEF8EB0C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613B37-6F41-CA34-7E51-B72E25ABD4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7214F4-B970-D4E9-1281-12D28DD10A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150DBD-D10A-359C-6034-E602CB2E66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53657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00F86-1D30-7BE8-D054-836C6EA96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85EB1E-19CE-6A84-9550-18441ACB50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22250F-526E-84C7-0DE2-9C51E16D2A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F576C-C6C5-99A2-8717-19558F7E72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39786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lstStyle/>
          <a:p>
            <a:endParaRPr lang="en-GB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1FB530B7-CA49-455B-8AB9-6EB635F13FD8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51806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26338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49DE4-84E9-93D1-90ED-2767F09EF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524E6E-217B-E753-5083-5E54F3CDBE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B6D37D-96E5-F0D1-384F-52B7596EF5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75303D-5E54-C5C4-C23D-3C5CFE4744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05933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1AFDA-2EF9-9527-85F8-BF7402C2B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8ABB0E-FE4D-E870-B50D-A8596860EC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33EBDF-60C0-9EFF-DB58-F11ECEE21A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A4CF07-4F33-FD31-7D75-FEFE20EB54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6175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4AA47-743D-859D-9FE7-6F3F8ECFE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CF7922-C99F-D7BE-A716-51081786E2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CDB4CC-5304-98B4-F52D-5F2E3F670B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BEEC20-D44B-9C89-1C24-6089D909E2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244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8279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1197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9351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5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03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5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0535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7540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1502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7043733F-D14F-42BC-9C5A-8BC178B1A6BF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821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1067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0395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9676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043733F-D14F-42BC-9C5A-8BC178B1A6BF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2761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blackboard.durham.ac.uk/ultra/courses/_68863_1/outline/edit/document/_3245928_1?courseId=_68863_1&amp;view=content&amp;state=view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blackboard.durham.ac.uk/ultra/courses/_68863_1/outline/edit/document/_3245928_1?courseId=_68863_1&amp;view=content&amp;state=view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blackboard.durham.ac.uk/ultra/courses/_68863_1/outline/edit/document/_3245928_1?courseId=_68863_1&amp;view=content&amp;state=view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hyperlink" Target="https://blackboard.durham.ac.uk/ultra/courses/_68863_1/outline/edit/document/_3245928_1?courseId=_68863_1&amp;view=content&amp;state=view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11.sv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11.sv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11.sv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7000">
              <a:schemeClr val="bg2">
                <a:lumMod val="75000"/>
              </a:schemeClr>
            </a:gs>
            <a:gs pos="0">
              <a:schemeClr val="bg2">
                <a:lumMod val="50000"/>
              </a:schemeClr>
            </a:gs>
            <a:gs pos="74000">
              <a:schemeClr val="bg2">
                <a:lumMod val="60000"/>
                <a:lumOff val="40000"/>
              </a:schemeClr>
            </a:gs>
            <a:gs pos="83000">
              <a:schemeClr val="bg2">
                <a:lumMod val="40000"/>
                <a:lumOff val="60000"/>
              </a:schemeClr>
            </a:gs>
            <a:gs pos="100000">
              <a:schemeClr val="bg2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2011C802-73B3-2DD2-A025-149276778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2101" y="569369"/>
            <a:ext cx="7099797" cy="4325175"/>
          </a:xfrm>
        </p:spPr>
        <p:txBody>
          <a:bodyPr>
            <a:normAutofit/>
          </a:bodyPr>
          <a:lstStyle/>
          <a:p>
            <a:pPr algn="ctr"/>
            <a:endParaRPr lang="en-US" sz="4400" b="1" dirty="0">
              <a:solidFill>
                <a:schemeClr val="tx2"/>
              </a:solidFill>
            </a:endParaRPr>
          </a:p>
          <a:p>
            <a:pPr algn="ctr"/>
            <a:r>
              <a:rPr lang="en-US" sz="4400" b="1" dirty="0">
                <a:solidFill>
                  <a:schemeClr val="tx1"/>
                </a:solidFill>
              </a:rPr>
              <a:t>IPR Term 2 Week 3</a:t>
            </a:r>
          </a:p>
          <a:p>
            <a:pPr algn="ctr"/>
            <a:r>
              <a:rPr lang="en-US" sz="4000" b="1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4000" b="1" dirty="0">
                <a:solidFill>
                  <a:schemeClr val="tx1"/>
                </a:solidFill>
              </a:rPr>
              <a:t>CORRELATION</a:t>
            </a:r>
          </a:p>
          <a:p>
            <a:pPr algn="ctr"/>
            <a:r>
              <a:rPr lang="en-US" sz="4000" b="1" dirty="0">
                <a:solidFill>
                  <a:schemeClr val="tx1"/>
                </a:solidFill>
              </a:rPr>
              <a:t>Part two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CEFCF7-B991-F689-C975-DEEA3454D308}"/>
              </a:ext>
            </a:extLst>
          </p:cNvPr>
          <p:cNvSpPr txBox="1">
            <a:spLocks/>
          </p:cNvSpPr>
          <p:nvPr/>
        </p:nvSpPr>
        <p:spPr>
          <a:xfrm>
            <a:off x="671370" y="5427211"/>
            <a:ext cx="6620968" cy="8614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GB" dirty="0">
                <a:solidFill>
                  <a:schemeClr val="tx1"/>
                </a:solidFill>
              </a:rPr>
              <a:t>Dr Hayley Dewe </a:t>
            </a:r>
          </a:p>
          <a:p>
            <a:r>
              <a:rPr lang="en-GB" dirty="0">
                <a:solidFill>
                  <a:schemeClr val="tx1"/>
                </a:solidFill>
              </a:rPr>
              <a:t>(Assistant Professor)</a:t>
            </a:r>
          </a:p>
        </p:txBody>
      </p:sp>
    </p:spTree>
    <p:extLst>
      <p:ext uri="{BB962C8B-B14F-4D97-AF65-F5344CB8AC3E}">
        <p14:creationId xmlns:p14="http://schemas.microsoft.com/office/powerpoint/2010/main" val="621895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FED8D49-6DBF-16AE-CC2E-8FC33433D719}"/>
              </a:ext>
            </a:extLst>
          </p:cNvPr>
          <p:cNvSpPr txBox="1">
            <a:spLocks/>
          </p:cNvSpPr>
          <p:nvPr/>
        </p:nvSpPr>
        <p:spPr>
          <a:xfrm>
            <a:off x="1780173" y="195007"/>
            <a:ext cx="5806526" cy="8276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sz="4000" dirty="0">
                <a:solidFill>
                  <a:srgbClr val="0070C0"/>
                </a:solidFill>
                <a:latin typeface="Gill Sans MT" panose="020B0502020104020203" pitchFamily="34" charset="0"/>
              </a:rPr>
              <a:t>Learning Outcomes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0A6FCE1-807F-78AF-7A22-954415E2EDD2}"/>
              </a:ext>
            </a:extLst>
          </p:cNvPr>
          <p:cNvSpPr txBox="1">
            <a:spLocks/>
          </p:cNvSpPr>
          <p:nvPr/>
        </p:nvSpPr>
        <p:spPr>
          <a:xfrm>
            <a:off x="901687" y="1143288"/>
            <a:ext cx="7947539" cy="4571424"/>
          </a:xfrm>
          <a:prstGeom prst="roundRect">
            <a:avLst>
              <a:gd name="adj" fmla="val 1858"/>
            </a:avLst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algn="l">
              <a:buClrTx/>
            </a:pPr>
            <a:r>
              <a:rPr lang="en-GB" sz="2400" i="1" dirty="0">
                <a:latin typeface="+mn-lt"/>
              </a:rPr>
              <a:t>After today and next week…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dirty="0">
                <a:latin typeface="+mn-lt"/>
              </a:rPr>
              <a:t>Understand the purpose of correlation tests (Pearson’s r and Spearman’s) and when to use them.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dirty="0">
                <a:latin typeface="+mn-lt"/>
              </a:rPr>
              <a:t>Understand key differences between Pearson’s and Spearman’s tests 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dirty="0">
                <a:latin typeface="+mn-lt"/>
              </a:rPr>
              <a:t>Run both tests using JASP software.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dirty="0">
                <a:latin typeface="+mn-lt"/>
              </a:rPr>
              <a:t>Write up and interpret the results following APA standards.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b="1" dirty="0">
                <a:solidFill>
                  <a:srgbClr val="FF0000"/>
                </a:solidFill>
                <a:latin typeface="+mn-lt"/>
              </a:rPr>
              <a:t>Online content: Run the tests using JASP software using the ‘How to’ videos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8365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B8676F2-4335-7184-8F2C-C2727F9C7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331" y="796898"/>
            <a:ext cx="7812148" cy="4575202"/>
          </a:xfrm>
          <a:noFill/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300" dirty="0">
                <a:solidFill>
                  <a:schemeClr val="tx1"/>
                </a:solidFill>
              </a:rPr>
              <a:t>Lesson Outline</a:t>
            </a:r>
          </a:p>
          <a:p>
            <a:pPr marL="0" indent="0">
              <a:buNone/>
            </a:pPr>
            <a:endParaRPr lang="en-GB" b="1" dirty="0">
              <a:solidFill>
                <a:srgbClr val="1477B4"/>
              </a:solidFill>
            </a:endParaRPr>
          </a:p>
          <a:p>
            <a:pPr marL="457200" indent="-457200">
              <a:buClrTx/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</a:rPr>
              <a:t>Reading JASP output</a:t>
            </a:r>
          </a:p>
          <a:p>
            <a:pPr marL="457200" indent="-457200">
              <a:buClrTx/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</a:rPr>
              <a:t>Recap: Week 2 Online content</a:t>
            </a:r>
          </a:p>
          <a:p>
            <a:pPr marL="457200" indent="-457200">
              <a:buClrTx/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</a:rPr>
              <a:t>Interpretation and Write up of Correlation</a:t>
            </a:r>
          </a:p>
          <a:p>
            <a:pPr marL="457200" indent="-457200">
              <a:buClrTx/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</a:rPr>
              <a:t>Activity Worksheets (lecture and online content)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1076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2011C802-73B3-2DD2-A025-149276778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54532" y="1157225"/>
            <a:ext cx="3589468" cy="5152416"/>
          </a:xfrm>
          <a:noFill/>
        </p:spPr>
        <p:txBody>
          <a:bodyPr>
            <a:noAutofit/>
          </a:bodyPr>
          <a:lstStyle/>
          <a:p>
            <a:endParaRPr lang="en-US" sz="3200" b="1" dirty="0">
              <a:solidFill>
                <a:schemeClr val="tx1"/>
              </a:solidFill>
            </a:endParaRPr>
          </a:p>
          <a:p>
            <a:pPr marL="514350" indent="-514350">
              <a:buAutoNum type="arabicPeriod"/>
            </a:pPr>
            <a:r>
              <a:rPr lang="en-US" sz="3200" b="1" dirty="0">
                <a:solidFill>
                  <a:schemeClr val="tx1"/>
                </a:solidFill>
              </a:rPr>
              <a:t>Reading JASP output</a:t>
            </a:r>
          </a:p>
          <a:p>
            <a:pPr marL="514350" indent="-514350">
              <a:buAutoNum type="arabicPeriod"/>
            </a:pPr>
            <a:endParaRPr lang="en-US" sz="3200" b="1" dirty="0">
              <a:solidFill>
                <a:schemeClr val="tx1"/>
              </a:solidFill>
            </a:endParaRPr>
          </a:p>
          <a:p>
            <a:pPr marL="514350" indent="-514350">
              <a:buAutoNum type="arabicPeriod"/>
            </a:pPr>
            <a:endParaRPr lang="en-US" sz="3200" b="1" dirty="0">
              <a:solidFill>
                <a:schemeClr val="tx1"/>
              </a:solidFill>
            </a:endParaRPr>
          </a:p>
        </p:txBody>
      </p:sp>
      <p:pic>
        <p:nvPicPr>
          <p:cNvPr id="3" name="Picture 6" descr="See the source image">
            <a:extLst>
              <a:ext uri="{FF2B5EF4-FFF2-40B4-BE49-F238E27FC236}">
                <a16:creationId xmlns:a16="http://schemas.microsoft.com/office/drawing/2014/main" id="{EE932BE7-5F26-31EA-4CAD-BC83AE34FE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7" r="26769"/>
          <a:stretch/>
        </p:blipFill>
        <p:spPr bwMode="auto">
          <a:xfrm>
            <a:off x="20" y="10"/>
            <a:ext cx="566119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3770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14359-0D4B-9AF4-7807-AE189B727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B879CF1-F06E-BF4A-262D-9C70C7E356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127" r="4276"/>
          <a:stretch>
            <a:fillRect/>
          </a:stretch>
        </p:blipFill>
        <p:spPr>
          <a:xfrm>
            <a:off x="545019" y="1972296"/>
            <a:ext cx="8053961" cy="1475407"/>
          </a:xfrm>
          <a:prstGeom prst="rect">
            <a:avLst/>
          </a:prstGeom>
        </p:spPr>
      </p:pic>
      <p:cxnSp>
        <p:nvCxnSpPr>
          <p:cNvPr id="7" name="Connecteur droit avec flèche 13">
            <a:extLst>
              <a:ext uri="{FF2B5EF4-FFF2-40B4-BE49-F238E27FC236}">
                <a16:creationId xmlns:a16="http://schemas.microsoft.com/office/drawing/2014/main" id="{94EEA334-3FA8-BFC9-3D6A-682E5CE66D15}"/>
              </a:ext>
            </a:extLst>
          </p:cNvPr>
          <p:cNvCxnSpPr>
            <a:cxnSpLocks/>
          </p:cNvCxnSpPr>
          <p:nvPr/>
        </p:nvCxnSpPr>
        <p:spPr>
          <a:xfrm flipH="1">
            <a:off x="3794760" y="1670267"/>
            <a:ext cx="472440" cy="950849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à coins arrondis 7">
            <a:extLst>
              <a:ext uri="{FF2B5EF4-FFF2-40B4-BE49-F238E27FC236}">
                <a16:creationId xmlns:a16="http://schemas.microsoft.com/office/drawing/2014/main" id="{9C81322D-EAFF-10D9-FEED-6616D103AF99}"/>
              </a:ext>
            </a:extLst>
          </p:cNvPr>
          <p:cNvSpPr/>
          <p:nvPr/>
        </p:nvSpPr>
        <p:spPr>
          <a:xfrm>
            <a:off x="822960" y="2621117"/>
            <a:ext cx="5059680" cy="826585"/>
          </a:xfrm>
          <a:prstGeom prst="round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16" name="ZoneTexte 11">
            <a:extLst>
              <a:ext uri="{FF2B5EF4-FFF2-40B4-BE49-F238E27FC236}">
                <a16:creationId xmlns:a16="http://schemas.microsoft.com/office/drawing/2014/main" id="{C71840E3-FDC7-5D1A-0A32-6D671EC984EB}"/>
              </a:ext>
            </a:extLst>
          </p:cNvPr>
          <p:cNvSpPr txBox="1"/>
          <p:nvPr/>
        </p:nvSpPr>
        <p:spPr>
          <a:xfrm>
            <a:off x="3124200" y="1145654"/>
            <a:ext cx="5791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solidFill>
                  <a:srgbClr val="7030A0"/>
                </a:solidFill>
              </a:rPr>
              <a:t>Variables being compared (“Display pairwise”)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E4CC354-182D-76CC-C207-1F9DC43D0F49}"/>
              </a:ext>
            </a:extLst>
          </p:cNvPr>
          <p:cNvSpPr txBox="1">
            <a:spLocks/>
          </p:cNvSpPr>
          <p:nvPr/>
        </p:nvSpPr>
        <p:spPr>
          <a:xfrm>
            <a:off x="822960" y="286605"/>
            <a:ext cx="7543800" cy="6277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dirty="0">
                <a:solidFill>
                  <a:schemeClr val="tx1"/>
                </a:solidFill>
              </a:rPr>
              <a:t>Reading JASP 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F37FE5-1514-011E-B12A-66CEF0F0E5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786" b="16321"/>
          <a:stretch>
            <a:fillRect/>
          </a:stretch>
        </p:blipFill>
        <p:spPr>
          <a:xfrm>
            <a:off x="620118" y="3897269"/>
            <a:ext cx="8101844" cy="2160782"/>
          </a:xfrm>
          <a:prstGeom prst="rect">
            <a:avLst/>
          </a:prstGeom>
        </p:spPr>
      </p:pic>
      <p:sp>
        <p:nvSpPr>
          <p:cNvPr id="17" name="ZoneTexte 11">
            <a:extLst>
              <a:ext uri="{FF2B5EF4-FFF2-40B4-BE49-F238E27FC236}">
                <a16:creationId xmlns:a16="http://schemas.microsoft.com/office/drawing/2014/main" id="{96FADE0D-186D-9AA8-C28B-61D9FC5AD449}"/>
              </a:ext>
            </a:extLst>
          </p:cNvPr>
          <p:cNvSpPr txBox="1"/>
          <p:nvPr/>
        </p:nvSpPr>
        <p:spPr>
          <a:xfrm>
            <a:off x="3444240" y="3722714"/>
            <a:ext cx="5410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solidFill>
                  <a:srgbClr val="7030A0"/>
                </a:solidFill>
              </a:rPr>
              <a:t>If you didn’t select that, it’ll look like this…</a:t>
            </a:r>
          </a:p>
        </p:txBody>
      </p:sp>
      <p:cxnSp>
        <p:nvCxnSpPr>
          <p:cNvPr id="18" name="Connecteur droit avec flèche 13">
            <a:extLst>
              <a:ext uri="{FF2B5EF4-FFF2-40B4-BE49-F238E27FC236}">
                <a16:creationId xmlns:a16="http://schemas.microsoft.com/office/drawing/2014/main" id="{FACF3F48-DC43-D143-1B4C-2063EDECC062}"/>
              </a:ext>
            </a:extLst>
          </p:cNvPr>
          <p:cNvCxnSpPr>
            <a:cxnSpLocks/>
          </p:cNvCxnSpPr>
          <p:nvPr/>
        </p:nvCxnSpPr>
        <p:spPr>
          <a:xfrm flipH="1">
            <a:off x="3124200" y="4096523"/>
            <a:ext cx="320040" cy="521197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8986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F02F8-789D-522D-B51F-30176042D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00FA395-4A07-C949-B74D-A56EB9E7D1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127" r="4276"/>
          <a:stretch>
            <a:fillRect/>
          </a:stretch>
        </p:blipFill>
        <p:spPr>
          <a:xfrm>
            <a:off x="545019" y="1972296"/>
            <a:ext cx="8053961" cy="1475407"/>
          </a:xfrm>
          <a:prstGeom prst="rect">
            <a:avLst/>
          </a:prstGeom>
        </p:spPr>
      </p:pic>
      <p:sp>
        <p:nvSpPr>
          <p:cNvPr id="8" name="Rectangle à coins arrondis 7">
            <a:extLst>
              <a:ext uri="{FF2B5EF4-FFF2-40B4-BE49-F238E27FC236}">
                <a16:creationId xmlns:a16="http://schemas.microsoft.com/office/drawing/2014/main" id="{015303AB-5B20-EAB1-518D-8120A30AC1A4}"/>
              </a:ext>
            </a:extLst>
          </p:cNvPr>
          <p:cNvSpPr/>
          <p:nvPr/>
        </p:nvSpPr>
        <p:spPr>
          <a:xfrm>
            <a:off x="5931584" y="2321077"/>
            <a:ext cx="1261696" cy="1126626"/>
          </a:xfrm>
          <a:prstGeom prst="round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1182B57-E937-0FAD-7E4B-1F25ECB0B859}"/>
              </a:ext>
            </a:extLst>
          </p:cNvPr>
          <p:cNvSpPr txBox="1"/>
          <p:nvPr/>
        </p:nvSpPr>
        <p:spPr>
          <a:xfrm>
            <a:off x="620118" y="4125813"/>
            <a:ext cx="774664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solidFill>
                  <a:srgbClr val="7030A0"/>
                </a:solidFill>
              </a:rPr>
              <a:t>Correlation coefficient.</a:t>
            </a:r>
          </a:p>
          <a:p>
            <a:r>
              <a:rPr lang="en-GB" sz="2200" dirty="0"/>
              <a:t>Either Pearson’s (</a:t>
            </a:r>
            <a:r>
              <a:rPr lang="en-GB" sz="2200" i="1" dirty="0"/>
              <a:t>r</a:t>
            </a:r>
            <a:r>
              <a:rPr lang="en-GB" sz="2200" dirty="0"/>
              <a:t>) or Spearman’s (</a:t>
            </a:r>
            <a:r>
              <a:rPr lang="en-GB" sz="2200" i="1" dirty="0"/>
              <a:t>p</a:t>
            </a:r>
            <a:r>
              <a:rPr lang="en-GB" sz="2200" dirty="0"/>
              <a:t>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/>
              <a:t>The </a:t>
            </a:r>
            <a:r>
              <a:rPr lang="en-GB" sz="2200" b="1" dirty="0"/>
              <a:t>number</a:t>
            </a:r>
            <a:r>
              <a:rPr lang="en-GB" sz="2200" dirty="0"/>
              <a:t>/value tells you the </a:t>
            </a:r>
            <a:r>
              <a:rPr lang="en-GB" sz="2200" b="1" dirty="0"/>
              <a:t>strength</a:t>
            </a:r>
            <a:r>
              <a:rPr lang="en-GB" sz="2200" dirty="0"/>
              <a:t> or size of the relationship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/>
              <a:t>The </a:t>
            </a:r>
            <a:r>
              <a:rPr lang="en-GB" sz="2200" b="1" dirty="0"/>
              <a:t>sign</a:t>
            </a:r>
            <a:r>
              <a:rPr lang="en-GB" sz="2200" dirty="0"/>
              <a:t> tells if you the </a:t>
            </a:r>
            <a:r>
              <a:rPr lang="en-GB" sz="2200" b="1" dirty="0"/>
              <a:t>direction</a:t>
            </a:r>
            <a:r>
              <a:rPr lang="en-GB" sz="2200" dirty="0"/>
              <a:t> (positive or negative)</a:t>
            </a:r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76D8092F-1120-F1C6-D3A8-C1A3E2227BD3}"/>
              </a:ext>
            </a:extLst>
          </p:cNvPr>
          <p:cNvCxnSpPr>
            <a:cxnSpLocks/>
          </p:cNvCxnSpPr>
          <p:nvPr/>
        </p:nvCxnSpPr>
        <p:spPr>
          <a:xfrm flipV="1">
            <a:off x="2968577" y="3447703"/>
            <a:ext cx="2963007" cy="67811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avec flèche 13">
            <a:extLst>
              <a:ext uri="{FF2B5EF4-FFF2-40B4-BE49-F238E27FC236}">
                <a16:creationId xmlns:a16="http://schemas.microsoft.com/office/drawing/2014/main" id="{3903AB0D-4A47-D401-CB99-B4EB61D03A38}"/>
              </a:ext>
            </a:extLst>
          </p:cNvPr>
          <p:cNvCxnSpPr>
            <a:cxnSpLocks/>
          </p:cNvCxnSpPr>
          <p:nvPr/>
        </p:nvCxnSpPr>
        <p:spPr>
          <a:xfrm flipH="1">
            <a:off x="2062610" y="1518460"/>
            <a:ext cx="1296263" cy="498599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à coins arrondis 7">
            <a:extLst>
              <a:ext uri="{FF2B5EF4-FFF2-40B4-BE49-F238E27FC236}">
                <a16:creationId xmlns:a16="http://schemas.microsoft.com/office/drawing/2014/main" id="{284682D6-4754-8A74-C35F-9D734C0633E2}"/>
              </a:ext>
            </a:extLst>
          </p:cNvPr>
          <p:cNvSpPr/>
          <p:nvPr/>
        </p:nvSpPr>
        <p:spPr>
          <a:xfrm>
            <a:off x="620118" y="1830013"/>
            <a:ext cx="2220063" cy="702078"/>
          </a:xfrm>
          <a:prstGeom prst="round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16" name="ZoneTexte 11">
            <a:extLst>
              <a:ext uri="{FF2B5EF4-FFF2-40B4-BE49-F238E27FC236}">
                <a16:creationId xmlns:a16="http://schemas.microsoft.com/office/drawing/2014/main" id="{8643B4AE-7EA4-9E9F-6BE7-07405C5A8482}"/>
              </a:ext>
            </a:extLst>
          </p:cNvPr>
          <p:cNvSpPr txBox="1"/>
          <p:nvPr/>
        </p:nvSpPr>
        <p:spPr>
          <a:xfrm>
            <a:off x="2453640" y="1029293"/>
            <a:ext cx="5483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rgbClr val="7030A0"/>
                </a:solidFill>
              </a:rPr>
              <a:t>Type of test (e.g., Pearson’s or Spearman’s)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40AAFFE-C2EF-E566-F67B-B859128E463A}"/>
              </a:ext>
            </a:extLst>
          </p:cNvPr>
          <p:cNvSpPr txBox="1">
            <a:spLocks/>
          </p:cNvSpPr>
          <p:nvPr/>
        </p:nvSpPr>
        <p:spPr>
          <a:xfrm>
            <a:off x="822960" y="286605"/>
            <a:ext cx="7543800" cy="6277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dirty="0">
                <a:solidFill>
                  <a:schemeClr val="tx1"/>
                </a:solidFill>
              </a:rPr>
              <a:t>Reading JASP Output</a:t>
            </a:r>
          </a:p>
        </p:txBody>
      </p:sp>
    </p:spTree>
    <p:extLst>
      <p:ext uri="{BB962C8B-B14F-4D97-AF65-F5344CB8AC3E}">
        <p14:creationId xmlns:p14="http://schemas.microsoft.com/office/powerpoint/2010/main" val="232013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5" grpId="0" animBg="1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0E66B-8175-5A9D-3463-E0D3AC1A8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099BC57-8B3B-25FF-BC02-62CEBE8068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127" r="4276"/>
          <a:stretch>
            <a:fillRect/>
          </a:stretch>
        </p:blipFill>
        <p:spPr>
          <a:xfrm>
            <a:off x="545019" y="1972296"/>
            <a:ext cx="8053961" cy="1475407"/>
          </a:xfrm>
          <a:prstGeom prst="rect">
            <a:avLst/>
          </a:prstGeom>
        </p:spPr>
      </p:pic>
      <p:sp>
        <p:nvSpPr>
          <p:cNvPr id="8" name="Rectangle à coins arrondis 7">
            <a:extLst>
              <a:ext uri="{FF2B5EF4-FFF2-40B4-BE49-F238E27FC236}">
                <a16:creationId xmlns:a16="http://schemas.microsoft.com/office/drawing/2014/main" id="{67BDF5E4-61C5-ACD6-2450-0176B6986FFB}"/>
              </a:ext>
            </a:extLst>
          </p:cNvPr>
          <p:cNvSpPr/>
          <p:nvPr/>
        </p:nvSpPr>
        <p:spPr>
          <a:xfrm>
            <a:off x="7303184" y="2358959"/>
            <a:ext cx="1063576" cy="1064775"/>
          </a:xfrm>
          <a:prstGeom prst="round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AE86DC7-679D-5DBD-988B-FC1193415438}"/>
              </a:ext>
            </a:extLst>
          </p:cNvPr>
          <p:cNvSpPr txBox="1"/>
          <p:nvPr/>
        </p:nvSpPr>
        <p:spPr>
          <a:xfrm>
            <a:off x="620118" y="4125813"/>
            <a:ext cx="828004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b="1" dirty="0">
                <a:solidFill>
                  <a:srgbClr val="7030A0"/>
                </a:solidFill>
              </a:rPr>
              <a:t>Significance value </a:t>
            </a:r>
            <a:r>
              <a:rPr lang="en-GB" sz="2200" dirty="0"/>
              <a:t>or p-value (of the correlation coefficient)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/>
              <a:t>Compare to </a:t>
            </a:r>
            <a:r>
              <a:rPr lang="el-GR" sz="2200" dirty="0"/>
              <a:t>α</a:t>
            </a:r>
            <a:r>
              <a:rPr lang="en-GB" sz="2200" dirty="0"/>
              <a:t> – alpha level of significance (default = 0.05)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/>
              <a:t>If p &lt; </a:t>
            </a:r>
            <a:r>
              <a:rPr lang="el-GR" sz="2200" dirty="0"/>
              <a:t>α </a:t>
            </a:r>
            <a:r>
              <a:rPr lang="en-GB" sz="2200" dirty="0"/>
              <a:t> = significant relationship, r</a:t>
            </a:r>
            <a:r>
              <a:rPr lang="en-US" altLang="en-US" sz="2200" dirty="0">
                <a:cs typeface="Arial" panose="020B0604020202020204" pitchFamily="34" charset="0"/>
              </a:rPr>
              <a:t>eject </a:t>
            </a:r>
            <a:r>
              <a:rPr lang="en-GB" sz="2200" dirty="0"/>
              <a:t>H</a:t>
            </a:r>
            <a:r>
              <a:rPr lang="en-GB" sz="2200" baseline="-25000" dirty="0"/>
              <a:t>0</a:t>
            </a:r>
            <a:endParaRPr lang="en-GB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/>
              <a:t>If p &gt; </a:t>
            </a:r>
            <a:r>
              <a:rPr lang="el-GR" sz="2200" dirty="0"/>
              <a:t>α </a:t>
            </a:r>
            <a:r>
              <a:rPr lang="en-GB" sz="2200" dirty="0"/>
              <a:t>= not significant (non-significant relationship, </a:t>
            </a:r>
            <a:r>
              <a:rPr lang="en-US" altLang="en-US" sz="2200" dirty="0">
                <a:cs typeface="Arial" panose="020B0604020202020204" pitchFamily="34" charset="0"/>
              </a:rPr>
              <a:t>fail to reject </a:t>
            </a:r>
            <a:r>
              <a:rPr lang="en-GB" sz="2200" dirty="0"/>
              <a:t>H</a:t>
            </a:r>
            <a:r>
              <a:rPr lang="en-GB" sz="2200" baseline="-25000" dirty="0"/>
              <a:t>0 </a:t>
            </a:r>
            <a:endParaRPr lang="en-GB" sz="2200" dirty="0"/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B975F52F-9239-0B53-020C-D0BE9CD17E61}"/>
              </a:ext>
            </a:extLst>
          </p:cNvPr>
          <p:cNvCxnSpPr>
            <a:cxnSpLocks/>
          </p:cNvCxnSpPr>
          <p:nvPr/>
        </p:nvCxnSpPr>
        <p:spPr>
          <a:xfrm flipV="1">
            <a:off x="2968577" y="3423734"/>
            <a:ext cx="4209463" cy="702079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26F57526-8578-2F92-0755-FB680EE48534}"/>
              </a:ext>
            </a:extLst>
          </p:cNvPr>
          <p:cNvSpPr txBox="1">
            <a:spLocks/>
          </p:cNvSpPr>
          <p:nvPr/>
        </p:nvSpPr>
        <p:spPr>
          <a:xfrm>
            <a:off x="822960" y="286605"/>
            <a:ext cx="7543800" cy="6277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dirty="0">
                <a:solidFill>
                  <a:schemeClr val="tx1"/>
                </a:solidFill>
              </a:rPr>
              <a:t>Reading JASP Output</a:t>
            </a:r>
          </a:p>
        </p:txBody>
      </p:sp>
    </p:spTree>
    <p:extLst>
      <p:ext uri="{BB962C8B-B14F-4D97-AF65-F5344CB8AC3E}">
        <p14:creationId xmlns:p14="http://schemas.microsoft.com/office/powerpoint/2010/main" val="2773489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CBFFD-63FD-DD0B-3581-BB7CCC2BF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564B736-73EB-7061-9659-F624ABFFAA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54532" y="1157225"/>
            <a:ext cx="3589468" cy="5152416"/>
          </a:xfrm>
          <a:noFill/>
        </p:spPr>
        <p:txBody>
          <a:bodyPr>
            <a:noAutofit/>
          </a:bodyPr>
          <a:lstStyle/>
          <a:p>
            <a:endParaRPr lang="en-US" sz="3200" b="1" dirty="0">
              <a:solidFill>
                <a:schemeClr val="tx1"/>
              </a:solidFill>
            </a:endParaRPr>
          </a:p>
          <a:p>
            <a:r>
              <a:rPr lang="en-US" sz="3200" b="1" dirty="0">
                <a:solidFill>
                  <a:schemeClr val="tx1"/>
                </a:solidFill>
              </a:rPr>
              <a:t>2. RECAP: Week 2 Online content</a:t>
            </a:r>
          </a:p>
          <a:p>
            <a:pPr marL="514350" indent="-514350">
              <a:buAutoNum type="arabicPeriod"/>
            </a:pPr>
            <a:endParaRPr lang="en-US" sz="3200" b="1" dirty="0">
              <a:solidFill>
                <a:schemeClr val="tx1"/>
              </a:solidFill>
            </a:endParaRPr>
          </a:p>
          <a:p>
            <a:pPr marL="514350" indent="-514350">
              <a:buAutoNum type="arabicPeriod"/>
            </a:pPr>
            <a:endParaRPr lang="en-US" sz="3200" b="1" dirty="0">
              <a:solidFill>
                <a:schemeClr val="tx1"/>
              </a:solidFill>
            </a:endParaRPr>
          </a:p>
        </p:txBody>
      </p:sp>
      <p:pic>
        <p:nvPicPr>
          <p:cNvPr id="3" name="Picture 6" descr="See the source image">
            <a:extLst>
              <a:ext uri="{FF2B5EF4-FFF2-40B4-BE49-F238E27FC236}">
                <a16:creationId xmlns:a16="http://schemas.microsoft.com/office/drawing/2014/main" id="{C2050CD5-B5B5-FF31-0063-94CE413B10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7" r="26769"/>
          <a:stretch/>
        </p:blipFill>
        <p:spPr bwMode="auto">
          <a:xfrm>
            <a:off x="20" y="10"/>
            <a:ext cx="566119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2279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259AC-24EB-FB39-E6BF-7012FEF18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627796"/>
          </a:xfrm>
        </p:spPr>
        <p:txBody>
          <a:bodyPr>
            <a:normAutofit/>
          </a:bodyPr>
          <a:lstStyle/>
          <a:p>
            <a:r>
              <a:rPr lang="en-GB" sz="4000" dirty="0"/>
              <a:t>Week 2 </a:t>
            </a:r>
            <a:r>
              <a:rPr lang="en-GB" sz="4000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Content</a:t>
            </a:r>
            <a:endParaRPr lang="en-GB" sz="4000" dirty="0">
              <a:solidFill>
                <a:srgbClr val="0070C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88DC38-D0C8-85FE-E155-DC0A44F661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56" y="1931271"/>
            <a:ext cx="3703320" cy="4350257"/>
          </a:xfrm>
        </p:spPr>
        <p:txBody>
          <a:bodyPr>
            <a:noAutofit/>
          </a:bodyPr>
          <a:lstStyle/>
          <a:p>
            <a:r>
              <a:rPr lang="en-GB" u="sng" dirty="0"/>
              <a:t>Research question: </a:t>
            </a:r>
          </a:p>
          <a:p>
            <a:r>
              <a:rPr lang="en-GB" dirty="0"/>
              <a:t>If ratings for the film Barbie, relate to ratings of the film Oppenheimer. </a:t>
            </a:r>
          </a:p>
          <a:p>
            <a:r>
              <a:rPr lang="en-GB" dirty="0"/>
              <a:t>10 x participants</a:t>
            </a:r>
          </a:p>
          <a:p>
            <a:r>
              <a:rPr lang="en-GB" dirty="0"/>
              <a:t>Rating scale: 1 – 10  (10 = highest preference)</a:t>
            </a:r>
          </a:p>
          <a:p>
            <a:r>
              <a:rPr lang="en-GB" dirty="0"/>
              <a:t>Hypothesis: two-tailed, no direction</a:t>
            </a:r>
          </a:p>
          <a:p>
            <a:r>
              <a:rPr lang="en-GB" dirty="0"/>
              <a:t>Predict a relationship but not sure if positive or negative.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ADDE80-B7BF-16AF-EB7B-022A715909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63440" y="1931272"/>
            <a:ext cx="3703320" cy="4350258"/>
          </a:xfrm>
        </p:spPr>
        <p:txBody>
          <a:bodyPr>
            <a:noAutofit/>
          </a:bodyPr>
          <a:lstStyle/>
          <a:p>
            <a:r>
              <a:rPr lang="en-GB" u="sng" dirty="0"/>
              <a:t>Research question: </a:t>
            </a:r>
          </a:p>
          <a:p>
            <a:r>
              <a:rPr lang="en-GB" dirty="0"/>
              <a:t>If social media use (TikTok hours) relates to academic performance (class ranking position)</a:t>
            </a:r>
          </a:p>
          <a:p>
            <a:r>
              <a:rPr lang="en-GB" dirty="0"/>
              <a:t>10 x participants</a:t>
            </a:r>
          </a:p>
          <a:p>
            <a:r>
              <a:rPr lang="en-GB" dirty="0"/>
              <a:t>Rating scale: ranked position (1</a:t>
            </a:r>
            <a:r>
              <a:rPr lang="en-GB" baseline="30000" dirty="0"/>
              <a:t>st</a:t>
            </a:r>
            <a:r>
              <a:rPr lang="en-GB" dirty="0"/>
              <a:t> = best performance)</a:t>
            </a:r>
          </a:p>
          <a:p>
            <a:r>
              <a:rPr lang="en-GB" dirty="0"/>
              <a:t>Hypothesis: one-tailed, positive direction </a:t>
            </a:r>
          </a:p>
          <a:p>
            <a:r>
              <a:rPr lang="en-GB" dirty="0"/>
              <a:t>As social media hours increase, the higher your ranking (worst performance)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2B2A927-31C5-3C61-ED21-94E79929E194}"/>
              </a:ext>
            </a:extLst>
          </p:cNvPr>
          <p:cNvSpPr txBox="1">
            <a:spLocks/>
          </p:cNvSpPr>
          <p:nvPr/>
        </p:nvSpPr>
        <p:spPr>
          <a:xfrm>
            <a:off x="4617720" y="1194990"/>
            <a:ext cx="3703320" cy="7362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000" b="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b="1" cap="none" dirty="0">
                <a:solidFill>
                  <a:srgbClr val="7030A0"/>
                </a:solidFill>
              </a:rPr>
              <a:t>Spearman’s rank (rho)</a:t>
            </a:r>
            <a:endParaRPr lang="en-GB" sz="2400" b="1" i="1" cap="none" dirty="0">
              <a:solidFill>
                <a:srgbClr val="7030A0"/>
              </a:solidFill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3C3FCC3-ABEF-3206-18A5-C98656B82AE0}"/>
              </a:ext>
            </a:extLst>
          </p:cNvPr>
          <p:cNvSpPr txBox="1">
            <a:spLocks/>
          </p:cNvSpPr>
          <p:nvPr/>
        </p:nvSpPr>
        <p:spPr>
          <a:xfrm>
            <a:off x="822956" y="1194990"/>
            <a:ext cx="3703320" cy="7362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000" b="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b="1" cap="none" dirty="0">
                <a:solidFill>
                  <a:srgbClr val="00B050"/>
                </a:solidFill>
              </a:rPr>
              <a:t>Pearson’s </a:t>
            </a:r>
            <a:r>
              <a:rPr lang="en-GB" sz="2400" b="1" i="1" cap="none" dirty="0">
                <a:solidFill>
                  <a:srgbClr val="00B050"/>
                </a:solidFill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349386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BBD689A-1E78-88E5-2380-4B3429C15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9DEA8-22BD-DB8F-890F-DA43A8635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627796"/>
          </a:xfrm>
        </p:spPr>
        <p:txBody>
          <a:bodyPr>
            <a:normAutofit/>
          </a:bodyPr>
          <a:lstStyle/>
          <a:p>
            <a:r>
              <a:rPr lang="en-GB" sz="4000" dirty="0"/>
              <a:t>Week </a:t>
            </a:r>
            <a:r>
              <a:rPr lang="en-GB" sz="4000" dirty="0">
                <a:solidFill>
                  <a:srgbClr val="0070C0"/>
                </a:solidFill>
              </a:rPr>
              <a:t>2 </a:t>
            </a:r>
            <a:r>
              <a:rPr lang="en-GB" sz="4000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Content</a:t>
            </a:r>
            <a:endParaRPr lang="en-GB" sz="4000" dirty="0">
              <a:solidFill>
                <a:srgbClr val="0070C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7D8770-1869-62CD-2FB8-74198BDE93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9530" y="1570251"/>
            <a:ext cx="7684940" cy="94045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If ratings for the film Barbie, relate to ratings of the film Oppenheimer.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Rating scale: 1 – 10  (10 = highest preference)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Hypothesis: two-tailed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7AD964C-5D25-68D0-6280-92625F385575}"/>
              </a:ext>
            </a:extLst>
          </p:cNvPr>
          <p:cNvSpPr txBox="1">
            <a:spLocks/>
          </p:cNvSpPr>
          <p:nvPr/>
        </p:nvSpPr>
        <p:spPr>
          <a:xfrm>
            <a:off x="729530" y="1073021"/>
            <a:ext cx="3703320" cy="4972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000" b="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GB" sz="2400" b="1" cap="none" dirty="0">
                <a:solidFill>
                  <a:srgbClr val="00B050"/>
                </a:solidFill>
              </a:rPr>
              <a:t>Pearson’s </a:t>
            </a:r>
            <a:r>
              <a:rPr lang="en-GB" sz="2400" b="1" i="1" cap="none" dirty="0">
                <a:solidFill>
                  <a:srgbClr val="00B050"/>
                </a:solidFill>
              </a:rPr>
              <a:t>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8E5E6E-FBA6-8D87-77C2-5A27D9E4297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127" r="4276"/>
          <a:stretch>
            <a:fillRect/>
          </a:stretch>
        </p:blipFill>
        <p:spPr>
          <a:xfrm>
            <a:off x="545019" y="2565399"/>
            <a:ext cx="8053961" cy="14754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F9FD8B2-524A-CAE3-FECA-DC73068A0C20}"/>
              </a:ext>
            </a:extLst>
          </p:cNvPr>
          <p:cNvSpPr txBox="1"/>
          <p:nvPr/>
        </p:nvSpPr>
        <p:spPr>
          <a:xfrm>
            <a:off x="545018" y="4397925"/>
            <a:ext cx="8008457" cy="18620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GB" sz="2000" dirty="0"/>
              <a:t>Pearson’s </a:t>
            </a:r>
            <a:r>
              <a:rPr lang="en-GB" sz="2000" i="1" dirty="0"/>
              <a:t>r</a:t>
            </a:r>
            <a:r>
              <a:rPr lang="en-GB" sz="2000" dirty="0"/>
              <a:t> = .85 (</a:t>
            </a:r>
            <a:r>
              <a:rPr lang="en-GB" sz="2000" dirty="0">
                <a:solidFill>
                  <a:srgbClr val="0070C0"/>
                </a:solidFill>
              </a:rPr>
              <a:t>positive</a:t>
            </a:r>
            <a:r>
              <a:rPr lang="en-GB" sz="2000" dirty="0"/>
              <a:t> number, round) </a:t>
            </a:r>
          </a:p>
          <a:p>
            <a:pPr>
              <a:spcBef>
                <a:spcPts val="600"/>
              </a:spcBef>
            </a:pPr>
            <a:r>
              <a:rPr lang="en-GB" sz="2000" dirty="0"/>
              <a:t>Significance value p = .002. Compare this against alpha criterion (</a:t>
            </a:r>
            <a:r>
              <a:rPr lang="el-GR" dirty="0"/>
              <a:t>α</a:t>
            </a:r>
            <a:r>
              <a:rPr lang="en-GB" sz="2000" dirty="0"/>
              <a:t> = .05)</a:t>
            </a:r>
          </a:p>
          <a:p>
            <a:pPr>
              <a:spcBef>
                <a:spcPts val="600"/>
              </a:spcBef>
            </a:pPr>
            <a:r>
              <a:rPr lang="en-GB" sz="2000" dirty="0"/>
              <a:t>p value is lower than alpha level (.002 &lt; .05) = </a:t>
            </a:r>
            <a:r>
              <a:rPr lang="en-GB" sz="2000" dirty="0">
                <a:solidFill>
                  <a:srgbClr val="D29956"/>
                </a:solidFill>
              </a:rPr>
              <a:t>significant</a:t>
            </a:r>
            <a:r>
              <a:rPr lang="en-GB" sz="2000" dirty="0"/>
              <a:t> </a:t>
            </a:r>
          </a:p>
          <a:p>
            <a:pPr>
              <a:spcBef>
                <a:spcPts val="600"/>
              </a:spcBef>
            </a:pPr>
            <a:r>
              <a:rPr lang="en-GB" sz="2000" dirty="0"/>
              <a:t>= A </a:t>
            </a:r>
            <a:r>
              <a:rPr lang="en-GB" sz="2000" dirty="0">
                <a:solidFill>
                  <a:srgbClr val="D29956"/>
                </a:solidFill>
              </a:rPr>
              <a:t>significant</a:t>
            </a:r>
            <a:r>
              <a:rPr lang="en-GB" sz="2000" dirty="0"/>
              <a:t> </a:t>
            </a:r>
            <a:r>
              <a:rPr lang="en-GB" sz="2000" dirty="0">
                <a:solidFill>
                  <a:srgbClr val="0070C0"/>
                </a:solidFill>
              </a:rPr>
              <a:t>positive</a:t>
            </a:r>
            <a:r>
              <a:rPr lang="en-GB" sz="2000" dirty="0"/>
              <a:t> relationship - as ratings for Barbie </a:t>
            </a:r>
            <a:r>
              <a:rPr lang="en-GB" sz="2000" b="1" dirty="0"/>
              <a:t>increased</a:t>
            </a:r>
            <a:r>
              <a:rPr lang="en-GB" sz="2000" dirty="0"/>
              <a:t>, ratings for Oppenheimer </a:t>
            </a:r>
            <a:r>
              <a:rPr lang="en-GB" sz="2000" b="1" dirty="0"/>
              <a:t>increased.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37CABF-4E03-EA5B-7897-B235A91F3ACC}"/>
              </a:ext>
            </a:extLst>
          </p:cNvPr>
          <p:cNvSpPr/>
          <p:nvPr/>
        </p:nvSpPr>
        <p:spPr>
          <a:xfrm>
            <a:off x="5850972" y="2972145"/>
            <a:ext cx="1261377" cy="112335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48B4FF-A0E3-CC05-A8DD-359F37AA560A}"/>
              </a:ext>
            </a:extLst>
          </p:cNvPr>
          <p:cNvSpPr/>
          <p:nvPr/>
        </p:nvSpPr>
        <p:spPr>
          <a:xfrm>
            <a:off x="7292099" y="2972145"/>
            <a:ext cx="1261377" cy="112335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0890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05339C0-DBD0-4464-651E-3676847FF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F7F2EC1-2AEC-E1ED-A0D1-204FF0EAA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631" y="2198382"/>
            <a:ext cx="8008457" cy="20666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7D37DF-D613-9257-D20E-AFFC24994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627796"/>
          </a:xfrm>
        </p:spPr>
        <p:txBody>
          <a:bodyPr>
            <a:normAutofit/>
          </a:bodyPr>
          <a:lstStyle/>
          <a:p>
            <a:r>
              <a:rPr lang="en-GB" sz="4000" dirty="0"/>
              <a:t>Week </a:t>
            </a:r>
            <a:r>
              <a:rPr lang="en-GB" sz="4000" dirty="0">
                <a:solidFill>
                  <a:srgbClr val="0070C0"/>
                </a:solidFill>
              </a:rPr>
              <a:t>2 </a:t>
            </a:r>
            <a:r>
              <a:rPr lang="en-GB" sz="4000" dirty="0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Content</a:t>
            </a:r>
            <a:endParaRPr lang="en-GB" sz="4000" dirty="0">
              <a:solidFill>
                <a:srgbClr val="0070C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0446F8-C7AE-C49B-75B9-F9772B0220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9530" y="1570251"/>
            <a:ext cx="7684940" cy="94045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If social media use (TikTok hours) relates to academic performance (class ranking position).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Hypothesis: one-tailed, positive direction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58A318-9E4E-BE66-915E-046505AAE66C}"/>
              </a:ext>
            </a:extLst>
          </p:cNvPr>
          <p:cNvSpPr txBox="1"/>
          <p:nvPr/>
        </p:nvSpPr>
        <p:spPr>
          <a:xfrm>
            <a:off x="544912" y="4175018"/>
            <a:ext cx="8008457" cy="24776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GB" sz="2000" dirty="0"/>
              <a:t>Spearman’s rho = .69 (</a:t>
            </a:r>
            <a:r>
              <a:rPr lang="en-GB" sz="2000" dirty="0">
                <a:solidFill>
                  <a:srgbClr val="0070C0"/>
                </a:solidFill>
              </a:rPr>
              <a:t>positive</a:t>
            </a:r>
            <a:r>
              <a:rPr lang="en-GB" sz="2000" dirty="0"/>
              <a:t> number, round) </a:t>
            </a:r>
          </a:p>
          <a:p>
            <a:pPr>
              <a:spcBef>
                <a:spcPts val="600"/>
              </a:spcBef>
            </a:pPr>
            <a:r>
              <a:rPr lang="en-GB" sz="2000" dirty="0"/>
              <a:t>Significance value p = .018. Compare this against alpha criterion (</a:t>
            </a:r>
            <a:r>
              <a:rPr lang="el-GR" dirty="0"/>
              <a:t>α</a:t>
            </a:r>
            <a:r>
              <a:rPr lang="en-GB" sz="2000" dirty="0"/>
              <a:t> = .05)</a:t>
            </a:r>
          </a:p>
          <a:p>
            <a:pPr>
              <a:spcBef>
                <a:spcPts val="600"/>
              </a:spcBef>
            </a:pPr>
            <a:r>
              <a:rPr lang="en-GB" sz="2000" dirty="0"/>
              <a:t>p value is lower than alpha level (.018 &lt; .05) = </a:t>
            </a:r>
            <a:r>
              <a:rPr lang="en-GB" sz="2000" dirty="0">
                <a:solidFill>
                  <a:srgbClr val="D29956"/>
                </a:solidFill>
              </a:rPr>
              <a:t>significant</a:t>
            </a:r>
            <a:r>
              <a:rPr lang="en-GB" sz="2000" dirty="0"/>
              <a:t> </a:t>
            </a:r>
          </a:p>
          <a:p>
            <a:pPr>
              <a:spcBef>
                <a:spcPts val="600"/>
              </a:spcBef>
            </a:pPr>
            <a:r>
              <a:rPr lang="en-GB" sz="2000" dirty="0"/>
              <a:t>= A </a:t>
            </a:r>
            <a:r>
              <a:rPr lang="en-GB" sz="2000" dirty="0">
                <a:solidFill>
                  <a:srgbClr val="D29956"/>
                </a:solidFill>
              </a:rPr>
              <a:t>significant</a:t>
            </a:r>
            <a:r>
              <a:rPr lang="en-GB" sz="2000" dirty="0"/>
              <a:t> </a:t>
            </a:r>
            <a:r>
              <a:rPr lang="en-GB" sz="2000" dirty="0">
                <a:solidFill>
                  <a:srgbClr val="0070C0"/>
                </a:solidFill>
              </a:rPr>
              <a:t>positive</a:t>
            </a:r>
            <a:r>
              <a:rPr lang="en-GB" sz="2000" dirty="0"/>
              <a:t> relationship - as hours spent on social media (TikTok) </a:t>
            </a:r>
            <a:r>
              <a:rPr lang="en-GB" sz="2000" b="1" dirty="0"/>
              <a:t>increased</a:t>
            </a:r>
            <a:r>
              <a:rPr lang="en-GB" sz="2000" dirty="0"/>
              <a:t>, academic performance rating </a:t>
            </a:r>
            <a:r>
              <a:rPr lang="en-GB" sz="2000" b="1" dirty="0"/>
              <a:t>increased</a:t>
            </a:r>
            <a:r>
              <a:rPr lang="en-GB" sz="2000" dirty="0"/>
              <a:t> (higher class ranking). Always be clear what high/low scores mean on your variables. Here a higher ranking = poorer performance (e.g., ranking 10</a:t>
            </a:r>
            <a:r>
              <a:rPr lang="en-GB" sz="2000" baseline="30000" dirty="0"/>
              <a:t>th</a:t>
            </a:r>
            <a:r>
              <a:rPr lang="en-GB" sz="2000" dirty="0"/>
              <a:t> position vs 1st)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36BFB1-9ADD-4CBD-90DF-C5F9F6FD9653}"/>
              </a:ext>
            </a:extLst>
          </p:cNvPr>
          <p:cNvSpPr/>
          <p:nvPr/>
        </p:nvSpPr>
        <p:spPr>
          <a:xfrm>
            <a:off x="5707098" y="2781182"/>
            <a:ext cx="1261377" cy="112335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6B2960-39C8-448C-4A73-30DFE47813C7}"/>
              </a:ext>
            </a:extLst>
          </p:cNvPr>
          <p:cNvSpPr/>
          <p:nvPr/>
        </p:nvSpPr>
        <p:spPr>
          <a:xfrm>
            <a:off x="7153093" y="2781183"/>
            <a:ext cx="1261377" cy="112335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AABC7-57EE-FFED-B9DA-88DD2D6327DB}"/>
              </a:ext>
            </a:extLst>
          </p:cNvPr>
          <p:cNvSpPr txBox="1">
            <a:spLocks/>
          </p:cNvSpPr>
          <p:nvPr/>
        </p:nvSpPr>
        <p:spPr>
          <a:xfrm>
            <a:off x="753298" y="914401"/>
            <a:ext cx="3703320" cy="7362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000" b="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b="1" cap="none" dirty="0">
                <a:solidFill>
                  <a:srgbClr val="7030A0"/>
                </a:solidFill>
              </a:rPr>
              <a:t>Spearman’s rank (rho)</a:t>
            </a:r>
            <a:endParaRPr lang="en-GB" sz="2400" b="1" i="1" cap="none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4124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8E2F535-2557-FE0A-D61E-2E6FA1FEF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C30C8356-1ACF-4C63-CECF-8773379F6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569" y="2686974"/>
            <a:ext cx="6968516" cy="1707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BC5178-636E-ABD7-EB45-FE24DEB86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627796"/>
          </a:xfrm>
        </p:spPr>
        <p:txBody>
          <a:bodyPr>
            <a:normAutofit/>
          </a:bodyPr>
          <a:lstStyle/>
          <a:p>
            <a:r>
              <a:rPr lang="en-GB" sz="4000" dirty="0"/>
              <a:t>Week </a:t>
            </a:r>
            <a:r>
              <a:rPr lang="en-GB" sz="4000" dirty="0">
                <a:solidFill>
                  <a:srgbClr val="0070C0"/>
                </a:solidFill>
              </a:rPr>
              <a:t>2 </a:t>
            </a:r>
            <a:r>
              <a:rPr lang="en-GB" sz="4000" dirty="0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Content</a:t>
            </a:r>
            <a:endParaRPr lang="en-GB" sz="4000" dirty="0">
              <a:solidFill>
                <a:srgbClr val="0070C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7F65A2-4B14-DF3B-00D7-1B38C1E57D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8569" y="1278434"/>
            <a:ext cx="6088111" cy="1495634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Did you get p = .035?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Did you keep it as two-tailed (Correlated) instead of changing it to one-tailed? (Correlated positively)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b="1" dirty="0"/>
              <a:t>Note:</a:t>
            </a:r>
            <a:r>
              <a:rPr lang="en-GB" dirty="0"/>
              <a:t> correlation coefficient (strength and direction) won’t change, but p-value will.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F688F3-69BC-6D9A-01CC-EF4AFF157E1B}"/>
              </a:ext>
            </a:extLst>
          </p:cNvPr>
          <p:cNvSpPr/>
          <p:nvPr/>
        </p:nvSpPr>
        <p:spPr>
          <a:xfrm>
            <a:off x="6242238" y="3147242"/>
            <a:ext cx="1261377" cy="99246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bg1"/>
              </a:solidFill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344442-1099-2B7F-130F-21BD95B1C3C0}"/>
              </a:ext>
            </a:extLst>
          </p:cNvPr>
          <p:cNvSpPr txBox="1">
            <a:spLocks/>
          </p:cNvSpPr>
          <p:nvPr/>
        </p:nvSpPr>
        <p:spPr>
          <a:xfrm>
            <a:off x="668569" y="703322"/>
            <a:ext cx="3703320" cy="7362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000" b="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b="1" cap="none" dirty="0">
                <a:solidFill>
                  <a:schemeClr val="tx1"/>
                </a:solidFill>
              </a:rPr>
              <a:t>Errors? </a:t>
            </a:r>
            <a:endParaRPr lang="en-GB" sz="2400" b="1" i="1" cap="none" dirty="0">
              <a:solidFill>
                <a:schemeClr val="tx1"/>
              </a:solidFill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8039BEC2-01DC-F69A-E4D7-A5D7D932AF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6680" y="95233"/>
            <a:ext cx="2114845" cy="149563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A1163AFA-E65E-50F7-11AA-2AE9772B20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614" y="4182607"/>
            <a:ext cx="6890471" cy="1942587"/>
          </a:xfrm>
          <a:prstGeom prst="rect">
            <a:avLst/>
          </a:prstGeom>
        </p:spPr>
      </p:pic>
      <p:sp>
        <p:nvSpPr>
          <p:cNvPr id="37" name="Content Placeholder 3">
            <a:extLst>
              <a:ext uri="{FF2B5EF4-FFF2-40B4-BE49-F238E27FC236}">
                <a16:creationId xmlns:a16="http://schemas.microsoft.com/office/drawing/2014/main" id="{D545ADC8-E53B-0052-7FDB-9B1B8840277C}"/>
              </a:ext>
            </a:extLst>
          </p:cNvPr>
          <p:cNvSpPr txBox="1">
            <a:spLocks/>
          </p:cNvSpPr>
          <p:nvPr/>
        </p:nvSpPr>
        <p:spPr>
          <a:xfrm>
            <a:off x="1104827" y="6036685"/>
            <a:ext cx="6006405" cy="59467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Try both Pearson and Spearman. Often, there’s little difference (unless the data majorly violate an assumption)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00BC226-4EAA-D1F5-8758-4A1137C7DC24}"/>
              </a:ext>
            </a:extLst>
          </p:cNvPr>
          <p:cNvSpPr/>
          <p:nvPr/>
        </p:nvSpPr>
        <p:spPr>
          <a:xfrm>
            <a:off x="4263789" y="4391437"/>
            <a:ext cx="3373296" cy="140281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bg1"/>
              </a:solidFill>
            </a:endParaRPr>
          </a:p>
        </p:txBody>
      </p:sp>
      <p:cxnSp>
        <p:nvCxnSpPr>
          <p:cNvPr id="39" name="Connecteur droit avec flèche 13">
            <a:extLst>
              <a:ext uri="{FF2B5EF4-FFF2-40B4-BE49-F238E27FC236}">
                <a16:creationId xmlns:a16="http://schemas.microsoft.com/office/drawing/2014/main" id="{DF328CA6-6FAA-F06C-67A6-03DDE19BEB34}"/>
              </a:ext>
            </a:extLst>
          </p:cNvPr>
          <p:cNvCxnSpPr>
            <a:cxnSpLocks/>
          </p:cNvCxnSpPr>
          <p:nvPr/>
        </p:nvCxnSpPr>
        <p:spPr>
          <a:xfrm flipV="1">
            <a:off x="6562105" y="5881905"/>
            <a:ext cx="194575" cy="48245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7C7323BB-0639-78EC-CE59-D62747095BBF}"/>
              </a:ext>
            </a:extLst>
          </p:cNvPr>
          <p:cNvSpPr/>
          <p:nvPr/>
        </p:nvSpPr>
        <p:spPr>
          <a:xfrm>
            <a:off x="4847391" y="3127394"/>
            <a:ext cx="1261377" cy="99246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964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B9D58-8B80-DC64-E570-C021CABD3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FE766FF8-4723-9429-40AA-303D2D59A6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54532" y="1157225"/>
            <a:ext cx="3589468" cy="5152416"/>
          </a:xfrm>
          <a:noFill/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tx1"/>
                </a:solidFill>
              </a:rPr>
              <a:t>3.  Interpretation And write up</a:t>
            </a:r>
          </a:p>
          <a:p>
            <a:pPr marL="514350" indent="-514350">
              <a:buAutoNum type="arabicPeriod"/>
            </a:pPr>
            <a:endParaRPr lang="en-US" sz="3200" b="1" dirty="0">
              <a:solidFill>
                <a:schemeClr val="tx1"/>
              </a:solidFill>
            </a:endParaRPr>
          </a:p>
          <a:p>
            <a:pPr marL="514350" indent="-514350">
              <a:buAutoNum type="arabicPeriod"/>
            </a:pPr>
            <a:endParaRPr lang="en-US" sz="3200" b="1" dirty="0">
              <a:solidFill>
                <a:schemeClr val="tx1"/>
              </a:solidFill>
            </a:endParaRPr>
          </a:p>
        </p:txBody>
      </p:sp>
      <p:pic>
        <p:nvPicPr>
          <p:cNvPr id="3" name="Picture 6" descr="See the source image">
            <a:extLst>
              <a:ext uri="{FF2B5EF4-FFF2-40B4-BE49-F238E27FC236}">
                <a16:creationId xmlns:a16="http://schemas.microsoft.com/office/drawing/2014/main" id="{AD908E1B-76E2-B243-38D4-BA9CAC4E9A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7" r="26769"/>
          <a:stretch/>
        </p:blipFill>
        <p:spPr bwMode="auto">
          <a:xfrm>
            <a:off x="20" y="10"/>
            <a:ext cx="566119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8262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FBBDE-6300-F022-D7BF-4B47B4A2B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2B5EC34-711F-8486-57F5-44C4447DF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812443"/>
            <a:ext cx="7631927" cy="3856837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>
                <a:solidFill>
                  <a:schemeClr val="tx1"/>
                </a:solidFill>
              </a:rPr>
              <a:t>For all analysis tests, there are standard requirements by the APA on how to write it up (e.g. in a lab report or paper)</a:t>
            </a:r>
          </a:p>
          <a:p>
            <a:pPr marL="0" indent="0">
              <a:buNone/>
            </a:pPr>
            <a:endParaRPr lang="en-GB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sz="2400" dirty="0">
                <a:solidFill>
                  <a:schemeClr val="tx1"/>
                </a:solidFill>
              </a:rPr>
              <a:t>We write certain values/criteria in a set order. But certain things can be more flexible and provide a chance for a more independent answer (e.g. avoid plagiarism) </a:t>
            </a:r>
          </a:p>
          <a:p>
            <a:pPr marL="0" indent="0">
              <a:buNone/>
            </a:pPr>
            <a:endParaRPr lang="en-GB" sz="24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GB" sz="2400" dirty="0">
                <a:solidFill>
                  <a:srgbClr val="0070C0"/>
                </a:solidFill>
              </a:rPr>
              <a:t>e.g. your interpretation and description of the result can be different.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55D8117F-6C51-AD1D-225B-6FA7ECE0E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7812148" cy="1043432"/>
          </a:xfrm>
        </p:spPr>
        <p:txBody>
          <a:bodyPr>
            <a:normAutofit/>
          </a:bodyPr>
          <a:lstStyle/>
          <a:p>
            <a:pPr algn="ctr"/>
            <a:r>
              <a:rPr lang="en-GB" sz="4400" dirty="0">
                <a:solidFill>
                  <a:srgbClr val="0070C0"/>
                </a:solidFill>
              </a:rPr>
              <a:t>Write up Checklist</a:t>
            </a:r>
            <a:endParaRPr lang="en-GB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375630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A5C84-D703-58F7-E206-50DAB56F3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7E05610B-7833-5CC1-08C6-F93324430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7812148" cy="1043432"/>
          </a:xfrm>
        </p:spPr>
        <p:txBody>
          <a:bodyPr>
            <a:normAutofit/>
          </a:bodyPr>
          <a:lstStyle/>
          <a:p>
            <a:pPr algn="ctr"/>
            <a:r>
              <a:rPr lang="en-GB" sz="4400" dirty="0">
                <a:solidFill>
                  <a:srgbClr val="0070C0"/>
                </a:solidFill>
              </a:rPr>
              <a:t>Write up Checklist</a:t>
            </a: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12" name="Graphic 11" descr="Clipboard Checked outline">
            <a:extLst>
              <a:ext uri="{FF2B5EF4-FFF2-40B4-BE49-F238E27FC236}">
                <a16:creationId xmlns:a16="http://schemas.microsoft.com/office/drawing/2014/main" id="{C7E035A6-E4AC-06B5-3251-1C42C1A4DB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11934" y="157966"/>
            <a:ext cx="1442580" cy="144258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0B8CE00-3D8D-0E54-1E67-EC9501973AE5}"/>
              </a:ext>
            </a:extLst>
          </p:cNvPr>
          <p:cNvSpPr txBox="1"/>
          <p:nvPr/>
        </p:nvSpPr>
        <p:spPr>
          <a:xfrm>
            <a:off x="1247428" y="2065253"/>
            <a:ext cx="768321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2400" b="1" dirty="0"/>
              <a:t>Test type</a:t>
            </a:r>
            <a:r>
              <a:rPr lang="en-GB" sz="2400" b="0" dirty="0"/>
              <a:t>: Pearson’s or Spearman’s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2400" b="1" dirty="0"/>
              <a:t>Variables: </a:t>
            </a:r>
            <a:r>
              <a:rPr lang="en-GB" sz="2400" dirty="0"/>
              <a:t>measures being correlated. Include range/unit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2400" b="1" dirty="0"/>
              <a:t>Test statistic </a:t>
            </a:r>
            <a:r>
              <a:rPr lang="en-GB" sz="2400" b="0" dirty="0"/>
              <a:t>(</a:t>
            </a:r>
            <a:r>
              <a:rPr lang="en-GB" sz="2400" b="0" i="1" dirty="0"/>
              <a:t>r</a:t>
            </a:r>
            <a:r>
              <a:rPr lang="en-GB" sz="2400" b="0" dirty="0"/>
              <a:t> or </a:t>
            </a:r>
            <a:r>
              <a:rPr lang="en-GB" sz="2400" b="0" i="1" dirty="0"/>
              <a:t>p</a:t>
            </a:r>
            <a:r>
              <a:rPr lang="en-GB" sz="2400" b="0" dirty="0"/>
              <a:t>)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2400" b="1" dirty="0"/>
              <a:t>Df</a:t>
            </a:r>
            <a:r>
              <a:rPr lang="en-GB" sz="2400" b="0" dirty="0"/>
              <a:t> (degrees of freedom)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2400" b="1" dirty="0"/>
              <a:t>p-value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2400" b="1" dirty="0"/>
              <a:t>Significance: </a:t>
            </a:r>
            <a:r>
              <a:rPr lang="en-GB" sz="2400" dirty="0"/>
              <a:t>significant or not/non-significant</a:t>
            </a:r>
            <a:endParaRPr lang="en-GB" sz="2400" b="1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2400" b="1" dirty="0"/>
              <a:t>Direction</a:t>
            </a:r>
            <a:r>
              <a:rPr lang="en-GB" sz="2400" b="0" dirty="0"/>
              <a:t> (interpret): details or direction e.g., positive or negative, what it means re. </a:t>
            </a:r>
            <a:r>
              <a:rPr lang="en-GB" sz="2400" dirty="0"/>
              <a:t>variables</a:t>
            </a:r>
            <a:endParaRPr lang="en-GB" sz="2400" b="0" dirty="0"/>
          </a:p>
        </p:txBody>
      </p:sp>
      <p:pic>
        <p:nvPicPr>
          <p:cNvPr id="15" name="Graphic 14" descr="Checkbox Checked with solid fill">
            <a:extLst>
              <a:ext uri="{FF2B5EF4-FFF2-40B4-BE49-F238E27FC236}">
                <a16:creationId xmlns:a16="http://schemas.microsoft.com/office/drawing/2014/main" id="{A1841418-C759-45E4-2077-528B4D21DE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248" y="2022299"/>
            <a:ext cx="563880" cy="563880"/>
          </a:xfrm>
          <a:prstGeom prst="rect">
            <a:avLst/>
          </a:prstGeom>
        </p:spPr>
      </p:pic>
      <p:pic>
        <p:nvPicPr>
          <p:cNvPr id="16" name="Graphic 15" descr="Checkbox Checked with solid fill">
            <a:extLst>
              <a:ext uri="{FF2B5EF4-FFF2-40B4-BE49-F238E27FC236}">
                <a16:creationId xmlns:a16="http://schemas.microsoft.com/office/drawing/2014/main" id="{74C8F225-D9F1-7070-E06D-AF1A0784A9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248" y="2538117"/>
            <a:ext cx="563880" cy="563880"/>
          </a:xfrm>
          <a:prstGeom prst="rect">
            <a:avLst/>
          </a:prstGeom>
        </p:spPr>
      </p:pic>
      <p:pic>
        <p:nvPicPr>
          <p:cNvPr id="17" name="Graphic 16" descr="Checkbox Checked with solid fill">
            <a:extLst>
              <a:ext uri="{FF2B5EF4-FFF2-40B4-BE49-F238E27FC236}">
                <a16:creationId xmlns:a16="http://schemas.microsoft.com/office/drawing/2014/main" id="{5C3AFA46-A41C-A425-F71F-0F5D8DC9EE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248" y="3087462"/>
            <a:ext cx="563880" cy="563880"/>
          </a:xfrm>
          <a:prstGeom prst="rect">
            <a:avLst/>
          </a:prstGeom>
        </p:spPr>
      </p:pic>
      <p:pic>
        <p:nvPicPr>
          <p:cNvPr id="18" name="Graphic 17" descr="Checkbox Checked with solid fill">
            <a:extLst>
              <a:ext uri="{FF2B5EF4-FFF2-40B4-BE49-F238E27FC236}">
                <a16:creationId xmlns:a16="http://schemas.microsoft.com/office/drawing/2014/main" id="{F8A493A4-7690-A877-5CF2-B548CD94A8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248" y="3584060"/>
            <a:ext cx="563880" cy="563880"/>
          </a:xfrm>
          <a:prstGeom prst="rect">
            <a:avLst/>
          </a:prstGeom>
        </p:spPr>
      </p:pic>
      <p:pic>
        <p:nvPicPr>
          <p:cNvPr id="19" name="Graphic 18" descr="Checkbox Checked with solid fill">
            <a:extLst>
              <a:ext uri="{FF2B5EF4-FFF2-40B4-BE49-F238E27FC236}">
                <a16:creationId xmlns:a16="http://schemas.microsoft.com/office/drawing/2014/main" id="{6D3103D6-1768-497D-BF97-379A15A931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248" y="4086705"/>
            <a:ext cx="563880" cy="563880"/>
          </a:xfrm>
          <a:prstGeom prst="rect">
            <a:avLst/>
          </a:prstGeom>
        </p:spPr>
      </p:pic>
      <p:pic>
        <p:nvPicPr>
          <p:cNvPr id="20" name="Graphic 19" descr="Checkbox Checked with solid fill">
            <a:extLst>
              <a:ext uri="{FF2B5EF4-FFF2-40B4-BE49-F238E27FC236}">
                <a16:creationId xmlns:a16="http://schemas.microsoft.com/office/drawing/2014/main" id="{624689F3-3FB7-3202-D54D-FE8BD10E8D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248" y="4614559"/>
            <a:ext cx="563880" cy="563880"/>
          </a:xfrm>
          <a:prstGeom prst="rect">
            <a:avLst/>
          </a:prstGeom>
        </p:spPr>
      </p:pic>
      <p:pic>
        <p:nvPicPr>
          <p:cNvPr id="21" name="Graphic 20" descr="Checkbox Checked with solid fill">
            <a:extLst>
              <a:ext uri="{FF2B5EF4-FFF2-40B4-BE49-F238E27FC236}">
                <a16:creationId xmlns:a16="http://schemas.microsoft.com/office/drawing/2014/main" id="{259DCF57-8BE4-241A-25C1-9804610249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248" y="5117204"/>
            <a:ext cx="563880" cy="563880"/>
          </a:xfrm>
          <a:prstGeom prst="rect">
            <a:avLst/>
          </a:prstGeom>
        </p:spPr>
      </p:pic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39BC66C6-6BCF-1610-078C-06D876349A64}"/>
              </a:ext>
            </a:extLst>
          </p:cNvPr>
          <p:cNvSpPr txBox="1">
            <a:spLocks/>
          </p:cNvSpPr>
          <p:nvPr/>
        </p:nvSpPr>
        <p:spPr>
          <a:xfrm>
            <a:off x="5964023" y="3429000"/>
            <a:ext cx="1932549" cy="429907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dirty="0">
                <a:solidFill>
                  <a:srgbClr val="FF5353"/>
                </a:solidFill>
              </a:rPr>
              <a:t>In this order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75732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08EF5-54E7-B2FD-2C05-0C79CE9D6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64CBBF1E-3A5F-E6B7-35C6-42B1D5CBE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7812148" cy="1043432"/>
          </a:xfrm>
        </p:spPr>
        <p:txBody>
          <a:bodyPr>
            <a:normAutofit/>
          </a:bodyPr>
          <a:lstStyle/>
          <a:p>
            <a:pPr algn="ctr"/>
            <a:r>
              <a:rPr lang="en-GB" sz="4400" dirty="0">
                <a:solidFill>
                  <a:srgbClr val="0070C0"/>
                </a:solidFill>
              </a:rPr>
              <a:t>Write up Checklist</a:t>
            </a: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12" name="Graphic 11" descr="Clipboard Checked outline">
            <a:extLst>
              <a:ext uri="{FF2B5EF4-FFF2-40B4-BE49-F238E27FC236}">
                <a16:creationId xmlns:a16="http://schemas.microsoft.com/office/drawing/2014/main" id="{87B96C6E-B9F3-994F-09D8-05ED5C1853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11934" y="157966"/>
            <a:ext cx="1442580" cy="144258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7B9AE48-9927-3399-35E5-CB3B24BC9D14}"/>
              </a:ext>
            </a:extLst>
          </p:cNvPr>
          <p:cNvSpPr txBox="1"/>
          <p:nvPr/>
        </p:nvSpPr>
        <p:spPr>
          <a:xfrm>
            <a:off x="1247428" y="2065253"/>
            <a:ext cx="768321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2400" b="1" dirty="0"/>
              <a:t>Test type</a:t>
            </a:r>
            <a:r>
              <a:rPr lang="en-GB" sz="2400" b="0" dirty="0"/>
              <a:t>: Pearson’s or Spearman’s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2400" b="1" dirty="0"/>
              <a:t>Variables: </a:t>
            </a:r>
            <a:r>
              <a:rPr lang="en-GB" sz="2400" dirty="0"/>
              <a:t>measures being correlated. Include range/unit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2400" b="1" dirty="0">
                <a:solidFill>
                  <a:schemeClr val="bg1">
                    <a:lumMod val="95000"/>
                  </a:schemeClr>
                </a:solidFill>
              </a:rPr>
              <a:t>Test statistic </a:t>
            </a:r>
            <a:r>
              <a:rPr lang="en-GB" sz="2400" b="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lang="en-GB" sz="2400" b="0" i="1" dirty="0">
                <a:solidFill>
                  <a:schemeClr val="bg1">
                    <a:lumMod val="95000"/>
                  </a:schemeClr>
                </a:solidFill>
              </a:rPr>
              <a:t>r</a:t>
            </a:r>
            <a:r>
              <a:rPr lang="en-GB" sz="2400" b="0" dirty="0">
                <a:solidFill>
                  <a:schemeClr val="bg1">
                    <a:lumMod val="95000"/>
                  </a:schemeClr>
                </a:solidFill>
              </a:rPr>
              <a:t> or </a:t>
            </a:r>
            <a:r>
              <a:rPr lang="en-GB" sz="2400" b="0" i="1" dirty="0">
                <a:solidFill>
                  <a:schemeClr val="bg1">
                    <a:lumMod val="95000"/>
                  </a:schemeClr>
                </a:solidFill>
              </a:rPr>
              <a:t>p</a:t>
            </a:r>
            <a:r>
              <a:rPr lang="en-GB" sz="2400" b="0" dirty="0">
                <a:solidFill>
                  <a:schemeClr val="bg1">
                    <a:lumMod val="95000"/>
                  </a:schemeClr>
                </a:solidFill>
              </a:rPr>
              <a:t>)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2400" b="1" dirty="0">
                <a:solidFill>
                  <a:schemeClr val="bg1">
                    <a:lumMod val="95000"/>
                  </a:schemeClr>
                </a:solidFill>
              </a:rPr>
              <a:t>Df</a:t>
            </a:r>
            <a:r>
              <a:rPr lang="en-GB" sz="2400" b="0" dirty="0">
                <a:solidFill>
                  <a:schemeClr val="bg1">
                    <a:lumMod val="95000"/>
                  </a:schemeClr>
                </a:solidFill>
              </a:rPr>
              <a:t> (degrees of freedom)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2400" b="1" dirty="0">
                <a:solidFill>
                  <a:schemeClr val="bg1">
                    <a:lumMod val="95000"/>
                  </a:schemeClr>
                </a:solidFill>
              </a:rPr>
              <a:t>p-value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2400" b="1" dirty="0"/>
              <a:t>Significance: </a:t>
            </a:r>
            <a:r>
              <a:rPr lang="en-GB" sz="2400" dirty="0"/>
              <a:t>significant or not/non-significant</a:t>
            </a:r>
            <a:endParaRPr lang="en-GB" sz="2400" b="1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2400" b="1" dirty="0"/>
              <a:t>Direction</a:t>
            </a:r>
            <a:r>
              <a:rPr lang="en-GB" sz="2400" b="0" dirty="0"/>
              <a:t> (interpretation): details or direction e.g., positive or negative, what it means re. </a:t>
            </a:r>
            <a:r>
              <a:rPr lang="en-GB" sz="2400" dirty="0"/>
              <a:t>variables</a:t>
            </a:r>
            <a:endParaRPr lang="en-GB" sz="2400" b="0" dirty="0"/>
          </a:p>
        </p:txBody>
      </p:sp>
      <p:pic>
        <p:nvPicPr>
          <p:cNvPr id="15" name="Graphic 14" descr="Checkbox Checked with solid fill">
            <a:extLst>
              <a:ext uri="{FF2B5EF4-FFF2-40B4-BE49-F238E27FC236}">
                <a16:creationId xmlns:a16="http://schemas.microsoft.com/office/drawing/2014/main" id="{9FA29C8C-AEA6-272C-0A04-2ADA51796F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248" y="2022299"/>
            <a:ext cx="563880" cy="563880"/>
          </a:xfrm>
          <a:prstGeom prst="rect">
            <a:avLst/>
          </a:prstGeom>
        </p:spPr>
      </p:pic>
      <p:pic>
        <p:nvPicPr>
          <p:cNvPr id="16" name="Graphic 15" descr="Checkbox Checked with solid fill">
            <a:extLst>
              <a:ext uri="{FF2B5EF4-FFF2-40B4-BE49-F238E27FC236}">
                <a16:creationId xmlns:a16="http://schemas.microsoft.com/office/drawing/2014/main" id="{621C29DA-DC4D-B133-FF38-308BB1DDE5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248" y="2538117"/>
            <a:ext cx="563880" cy="563880"/>
          </a:xfrm>
          <a:prstGeom prst="rect">
            <a:avLst/>
          </a:prstGeom>
        </p:spPr>
      </p:pic>
      <p:pic>
        <p:nvPicPr>
          <p:cNvPr id="17" name="Graphic 16" descr="Checkbox Checked with solid fill">
            <a:extLst>
              <a:ext uri="{FF2B5EF4-FFF2-40B4-BE49-F238E27FC236}">
                <a16:creationId xmlns:a16="http://schemas.microsoft.com/office/drawing/2014/main" id="{CD5B8883-8A9A-165D-1E57-E5CD5D4281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248" y="3087462"/>
            <a:ext cx="563880" cy="563880"/>
          </a:xfrm>
          <a:prstGeom prst="rect">
            <a:avLst/>
          </a:prstGeom>
        </p:spPr>
      </p:pic>
      <p:pic>
        <p:nvPicPr>
          <p:cNvPr id="18" name="Graphic 17" descr="Checkbox Checked with solid fill">
            <a:extLst>
              <a:ext uri="{FF2B5EF4-FFF2-40B4-BE49-F238E27FC236}">
                <a16:creationId xmlns:a16="http://schemas.microsoft.com/office/drawing/2014/main" id="{81B269A9-064D-4432-9F40-4FC35EBE9E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248" y="3584060"/>
            <a:ext cx="563880" cy="563880"/>
          </a:xfrm>
          <a:prstGeom prst="rect">
            <a:avLst/>
          </a:prstGeom>
        </p:spPr>
      </p:pic>
      <p:pic>
        <p:nvPicPr>
          <p:cNvPr id="19" name="Graphic 18" descr="Checkbox Checked with solid fill">
            <a:extLst>
              <a:ext uri="{FF2B5EF4-FFF2-40B4-BE49-F238E27FC236}">
                <a16:creationId xmlns:a16="http://schemas.microsoft.com/office/drawing/2014/main" id="{0321C064-574E-16E9-2B7E-294C0D5649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248" y="4086705"/>
            <a:ext cx="563880" cy="563880"/>
          </a:xfrm>
          <a:prstGeom prst="rect">
            <a:avLst/>
          </a:prstGeom>
        </p:spPr>
      </p:pic>
      <p:pic>
        <p:nvPicPr>
          <p:cNvPr id="20" name="Graphic 19" descr="Checkbox Checked with solid fill">
            <a:extLst>
              <a:ext uri="{FF2B5EF4-FFF2-40B4-BE49-F238E27FC236}">
                <a16:creationId xmlns:a16="http://schemas.microsoft.com/office/drawing/2014/main" id="{D8697B3E-C4B4-E7A8-A81D-7EF7FA1099F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248" y="4614559"/>
            <a:ext cx="563880" cy="563880"/>
          </a:xfrm>
          <a:prstGeom prst="rect">
            <a:avLst/>
          </a:prstGeom>
        </p:spPr>
      </p:pic>
      <p:pic>
        <p:nvPicPr>
          <p:cNvPr id="21" name="Graphic 20" descr="Checkbox Checked with solid fill">
            <a:extLst>
              <a:ext uri="{FF2B5EF4-FFF2-40B4-BE49-F238E27FC236}">
                <a16:creationId xmlns:a16="http://schemas.microsoft.com/office/drawing/2014/main" id="{E6A7AD37-7BEF-54B1-490A-45AFAECAE7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248" y="5117204"/>
            <a:ext cx="563880" cy="56388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3416AC-374B-368C-4F0B-568894A62142}"/>
              </a:ext>
            </a:extLst>
          </p:cNvPr>
          <p:cNvSpPr txBox="1">
            <a:spLocks/>
          </p:cNvSpPr>
          <p:nvPr/>
        </p:nvSpPr>
        <p:spPr>
          <a:xfrm>
            <a:off x="5486400" y="3221435"/>
            <a:ext cx="3148707" cy="926505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i="1" u="sng" dirty="0">
                <a:solidFill>
                  <a:srgbClr val="FF5353"/>
                </a:solidFill>
              </a:rPr>
              <a:t>Some</a:t>
            </a:r>
            <a:r>
              <a:rPr lang="en-GB" dirty="0">
                <a:solidFill>
                  <a:srgbClr val="FF5353"/>
                </a:solidFill>
              </a:rPr>
              <a:t> flexibility for these, where you can write more in your own words.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422224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99A72-3E06-FAEF-1D06-0EA4560D2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543C25F9-249D-19D1-9B6D-CA309D93D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7812148" cy="1043432"/>
          </a:xfrm>
        </p:spPr>
        <p:txBody>
          <a:bodyPr>
            <a:normAutofit/>
          </a:bodyPr>
          <a:lstStyle/>
          <a:p>
            <a:pPr algn="ctr"/>
            <a:r>
              <a:rPr lang="en-GB" sz="4400" dirty="0">
                <a:solidFill>
                  <a:srgbClr val="0070C0"/>
                </a:solidFill>
              </a:rPr>
              <a:t>Write up Checklist</a:t>
            </a: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12" name="Graphic 11" descr="Clipboard Checked outline">
            <a:extLst>
              <a:ext uri="{FF2B5EF4-FFF2-40B4-BE49-F238E27FC236}">
                <a16:creationId xmlns:a16="http://schemas.microsoft.com/office/drawing/2014/main" id="{873BB0F1-2563-9C4E-FB1A-6863832FB5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11934" y="157966"/>
            <a:ext cx="1442580" cy="144258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8991558-A6C6-0F79-FB9C-CB0EAF2BC1D0}"/>
              </a:ext>
            </a:extLst>
          </p:cNvPr>
          <p:cNvSpPr txBox="1"/>
          <p:nvPr/>
        </p:nvSpPr>
        <p:spPr>
          <a:xfrm>
            <a:off x="1247428" y="2065253"/>
            <a:ext cx="768321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2400" b="1" dirty="0">
                <a:solidFill>
                  <a:schemeClr val="bg1">
                    <a:lumMod val="95000"/>
                  </a:schemeClr>
                </a:solidFill>
              </a:rPr>
              <a:t>Test type</a:t>
            </a:r>
            <a:r>
              <a:rPr lang="en-GB" sz="2400" b="0" dirty="0">
                <a:solidFill>
                  <a:schemeClr val="bg1">
                    <a:lumMod val="95000"/>
                  </a:schemeClr>
                </a:solidFill>
              </a:rPr>
              <a:t>: Pearson’s or Spearman’s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2400" b="1" dirty="0">
                <a:solidFill>
                  <a:schemeClr val="bg1">
                    <a:lumMod val="95000"/>
                  </a:schemeClr>
                </a:solidFill>
              </a:rPr>
              <a:t>Variables: </a:t>
            </a:r>
            <a:r>
              <a:rPr lang="en-GB" sz="2400" dirty="0">
                <a:solidFill>
                  <a:schemeClr val="bg1">
                    <a:lumMod val="95000"/>
                  </a:schemeClr>
                </a:solidFill>
              </a:rPr>
              <a:t>measures being correlated. Include range/unit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2400" b="1" dirty="0"/>
              <a:t>Test statistic </a:t>
            </a:r>
            <a:r>
              <a:rPr lang="en-GB" sz="2400" b="0" dirty="0"/>
              <a:t>(</a:t>
            </a:r>
            <a:r>
              <a:rPr lang="en-GB" sz="2400" b="0" i="1" dirty="0"/>
              <a:t>r</a:t>
            </a:r>
            <a:r>
              <a:rPr lang="en-GB" sz="2400" b="0" dirty="0"/>
              <a:t> or </a:t>
            </a:r>
            <a:r>
              <a:rPr lang="en-GB" sz="2400" b="0" i="1" dirty="0"/>
              <a:t>p</a:t>
            </a:r>
            <a:r>
              <a:rPr lang="en-GB" sz="2400" b="0" dirty="0"/>
              <a:t>)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2400" b="1" dirty="0"/>
              <a:t>Df</a:t>
            </a:r>
            <a:r>
              <a:rPr lang="en-GB" sz="2400" b="0" dirty="0"/>
              <a:t> (degrees of freedom)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2400" b="1" dirty="0"/>
              <a:t>p-value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2400" b="1" dirty="0">
                <a:solidFill>
                  <a:schemeClr val="bg1">
                    <a:lumMod val="95000"/>
                  </a:schemeClr>
                </a:solidFill>
              </a:rPr>
              <a:t>Significance: </a:t>
            </a:r>
            <a:r>
              <a:rPr lang="en-GB" sz="2400" dirty="0">
                <a:solidFill>
                  <a:schemeClr val="bg1">
                    <a:lumMod val="95000"/>
                  </a:schemeClr>
                </a:solidFill>
              </a:rPr>
              <a:t>significant or not/non-significant</a:t>
            </a:r>
            <a:endParaRPr lang="en-GB" sz="2400" b="1" dirty="0">
              <a:solidFill>
                <a:schemeClr val="bg1">
                  <a:lumMod val="95000"/>
                </a:schemeClr>
              </a:solidFill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2400" b="1" dirty="0">
                <a:solidFill>
                  <a:schemeClr val="bg1">
                    <a:lumMod val="95000"/>
                  </a:schemeClr>
                </a:solidFill>
              </a:rPr>
              <a:t>Direction</a:t>
            </a:r>
            <a:r>
              <a:rPr lang="en-GB" sz="2400" b="0" dirty="0">
                <a:solidFill>
                  <a:schemeClr val="bg1">
                    <a:lumMod val="95000"/>
                  </a:schemeClr>
                </a:solidFill>
              </a:rPr>
              <a:t> (interpretation): details or direction e.g., positive or negative, what it means re. </a:t>
            </a:r>
            <a:r>
              <a:rPr lang="en-GB" sz="2400" dirty="0">
                <a:solidFill>
                  <a:schemeClr val="bg1">
                    <a:lumMod val="95000"/>
                  </a:schemeClr>
                </a:solidFill>
              </a:rPr>
              <a:t>variables</a:t>
            </a:r>
            <a:endParaRPr lang="en-GB" sz="2400" b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15" name="Graphic 14" descr="Checkbox Checked with solid fill">
            <a:extLst>
              <a:ext uri="{FF2B5EF4-FFF2-40B4-BE49-F238E27FC236}">
                <a16:creationId xmlns:a16="http://schemas.microsoft.com/office/drawing/2014/main" id="{8AD9FD03-2FE2-ED33-54A6-75337CE141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248" y="2022299"/>
            <a:ext cx="563880" cy="563880"/>
          </a:xfrm>
          <a:prstGeom prst="rect">
            <a:avLst/>
          </a:prstGeom>
        </p:spPr>
      </p:pic>
      <p:pic>
        <p:nvPicPr>
          <p:cNvPr id="16" name="Graphic 15" descr="Checkbox Checked with solid fill">
            <a:extLst>
              <a:ext uri="{FF2B5EF4-FFF2-40B4-BE49-F238E27FC236}">
                <a16:creationId xmlns:a16="http://schemas.microsoft.com/office/drawing/2014/main" id="{49FBF0B9-EF3E-6D10-F738-5C29B0DC91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248" y="2538117"/>
            <a:ext cx="563880" cy="563880"/>
          </a:xfrm>
          <a:prstGeom prst="rect">
            <a:avLst/>
          </a:prstGeom>
        </p:spPr>
      </p:pic>
      <p:pic>
        <p:nvPicPr>
          <p:cNvPr id="17" name="Graphic 16" descr="Checkbox Checked with solid fill">
            <a:extLst>
              <a:ext uri="{FF2B5EF4-FFF2-40B4-BE49-F238E27FC236}">
                <a16:creationId xmlns:a16="http://schemas.microsoft.com/office/drawing/2014/main" id="{8CC9DA1B-D3EE-85B2-5356-A0726C9C4C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248" y="3087462"/>
            <a:ext cx="563880" cy="563880"/>
          </a:xfrm>
          <a:prstGeom prst="rect">
            <a:avLst/>
          </a:prstGeom>
        </p:spPr>
      </p:pic>
      <p:pic>
        <p:nvPicPr>
          <p:cNvPr id="18" name="Graphic 17" descr="Checkbox Checked with solid fill">
            <a:extLst>
              <a:ext uri="{FF2B5EF4-FFF2-40B4-BE49-F238E27FC236}">
                <a16:creationId xmlns:a16="http://schemas.microsoft.com/office/drawing/2014/main" id="{EE19A1A1-2120-FCFE-2990-74C3A53EFC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248" y="3584060"/>
            <a:ext cx="563880" cy="563880"/>
          </a:xfrm>
          <a:prstGeom prst="rect">
            <a:avLst/>
          </a:prstGeom>
        </p:spPr>
      </p:pic>
      <p:pic>
        <p:nvPicPr>
          <p:cNvPr id="19" name="Graphic 18" descr="Checkbox Checked with solid fill">
            <a:extLst>
              <a:ext uri="{FF2B5EF4-FFF2-40B4-BE49-F238E27FC236}">
                <a16:creationId xmlns:a16="http://schemas.microsoft.com/office/drawing/2014/main" id="{A4611FEE-1914-4170-9671-927221757D0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248" y="4086705"/>
            <a:ext cx="563880" cy="563880"/>
          </a:xfrm>
          <a:prstGeom prst="rect">
            <a:avLst/>
          </a:prstGeom>
        </p:spPr>
      </p:pic>
      <p:pic>
        <p:nvPicPr>
          <p:cNvPr id="20" name="Graphic 19" descr="Checkbox Checked with solid fill">
            <a:extLst>
              <a:ext uri="{FF2B5EF4-FFF2-40B4-BE49-F238E27FC236}">
                <a16:creationId xmlns:a16="http://schemas.microsoft.com/office/drawing/2014/main" id="{F47BCB8B-5A4C-2502-2CDC-85095AD0B9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248" y="4614559"/>
            <a:ext cx="563880" cy="563880"/>
          </a:xfrm>
          <a:prstGeom prst="rect">
            <a:avLst/>
          </a:prstGeom>
        </p:spPr>
      </p:pic>
      <p:pic>
        <p:nvPicPr>
          <p:cNvPr id="21" name="Graphic 20" descr="Checkbox Checked with solid fill">
            <a:extLst>
              <a:ext uri="{FF2B5EF4-FFF2-40B4-BE49-F238E27FC236}">
                <a16:creationId xmlns:a16="http://schemas.microsoft.com/office/drawing/2014/main" id="{C9CC36F6-EE25-1F73-4F39-02945ED73D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248" y="5117204"/>
            <a:ext cx="563880" cy="56388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C444AC-8B55-E2E9-E46D-5C2370577A53}"/>
              </a:ext>
            </a:extLst>
          </p:cNvPr>
          <p:cNvSpPr txBox="1">
            <a:spLocks/>
          </p:cNvSpPr>
          <p:nvPr/>
        </p:nvSpPr>
        <p:spPr>
          <a:xfrm>
            <a:off x="5499101" y="2421097"/>
            <a:ext cx="2397472" cy="232592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dirty="0">
                <a:solidFill>
                  <a:srgbClr val="FF5353"/>
                </a:solidFill>
              </a:rPr>
              <a:t>These three are written within a…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srgbClr val="FF5353"/>
                </a:solidFill>
              </a:rPr>
              <a:t>LINE</a:t>
            </a:r>
            <a:r>
              <a:rPr lang="en-GB" dirty="0">
                <a:solidFill>
                  <a:srgbClr val="FF5353"/>
                </a:solidFill>
              </a:rPr>
              <a:t> of results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GB" dirty="0">
              <a:solidFill>
                <a:srgbClr val="FF5353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dirty="0">
                <a:solidFill>
                  <a:srgbClr val="FF5353"/>
                </a:solidFill>
              </a:rPr>
              <a:t>(like we did for the Chi-square test)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88625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Line Callout 1 2"/>
          <p:cNvSpPr/>
          <p:nvPr/>
        </p:nvSpPr>
        <p:spPr>
          <a:xfrm>
            <a:off x="799209" y="3407957"/>
            <a:ext cx="1593056" cy="1397173"/>
          </a:xfrm>
          <a:prstGeom prst="borderCallout1">
            <a:avLst>
              <a:gd name="adj1" fmla="val -1043"/>
              <a:gd name="adj2" fmla="val 50557"/>
              <a:gd name="adj3" fmla="val -31258"/>
              <a:gd name="adj4" fmla="val 50206"/>
            </a:avLst>
          </a:prstGeom>
          <a:ln w="38100">
            <a:solidFill>
              <a:srgbClr val="8064A2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GB" sz="1600" dirty="0">
                <a:solidFill>
                  <a:schemeClr val="tx1"/>
                </a:solidFill>
              </a:rPr>
              <a:t>Pearson’s is </a:t>
            </a:r>
            <a:r>
              <a:rPr lang="en-GB" sz="1600" i="1" dirty="0">
                <a:solidFill>
                  <a:schemeClr val="tx1"/>
                </a:solidFill>
              </a:rPr>
              <a:t>r</a:t>
            </a:r>
          </a:p>
          <a:p>
            <a:pPr algn="ctr">
              <a:defRPr/>
            </a:pPr>
            <a:r>
              <a:rPr lang="en-GB" sz="1600" dirty="0">
                <a:solidFill>
                  <a:schemeClr val="tx1"/>
                </a:solidFill>
              </a:rPr>
              <a:t>Spearman’s is </a:t>
            </a:r>
            <a:r>
              <a:rPr lang="en-GB" sz="1600" i="1" dirty="0">
                <a:solidFill>
                  <a:schemeClr val="tx1"/>
                </a:solidFill>
              </a:rPr>
              <a:t>p.</a:t>
            </a:r>
          </a:p>
          <a:p>
            <a:pPr algn="ctr">
              <a:defRPr/>
            </a:pPr>
            <a:r>
              <a:rPr lang="en-GB" sz="1600" dirty="0">
                <a:solidFill>
                  <a:schemeClr val="tx1"/>
                </a:solidFill>
              </a:rPr>
              <a:t>In </a:t>
            </a:r>
            <a:r>
              <a:rPr lang="en-GB" sz="1600" i="1" dirty="0">
                <a:solidFill>
                  <a:schemeClr val="tx1"/>
                </a:solidFill>
              </a:rPr>
              <a:t>Italics.</a:t>
            </a:r>
            <a:endParaRPr lang="en-GB" sz="700" i="1" dirty="0">
              <a:solidFill>
                <a:schemeClr val="tx1"/>
              </a:solidFill>
            </a:endParaRPr>
          </a:p>
        </p:txBody>
      </p:sp>
      <p:sp>
        <p:nvSpPr>
          <p:cNvPr id="18" name="Line Callout 1 3"/>
          <p:cNvSpPr/>
          <p:nvPr/>
        </p:nvSpPr>
        <p:spPr>
          <a:xfrm>
            <a:off x="2740532" y="3407957"/>
            <a:ext cx="1593056" cy="1397174"/>
          </a:xfrm>
          <a:prstGeom prst="borderCallout1">
            <a:avLst>
              <a:gd name="adj1" fmla="val -1043"/>
              <a:gd name="adj2" fmla="val 50557"/>
              <a:gd name="adj3" fmla="val -31258"/>
              <a:gd name="adj4" fmla="val 50206"/>
            </a:avLst>
          </a:prstGeom>
          <a:ln w="38100">
            <a:solidFill>
              <a:srgbClr val="8064A2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marL="0" lvl="1" algn="ctr">
              <a:defRPr/>
            </a:pPr>
            <a:r>
              <a:rPr lang="en-GB" sz="1500" dirty="0">
                <a:solidFill>
                  <a:schemeClr val="tx1"/>
                </a:solidFill>
                <a:cs typeface="Arial" charset="0"/>
              </a:rPr>
              <a:t>Calculate </a:t>
            </a:r>
            <a:r>
              <a:rPr lang="en-GB" sz="1500" dirty="0" err="1">
                <a:solidFill>
                  <a:schemeClr val="tx1"/>
                </a:solidFill>
                <a:cs typeface="Arial" charset="0"/>
              </a:rPr>
              <a:t>df</a:t>
            </a:r>
            <a:r>
              <a:rPr lang="en-GB" sz="1500" dirty="0">
                <a:solidFill>
                  <a:schemeClr val="tx1"/>
                </a:solidFill>
                <a:cs typeface="Arial" charset="0"/>
              </a:rPr>
              <a:t> (Sample size minus 2). Not in JASP output. (0 decimal places unless corrected)</a:t>
            </a:r>
          </a:p>
        </p:txBody>
      </p:sp>
      <p:sp>
        <p:nvSpPr>
          <p:cNvPr id="21" name="Line Callout 1 4"/>
          <p:cNvSpPr/>
          <p:nvPr/>
        </p:nvSpPr>
        <p:spPr>
          <a:xfrm>
            <a:off x="4516452" y="3407957"/>
            <a:ext cx="1593056" cy="1397173"/>
          </a:xfrm>
          <a:prstGeom prst="borderCallout1">
            <a:avLst>
              <a:gd name="adj1" fmla="val -1043"/>
              <a:gd name="adj2" fmla="val 50557"/>
              <a:gd name="adj3" fmla="val -31258"/>
              <a:gd name="adj4" fmla="val 50206"/>
            </a:avLst>
          </a:prstGeom>
          <a:ln w="38100">
            <a:solidFill>
              <a:srgbClr val="8064A2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GB" sz="1600" dirty="0">
                <a:solidFill>
                  <a:schemeClr val="tx1"/>
                </a:solidFill>
              </a:rPr>
              <a:t>Correlation coefficient (r or p) (2 decimal places)</a:t>
            </a:r>
          </a:p>
        </p:txBody>
      </p:sp>
      <p:sp>
        <p:nvSpPr>
          <p:cNvPr id="22" name="Line Callout 1 5"/>
          <p:cNvSpPr/>
          <p:nvPr/>
        </p:nvSpPr>
        <p:spPr>
          <a:xfrm>
            <a:off x="6354684" y="3407957"/>
            <a:ext cx="1593056" cy="1397173"/>
          </a:xfrm>
          <a:prstGeom prst="borderCallout1">
            <a:avLst>
              <a:gd name="adj1" fmla="val -1043"/>
              <a:gd name="adj2" fmla="val 50557"/>
              <a:gd name="adj3" fmla="val -31258"/>
              <a:gd name="adj4" fmla="val 50206"/>
            </a:avLst>
          </a:prstGeom>
          <a:ln w="38100">
            <a:solidFill>
              <a:srgbClr val="8064A2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GB" sz="1600" dirty="0">
                <a:solidFill>
                  <a:schemeClr val="tx1"/>
                </a:solidFill>
              </a:rPr>
              <a:t>Report EXACT p-value (3 decimal places)</a:t>
            </a:r>
          </a:p>
          <a:p>
            <a:pPr algn="ctr">
              <a:defRPr/>
            </a:pPr>
            <a:r>
              <a:rPr lang="en-GB" sz="1600" dirty="0">
                <a:solidFill>
                  <a:schemeClr val="tx1"/>
                </a:solidFill>
              </a:rPr>
              <a:t>(e.g., </a:t>
            </a:r>
            <a:r>
              <a:rPr lang="en-GB" sz="1600" i="1" dirty="0">
                <a:solidFill>
                  <a:schemeClr val="tx1"/>
                </a:solidFill>
              </a:rPr>
              <a:t>p</a:t>
            </a:r>
            <a:r>
              <a:rPr lang="en-GB" sz="1600" dirty="0">
                <a:solidFill>
                  <a:schemeClr val="tx1"/>
                </a:solidFill>
              </a:rPr>
              <a:t> = .042 OR </a:t>
            </a:r>
            <a:r>
              <a:rPr lang="en-GB" sz="1600" i="1" dirty="0">
                <a:solidFill>
                  <a:schemeClr val="tx1"/>
                </a:solidFill>
              </a:rPr>
              <a:t>p </a:t>
            </a:r>
            <a:r>
              <a:rPr lang="en-GB" sz="1600" dirty="0">
                <a:solidFill>
                  <a:schemeClr val="tx1"/>
                </a:solidFill>
              </a:rPr>
              <a:t>&lt; .001)</a:t>
            </a:r>
          </a:p>
        </p:txBody>
      </p:sp>
      <p:sp>
        <p:nvSpPr>
          <p:cNvPr id="23" name="TextBox 6"/>
          <p:cNvSpPr txBox="1">
            <a:spLocks noChangeArrowheads="1"/>
          </p:cNvSpPr>
          <p:nvPr/>
        </p:nvSpPr>
        <p:spPr bwMode="auto">
          <a:xfrm>
            <a:off x="1053612" y="951793"/>
            <a:ext cx="75438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GB" altLang="en-US" sz="4400" i="1" dirty="0">
                <a:latin typeface="Calibri" panose="020F0502020204030204" pitchFamily="34" charset="0"/>
              </a:rPr>
              <a:t>r</a:t>
            </a:r>
            <a:r>
              <a:rPr lang="en-GB" altLang="en-US" sz="4400" dirty="0">
                <a:latin typeface="Calibri" panose="020F0502020204030204" pitchFamily="34" charset="0"/>
              </a:rPr>
              <a:t> (</a:t>
            </a:r>
            <a:r>
              <a:rPr lang="en-GB" altLang="en-US" sz="4400" dirty="0" err="1">
                <a:latin typeface="Calibri" panose="020F0502020204030204" pitchFamily="34" charset="0"/>
              </a:rPr>
              <a:t>df</a:t>
            </a:r>
            <a:r>
              <a:rPr lang="en-GB" altLang="en-US" sz="4400" dirty="0">
                <a:latin typeface="Calibri" panose="020F0502020204030204" pitchFamily="34" charset="0"/>
              </a:rPr>
              <a:t>) = XX.XX, </a:t>
            </a:r>
            <a:r>
              <a:rPr lang="en-GB" altLang="en-US" sz="4400" i="1" dirty="0">
                <a:latin typeface="Calibri" panose="020F0502020204030204" pitchFamily="34" charset="0"/>
              </a:rPr>
              <a:t>p</a:t>
            </a:r>
            <a:r>
              <a:rPr lang="en-GB" altLang="en-US" sz="4400" dirty="0">
                <a:latin typeface="Calibri" panose="020F0502020204030204" pitchFamily="34" charset="0"/>
              </a:rPr>
              <a:t> = .XXX</a:t>
            </a:r>
          </a:p>
        </p:txBody>
      </p:sp>
      <p:sp>
        <p:nvSpPr>
          <p:cNvPr id="24" name="Line Callout 1 7"/>
          <p:cNvSpPr/>
          <p:nvPr/>
        </p:nvSpPr>
        <p:spPr>
          <a:xfrm>
            <a:off x="792064" y="2020018"/>
            <a:ext cx="1722941" cy="1032138"/>
          </a:xfrm>
          <a:prstGeom prst="borderCallout1">
            <a:avLst>
              <a:gd name="adj1" fmla="val 778"/>
              <a:gd name="adj2" fmla="val 49745"/>
              <a:gd name="adj3" fmla="val -48357"/>
              <a:gd name="adj4" fmla="val 87523"/>
            </a:avLst>
          </a:prstGeom>
          <a:solidFill>
            <a:srgbClr val="EDEAF0"/>
          </a:solidFill>
          <a:ln w="38100">
            <a:solidFill>
              <a:srgbClr val="8064A2"/>
            </a:solidFill>
            <a:headEnd type="none" w="med" len="med"/>
            <a:tailEnd type="arrow" w="med" len="med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600" dirty="0">
                <a:solidFill>
                  <a:schemeClr val="tx1"/>
                </a:solidFill>
              </a:rPr>
              <a:t>State the test statistic test you calculated</a:t>
            </a:r>
          </a:p>
        </p:txBody>
      </p:sp>
      <p:sp>
        <p:nvSpPr>
          <p:cNvPr id="25" name="Line Callout 1 8"/>
          <p:cNvSpPr/>
          <p:nvPr/>
        </p:nvSpPr>
        <p:spPr>
          <a:xfrm>
            <a:off x="2635058" y="2020018"/>
            <a:ext cx="1834438" cy="1032138"/>
          </a:xfrm>
          <a:prstGeom prst="borderCallout1">
            <a:avLst>
              <a:gd name="adj1" fmla="val -77"/>
              <a:gd name="adj2" fmla="val 50557"/>
              <a:gd name="adj3" fmla="val -41707"/>
              <a:gd name="adj4" fmla="val 26027"/>
            </a:avLst>
          </a:prstGeom>
          <a:solidFill>
            <a:srgbClr val="EDEAF0"/>
          </a:solidFill>
          <a:ln w="38100">
            <a:solidFill>
              <a:srgbClr val="8064A2"/>
            </a:solidFill>
            <a:headEnd type="none" w="med" len="med"/>
            <a:tailEnd type="arrow" w="med" len="med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600" dirty="0" err="1">
                <a:solidFill>
                  <a:schemeClr val="tx1"/>
                </a:solidFill>
              </a:rPr>
              <a:t>df</a:t>
            </a:r>
            <a:r>
              <a:rPr lang="en-GB" sz="1600" dirty="0">
                <a:solidFill>
                  <a:schemeClr val="tx1"/>
                </a:solidFill>
              </a:rPr>
              <a:t> = degrees of freedom.</a:t>
            </a:r>
          </a:p>
        </p:txBody>
      </p:sp>
      <p:sp>
        <p:nvSpPr>
          <p:cNvPr id="26" name="Line Callout 1 9"/>
          <p:cNvSpPr/>
          <p:nvPr/>
        </p:nvSpPr>
        <p:spPr>
          <a:xfrm>
            <a:off x="4518832" y="2020018"/>
            <a:ext cx="1722941" cy="1032138"/>
          </a:xfrm>
          <a:prstGeom prst="borderCallout1">
            <a:avLst>
              <a:gd name="adj1" fmla="val -77"/>
              <a:gd name="adj2" fmla="val 49745"/>
              <a:gd name="adj3" fmla="val -42529"/>
              <a:gd name="adj4" fmla="val 16300"/>
            </a:avLst>
          </a:prstGeom>
          <a:solidFill>
            <a:srgbClr val="EDEAF0"/>
          </a:solidFill>
          <a:ln w="38100">
            <a:solidFill>
              <a:srgbClr val="8064A2"/>
            </a:solidFill>
            <a:headEnd type="none" w="med" len="med"/>
            <a:tailEnd type="arrow" w="med" len="med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600" dirty="0">
                <a:solidFill>
                  <a:schemeClr val="tx1"/>
                </a:solidFill>
              </a:rPr>
              <a:t>Calculated test statistic value</a:t>
            </a:r>
          </a:p>
        </p:txBody>
      </p:sp>
      <p:sp>
        <p:nvSpPr>
          <p:cNvPr id="27" name="Line Callout 1 10"/>
          <p:cNvSpPr/>
          <p:nvPr/>
        </p:nvSpPr>
        <p:spPr>
          <a:xfrm>
            <a:off x="6361825" y="2020018"/>
            <a:ext cx="1722941" cy="1032138"/>
          </a:xfrm>
          <a:prstGeom prst="borderCallout1">
            <a:avLst>
              <a:gd name="adj1" fmla="val -77"/>
              <a:gd name="adj2" fmla="val 49339"/>
              <a:gd name="adj3" fmla="val -38680"/>
              <a:gd name="adj4" fmla="val 28239"/>
            </a:avLst>
          </a:prstGeom>
          <a:solidFill>
            <a:srgbClr val="EDEAF0"/>
          </a:solidFill>
          <a:ln w="38100">
            <a:solidFill>
              <a:srgbClr val="8064A2"/>
            </a:solidFill>
            <a:headEnd type="none" w="med" len="med"/>
            <a:tailEnd type="arrow" w="med" len="med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600" dirty="0">
                <a:solidFill>
                  <a:schemeClr val="tx1"/>
                </a:solidFill>
              </a:rPr>
              <a:t>The associated significance</a:t>
            </a:r>
          </a:p>
          <a:p>
            <a:pPr algn="ctr">
              <a:defRPr/>
            </a:pPr>
            <a:r>
              <a:rPr lang="en-GB" sz="1600" dirty="0">
                <a:solidFill>
                  <a:schemeClr val="tx1"/>
                </a:solidFill>
              </a:rPr>
              <a:t>p-value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FF946B30-58CF-B5F1-1A2D-950FC5A4C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190011"/>
            <a:ext cx="7543800" cy="613941"/>
          </a:xfrm>
        </p:spPr>
        <p:txBody>
          <a:bodyPr>
            <a:normAutofit fontScale="90000"/>
          </a:bodyPr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Write up Correlation (aka the </a:t>
            </a:r>
            <a:r>
              <a:rPr lang="en-GB" sz="4400" b="1" dirty="0">
                <a:solidFill>
                  <a:srgbClr val="F03E06"/>
                </a:solidFill>
              </a:rPr>
              <a:t>LINE</a:t>
            </a:r>
            <a:r>
              <a:rPr lang="en-GB" sz="4400" b="1" dirty="0">
                <a:solidFill>
                  <a:schemeClr val="tx1"/>
                </a:solidFill>
              </a:rPr>
              <a:t>)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4BB6D5-BD20-3A08-49C3-664A18B36B4F}"/>
              </a:ext>
            </a:extLst>
          </p:cNvPr>
          <p:cNvSpPr txBox="1"/>
          <p:nvPr/>
        </p:nvSpPr>
        <p:spPr>
          <a:xfrm>
            <a:off x="2828756" y="4913663"/>
            <a:ext cx="597747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This is APA standards. And very important! Please note:</a:t>
            </a:r>
          </a:p>
          <a:p>
            <a:r>
              <a:rPr lang="en-GB" dirty="0">
                <a:solidFill>
                  <a:srgbClr val="FF0000"/>
                </a:solidFill>
              </a:rPr>
              <a:t>Where I have put spaces</a:t>
            </a:r>
          </a:p>
          <a:p>
            <a:r>
              <a:rPr lang="en-GB" dirty="0">
                <a:solidFill>
                  <a:srgbClr val="FF0000"/>
                </a:solidFill>
              </a:rPr>
              <a:t>How many decimal places</a:t>
            </a:r>
          </a:p>
          <a:p>
            <a:r>
              <a:rPr lang="en-GB" dirty="0">
                <a:solidFill>
                  <a:srgbClr val="FF0000"/>
                </a:solidFill>
              </a:rPr>
              <a:t>Notice </a:t>
            </a:r>
            <a:r>
              <a:rPr lang="en-GB" i="1" dirty="0">
                <a:solidFill>
                  <a:srgbClr val="FF0000"/>
                </a:solidFill>
              </a:rPr>
              <a:t>r </a:t>
            </a:r>
            <a:r>
              <a:rPr lang="en-GB" dirty="0">
                <a:solidFill>
                  <a:srgbClr val="FF0000"/>
                </a:solidFill>
              </a:rPr>
              <a:t>and </a:t>
            </a:r>
            <a:r>
              <a:rPr lang="en-GB" i="1" dirty="0">
                <a:solidFill>
                  <a:srgbClr val="FF0000"/>
                </a:solidFill>
              </a:rPr>
              <a:t>p </a:t>
            </a:r>
            <a:r>
              <a:rPr lang="en-GB" dirty="0">
                <a:solidFill>
                  <a:srgbClr val="FF0000"/>
                </a:solidFill>
              </a:rPr>
              <a:t>are in Italics</a:t>
            </a:r>
          </a:p>
          <a:p>
            <a:r>
              <a:rPr lang="en-GB" dirty="0">
                <a:solidFill>
                  <a:srgbClr val="FF0000"/>
                </a:solidFill>
              </a:rPr>
              <a:t>If the p value output says .000, write as p &lt; .001 (never ‘&lt;=‘ )</a:t>
            </a:r>
          </a:p>
          <a:p>
            <a:r>
              <a:rPr lang="en-GB" dirty="0">
                <a:solidFill>
                  <a:srgbClr val="FF0000"/>
                </a:solidFill>
              </a:rPr>
              <a:t>No leading zeros for p, so p = .444 instead of p = 0.444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AF5E55-1321-CBE4-327E-E9E08E6566AC}"/>
              </a:ext>
            </a:extLst>
          </p:cNvPr>
          <p:cNvSpPr txBox="1"/>
          <p:nvPr/>
        </p:nvSpPr>
        <p:spPr>
          <a:xfrm>
            <a:off x="337767" y="4880093"/>
            <a:ext cx="229729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APA: drop leading zero for values that can’t exceed 1 (e.g., r, p) but keep for values that can exceed 1 (e.g., t, means, SDs).</a:t>
            </a:r>
          </a:p>
        </p:txBody>
      </p:sp>
    </p:spTree>
    <p:extLst>
      <p:ext uri="{BB962C8B-B14F-4D97-AF65-F5344CB8AC3E}">
        <p14:creationId xmlns:p14="http://schemas.microsoft.com/office/powerpoint/2010/main" val="3446251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B8676F2-4335-7184-8F2C-C2727F9C7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516" y="1748943"/>
            <a:ext cx="7631927" cy="4758953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200" dirty="0">
                <a:solidFill>
                  <a:schemeClr val="tx1"/>
                </a:solidFill>
              </a:rPr>
              <a:t>A Pearson’s r correlation looked at the relationship between film preference ratings for the film Barbie and the film Oppenheimer. The rating scale was between 1-10 (with 10 being the highest preference) and a significant relationship was predicted. There was a significant positive relationship, </a:t>
            </a:r>
            <a:r>
              <a:rPr lang="pt-BR" sz="2200" dirty="0">
                <a:solidFill>
                  <a:schemeClr val="tx1"/>
                </a:solidFill>
              </a:rPr>
              <a:t>r (8) = .85, p = .002, which indicates a large effect. It suggests that, as preference ratings for the Barbie film increased, ratings for the Oppenheimer film also increased.</a:t>
            </a:r>
          </a:p>
          <a:p>
            <a:pPr marL="0" indent="0">
              <a:buNone/>
            </a:pPr>
            <a:endParaRPr lang="en-GB" sz="22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GB" sz="2200" i="1" dirty="0">
                <a:solidFill>
                  <a:srgbClr val="0070C0"/>
                </a:solidFill>
              </a:rPr>
              <a:t>(remember these examples are just that: examples of phrasing and style. You can vary it, just make sure you include everything from the checklist)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7645AA91-C61C-EB78-4547-411177150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60" y="159604"/>
            <a:ext cx="8524240" cy="1043432"/>
          </a:xfrm>
        </p:spPr>
        <p:txBody>
          <a:bodyPr>
            <a:normAutofit fontScale="90000"/>
          </a:bodyPr>
          <a:lstStyle/>
          <a:p>
            <a:pPr algn="ctr"/>
            <a:r>
              <a:rPr lang="en-GB" sz="4400" dirty="0">
                <a:solidFill>
                  <a:srgbClr val="0070C0"/>
                </a:solidFill>
              </a:rPr>
              <a:t>Example</a:t>
            </a:r>
            <a:r>
              <a:rPr lang="en-GB" sz="4400" dirty="0">
                <a:solidFill>
                  <a:schemeClr val="tx1"/>
                </a:solidFill>
              </a:rPr>
              <a:t> write up: Pearsons’ Correlation</a:t>
            </a:r>
            <a:endParaRPr lang="en-GB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797014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9BA896E-3785-D782-3FAA-DE82816C7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71FEE42-AE21-7720-FBE9-4F35A5E7A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516" y="1748943"/>
            <a:ext cx="7763124" cy="2340457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200" dirty="0">
                <a:solidFill>
                  <a:schemeClr val="tx1"/>
                </a:solidFill>
              </a:rPr>
              <a:t>A Pearson’s r correlation looked at the relationship between film preference ratings for the film Barbie and the film Oppenheimer. The rating scale was between 1-10 (with 10 being the highest preference) and a significant relationship was predicted. There was a significant positive relationship, </a:t>
            </a:r>
            <a:r>
              <a:rPr lang="pt-BR" sz="2200" dirty="0">
                <a:solidFill>
                  <a:schemeClr val="tx1"/>
                </a:solidFill>
              </a:rPr>
              <a:t>r (8) = .85, p = .002, which indicates a large effect. It suggests that, as preference ratings for the Barbie film increased, ratings for the Oppenheimer film increased.</a:t>
            </a:r>
          </a:p>
          <a:p>
            <a:pPr marL="0" indent="0">
              <a:buNone/>
            </a:pPr>
            <a:endParaRPr lang="en-GB" sz="2200" dirty="0">
              <a:solidFill>
                <a:srgbClr val="0070C0"/>
              </a:solidFill>
            </a:endParaRP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23E64B7F-C921-4F63-14E5-D8DD2ED18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60" y="159604"/>
            <a:ext cx="8524240" cy="1043432"/>
          </a:xfrm>
        </p:spPr>
        <p:txBody>
          <a:bodyPr>
            <a:normAutofit fontScale="90000"/>
          </a:bodyPr>
          <a:lstStyle/>
          <a:p>
            <a:pPr algn="ctr"/>
            <a:r>
              <a:rPr lang="en-GB" sz="4400" dirty="0">
                <a:solidFill>
                  <a:srgbClr val="0070C0"/>
                </a:solidFill>
              </a:rPr>
              <a:t>Example</a:t>
            </a:r>
            <a:r>
              <a:rPr lang="en-GB" sz="4400" dirty="0">
                <a:solidFill>
                  <a:schemeClr val="tx1"/>
                </a:solidFill>
              </a:rPr>
              <a:t> write up: Pearsons’ Correlation</a:t>
            </a: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00CA81-CA12-A39A-48BD-694E300C71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360" y="4089400"/>
            <a:ext cx="1903843" cy="2701961"/>
          </a:xfrm>
          <a:prstGeom prst="rect">
            <a:avLst/>
          </a:prstGeom>
        </p:spPr>
      </p:pic>
      <p:sp>
        <p:nvSpPr>
          <p:cNvPr id="10" name="Rectangle à coins arrondis 7">
            <a:extLst>
              <a:ext uri="{FF2B5EF4-FFF2-40B4-BE49-F238E27FC236}">
                <a16:creationId xmlns:a16="http://schemas.microsoft.com/office/drawing/2014/main" id="{76A97F55-5A2B-B624-0583-7FE7EFCBCCFD}"/>
              </a:ext>
            </a:extLst>
          </p:cNvPr>
          <p:cNvSpPr/>
          <p:nvPr/>
        </p:nvSpPr>
        <p:spPr>
          <a:xfrm>
            <a:off x="1060904" y="1786933"/>
            <a:ext cx="2669848" cy="266980"/>
          </a:xfrm>
          <a:prstGeom prst="round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b="1" dirty="0">
              <a:solidFill>
                <a:schemeClr val="tx1"/>
              </a:solidFill>
            </a:endParaRPr>
          </a:p>
        </p:txBody>
      </p:sp>
      <p:sp>
        <p:nvSpPr>
          <p:cNvPr id="14" name="Rectangle à coins arrondis 7">
            <a:extLst>
              <a:ext uri="{FF2B5EF4-FFF2-40B4-BE49-F238E27FC236}">
                <a16:creationId xmlns:a16="http://schemas.microsoft.com/office/drawing/2014/main" id="{F77532D6-8D49-A773-4465-43CD5233F113}"/>
              </a:ext>
            </a:extLst>
          </p:cNvPr>
          <p:cNvSpPr/>
          <p:nvPr/>
        </p:nvSpPr>
        <p:spPr>
          <a:xfrm>
            <a:off x="2133323" y="2117598"/>
            <a:ext cx="6242579" cy="262566"/>
          </a:xfrm>
          <a:prstGeom prst="round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b="1" dirty="0">
              <a:solidFill>
                <a:schemeClr val="tx1"/>
              </a:solidFill>
            </a:endParaRPr>
          </a:p>
        </p:txBody>
      </p:sp>
      <p:sp>
        <p:nvSpPr>
          <p:cNvPr id="15" name="Rectangle à coins arrondis 7">
            <a:extLst>
              <a:ext uri="{FF2B5EF4-FFF2-40B4-BE49-F238E27FC236}">
                <a16:creationId xmlns:a16="http://schemas.microsoft.com/office/drawing/2014/main" id="{BBA57388-7AD3-8088-C85D-90255AC8262C}"/>
              </a:ext>
            </a:extLst>
          </p:cNvPr>
          <p:cNvSpPr/>
          <p:nvPr/>
        </p:nvSpPr>
        <p:spPr>
          <a:xfrm>
            <a:off x="5053275" y="3008838"/>
            <a:ext cx="609739" cy="262566"/>
          </a:xfrm>
          <a:prstGeom prst="round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b="1" dirty="0">
              <a:solidFill>
                <a:schemeClr val="tx1"/>
              </a:solidFill>
            </a:endParaRPr>
          </a:p>
        </p:txBody>
      </p:sp>
      <p:sp>
        <p:nvSpPr>
          <p:cNvPr id="17" name="Rectangle à coins arrondis 7">
            <a:extLst>
              <a:ext uri="{FF2B5EF4-FFF2-40B4-BE49-F238E27FC236}">
                <a16:creationId xmlns:a16="http://schemas.microsoft.com/office/drawing/2014/main" id="{08A3F5CC-B660-35BB-EDC3-CDBBF07F103C}"/>
              </a:ext>
            </a:extLst>
          </p:cNvPr>
          <p:cNvSpPr/>
          <p:nvPr/>
        </p:nvSpPr>
        <p:spPr>
          <a:xfrm>
            <a:off x="4687654" y="3008838"/>
            <a:ext cx="365622" cy="262566"/>
          </a:xfrm>
          <a:prstGeom prst="round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b="1" dirty="0">
              <a:solidFill>
                <a:schemeClr val="tx1"/>
              </a:solidFill>
            </a:endParaRPr>
          </a:p>
        </p:txBody>
      </p:sp>
      <p:sp>
        <p:nvSpPr>
          <p:cNvPr id="18" name="Rectangle à coins arrondis 7">
            <a:extLst>
              <a:ext uri="{FF2B5EF4-FFF2-40B4-BE49-F238E27FC236}">
                <a16:creationId xmlns:a16="http://schemas.microsoft.com/office/drawing/2014/main" id="{67D5CB57-AD9E-6E57-B384-E25EF8EA1665}"/>
              </a:ext>
            </a:extLst>
          </p:cNvPr>
          <p:cNvSpPr/>
          <p:nvPr/>
        </p:nvSpPr>
        <p:spPr>
          <a:xfrm>
            <a:off x="5748358" y="3016995"/>
            <a:ext cx="970551" cy="254409"/>
          </a:xfrm>
          <a:prstGeom prst="round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b="1" dirty="0">
              <a:solidFill>
                <a:schemeClr val="tx1"/>
              </a:solidFill>
            </a:endParaRPr>
          </a:p>
        </p:txBody>
      </p:sp>
      <p:sp>
        <p:nvSpPr>
          <p:cNvPr id="19" name="Rectangle à coins arrondis 7">
            <a:extLst>
              <a:ext uri="{FF2B5EF4-FFF2-40B4-BE49-F238E27FC236}">
                <a16:creationId xmlns:a16="http://schemas.microsoft.com/office/drawing/2014/main" id="{AF37B6B5-41BF-97E0-D7AF-E8BDA07A5023}"/>
              </a:ext>
            </a:extLst>
          </p:cNvPr>
          <p:cNvSpPr/>
          <p:nvPr/>
        </p:nvSpPr>
        <p:spPr>
          <a:xfrm>
            <a:off x="856854" y="3016995"/>
            <a:ext cx="1217476" cy="262566"/>
          </a:xfrm>
          <a:prstGeom prst="round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b="1" dirty="0">
              <a:solidFill>
                <a:schemeClr val="tx1"/>
              </a:solidFill>
            </a:endParaRPr>
          </a:p>
        </p:txBody>
      </p:sp>
      <p:sp>
        <p:nvSpPr>
          <p:cNvPr id="20" name="Rectangle à coins arrondis 7">
            <a:extLst>
              <a:ext uri="{FF2B5EF4-FFF2-40B4-BE49-F238E27FC236}">
                <a16:creationId xmlns:a16="http://schemas.microsoft.com/office/drawing/2014/main" id="{DA529219-D8D4-8DC6-9E52-713F1F7FC2B9}"/>
              </a:ext>
            </a:extLst>
          </p:cNvPr>
          <p:cNvSpPr/>
          <p:nvPr/>
        </p:nvSpPr>
        <p:spPr>
          <a:xfrm>
            <a:off x="913516" y="3605306"/>
            <a:ext cx="6714104" cy="262566"/>
          </a:xfrm>
          <a:prstGeom prst="round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b="1" dirty="0">
              <a:solidFill>
                <a:schemeClr val="tx1"/>
              </a:solidFill>
            </a:endParaRPr>
          </a:p>
        </p:txBody>
      </p:sp>
      <p:sp>
        <p:nvSpPr>
          <p:cNvPr id="21" name="Rectangle à coins arrondis 7">
            <a:extLst>
              <a:ext uri="{FF2B5EF4-FFF2-40B4-BE49-F238E27FC236}">
                <a16:creationId xmlns:a16="http://schemas.microsoft.com/office/drawing/2014/main" id="{84E3BFEC-E3E3-78E3-E0BD-317F2F984967}"/>
              </a:ext>
            </a:extLst>
          </p:cNvPr>
          <p:cNvSpPr/>
          <p:nvPr/>
        </p:nvSpPr>
        <p:spPr>
          <a:xfrm>
            <a:off x="2133323" y="3029955"/>
            <a:ext cx="926422" cy="262566"/>
          </a:xfrm>
          <a:prstGeom prst="round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b="1" dirty="0">
              <a:solidFill>
                <a:schemeClr val="tx1"/>
              </a:solidFill>
            </a:endParaRPr>
          </a:p>
        </p:txBody>
      </p:sp>
      <p:sp>
        <p:nvSpPr>
          <p:cNvPr id="24" name="Rectangle à coins arrondis 7">
            <a:extLst>
              <a:ext uri="{FF2B5EF4-FFF2-40B4-BE49-F238E27FC236}">
                <a16:creationId xmlns:a16="http://schemas.microsoft.com/office/drawing/2014/main" id="{684EBE0A-2435-0BAD-FAC1-EC67264D0C83}"/>
              </a:ext>
            </a:extLst>
          </p:cNvPr>
          <p:cNvSpPr/>
          <p:nvPr/>
        </p:nvSpPr>
        <p:spPr>
          <a:xfrm>
            <a:off x="1033076" y="3329780"/>
            <a:ext cx="772409" cy="262566"/>
          </a:xfrm>
          <a:prstGeom prst="round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b="1" dirty="0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0F6BAB9-5D4D-38BF-43EA-7AEAEB0C698F}"/>
              </a:ext>
            </a:extLst>
          </p:cNvPr>
          <p:cNvSpPr txBox="1"/>
          <p:nvPr/>
        </p:nvSpPr>
        <p:spPr>
          <a:xfrm>
            <a:off x="3492865" y="4883653"/>
            <a:ext cx="4676444" cy="14465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en-GB" sz="2200" dirty="0">
                <a:solidFill>
                  <a:srgbClr val="0070C0"/>
                </a:solidFill>
              </a:rPr>
              <a:t>Also added interpretation of the size of the effect (large, according to Cohen) – extra and useful (you’ll need to do this as standard for other tests, e.g. t-tests)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E5CE81-1E4C-9D4B-D584-E8557B30C936}"/>
              </a:ext>
            </a:extLst>
          </p:cNvPr>
          <p:cNvSpPr txBox="1"/>
          <p:nvPr/>
        </p:nvSpPr>
        <p:spPr>
          <a:xfrm>
            <a:off x="3023180" y="4271083"/>
            <a:ext cx="3097640" cy="4308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en-GB" sz="2200" dirty="0">
                <a:solidFill>
                  <a:srgbClr val="FF0000"/>
                </a:solidFill>
              </a:rPr>
              <a:t>Never say “insignificant”!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51256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4" grpId="0" animBg="1"/>
      <p:bldP spid="14" grpId="1" animBg="1"/>
      <p:bldP spid="15" grpId="0" animBg="1"/>
      <p:bldP spid="15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1" grpId="0" animBg="1"/>
      <p:bldP spid="24" grpId="0" animBg="1"/>
      <p:bldP spid="25" grpId="0" animBg="1"/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BC8C8DE-726F-FC94-EC6E-844484384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6BCDF54-50DD-728C-9DE3-E13BC1D81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756" y="316154"/>
            <a:ext cx="7812148" cy="911397"/>
          </a:xfrm>
          <a:noFill/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000" dirty="0">
                <a:solidFill>
                  <a:schemeClr val="tx1"/>
                </a:solidFill>
                <a:latin typeface="+mj-lt"/>
              </a:rPr>
              <a:t>Reporting Assumptions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8ECA30-D927-1CC5-4302-5DBF805DFA1C}"/>
              </a:ext>
            </a:extLst>
          </p:cNvPr>
          <p:cNvSpPr txBox="1"/>
          <p:nvPr/>
        </p:nvSpPr>
        <p:spPr>
          <a:xfrm>
            <a:off x="212313" y="1019588"/>
            <a:ext cx="8545925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en-GB" sz="2200" dirty="0"/>
              <a:t>You don’t typically report/explain that each assumption was checked when assumptions were met. </a:t>
            </a:r>
            <a:r>
              <a:rPr lang="en-GB" sz="2200" i="1" dirty="0"/>
              <a:t>It’s assumed you’ve checked it and ran the appropriate test – so make sure you do!</a:t>
            </a:r>
          </a:p>
          <a:p>
            <a:pPr lvl="0" defTabSz="914400">
              <a:defRPr/>
            </a:pPr>
            <a:r>
              <a:rPr lang="en-GB" sz="2200" i="1" dirty="0"/>
              <a:t>However, unless</a:t>
            </a:r>
            <a:r>
              <a:rPr lang="en-GB" sz="2200" dirty="0"/>
              <a:t>.</a:t>
            </a:r>
          </a:p>
          <a:p>
            <a:pPr marL="342900" lvl="0" indent="-342900" defTabSz="914400">
              <a:buFontTx/>
              <a:buChar char="-"/>
              <a:defRPr/>
            </a:pPr>
            <a:r>
              <a:rPr lang="en-GB" sz="2200" dirty="0"/>
              <a:t>we specifically ask you to report them (e.g. in exams)</a:t>
            </a:r>
          </a:p>
          <a:p>
            <a:pPr marL="342900" lvl="0" indent="-342900" defTabSz="914400">
              <a:buFontTx/>
              <a:buChar char="-"/>
              <a:defRPr/>
            </a:pPr>
            <a:r>
              <a:rPr lang="en-GB" sz="2200" dirty="0"/>
              <a:t>you violated assumptions so are using a Non-Parametric test (generally good practice)</a:t>
            </a:r>
          </a:p>
          <a:p>
            <a:pPr marL="342900" lvl="0" indent="-342900" defTabSz="914400">
              <a:buFontTx/>
              <a:buChar char="-"/>
              <a:defRPr/>
            </a:pPr>
            <a:r>
              <a:rPr lang="en-GB" sz="2200" dirty="0"/>
              <a:t>you found/removed/kept outliers (best practice to tell the reader what you did with them)</a:t>
            </a:r>
          </a:p>
          <a:p>
            <a:pPr marL="342900" lvl="0" indent="-342900" defTabSz="914400">
              <a:buFontTx/>
              <a:buChar char="-"/>
              <a:defRPr/>
            </a:pPr>
            <a:r>
              <a:rPr lang="en-GB" sz="2200" dirty="0"/>
              <a:t>you transformed the data, or are using corrected values or (more in upcoming weeks)</a:t>
            </a:r>
          </a:p>
          <a:p>
            <a:pPr marL="342900" indent="-342900" defTabSz="914400">
              <a:buFontTx/>
              <a:buChar char="-"/>
              <a:defRPr/>
            </a:pPr>
            <a:r>
              <a:rPr lang="en-GB" sz="2200" dirty="0"/>
              <a:t>a dissertation supervisor, reviewer, editor or colleagues request it</a:t>
            </a:r>
          </a:p>
          <a:p>
            <a:pPr defTabSz="914400">
              <a:defRPr/>
            </a:pPr>
            <a:endParaRPr lang="en-GB" sz="2200" dirty="0"/>
          </a:p>
          <a:p>
            <a:pPr lvl="0" defTabSz="914400">
              <a:defRPr/>
            </a:pPr>
            <a:r>
              <a:rPr lang="en-GB" sz="2200" i="1" dirty="0"/>
              <a:t>Check</a:t>
            </a:r>
            <a:r>
              <a:rPr lang="en-GB" sz="2200" dirty="0"/>
              <a:t>: papers of interest, read analyses/results sections – notice how many report assumptions if they are met. Notice when/how it’s written if assumptions are violated.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58783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A7E19-0DF5-FCC0-AD42-237B17003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CF5321A7-5EE9-E90E-D25C-8C717991DE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54532" y="1157225"/>
            <a:ext cx="3589468" cy="5152416"/>
          </a:xfrm>
          <a:noFill/>
        </p:spPr>
        <p:txBody>
          <a:bodyPr>
            <a:noAutofit/>
          </a:bodyPr>
          <a:lstStyle/>
          <a:p>
            <a:endParaRPr lang="en-US" sz="3200" b="1" dirty="0">
              <a:solidFill>
                <a:schemeClr val="tx1"/>
              </a:solidFill>
            </a:endParaRPr>
          </a:p>
          <a:p>
            <a:r>
              <a:rPr lang="en-US" sz="3200" b="1" dirty="0">
                <a:solidFill>
                  <a:schemeClr val="tx1"/>
                </a:solidFill>
              </a:rPr>
              <a:t>4. Activities </a:t>
            </a:r>
          </a:p>
          <a:p>
            <a:pPr marL="514350" indent="-514350">
              <a:buAutoNum type="arabicPeriod"/>
            </a:pPr>
            <a:endParaRPr lang="en-US" sz="3200" b="1" dirty="0">
              <a:solidFill>
                <a:schemeClr val="tx1"/>
              </a:solidFill>
            </a:endParaRPr>
          </a:p>
          <a:p>
            <a:pPr marL="514350" indent="-514350">
              <a:buAutoNum type="arabicPeriod"/>
            </a:pPr>
            <a:endParaRPr lang="en-US" sz="3200" b="1" dirty="0">
              <a:solidFill>
                <a:schemeClr val="tx1"/>
              </a:solidFill>
            </a:endParaRPr>
          </a:p>
        </p:txBody>
      </p:sp>
      <p:pic>
        <p:nvPicPr>
          <p:cNvPr id="3" name="Picture 6" descr="See the source image">
            <a:extLst>
              <a:ext uri="{FF2B5EF4-FFF2-40B4-BE49-F238E27FC236}">
                <a16:creationId xmlns:a16="http://schemas.microsoft.com/office/drawing/2014/main" id="{21643E8F-5E69-9855-A033-7C6FEBEC08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7" r="26769"/>
          <a:stretch/>
        </p:blipFill>
        <p:spPr bwMode="auto">
          <a:xfrm>
            <a:off x="20" y="10"/>
            <a:ext cx="566119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B3A32EE-7B45-2812-46ED-092F94374235}"/>
              </a:ext>
            </a:extLst>
          </p:cNvPr>
          <p:cNvSpPr txBox="1"/>
          <p:nvPr/>
        </p:nvSpPr>
        <p:spPr>
          <a:xfrm>
            <a:off x="5661212" y="2789124"/>
            <a:ext cx="3236874" cy="298543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en-GB" sz="2400" dirty="0">
                <a:solidFill>
                  <a:schemeClr val="tx1"/>
                </a:solidFill>
              </a:rPr>
              <a:t>For the remainder of the lecture and for your ‘Online Content’ hour: go to Ultra and work through the activity worksheets</a:t>
            </a:r>
          </a:p>
          <a:p>
            <a:pPr lvl="0" defTabSz="914400">
              <a:defRPr/>
            </a:pPr>
            <a:endParaRPr lang="en-GB" sz="2400" dirty="0">
              <a:solidFill>
                <a:schemeClr val="tx1"/>
              </a:solidFill>
            </a:endParaRPr>
          </a:p>
          <a:p>
            <a:pPr lvl="0" defTabSz="914400">
              <a:defRPr/>
            </a:pPr>
            <a:r>
              <a:rPr lang="en-GB" i="1" dirty="0">
                <a:solidFill>
                  <a:schemeClr val="tx1"/>
                </a:solidFill>
              </a:rPr>
              <a:t>(released during the lecture)</a:t>
            </a:r>
          </a:p>
        </p:txBody>
      </p:sp>
    </p:spTree>
    <p:extLst>
      <p:ext uri="{BB962C8B-B14F-4D97-AF65-F5344CB8AC3E}">
        <p14:creationId xmlns:p14="http://schemas.microsoft.com/office/powerpoint/2010/main" val="3486313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3.2|4.2|2.3|4.8|8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8862</TotalTime>
  <Words>1645</Words>
  <Application>Microsoft Office PowerPoint</Application>
  <PresentationFormat>On-screen Show (4:3)</PresentationFormat>
  <Paragraphs>179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Gill Sans MT</vt:lpstr>
      <vt:lpstr>Wingdings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Week 2 Online Content</vt:lpstr>
      <vt:lpstr>Week 2 Online Content</vt:lpstr>
      <vt:lpstr>Week 2 Online Content</vt:lpstr>
      <vt:lpstr>Week 2 Online Content</vt:lpstr>
      <vt:lpstr>PowerPoint Presentation</vt:lpstr>
      <vt:lpstr>Write up Checklist</vt:lpstr>
      <vt:lpstr>Write up Checklist</vt:lpstr>
      <vt:lpstr>Write up Checklist</vt:lpstr>
      <vt:lpstr>Write up Checklist</vt:lpstr>
      <vt:lpstr>Write up Correlation (aka the LINE)</vt:lpstr>
      <vt:lpstr>Example write up: Pearsons’ Correlation</vt:lpstr>
      <vt:lpstr>Example write up: Pearsons’ Correlation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DEWE, HAYLEY L.</dc:creator>
  <cp:lastModifiedBy>DEWE, HAYLEY L.</cp:lastModifiedBy>
  <cp:revision>1</cp:revision>
  <dcterms:created xsi:type="dcterms:W3CDTF">2023-09-30T21:10:58Z</dcterms:created>
  <dcterms:modified xsi:type="dcterms:W3CDTF">2026-01-28T16:27:10Z</dcterms:modified>
</cp:coreProperties>
</file>