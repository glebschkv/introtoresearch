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tags/tag9.xml" ContentType="application/vnd.openxmlformats-officedocument.presentationml.tags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2.xml" ContentType="application/vnd.openxmlformats-officedocument.presentationml.tags+xml"/>
  <Override PartName="/ppt/notesSlides/notesSlide21.xml" ContentType="application/vnd.openxmlformats-officedocument.presentationml.notesSlide+xml"/>
  <Override PartName="/ppt/tags/tag13.xml" ContentType="application/vnd.openxmlformats-officedocument.presentationml.tags+xml"/>
  <Override PartName="/ppt/notesSlides/notesSlide22.xml" ContentType="application/vnd.openxmlformats-officedocument.presentationml.notesSlide+xml"/>
  <Override PartName="/ppt/tags/tag14.xml" ContentType="application/vnd.openxmlformats-officedocument.presentationml.tags+xml"/>
  <Override PartName="/ppt/notesSlides/notesSlide23.xml" ContentType="application/vnd.openxmlformats-officedocument.presentationml.notesSlide+xml"/>
  <Override PartName="/ppt/tags/tag15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6.xml" ContentType="application/vnd.openxmlformats-officedocument.presentationml.tags+xml"/>
  <Override PartName="/ppt/notesSlides/notesSlide26.xml" ContentType="application/vnd.openxmlformats-officedocument.presentationml.notesSlide+xml"/>
  <Override PartName="/ppt/tags/tag17.xml" ContentType="application/vnd.openxmlformats-officedocument.presentationml.tags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18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9.xml" ContentType="application/vnd.openxmlformats-officedocument.presentationml.tags+xml"/>
  <Override PartName="/ppt/notesSlides/notesSlide3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tags/tag20.xml" ContentType="application/vnd.openxmlformats-officedocument.presentationml.tags+xml"/>
  <Override PartName="/ppt/notesSlides/notesSlide33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tags/tag21.xml" ContentType="application/vnd.openxmlformats-officedocument.presentationml.tags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36"/>
  </p:notesMasterIdLst>
  <p:sldIdLst>
    <p:sldId id="256" r:id="rId2"/>
    <p:sldId id="335" r:id="rId3"/>
    <p:sldId id="291" r:id="rId4"/>
    <p:sldId id="288" r:id="rId5"/>
    <p:sldId id="334" r:id="rId6"/>
    <p:sldId id="332" r:id="rId7"/>
    <p:sldId id="328" r:id="rId8"/>
    <p:sldId id="301" r:id="rId9"/>
    <p:sldId id="303" r:id="rId10"/>
    <p:sldId id="304" r:id="rId11"/>
    <p:sldId id="305" r:id="rId12"/>
    <p:sldId id="338" r:id="rId13"/>
    <p:sldId id="339" r:id="rId14"/>
    <p:sldId id="337" r:id="rId15"/>
    <p:sldId id="340" r:id="rId16"/>
    <p:sldId id="312" r:id="rId17"/>
    <p:sldId id="313" r:id="rId18"/>
    <p:sldId id="314" r:id="rId19"/>
    <p:sldId id="329" r:id="rId20"/>
    <p:sldId id="341" r:id="rId21"/>
    <p:sldId id="286" r:id="rId22"/>
    <p:sldId id="298" r:id="rId23"/>
    <p:sldId id="326" r:id="rId24"/>
    <p:sldId id="343" r:id="rId25"/>
    <p:sldId id="344" r:id="rId26"/>
    <p:sldId id="345" r:id="rId27"/>
    <p:sldId id="306" r:id="rId28"/>
    <p:sldId id="346" r:id="rId29"/>
    <p:sldId id="347" r:id="rId30"/>
    <p:sldId id="330" r:id="rId31"/>
    <p:sldId id="348" r:id="rId32"/>
    <p:sldId id="349" r:id="rId33"/>
    <p:sldId id="333" r:id="rId34"/>
    <p:sldId id="35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7B4"/>
    <a:srgbClr val="CCFFFF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6FD85E-E327-44FE-AC44-16DA2FBCD57E}" v="3171" dt="2025-10-16T01:51:43.232"/>
    <p1510:client id="{EDD42D2D-14FD-456E-A4C1-2603210411A7}" v="1" dt="2025-10-16T02:43:30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79085" autoAdjust="0"/>
  </p:normalViewPr>
  <p:slideViewPr>
    <p:cSldViewPr snapToGrid="0">
      <p:cViewPr varScale="1">
        <p:scale>
          <a:sx n="65" d="100"/>
          <a:sy n="65" d="100"/>
        </p:scale>
        <p:origin x="198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0BB6F84-8CFF-41EF-BEAC-EA15038B9E72}"/>
    <pc:docChg chg="undo custSel addSld delSld modSld sldOrd">
      <pc:chgData name="DEWE, HAYLEY L." userId="5cada80b-0f7b-49a5-96b2-656b100ca6c6" providerId="ADAL" clId="{60BB6F84-8CFF-41EF-BEAC-EA15038B9E72}" dt="2023-10-01T16:21:33.148" v="605"/>
      <pc:docMkLst>
        <pc:docMk/>
      </pc:docMkLst>
      <pc:sldChg chg="addSp delSp modSp mod ord modTransition delAnim modAnim">
        <pc:chgData name="DEWE, HAYLEY L." userId="5cada80b-0f7b-49a5-96b2-656b100ca6c6" providerId="ADAL" clId="{60BB6F84-8CFF-41EF-BEAC-EA15038B9E72}" dt="2023-10-01T14:55:34.081" v="185"/>
        <pc:sldMkLst>
          <pc:docMk/>
          <pc:sldMk cId="621895312" sldId="256"/>
        </pc:sldMkLst>
      </pc:sldChg>
      <pc:sldChg chg="addSp delSp modSp add mod modTransition delAnim modAnim">
        <pc:chgData name="DEWE, HAYLEY L." userId="5cada80b-0f7b-49a5-96b2-656b100ca6c6" providerId="ADAL" clId="{60BB6F84-8CFF-41EF-BEAC-EA15038B9E72}" dt="2023-10-01T14:54:51.771" v="183"/>
        <pc:sldMkLst>
          <pc:docMk/>
          <pc:sldMk cId="969240660" sldId="259"/>
        </pc:sldMkLst>
      </pc:sldChg>
      <pc:sldChg chg="add del">
        <pc:chgData name="DEWE, HAYLEY L." userId="5cada80b-0f7b-49a5-96b2-656b100ca6c6" providerId="ADAL" clId="{60BB6F84-8CFF-41EF-BEAC-EA15038B9E72}" dt="2023-10-01T14:45:05.469" v="111" actId="47"/>
        <pc:sldMkLst>
          <pc:docMk/>
          <pc:sldMk cId="275857771" sldId="260"/>
        </pc:sldMkLst>
      </pc:sldChg>
      <pc:sldChg chg="addSp delSp modSp mod ord modTransition delAnim modAnim">
        <pc:chgData name="DEWE, HAYLEY L." userId="5cada80b-0f7b-49a5-96b2-656b100ca6c6" providerId="ADAL" clId="{60BB6F84-8CFF-41EF-BEAC-EA15038B9E72}" dt="2023-10-01T16:21:33.148" v="605"/>
        <pc:sldMkLst>
          <pc:docMk/>
          <pc:sldMk cId="251238370" sldId="283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6:00:42.407" v="586" actId="14861"/>
        <pc:sldMkLst>
          <pc:docMk/>
          <pc:sldMk cId="2100474229" sldId="284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5:51:12.518" v="562"/>
        <pc:sldMkLst>
          <pc:docMk/>
          <pc:sldMk cId="3862151110" sldId="286"/>
        </pc:sldMkLst>
      </pc:sldChg>
      <pc:sldChg chg="addSp delSp modSp mod modTransition setBg setFolMasterObjs delAnim modAnim">
        <pc:chgData name="DEWE, HAYLEY L." userId="5cada80b-0f7b-49a5-96b2-656b100ca6c6" providerId="ADAL" clId="{60BB6F84-8CFF-41EF-BEAC-EA15038B9E72}" dt="2023-10-01T15:46:31.927" v="535"/>
        <pc:sldMkLst>
          <pc:docMk/>
          <pc:sldMk cId="783582565" sldId="287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6:03:16.117" v="595"/>
        <pc:sldMkLst>
          <pc:docMk/>
          <pc:sldMk cId="3510830575" sldId="288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5:56:17.311" v="577"/>
        <pc:sldMkLst>
          <pc:docMk/>
          <pc:sldMk cId="1568805849" sldId="289"/>
        </pc:sldMkLst>
      </pc:sldChg>
      <pc:sldChg chg="addSp delSp modSp mod">
        <pc:chgData name="DEWE, HAYLEY L." userId="5cada80b-0f7b-49a5-96b2-656b100ca6c6" providerId="ADAL" clId="{60BB6F84-8CFF-41EF-BEAC-EA15038B9E72}" dt="2023-10-01T14:59:18.015" v="188"/>
        <pc:sldMkLst>
          <pc:docMk/>
          <pc:sldMk cId="1022151281" sldId="290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33.953" v="392" actId="20577"/>
        <pc:sldMkLst>
          <pc:docMk/>
          <pc:sldMk cId="3525045034" sldId="291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01.377" v="602" actId="14100"/>
        <pc:sldMkLst>
          <pc:docMk/>
          <pc:sldMk cId="2508416345" sldId="292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32:02.290" v="447" actId="14861"/>
        <pc:sldMkLst>
          <pc:docMk/>
          <pc:sldMk cId="1615224924" sldId="294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58.017" v="397" actId="14100"/>
        <pc:sldMkLst>
          <pc:docMk/>
          <pc:sldMk cId="721491317" sldId="295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39.501" v="603" actId="478"/>
        <pc:sldMkLst>
          <pc:docMk/>
          <pc:sldMk cId="1244219522" sldId="296"/>
        </pc:sldMkLst>
      </pc:sldChg>
      <pc:sldChg chg="addSp delSp modSp add del mod delAnim">
        <pc:chgData name="DEWE, HAYLEY L." userId="5cada80b-0f7b-49a5-96b2-656b100ca6c6" providerId="ADAL" clId="{60BB6F84-8CFF-41EF-BEAC-EA15038B9E72}" dt="2023-10-01T14:43:48.266" v="96" actId="47"/>
        <pc:sldMkLst>
          <pc:docMk/>
          <pc:sldMk cId="1997369417" sldId="297"/>
        </pc:sldMkLst>
      </pc:sldChg>
    </pc:docChg>
  </pc:docChgLst>
  <pc:docChgLst>
    <pc:chgData name="DEWE, HAYLEY L." userId="5cada80b-0f7b-49a5-96b2-656b100ca6c6" providerId="ADAL" clId="{1B404483-D87B-4349-BF58-C321AE7C9516}"/>
    <pc:docChg chg="undo custSel addSld delSld modSld sldOrd">
      <pc:chgData name="DEWE, HAYLEY L." userId="5cada80b-0f7b-49a5-96b2-656b100ca6c6" providerId="ADAL" clId="{1B404483-D87B-4349-BF58-C321AE7C9516}" dt="2023-10-01T02:22:22.072" v="5728"/>
      <pc:docMkLst>
        <pc:docMk/>
      </pc:docMkLst>
      <pc:sldChg chg="addSp delSp modSp mod ord modTransition">
        <pc:chgData name="DEWE, HAYLEY L." userId="5cada80b-0f7b-49a5-96b2-656b100ca6c6" providerId="ADAL" clId="{1B404483-D87B-4349-BF58-C321AE7C9516}" dt="2023-09-30T23:02:32.687" v="5126" actId="478"/>
        <pc:sldMkLst>
          <pc:docMk/>
          <pc:sldMk cId="621895312" sldId="256"/>
        </pc:sldMkLst>
      </pc:sldChg>
      <pc:sldChg chg="addSp delSp modSp mod ord addAnim delAnim modAnim">
        <pc:chgData name="DEWE, HAYLEY L." userId="5cada80b-0f7b-49a5-96b2-656b100ca6c6" providerId="ADAL" clId="{1B404483-D87B-4349-BF58-C321AE7C9516}" dt="2023-09-30T23:01:21.585" v="5114" actId="478"/>
        <pc:sldMkLst>
          <pc:docMk/>
          <pc:sldMk cId="251238370" sldId="283"/>
        </pc:sldMkLst>
      </pc:sldChg>
      <pc:sldChg chg="addSp delSp modSp mod ord modAnim">
        <pc:chgData name="DEWE, HAYLEY L." userId="5cada80b-0f7b-49a5-96b2-656b100ca6c6" providerId="ADAL" clId="{1B404483-D87B-4349-BF58-C321AE7C9516}" dt="2023-09-30T23:02:11.625" v="5122"/>
        <pc:sldMkLst>
          <pc:docMk/>
          <pc:sldMk cId="2100474229" sldId="284"/>
        </pc:sldMkLst>
      </pc:sldChg>
      <pc:sldChg chg="addSp delSp modSp new del mod">
        <pc:chgData name="DEWE, HAYLEY L." userId="5cada80b-0f7b-49a5-96b2-656b100ca6c6" providerId="ADAL" clId="{1B404483-D87B-4349-BF58-C321AE7C9516}" dt="2023-09-30T22:24:39.549" v="1777" actId="47"/>
        <pc:sldMkLst>
          <pc:docMk/>
          <pc:sldMk cId="327696758" sldId="285"/>
        </pc:sldMkLst>
      </pc:sldChg>
      <pc:sldChg chg="addSp delSp modSp add mod ord setBg modAnim">
        <pc:chgData name="DEWE, HAYLEY L." userId="5cada80b-0f7b-49a5-96b2-656b100ca6c6" providerId="ADAL" clId="{1B404483-D87B-4349-BF58-C321AE7C9516}" dt="2023-09-30T23:03:39.232" v="5156" actId="20577"/>
        <pc:sldMkLst>
          <pc:docMk/>
          <pc:sldMk cId="3862151110" sldId="286"/>
        </pc:sldMkLst>
      </pc:sldChg>
      <pc:sldChg chg="addSp delSp modSp add mod ord setBg addAnim delAnim modAnim">
        <pc:chgData name="DEWE, HAYLEY L." userId="5cada80b-0f7b-49a5-96b2-656b100ca6c6" providerId="ADAL" clId="{1B404483-D87B-4349-BF58-C321AE7C9516}" dt="2023-09-30T23:01:23.912" v="5115" actId="478"/>
        <pc:sldMkLst>
          <pc:docMk/>
          <pc:sldMk cId="783582565" sldId="287"/>
        </pc:sldMkLst>
      </pc:sldChg>
      <pc:sldChg chg="addSp delSp modSp add mod modTransition">
        <pc:chgData name="DEWE, HAYLEY L." userId="5cada80b-0f7b-49a5-96b2-656b100ca6c6" providerId="ADAL" clId="{1B404483-D87B-4349-BF58-C321AE7C9516}" dt="2023-09-30T23:01:18.914" v="5113" actId="478"/>
        <pc:sldMkLst>
          <pc:docMk/>
          <pc:sldMk cId="3510830575" sldId="288"/>
        </pc:sldMkLst>
      </pc:sldChg>
      <pc:sldChg chg="addSp delSp modSp add mod ord">
        <pc:chgData name="DEWE, HAYLEY L." userId="5cada80b-0f7b-49a5-96b2-656b100ca6c6" providerId="ADAL" clId="{1B404483-D87B-4349-BF58-C321AE7C9516}" dt="2023-09-30T23:01:30.786" v="5118" actId="478"/>
        <pc:sldMkLst>
          <pc:docMk/>
          <pc:sldMk cId="1568805849" sldId="289"/>
        </pc:sldMkLst>
      </pc:sldChg>
      <pc:sldChg chg="addSp delSp modSp new mod modTransition setBg setFolMasterObjs">
        <pc:chgData name="DEWE, HAYLEY L." userId="5cada80b-0f7b-49a5-96b2-656b100ca6c6" providerId="ADAL" clId="{1B404483-D87B-4349-BF58-C321AE7C9516}" dt="2023-09-30T23:02:35.530" v="5127" actId="478"/>
        <pc:sldMkLst>
          <pc:docMk/>
          <pc:sldMk cId="1022151281" sldId="290"/>
        </pc:sldMkLst>
      </pc:sldChg>
      <pc:sldChg chg="new del">
        <pc:chgData name="DEWE, HAYLEY L." userId="5cada80b-0f7b-49a5-96b2-656b100ca6c6" providerId="ADAL" clId="{1B404483-D87B-4349-BF58-C321AE7C9516}" dt="2023-09-30T22:11:18.115" v="1474" actId="47"/>
        <pc:sldMkLst>
          <pc:docMk/>
          <pc:sldMk cId="2984100940" sldId="291"/>
        </pc:sldMkLst>
      </pc:sldChg>
      <pc:sldChg chg="addSp delSp modSp add mod setBg delAnim modAnim modNotesTx">
        <pc:chgData name="DEWE, HAYLEY L." userId="5cada80b-0f7b-49a5-96b2-656b100ca6c6" providerId="ADAL" clId="{1B404483-D87B-4349-BF58-C321AE7C9516}" dt="2023-09-30T23:00:57.840" v="5108" actId="1076"/>
        <pc:sldMkLst>
          <pc:docMk/>
          <pc:sldMk cId="3525045034" sldId="291"/>
        </pc:sldMkLst>
      </pc:sldChg>
      <pc:sldChg chg="addSp delSp modSp add mod setBg modAnim modNotesTx">
        <pc:chgData name="DEWE, HAYLEY L." userId="5cada80b-0f7b-49a5-96b2-656b100ca6c6" providerId="ADAL" clId="{1B404483-D87B-4349-BF58-C321AE7C9516}" dt="2023-10-01T02:22:22.072" v="5728"/>
        <pc:sldMkLst>
          <pc:docMk/>
          <pc:sldMk cId="2508416345" sldId="292"/>
        </pc:sldMkLst>
      </pc:sldChg>
      <pc:sldChg chg="add del setBg">
        <pc:chgData name="DEWE, HAYLEY L." userId="5cada80b-0f7b-49a5-96b2-656b100ca6c6" providerId="ADAL" clId="{1B404483-D87B-4349-BF58-C321AE7C9516}" dt="2023-09-30T22:40:29.811" v="3832" actId="47"/>
        <pc:sldMkLst>
          <pc:docMk/>
          <pc:sldMk cId="3375531371" sldId="293"/>
        </pc:sldMkLst>
      </pc:sldChg>
      <pc:sldChg chg="addSp delSp modSp add del mod setBg modAnim">
        <pc:chgData name="DEWE, HAYLEY L." userId="5cada80b-0f7b-49a5-96b2-656b100ca6c6" providerId="ADAL" clId="{1B404483-D87B-4349-BF58-C321AE7C9516}" dt="2023-09-30T22:53:40.377" v="4692" actId="47"/>
        <pc:sldMkLst>
          <pc:docMk/>
          <pc:sldMk cId="3813176271" sldId="293"/>
        </pc:sldMkLst>
      </pc:sldChg>
      <pc:sldChg chg="addSp delSp modSp add mod setBg addAnim delAnim modAnim">
        <pc:chgData name="DEWE, HAYLEY L." userId="5cada80b-0f7b-49a5-96b2-656b100ca6c6" providerId="ADAL" clId="{1B404483-D87B-4349-BF58-C321AE7C9516}" dt="2023-09-30T23:01:16.868" v="5112" actId="478"/>
        <pc:sldMkLst>
          <pc:docMk/>
          <pc:sldMk cId="1615224924" sldId="294"/>
        </pc:sldMkLst>
      </pc:sldChg>
      <pc:sldChg chg="addSp delSp modSp add mod setBg modAnim">
        <pc:chgData name="DEWE, HAYLEY L." userId="5cada80b-0f7b-49a5-96b2-656b100ca6c6" providerId="ADAL" clId="{1B404483-D87B-4349-BF58-C321AE7C9516}" dt="2023-09-30T23:02:58.155" v="5129"/>
        <pc:sldMkLst>
          <pc:docMk/>
          <pc:sldMk cId="721491317" sldId="295"/>
        </pc:sldMkLst>
      </pc:sldChg>
      <pc:sldChg chg="addSp delSp modSp add mod setBg delAnim modNotesTx">
        <pc:chgData name="DEWE, HAYLEY L." userId="5cada80b-0f7b-49a5-96b2-656b100ca6c6" providerId="ADAL" clId="{1B404483-D87B-4349-BF58-C321AE7C9516}" dt="2023-10-01T01:04:50.462" v="5645" actId="1076"/>
        <pc:sldMkLst>
          <pc:docMk/>
          <pc:sldMk cId="1244219522" sldId="296"/>
        </pc:sldMkLst>
      </pc:sldChg>
      <pc:sldChg chg="delSp modSp add del mod setBg">
        <pc:chgData name="DEWE, HAYLEY L." userId="5cada80b-0f7b-49a5-96b2-656b100ca6c6" providerId="ADAL" clId="{1B404483-D87B-4349-BF58-C321AE7C9516}" dt="2023-10-01T01:02:01.770" v="5606" actId="47"/>
        <pc:sldMkLst>
          <pc:docMk/>
          <pc:sldMk cId="1224133335" sldId="297"/>
        </pc:sldMkLst>
      </pc:sldChg>
    </pc:docChg>
  </pc:docChgLst>
  <pc:docChgLst>
    <pc:chgData name="DEWE, HAYLEY L." userId="5cada80b-0f7b-49a5-96b2-656b100ca6c6" providerId="ADAL" clId="{32C70951-BBAD-4A33-978B-E62A33B9F219}"/>
    <pc:docChg chg="undo custSel addSld delSld modSld sldOrd modMainMaster">
      <pc:chgData name="DEWE, HAYLEY L." userId="5cada80b-0f7b-49a5-96b2-656b100ca6c6" providerId="ADAL" clId="{32C70951-BBAD-4A33-978B-E62A33B9F219}" dt="2024-10-15T12:39:33.814" v="16734"/>
      <pc:docMkLst>
        <pc:docMk/>
      </pc:docMkLst>
      <pc:sldChg chg="addSp delSp modSp mod modTransition setBg modAnim modNotesTx">
        <pc:chgData name="DEWE, HAYLEY L." userId="5cada80b-0f7b-49a5-96b2-656b100ca6c6" providerId="ADAL" clId="{32C70951-BBAD-4A33-978B-E62A33B9F219}" dt="2024-10-14T15:09:35.405" v="16483"/>
        <pc:sldMkLst>
          <pc:docMk/>
          <pc:sldMk cId="621895312" sldId="256"/>
        </pc:sldMkLst>
      </pc:sldChg>
      <pc:sldChg chg="addSp delSp modSp mod modTransition setBg modAnim">
        <pc:chgData name="DEWE, HAYLEY L." userId="5cada80b-0f7b-49a5-96b2-656b100ca6c6" providerId="ADAL" clId="{32C70951-BBAD-4A33-978B-E62A33B9F219}" dt="2024-10-14T15:09:32.161" v="16482"/>
        <pc:sldMkLst>
          <pc:docMk/>
          <pc:sldMk cId="969240660" sldId="259"/>
        </pc:sldMkLst>
      </pc:sldChg>
      <pc:sldChg chg="del setBg">
        <pc:chgData name="DEWE, HAYLEY L." userId="5cada80b-0f7b-49a5-96b2-656b100ca6c6" providerId="ADAL" clId="{32C70951-BBAD-4A33-978B-E62A33B9F219}" dt="2024-10-13T11:26:48.274" v="577" actId="47"/>
        <pc:sldMkLst>
          <pc:docMk/>
          <pc:sldMk cId="251238370" sldId="283"/>
        </pc:sldMkLst>
      </pc:sldChg>
      <pc:sldChg chg="del setBg">
        <pc:chgData name="DEWE, HAYLEY L." userId="5cada80b-0f7b-49a5-96b2-656b100ca6c6" providerId="ADAL" clId="{32C70951-BBAD-4A33-978B-E62A33B9F219}" dt="2024-10-13T13:45:06.971" v="4406" actId="47"/>
        <pc:sldMkLst>
          <pc:docMk/>
          <pc:sldMk cId="2100474229" sldId="284"/>
        </pc:sldMkLst>
      </pc:sldChg>
      <pc:sldChg chg="addSp delSp modSp del mod ord modTransition setBg delAnim modAnim modNotesTx">
        <pc:chgData name="DEWE, HAYLEY L." userId="5cada80b-0f7b-49a5-96b2-656b100ca6c6" providerId="ADAL" clId="{32C70951-BBAD-4A33-978B-E62A33B9F219}" dt="2024-10-14T18:14:22.222" v="16581" actId="47"/>
        <pc:sldMkLst>
          <pc:docMk/>
          <pc:sldMk cId="3862151110" sldId="286"/>
        </pc:sldMkLst>
      </pc:sldChg>
      <pc:sldChg chg="del setBg">
        <pc:chgData name="DEWE, HAYLEY L." userId="5cada80b-0f7b-49a5-96b2-656b100ca6c6" providerId="ADAL" clId="{32C70951-BBAD-4A33-978B-E62A33B9F219}" dt="2024-10-13T12:07:08.464" v="881" actId="47"/>
        <pc:sldMkLst>
          <pc:docMk/>
          <pc:sldMk cId="783582565" sldId="287"/>
        </pc:sldMkLst>
      </pc:sldChg>
      <pc:sldChg chg="addSp delSp modSp mod modTransition setBg addAnim delAnim modAnim modNotesTx">
        <pc:chgData name="DEWE, HAYLEY L." userId="5cada80b-0f7b-49a5-96b2-656b100ca6c6" providerId="ADAL" clId="{32C70951-BBAD-4A33-978B-E62A33B9F219}" dt="2024-10-15T12:39:33.814" v="16734"/>
        <pc:sldMkLst>
          <pc:docMk/>
          <pc:sldMk cId="3510830575" sldId="288"/>
        </pc:sldMkLst>
      </pc:sldChg>
      <pc:sldChg chg="delSp del mod delAnim">
        <pc:chgData name="DEWE, HAYLEY L." userId="5cada80b-0f7b-49a5-96b2-656b100ca6c6" providerId="ADAL" clId="{32C70951-BBAD-4A33-978B-E62A33B9F219}" dt="2024-10-13T13:45:01.085" v="4403" actId="47"/>
        <pc:sldMkLst>
          <pc:docMk/>
          <pc:sldMk cId="1568805849" sldId="289"/>
        </pc:sldMkLst>
      </pc:sldChg>
      <pc:sldChg chg="addSp delSp modSp del mod modTransition setBg modClrScheme delAnim modAnim delDesignElem chgLayout modNotesTx">
        <pc:chgData name="DEWE, HAYLEY L." userId="5cada80b-0f7b-49a5-96b2-656b100ca6c6" providerId="ADAL" clId="{32C70951-BBAD-4A33-978B-E62A33B9F219}" dt="2024-10-15T08:25:04.119" v="16626" actId="47"/>
        <pc:sldMkLst>
          <pc:docMk/>
          <pc:sldMk cId="1022151281" sldId="290"/>
        </pc:sldMkLst>
      </pc:sldChg>
      <pc:sldChg chg="addSp delSp modSp mod modTransition setBg delAnim modAnim">
        <pc:chgData name="DEWE, HAYLEY L." userId="5cada80b-0f7b-49a5-96b2-656b100ca6c6" providerId="ADAL" clId="{32C70951-BBAD-4A33-978B-E62A33B9F219}" dt="2024-10-14T15:10:46.895" v="16491"/>
        <pc:sldMkLst>
          <pc:docMk/>
          <pc:sldMk cId="3525045034" sldId="291"/>
        </pc:sldMkLst>
      </pc:sldChg>
      <pc:sldChg chg="del setBg">
        <pc:chgData name="DEWE, HAYLEY L." userId="5cada80b-0f7b-49a5-96b2-656b100ca6c6" providerId="ADAL" clId="{32C70951-BBAD-4A33-978B-E62A33B9F219}" dt="2024-10-13T13:45:03.063" v="4404" actId="47"/>
        <pc:sldMkLst>
          <pc:docMk/>
          <pc:sldMk cId="2508416345" sldId="292"/>
        </pc:sldMkLst>
      </pc:sldChg>
      <pc:sldChg chg="del setBg">
        <pc:chgData name="DEWE, HAYLEY L." userId="5cada80b-0f7b-49a5-96b2-656b100ca6c6" providerId="ADAL" clId="{32C70951-BBAD-4A33-978B-E62A33B9F219}" dt="2024-10-13T11:26:46.249" v="576" actId="47"/>
        <pc:sldMkLst>
          <pc:docMk/>
          <pc:sldMk cId="1615224924" sldId="294"/>
        </pc:sldMkLst>
      </pc:sldChg>
      <pc:sldChg chg="del setBg">
        <pc:chgData name="DEWE, HAYLEY L." userId="5cada80b-0f7b-49a5-96b2-656b100ca6c6" providerId="ADAL" clId="{32C70951-BBAD-4A33-978B-E62A33B9F219}" dt="2024-10-13T11:26:45.627" v="575" actId="47"/>
        <pc:sldMkLst>
          <pc:docMk/>
          <pc:sldMk cId="721491317" sldId="295"/>
        </pc:sldMkLst>
      </pc:sldChg>
      <pc:sldChg chg="del setBg">
        <pc:chgData name="DEWE, HAYLEY L." userId="5cada80b-0f7b-49a5-96b2-656b100ca6c6" providerId="ADAL" clId="{32C70951-BBAD-4A33-978B-E62A33B9F219}" dt="2024-10-13T13:45:04.160" v="4405" actId="47"/>
        <pc:sldMkLst>
          <pc:docMk/>
          <pc:sldMk cId="1244219522" sldId="296"/>
        </pc:sldMkLst>
      </pc:sldChg>
      <pc:sldChg chg="modSp add del mod setBg">
        <pc:chgData name="DEWE, HAYLEY L." userId="5cada80b-0f7b-49a5-96b2-656b100ca6c6" providerId="ADAL" clId="{32C70951-BBAD-4A33-978B-E62A33B9F219}" dt="2024-10-13T11:27:21.346" v="613" actId="47"/>
        <pc:sldMkLst>
          <pc:docMk/>
          <pc:sldMk cId="2330283438" sldId="297"/>
        </pc:sldMkLst>
      </pc:sldChg>
      <pc:sldChg chg="delSp modSp add del mod setBg">
        <pc:chgData name="DEWE, HAYLEY L." userId="5cada80b-0f7b-49a5-96b2-656b100ca6c6" providerId="ADAL" clId="{32C70951-BBAD-4A33-978B-E62A33B9F219}" dt="2024-10-13T12:28:55.507" v="2153" actId="47"/>
        <pc:sldMkLst>
          <pc:docMk/>
          <pc:sldMk cId="4067331358" sldId="297"/>
        </pc:sldMkLst>
      </pc:sldChg>
      <pc:sldChg chg="new add del">
        <pc:chgData name="DEWE, HAYLEY L." userId="5cada80b-0f7b-49a5-96b2-656b100ca6c6" providerId="ADAL" clId="{32C70951-BBAD-4A33-978B-E62A33B9F219}" dt="2024-10-13T10:52:24.397" v="119" actId="680"/>
        <pc:sldMkLst>
          <pc:docMk/>
          <pc:sldMk cId="4166398255" sldId="297"/>
        </pc:sldMkLst>
      </pc:sldChg>
      <pc:sldChg chg="modSp add del mod ord modAnim modNotesTx">
        <pc:chgData name="DEWE, HAYLEY L." userId="5cada80b-0f7b-49a5-96b2-656b100ca6c6" providerId="ADAL" clId="{32C70951-BBAD-4A33-978B-E62A33B9F219}" dt="2024-10-13T22:42:58.626" v="15075" actId="2696"/>
        <pc:sldMkLst>
          <pc:docMk/>
          <pc:sldMk cId="3524497358" sldId="298"/>
        </pc:sldMkLst>
      </pc:sldChg>
      <pc:sldChg chg="addSp delSp modSp new add del mod ord modTransition setBg">
        <pc:chgData name="DEWE, HAYLEY L." userId="5cada80b-0f7b-49a5-96b2-656b100ca6c6" providerId="ADAL" clId="{32C70951-BBAD-4A33-978B-E62A33B9F219}" dt="2024-10-14T02:01:33.905" v="15739" actId="47"/>
        <pc:sldMkLst>
          <pc:docMk/>
          <pc:sldMk cId="637964689" sldId="299"/>
        </pc:sldMkLst>
      </pc:sldChg>
      <pc:sldChg chg="addSp delSp modSp add del mod modAnim">
        <pc:chgData name="DEWE, HAYLEY L." userId="5cada80b-0f7b-49a5-96b2-656b100ca6c6" providerId="ADAL" clId="{32C70951-BBAD-4A33-978B-E62A33B9F219}" dt="2024-10-13T12:55:38.485" v="4142" actId="47"/>
        <pc:sldMkLst>
          <pc:docMk/>
          <pc:sldMk cId="2644185046" sldId="300"/>
        </pc:sldMkLst>
      </pc:sldChg>
      <pc:sldChg chg="addSp delSp modSp add mod ord modTransition setBg delAnim modAnim modNotesTx">
        <pc:chgData name="DEWE, HAYLEY L." userId="5cada80b-0f7b-49a5-96b2-656b100ca6c6" providerId="ADAL" clId="{32C70951-BBAD-4A33-978B-E62A33B9F219}" dt="2024-10-15T09:16:20.082" v="16660"/>
        <pc:sldMkLst>
          <pc:docMk/>
          <pc:sldMk cId="1557494676" sldId="301"/>
        </pc:sldMkLst>
      </pc:sldChg>
      <pc:sldChg chg="add del setBg">
        <pc:chgData name="DEWE, HAYLEY L." userId="5cada80b-0f7b-49a5-96b2-656b100ca6c6" providerId="ADAL" clId="{32C70951-BBAD-4A33-978B-E62A33B9F219}" dt="2024-10-13T12:55:40.931" v="4143" actId="47"/>
        <pc:sldMkLst>
          <pc:docMk/>
          <pc:sldMk cId="1352975824" sldId="302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5T09:14:04.478" v="16658"/>
        <pc:sldMkLst>
          <pc:docMk/>
          <pc:sldMk cId="3787757895" sldId="303"/>
        </pc:sldMkLst>
      </pc:sldChg>
      <pc:sldChg chg="addSp delSp modSp add mod modTransition modNotesTx">
        <pc:chgData name="DEWE, HAYLEY L." userId="5cada80b-0f7b-49a5-96b2-656b100ca6c6" providerId="ADAL" clId="{32C70951-BBAD-4A33-978B-E62A33B9F219}" dt="2024-10-15T09:14:25.368" v="16659"/>
        <pc:sldMkLst>
          <pc:docMk/>
          <pc:sldMk cId="2807155718" sldId="30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3:22:26.785" v="16472"/>
        <pc:sldMkLst>
          <pc:docMk/>
          <pc:sldMk cId="3207344223" sldId="305"/>
        </pc:sldMkLst>
      </pc:sldChg>
      <pc:sldChg chg="addSp delSp modSp add del mod modTransition addAnim delAnim modAnim modNotesTx">
        <pc:chgData name="DEWE, HAYLEY L." userId="5cada80b-0f7b-49a5-96b2-656b100ca6c6" providerId="ADAL" clId="{32C70951-BBAD-4A33-978B-E62A33B9F219}" dt="2024-10-15T12:38:55.928" v="16731" actId="47"/>
        <pc:sldMkLst>
          <pc:docMk/>
          <pc:sldMk cId="1866738169" sldId="306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9:25:02.110" v="16675"/>
        <pc:sldMkLst>
          <pc:docMk/>
          <pc:sldMk cId="1436351603" sldId="307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7.596" v="16508"/>
        <pc:sldMkLst>
          <pc:docMk/>
          <pc:sldMk cId="2138168827" sldId="308"/>
        </pc:sldMkLst>
      </pc:sldChg>
      <pc:sldChg chg="addSp delSp modSp add del mod ord modTransition delAnim modAnim">
        <pc:chgData name="DEWE, HAYLEY L." userId="5cada80b-0f7b-49a5-96b2-656b100ca6c6" providerId="ADAL" clId="{32C70951-BBAD-4A33-978B-E62A33B9F219}" dt="2024-10-15T09:26:59.363" v="16719" actId="47"/>
        <pc:sldMkLst>
          <pc:docMk/>
          <pc:sldMk cId="2432986365" sldId="309"/>
        </pc:sldMkLst>
      </pc:sldChg>
      <pc:sldChg chg="modSp add del mod modAnim modNotesTx">
        <pc:chgData name="DEWE, HAYLEY L." userId="5cada80b-0f7b-49a5-96b2-656b100ca6c6" providerId="ADAL" clId="{32C70951-BBAD-4A33-978B-E62A33B9F219}" dt="2024-10-13T15:23:38.627" v="8975" actId="47"/>
        <pc:sldMkLst>
          <pc:docMk/>
          <pc:sldMk cId="4048279931" sldId="309"/>
        </pc:sldMkLst>
      </pc:sldChg>
      <pc:sldChg chg="add del">
        <pc:chgData name="DEWE, HAYLEY L." userId="5cada80b-0f7b-49a5-96b2-656b100ca6c6" providerId="ADAL" clId="{32C70951-BBAD-4A33-978B-E62A33B9F219}" dt="2024-10-13T15:45:00.743" v="10188" actId="47"/>
        <pc:sldMkLst>
          <pc:docMk/>
          <pc:sldMk cId="4294217170" sldId="310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5.874" v="16503"/>
        <pc:sldMkLst>
          <pc:docMk/>
          <pc:sldMk cId="1567480772" sldId="31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3.476" v="16502"/>
        <pc:sldMkLst>
          <pc:docMk/>
          <pc:sldMk cId="4188619755" sldId="312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39.464" v="16504"/>
        <pc:sldMkLst>
          <pc:docMk/>
          <pc:sldMk cId="2613428923" sldId="31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51.877" v="16505"/>
        <pc:sldMkLst>
          <pc:docMk/>
          <pc:sldMk cId="33540929" sldId="314"/>
        </pc:sldMkLst>
      </pc:sldChg>
      <pc:sldChg chg="add del">
        <pc:chgData name="DEWE, HAYLEY L." userId="5cada80b-0f7b-49a5-96b2-656b100ca6c6" providerId="ADAL" clId="{32C70951-BBAD-4A33-978B-E62A33B9F219}" dt="2024-10-13T20:38:36.367" v="13442" actId="47"/>
        <pc:sldMkLst>
          <pc:docMk/>
          <pc:sldMk cId="1888366965" sldId="315"/>
        </pc:sldMkLst>
      </pc:sldChg>
      <pc:sldChg chg="addSp delSp modSp add del mod modTransition modAnim modNotesTx">
        <pc:chgData name="DEWE, HAYLEY L." userId="5cada80b-0f7b-49a5-96b2-656b100ca6c6" providerId="ADAL" clId="{32C70951-BBAD-4A33-978B-E62A33B9F219}" dt="2024-10-14T03:11:47.836" v="16170" actId="47"/>
        <pc:sldMkLst>
          <pc:docMk/>
          <pc:sldMk cId="2275683999" sldId="315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0.165" v="16171" actId="47"/>
        <pc:sldMkLst>
          <pc:docMk/>
          <pc:sldMk cId="421796903" sldId="316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1.694" v="16172" actId="47"/>
        <pc:sldMkLst>
          <pc:docMk/>
          <pc:sldMk cId="3538618529" sldId="317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2.762" v="16173" actId="47"/>
        <pc:sldMkLst>
          <pc:docMk/>
          <pc:sldMk cId="113604063" sldId="318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3.730" v="16174" actId="47"/>
        <pc:sldMkLst>
          <pc:docMk/>
          <pc:sldMk cId="2538084470" sldId="319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4.520" v="16175" actId="47"/>
        <pc:sldMkLst>
          <pc:docMk/>
          <pc:sldMk cId="1707183324" sldId="320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5.633" v="16176" actId="47"/>
        <pc:sldMkLst>
          <pc:docMk/>
          <pc:sldMk cId="2021661883" sldId="321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6.457" v="16177" actId="47"/>
        <pc:sldMkLst>
          <pc:docMk/>
          <pc:sldMk cId="1917402084" sldId="322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7.535" v="16178" actId="47"/>
        <pc:sldMkLst>
          <pc:docMk/>
          <pc:sldMk cId="4019280906" sldId="323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3.064" v="16507"/>
        <pc:sldMkLst>
          <pc:docMk/>
          <pc:sldMk cId="1702084379" sldId="32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34:23.826" v="16657" actId="6549"/>
        <pc:sldMkLst>
          <pc:docMk/>
          <pc:sldMk cId="2423872994" sldId="328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4T15:12:58.397" v="16506"/>
        <pc:sldMkLst>
          <pc:docMk/>
          <pc:sldMk cId="4232996817" sldId="329"/>
        </pc:sldMkLst>
      </pc:sldChg>
      <pc:sldChg chg="addSp delSp modSp new del mod modTransition delAnim modAnim">
        <pc:chgData name="DEWE, HAYLEY L." userId="5cada80b-0f7b-49a5-96b2-656b100ca6c6" providerId="ADAL" clId="{32C70951-BBAD-4A33-978B-E62A33B9F219}" dt="2024-10-14T15:07:49.879" v="16477" actId="47"/>
        <pc:sldMkLst>
          <pc:docMk/>
          <pc:sldMk cId="733257434" sldId="330"/>
        </pc:sldMkLst>
      </pc:sldChg>
      <pc:sldChg chg="add del">
        <pc:chgData name="DEWE, HAYLEY L." userId="5cada80b-0f7b-49a5-96b2-656b100ca6c6" providerId="ADAL" clId="{32C70951-BBAD-4A33-978B-E62A33B9F219}" dt="2024-10-14T02:03:55.865" v="15741" actId="47"/>
        <pc:sldMkLst>
          <pc:docMk/>
          <pc:sldMk cId="1115468851" sldId="33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28:18.267" v="16644" actId="6549"/>
        <pc:sldMkLst>
          <pc:docMk/>
          <pc:sldMk cId="2923853994" sldId="332"/>
        </pc:sldMkLst>
      </pc:sldChg>
      <pc:sldChg chg="modSp add del modTransition modNotesTx">
        <pc:chgData name="DEWE, HAYLEY L." userId="5cada80b-0f7b-49a5-96b2-656b100ca6c6" providerId="ADAL" clId="{32C70951-BBAD-4A33-978B-E62A33B9F219}" dt="2024-10-15T08:16:32.139" v="16609" actId="47"/>
        <pc:sldMkLst>
          <pc:docMk/>
          <pc:sldMk cId="1456728044" sldId="33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5T12:36:40.156" v="16723" actId="6549"/>
        <pc:sldMkLst>
          <pc:docMk/>
          <pc:sldMk cId="3918554070" sldId="334"/>
        </pc:sldMkLst>
      </pc:sldChg>
      <pc:sldChg chg="modSp add modNotesTx">
        <pc:chgData name="DEWE, HAYLEY L." userId="5cada80b-0f7b-49a5-96b2-656b100ca6c6" providerId="ADAL" clId="{32C70951-BBAD-4A33-978B-E62A33B9F219}" dt="2024-10-15T12:34:42.026" v="16722" actId="6549"/>
        <pc:sldMkLst>
          <pc:docMk/>
          <pc:sldMk cId="338365097" sldId="335"/>
        </pc:sldMkLst>
      </pc:sldChg>
      <pc:sldChg chg="addSp modSp new del modAnim modNotesTx">
        <pc:chgData name="DEWE, HAYLEY L." userId="5cada80b-0f7b-49a5-96b2-656b100ca6c6" providerId="ADAL" clId="{32C70951-BBAD-4A33-978B-E62A33B9F219}" dt="2024-10-15T12:39:10.847" v="16732" actId="47"/>
        <pc:sldMkLst>
          <pc:docMk/>
          <pc:sldMk cId="1983162042" sldId="336"/>
        </pc:sldMkLst>
      </pc:sldChg>
      <pc:sldChg chg="addSp modSp new modTransition modAnim modNotesTx">
        <pc:chgData name="DEWE, HAYLEY L." userId="5cada80b-0f7b-49a5-96b2-656b100ca6c6" providerId="ADAL" clId="{32C70951-BBAD-4A33-978B-E62A33B9F219}" dt="2024-10-15T09:27:22.694" v="16721"/>
        <pc:sldMkLst>
          <pc:docMk/>
          <pc:sldMk cId="2763638759" sldId="337"/>
        </pc:sldMkLst>
      </pc:sldChg>
      <pc:sldChg chg="addSp delSp modSp new mod modTransition delAnim modAnim modNotesTx">
        <pc:chgData name="DEWE, HAYLEY L." userId="5cada80b-0f7b-49a5-96b2-656b100ca6c6" providerId="ADAL" clId="{32C70951-BBAD-4A33-978B-E62A33B9F219}" dt="2024-10-15T12:38:53.736" v="16730"/>
        <pc:sldMkLst>
          <pc:docMk/>
          <pc:sldMk cId="1585753451" sldId="338"/>
        </pc:sldMkLst>
      </pc:sldChg>
      <pc:sldMasterChg chg="setBg modSldLayout">
        <pc:chgData name="DEWE, HAYLEY L." userId="5cada80b-0f7b-49a5-96b2-656b100ca6c6" providerId="ADAL" clId="{32C70951-BBAD-4A33-978B-E62A33B9F219}" dt="2024-10-13T12:24:41.206" v="2044"/>
        <pc:sldMasterMkLst>
          <pc:docMk/>
          <pc:sldMasterMk cId="3516836950" sldId="2147483690"/>
        </pc:sldMasterMkLst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4121230025" sldId="214748369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731651643" sldId="214748369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67763074" sldId="214748369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644090643" sldId="214748369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673194985" sldId="214748369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705573580" sldId="214748369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68970472" sldId="2147483697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060775333" sldId="2147483698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049413050" sldId="2147483699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429450410" sldId="2147483700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91852759" sldId="214748370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95149509" sldId="214748370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786659591" sldId="214748370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37541521" sldId="214748370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319605821" sldId="214748370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579008724" sldId="214748370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926FD85E-E327-44FE-AC44-16DA2FBCD57E}"/>
    <pc:docChg chg="undo redo custSel addSld delSld modSld sldOrd modMainMaster">
      <pc:chgData name="DEWE, HAYLEY L." userId="5cada80b-0f7b-49a5-96b2-656b100ca6c6" providerId="ADAL" clId="{926FD85E-E327-44FE-AC44-16DA2FBCD57E}" dt="2025-10-16T01:51:43.232" v="4963" actId="20577"/>
      <pc:docMkLst>
        <pc:docMk/>
      </pc:docMkLst>
      <pc:sldChg chg="addSp modSp mod modTransition setBg modAnim">
        <pc:chgData name="DEWE, HAYLEY L." userId="5cada80b-0f7b-49a5-96b2-656b100ca6c6" providerId="ADAL" clId="{926FD85E-E327-44FE-AC44-16DA2FBCD57E}" dt="2025-10-16T01:50:44.810" v="4805" actId="20577"/>
        <pc:sldMkLst>
          <pc:docMk/>
          <pc:sldMk cId="621895312" sldId="256"/>
        </pc:sldMkLst>
        <pc:spChg chg="add mod">
          <ac:chgData name="DEWE, HAYLEY L." userId="5cada80b-0f7b-49a5-96b2-656b100ca6c6" providerId="ADAL" clId="{926FD85E-E327-44FE-AC44-16DA2FBCD57E}" dt="2025-10-15T23:53:36.819" v="43" actId="1076"/>
          <ac:spMkLst>
            <pc:docMk/>
            <pc:sldMk cId="621895312" sldId="256"/>
            <ac:spMk id="2" creationId="{64542607-0AE5-82BA-68ED-B915945C201B}"/>
          </ac:spMkLst>
        </pc:spChg>
        <pc:spChg chg="add mod">
          <ac:chgData name="DEWE, HAYLEY L." userId="5cada80b-0f7b-49a5-96b2-656b100ca6c6" providerId="ADAL" clId="{926FD85E-E327-44FE-AC44-16DA2FBCD57E}" dt="2025-10-15T23:53:43.592" v="45" actId="6549"/>
          <ac:spMkLst>
            <pc:docMk/>
            <pc:sldMk cId="621895312" sldId="256"/>
            <ac:spMk id="3" creationId="{DACEFCF7-B991-F689-C975-DEEA3454D308}"/>
          </ac:spMkLst>
        </pc:spChg>
        <pc:spChg chg="mod">
          <ac:chgData name="DEWE, HAYLEY L." userId="5cada80b-0f7b-49a5-96b2-656b100ca6c6" providerId="ADAL" clId="{926FD85E-E327-44FE-AC44-16DA2FBCD57E}" dt="2025-10-16T01:50:44.810" v="4805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926FD85E-E327-44FE-AC44-16DA2FBCD57E}" dt="2025-10-15T23:47:44.728" v="4" actId="47"/>
        <pc:sldMkLst>
          <pc:docMk/>
          <pc:sldMk cId="969240660" sldId="259"/>
        </pc:sldMkLst>
      </pc:sldChg>
      <pc:sldChg chg="modSp add mod modTransition">
        <pc:chgData name="DEWE, HAYLEY L." userId="5cada80b-0f7b-49a5-96b2-656b100ca6c6" providerId="ADAL" clId="{926FD85E-E327-44FE-AC44-16DA2FBCD57E}" dt="2025-10-16T01:41:51.291" v="4669" actId="1076"/>
        <pc:sldMkLst>
          <pc:docMk/>
          <pc:sldMk cId="3862151110" sldId="286"/>
        </pc:sldMkLst>
        <pc:spChg chg="mod">
          <ac:chgData name="DEWE, HAYLEY L." userId="5cada80b-0f7b-49a5-96b2-656b100ca6c6" providerId="ADAL" clId="{926FD85E-E327-44FE-AC44-16DA2FBCD57E}" dt="2025-10-16T01:41:51.291" v="4669" actId="1076"/>
          <ac:spMkLst>
            <pc:docMk/>
            <pc:sldMk cId="3862151110" sldId="286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23:41.800" v="4128" actId="14100"/>
          <ac:spMkLst>
            <pc:docMk/>
            <pc:sldMk cId="3862151110" sldId="286"/>
            <ac:spMk id="3" creationId="{113FDD85-F712-8D9D-CFEF-1AC12384BA0B}"/>
          </ac:spMkLst>
        </pc:spChg>
      </pc:sldChg>
      <pc:sldChg chg="modSp mod modTransition">
        <pc:chgData name="DEWE, HAYLEY L." userId="5cada80b-0f7b-49a5-96b2-656b100ca6c6" providerId="ADAL" clId="{926FD85E-E327-44FE-AC44-16DA2FBCD57E}" dt="2025-10-16T00:12:59.535" v="437" actId="14100"/>
        <pc:sldMkLst>
          <pc:docMk/>
          <pc:sldMk cId="3510830575" sldId="288"/>
        </pc:sldMkLst>
        <pc:spChg chg="mod">
          <ac:chgData name="DEWE, HAYLEY L." userId="5cada80b-0f7b-49a5-96b2-656b100ca6c6" providerId="ADAL" clId="{926FD85E-E327-44FE-AC44-16DA2FBCD57E}" dt="2025-10-16T00:12:59.535" v="437" actId="14100"/>
          <ac:spMkLst>
            <pc:docMk/>
            <pc:sldMk cId="3510830575" sldId="288"/>
            <ac:spMk id="4" creationId="{2011C802-73B3-2DD2-A025-1492767780BF}"/>
          </ac:spMkLst>
        </pc:spChg>
      </pc:sldChg>
      <pc:sldChg chg="delSp modSp mod modTransition delAnim">
        <pc:chgData name="DEWE, HAYLEY L." userId="5cada80b-0f7b-49a5-96b2-656b100ca6c6" providerId="ADAL" clId="{926FD85E-E327-44FE-AC44-16DA2FBCD57E}" dt="2025-10-16T01:51:43.232" v="4963" actId="20577"/>
        <pc:sldMkLst>
          <pc:docMk/>
          <pc:sldMk cId="3525045034" sldId="291"/>
        </pc:sldMkLst>
        <pc:spChg chg="mod">
          <ac:chgData name="DEWE, HAYLEY L." userId="5cada80b-0f7b-49a5-96b2-656b100ca6c6" providerId="ADAL" clId="{926FD85E-E327-44FE-AC44-16DA2FBCD57E}" dt="2025-10-16T01:51:43.232" v="4963" actId="20577"/>
          <ac:spMkLst>
            <pc:docMk/>
            <pc:sldMk cId="3525045034" sldId="291"/>
            <ac:spMk id="9" creationId="{8B8676F2-4335-7184-8F2C-C2727F9C78E9}"/>
          </ac:spMkLst>
        </pc:spChg>
        <pc:picChg chg="del">
          <ac:chgData name="DEWE, HAYLEY L." userId="5cada80b-0f7b-49a5-96b2-656b100ca6c6" providerId="ADAL" clId="{926FD85E-E327-44FE-AC44-16DA2FBCD57E}" dt="2025-10-15T23:48:10.739" v="13" actId="478"/>
          <ac:picMkLst>
            <pc:docMk/>
            <pc:sldMk cId="3525045034" sldId="291"/>
            <ac:picMk id="11" creationId="{78BA7B31-2C37-C3B5-AEEA-6F413C212F4F}"/>
          </ac:picMkLst>
        </pc:picChg>
      </pc:sldChg>
      <pc:sldChg chg="add del">
        <pc:chgData name="DEWE, HAYLEY L." userId="5cada80b-0f7b-49a5-96b2-656b100ca6c6" providerId="ADAL" clId="{926FD85E-E327-44FE-AC44-16DA2FBCD57E}" dt="2025-10-15T23:54:33.524" v="75" actId="47"/>
        <pc:sldMkLst>
          <pc:docMk/>
          <pc:sldMk cId="196969797" sldId="297"/>
        </pc:sldMkLst>
      </pc:sldChg>
      <pc:sldChg chg="modSp add mod modTransition">
        <pc:chgData name="DEWE, HAYLEY L." userId="5cada80b-0f7b-49a5-96b2-656b100ca6c6" providerId="ADAL" clId="{926FD85E-E327-44FE-AC44-16DA2FBCD57E}" dt="2025-10-16T01:27:30.929" v="4171"/>
        <pc:sldMkLst>
          <pc:docMk/>
          <pc:sldMk cId="3524497358" sldId="298"/>
        </pc:sldMkLst>
        <pc:spChg chg="mod">
          <ac:chgData name="DEWE, HAYLEY L." userId="5cada80b-0f7b-49a5-96b2-656b100ca6c6" providerId="ADAL" clId="{926FD85E-E327-44FE-AC44-16DA2FBCD57E}" dt="2025-10-16T01:26:42.690" v="4159" actId="14100"/>
          <ac:spMkLst>
            <pc:docMk/>
            <pc:sldMk cId="3524497358" sldId="298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26:28.081" v="4155" actId="1076"/>
          <ac:spMkLst>
            <pc:docMk/>
            <pc:sldMk cId="3524497358" sldId="298"/>
            <ac:spMk id="3" creationId="{113FDD85-F712-8D9D-CFEF-1AC12384BA0B}"/>
          </ac:spMkLst>
        </pc:spChg>
      </pc:sldChg>
      <pc:sldChg chg="addSp delSp modSp mod modTransition setBg delAnim modAnim delDesignElem modNotesTx">
        <pc:chgData name="DEWE, HAYLEY L." userId="5cada80b-0f7b-49a5-96b2-656b100ca6c6" providerId="ADAL" clId="{926FD85E-E327-44FE-AC44-16DA2FBCD57E}" dt="2025-10-16T01:18:13.127" v="4101"/>
        <pc:sldMkLst>
          <pc:docMk/>
          <pc:sldMk cId="1557494676" sldId="301"/>
        </pc:sldMkLst>
        <pc:spChg chg="mod">
          <ac:chgData name="DEWE, HAYLEY L." userId="5cada80b-0f7b-49a5-96b2-656b100ca6c6" providerId="ADAL" clId="{926FD85E-E327-44FE-AC44-16DA2FBCD57E}" dt="2025-10-16T01:17:57.176" v="4097" actId="1076"/>
          <ac:spMkLst>
            <pc:docMk/>
            <pc:sldMk cId="1557494676" sldId="301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0:11:51.873" v="400" actId="14100"/>
          <ac:spMkLst>
            <pc:docMk/>
            <pc:sldMk cId="1557494676" sldId="301"/>
            <ac:spMk id="3" creationId="{113FDD85-F712-8D9D-CFEF-1AC12384BA0B}"/>
          </ac:spMkLst>
        </pc:spChg>
        <pc:spChg chg="add del">
          <ac:chgData name="DEWE, HAYLEY L." userId="5cada80b-0f7b-49a5-96b2-656b100ca6c6" providerId="ADAL" clId="{926FD85E-E327-44FE-AC44-16DA2FBCD57E}" dt="2025-10-16T00:02:20.654" v="159"/>
          <ac:spMkLst>
            <pc:docMk/>
            <pc:sldMk cId="1557494676" sldId="301"/>
            <ac:spMk id="10" creationId="{F13C74B1-5B17-4795-BED0-7140497B445A}"/>
          </ac:spMkLst>
        </pc:spChg>
        <pc:spChg chg="add del">
          <ac:chgData name="DEWE, HAYLEY L." userId="5cada80b-0f7b-49a5-96b2-656b100ca6c6" providerId="ADAL" clId="{926FD85E-E327-44FE-AC44-16DA2FBCD57E}" dt="2025-10-16T00:02:20.654" v="159"/>
          <ac:spMkLst>
            <pc:docMk/>
            <pc:sldMk cId="1557494676" sldId="301"/>
            <ac:spMk id="12" creationId="{D4974D33-8DC5-464E-8C6D-BE58F0669C17}"/>
          </ac:spMkLst>
        </pc:spChg>
        <pc:picChg chg="add mod">
          <ac:chgData name="DEWE, HAYLEY L." userId="5cada80b-0f7b-49a5-96b2-656b100ca6c6" providerId="ADAL" clId="{926FD85E-E327-44FE-AC44-16DA2FBCD57E}" dt="2025-10-16T00:02:04.849" v="156" actId="26606"/>
          <ac:picMkLst>
            <pc:docMk/>
            <pc:sldMk cId="1557494676" sldId="301"/>
            <ac:picMk id="5" creationId="{CA8DBA78-8427-A6EE-2BD8-0E26A7E834BB}"/>
          </ac:picMkLst>
        </pc:picChg>
        <pc:picChg chg="del">
          <ac:chgData name="DEWE, HAYLEY L." userId="5cada80b-0f7b-49a5-96b2-656b100ca6c6" providerId="ADAL" clId="{926FD85E-E327-44FE-AC44-16DA2FBCD57E}" dt="2025-10-15T23:56:20.277" v="119" actId="478"/>
          <ac:picMkLst>
            <pc:docMk/>
            <pc:sldMk cId="1557494676" sldId="301"/>
            <ac:picMk id="9" creationId="{33C5A550-0B1F-9644-73FF-DCDC8CC83DA0}"/>
          </ac:picMkLst>
        </pc:picChg>
      </pc:sldChg>
      <pc:sldChg chg="addSp delSp modSp mod modTransition setBg delAnim delDesignElem">
        <pc:chgData name="DEWE, HAYLEY L." userId="5cada80b-0f7b-49a5-96b2-656b100ca6c6" providerId="ADAL" clId="{926FD85E-E327-44FE-AC44-16DA2FBCD57E}" dt="2025-10-16T00:11:57.600" v="401" actId="403"/>
        <pc:sldMkLst>
          <pc:docMk/>
          <pc:sldMk cId="3787757895" sldId="303"/>
        </pc:sldMkLst>
        <pc:spChg chg="mod">
          <ac:chgData name="DEWE, HAYLEY L." userId="5cada80b-0f7b-49a5-96b2-656b100ca6c6" providerId="ADAL" clId="{926FD85E-E327-44FE-AC44-16DA2FBCD57E}" dt="2025-10-16T00:11:43.118" v="398" actId="14100"/>
          <ac:spMkLst>
            <pc:docMk/>
            <pc:sldMk cId="3787757895" sldId="303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0:11:57.600" v="401" actId="403"/>
          <ac:spMkLst>
            <pc:docMk/>
            <pc:sldMk cId="3787757895" sldId="303"/>
            <ac:spMk id="6" creationId="{6CC4F441-3311-BBC5-5A1F-29B34A3E02F9}"/>
          </ac:spMkLst>
        </pc:spChg>
        <pc:spChg chg="add del">
          <ac:chgData name="DEWE, HAYLEY L." userId="5cada80b-0f7b-49a5-96b2-656b100ca6c6" providerId="ADAL" clId="{926FD85E-E327-44FE-AC44-16DA2FBCD57E}" dt="2025-10-16T00:02:20.654" v="159"/>
          <ac:spMkLst>
            <pc:docMk/>
            <pc:sldMk cId="3787757895" sldId="303"/>
            <ac:spMk id="11" creationId="{F13C74B1-5B17-4795-BED0-7140497B445A}"/>
          </ac:spMkLst>
        </pc:spChg>
        <pc:spChg chg="add del">
          <ac:chgData name="DEWE, HAYLEY L." userId="5cada80b-0f7b-49a5-96b2-656b100ca6c6" providerId="ADAL" clId="{926FD85E-E327-44FE-AC44-16DA2FBCD57E}" dt="2025-10-16T00:02:20.654" v="159"/>
          <ac:spMkLst>
            <pc:docMk/>
            <pc:sldMk cId="3787757895" sldId="303"/>
            <ac:spMk id="13" creationId="{D4974D33-8DC5-464E-8C6D-BE58F0669C17}"/>
          </ac:spMkLst>
        </pc:spChg>
        <pc:picChg chg="mod ord">
          <ac:chgData name="DEWE, HAYLEY L." userId="5cada80b-0f7b-49a5-96b2-656b100ca6c6" providerId="ADAL" clId="{926FD85E-E327-44FE-AC44-16DA2FBCD57E}" dt="2025-10-16T00:01:59.506" v="155" actId="26606"/>
          <ac:picMkLst>
            <pc:docMk/>
            <pc:sldMk cId="3787757895" sldId="303"/>
            <ac:picMk id="4" creationId="{E88645B1-751C-9D5F-CDA7-0712DF714C05}"/>
          </ac:picMkLst>
        </pc:picChg>
        <pc:picChg chg="del">
          <ac:chgData name="DEWE, HAYLEY L." userId="5cada80b-0f7b-49a5-96b2-656b100ca6c6" providerId="ADAL" clId="{926FD85E-E327-44FE-AC44-16DA2FBCD57E}" dt="2025-10-15T23:56:48.317" v="131" actId="478"/>
          <ac:picMkLst>
            <pc:docMk/>
            <pc:sldMk cId="3787757895" sldId="303"/>
            <ac:picMk id="17" creationId="{C31E276E-AE76-B2AD-F9D3-F3F03F48C75E}"/>
          </ac:picMkLst>
        </pc:picChg>
      </pc:sldChg>
      <pc:sldChg chg="modSp mod modTransition">
        <pc:chgData name="DEWE, HAYLEY L." userId="5cada80b-0f7b-49a5-96b2-656b100ca6c6" providerId="ADAL" clId="{926FD85E-E327-44FE-AC44-16DA2FBCD57E}" dt="2025-10-16T00:12:49.644" v="435" actId="207"/>
        <pc:sldMkLst>
          <pc:docMk/>
          <pc:sldMk cId="2807155718" sldId="304"/>
        </pc:sldMkLst>
        <pc:spChg chg="mod">
          <ac:chgData name="DEWE, HAYLEY L." userId="5cada80b-0f7b-49a5-96b2-656b100ca6c6" providerId="ADAL" clId="{926FD85E-E327-44FE-AC44-16DA2FBCD57E}" dt="2025-10-16T00:12:49.644" v="435" actId="207"/>
          <ac:spMkLst>
            <pc:docMk/>
            <pc:sldMk cId="2807155718" sldId="304"/>
            <ac:spMk id="4" creationId="{2011C802-73B3-2DD2-A025-1492767780BF}"/>
          </ac:spMkLst>
        </pc:spChg>
      </pc:sldChg>
      <pc:sldChg chg="delSp modSp mod modTransition delAnim">
        <pc:chgData name="DEWE, HAYLEY L." userId="5cada80b-0f7b-49a5-96b2-656b100ca6c6" providerId="ADAL" clId="{926FD85E-E327-44FE-AC44-16DA2FBCD57E}" dt="2025-10-16T00:13:32.164" v="447" actId="1076"/>
        <pc:sldMkLst>
          <pc:docMk/>
          <pc:sldMk cId="3207344223" sldId="305"/>
        </pc:sldMkLst>
        <pc:spChg chg="mod">
          <ac:chgData name="DEWE, HAYLEY L." userId="5cada80b-0f7b-49a5-96b2-656b100ca6c6" providerId="ADAL" clId="{926FD85E-E327-44FE-AC44-16DA2FBCD57E}" dt="2025-10-16T00:13:32.164" v="447" actId="1076"/>
          <ac:spMkLst>
            <pc:docMk/>
            <pc:sldMk cId="3207344223" sldId="305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0:13:07.296" v="439" actId="1076"/>
          <ac:spMkLst>
            <pc:docMk/>
            <pc:sldMk cId="3207344223" sldId="305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0:13:21.350" v="444" actId="207"/>
          <ac:spMkLst>
            <pc:docMk/>
            <pc:sldMk cId="3207344223" sldId="305"/>
            <ac:spMk id="10" creationId="{17B3C3F3-DC97-7E1B-F76C-67C700CED36B}"/>
          </ac:spMkLst>
        </pc:spChg>
        <pc:spChg chg="mod">
          <ac:chgData name="DEWE, HAYLEY L." userId="5cada80b-0f7b-49a5-96b2-656b100ca6c6" providerId="ADAL" clId="{926FD85E-E327-44FE-AC44-16DA2FBCD57E}" dt="2025-10-16T00:13:23.356" v="445" actId="207"/>
          <ac:spMkLst>
            <pc:docMk/>
            <pc:sldMk cId="3207344223" sldId="305"/>
            <ac:spMk id="11" creationId="{AA5BD7EE-2F03-C58C-B93F-41A677EBACC8}"/>
          </ac:spMkLst>
        </pc:spChg>
        <pc:graphicFrameChg chg="modGraphic">
          <ac:chgData name="DEWE, HAYLEY L." userId="5cada80b-0f7b-49a5-96b2-656b100ca6c6" providerId="ADAL" clId="{926FD85E-E327-44FE-AC44-16DA2FBCD57E}" dt="2025-10-16T00:13:19.223" v="443" actId="207"/>
          <ac:graphicFrameMkLst>
            <pc:docMk/>
            <pc:sldMk cId="3207344223" sldId="305"/>
            <ac:graphicFrameMk id="6" creationId="{5F450832-2FFD-2C34-7A7B-7139DD5ADCB2}"/>
          </ac:graphicFrameMkLst>
        </pc:graphicFrameChg>
        <pc:picChg chg="del">
          <ac:chgData name="DEWE, HAYLEY L." userId="5cada80b-0f7b-49a5-96b2-656b100ca6c6" providerId="ADAL" clId="{926FD85E-E327-44FE-AC44-16DA2FBCD57E}" dt="2025-10-15T23:59:40.363" v="137" actId="478"/>
          <ac:picMkLst>
            <pc:docMk/>
            <pc:sldMk cId="3207344223" sldId="305"/>
            <ac:picMk id="12" creationId="{C1DBE001-E3F4-6BAF-BD67-8DE5797AB246}"/>
          </ac:picMkLst>
        </pc:picChg>
      </pc:sldChg>
      <pc:sldChg chg="modSp add mod modTransition">
        <pc:chgData name="DEWE, HAYLEY L." userId="5cada80b-0f7b-49a5-96b2-656b100ca6c6" providerId="ADAL" clId="{926FD85E-E327-44FE-AC44-16DA2FBCD57E}" dt="2025-10-16T01:45:09.681" v="4718" actId="12100"/>
        <pc:sldMkLst>
          <pc:docMk/>
          <pc:sldMk cId="1866738169" sldId="306"/>
        </pc:sldMkLst>
        <pc:spChg chg="mod">
          <ac:chgData name="DEWE, HAYLEY L." userId="5cada80b-0f7b-49a5-96b2-656b100ca6c6" providerId="ADAL" clId="{926FD85E-E327-44FE-AC44-16DA2FBCD57E}" dt="2025-10-16T01:38:55.237" v="4656" actId="1076"/>
          <ac:spMkLst>
            <pc:docMk/>
            <pc:sldMk cId="1866738169" sldId="306"/>
            <ac:spMk id="3" creationId="{113FDD85-F712-8D9D-CFEF-1AC12384BA0B}"/>
          </ac:spMkLst>
        </pc:spChg>
        <pc:graphicFrameChg chg="mod">
          <ac:chgData name="DEWE, HAYLEY L." userId="5cada80b-0f7b-49a5-96b2-656b100ca6c6" providerId="ADAL" clId="{926FD85E-E327-44FE-AC44-16DA2FBCD57E}" dt="2025-10-16T01:45:09.681" v="4718" actId="12100"/>
          <ac:graphicFrameMkLst>
            <pc:docMk/>
            <pc:sldMk cId="1866738169" sldId="306"/>
            <ac:graphicFrameMk id="6" creationId="{5F450832-2FFD-2C34-7A7B-7139DD5ADCB2}"/>
          </ac:graphicFrameMkLst>
        </pc:graphicFrameChg>
      </pc:sldChg>
      <pc:sldChg chg="delSp modSp del mod modTransition delAnim">
        <pc:chgData name="DEWE, HAYLEY L." userId="5cada80b-0f7b-49a5-96b2-656b100ca6c6" providerId="ADAL" clId="{926FD85E-E327-44FE-AC44-16DA2FBCD57E}" dt="2025-10-16T00:48:54.255" v="2261" actId="47"/>
        <pc:sldMkLst>
          <pc:docMk/>
          <pc:sldMk cId="1436351603" sldId="307"/>
        </pc:sldMkLst>
        <pc:spChg chg="mod">
          <ac:chgData name="DEWE, HAYLEY L." userId="5cada80b-0f7b-49a5-96b2-656b100ca6c6" providerId="ADAL" clId="{926FD85E-E327-44FE-AC44-16DA2FBCD57E}" dt="2025-10-16T00:06:07.174" v="209" actId="27636"/>
          <ac:spMkLst>
            <pc:docMk/>
            <pc:sldMk cId="1436351603" sldId="307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0:05:58.904" v="205" actId="207"/>
          <ac:spMkLst>
            <pc:docMk/>
            <pc:sldMk cId="1436351603" sldId="307"/>
            <ac:spMk id="11" creationId="{3599A009-8B3D-CB3B-8A54-29FB209BDE2A}"/>
          </ac:spMkLst>
        </pc:spChg>
        <pc:spChg chg="mod">
          <ac:chgData name="DEWE, HAYLEY L." userId="5cada80b-0f7b-49a5-96b2-656b100ca6c6" providerId="ADAL" clId="{926FD85E-E327-44FE-AC44-16DA2FBCD57E}" dt="2025-10-16T00:06:01.699" v="207" actId="14100"/>
          <ac:spMkLst>
            <pc:docMk/>
            <pc:sldMk cId="1436351603" sldId="307"/>
            <ac:spMk id="14" creationId="{020DC528-BF0E-4BB9-B2D9-DBB4B3F0419E}"/>
          </ac:spMkLst>
        </pc:spChg>
        <pc:spChg chg="mod">
          <ac:chgData name="DEWE, HAYLEY L." userId="5cada80b-0f7b-49a5-96b2-656b100ca6c6" providerId="ADAL" clId="{926FD85E-E327-44FE-AC44-16DA2FBCD57E}" dt="2025-10-16T00:05:58.904" v="205" actId="207"/>
          <ac:spMkLst>
            <pc:docMk/>
            <pc:sldMk cId="1436351603" sldId="307"/>
            <ac:spMk id="15" creationId="{DBDD552E-47B0-AFBE-05F8-EDFD27D260F4}"/>
          </ac:spMkLst>
        </pc:spChg>
        <pc:spChg chg="mod">
          <ac:chgData name="DEWE, HAYLEY L." userId="5cada80b-0f7b-49a5-96b2-656b100ca6c6" providerId="ADAL" clId="{926FD85E-E327-44FE-AC44-16DA2FBCD57E}" dt="2025-10-16T00:48:52.211" v="2260" actId="1076"/>
          <ac:spMkLst>
            <pc:docMk/>
            <pc:sldMk cId="1436351603" sldId="307"/>
            <ac:spMk id="16" creationId="{275BD357-C26D-8D20-D872-564B309DB183}"/>
          </ac:spMkLst>
        </pc:spChg>
        <pc:spChg chg="mod">
          <ac:chgData name="DEWE, HAYLEY L." userId="5cada80b-0f7b-49a5-96b2-656b100ca6c6" providerId="ADAL" clId="{926FD85E-E327-44FE-AC44-16DA2FBCD57E}" dt="2025-10-16T00:06:01.699" v="207" actId="14100"/>
          <ac:spMkLst>
            <pc:docMk/>
            <pc:sldMk cId="1436351603" sldId="307"/>
            <ac:spMk id="17" creationId="{5561F264-F166-1338-B864-6B1E35613EE3}"/>
          </ac:spMkLst>
        </pc:spChg>
        <pc:spChg chg="mod">
          <ac:chgData name="DEWE, HAYLEY L." userId="5cada80b-0f7b-49a5-96b2-656b100ca6c6" providerId="ADAL" clId="{926FD85E-E327-44FE-AC44-16DA2FBCD57E}" dt="2025-10-16T00:06:01.699" v="207" actId="14100"/>
          <ac:spMkLst>
            <pc:docMk/>
            <pc:sldMk cId="1436351603" sldId="307"/>
            <ac:spMk id="18" creationId="{1192359A-20D6-EBD9-E2F1-4DB3CA5AB9F5}"/>
          </ac:spMkLst>
        </pc:spChg>
        <pc:graphicFrameChg chg="mod">
          <ac:chgData name="DEWE, HAYLEY L." userId="5cada80b-0f7b-49a5-96b2-656b100ca6c6" providerId="ADAL" clId="{926FD85E-E327-44FE-AC44-16DA2FBCD57E}" dt="2025-10-16T00:06:01.699" v="207" actId="14100"/>
          <ac:graphicFrameMkLst>
            <pc:docMk/>
            <pc:sldMk cId="1436351603" sldId="307"/>
            <ac:graphicFrameMk id="6" creationId="{5F450832-2FFD-2C34-7A7B-7139DD5ADCB2}"/>
          </ac:graphicFrameMkLst>
        </pc:graphicFrameChg>
        <pc:picChg chg="del">
          <ac:chgData name="DEWE, HAYLEY L." userId="5cada80b-0f7b-49a5-96b2-656b100ca6c6" providerId="ADAL" clId="{926FD85E-E327-44FE-AC44-16DA2FBCD57E}" dt="2025-10-16T00:00:24.810" v="144" actId="478"/>
          <ac:picMkLst>
            <pc:docMk/>
            <pc:sldMk cId="1436351603" sldId="307"/>
            <ac:picMk id="8" creationId="{91F9C3C3-592E-B3C8-8F38-191E7E9905A6}"/>
          </ac:picMkLst>
        </pc:picChg>
      </pc:sldChg>
      <pc:sldChg chg="delSp add del mod modTransition delAnim">
        <pc:chgData name="DEWE, HAYLEY L." userId="5cada80b-0f7b-49a5-96b2-656b100ca6c6" providerId="ADAL" clId="{926FD85E-E327-44FE-AC44-16DA2FBCD57E}" dt="2025-10-16T01:49:26.845" v="4798" actId="47"/>
        <pc:sldMkLst>
          <pc:docMk/>
          <pc:sldMk cId="2138168827" sldId="308"/>
        </pc:sldMkLst>
        <pc:picChg chg="del">
          <ac:chgData name="DEWE, HAYLEY L." userId="5cada80b-0f7b-49a5-96b2-656b100ca6c6" providerId="ADAL" clId="{926FD85E-E327-44FE-AC44-16DA2FBCD57E}" dt="2025-10-16T01:28:33.106" v="4202" actId="478"/>
          <ac:picMkLst>
            <pc:docMk/>
            <pc:sldMk cId="2138168827" sldId="308"/>
            <ac:picMk id="12" creationId="{2945528C-91E8-916C-28C9-DB844FB33E56}"/>
          </ac:picMkLst>
        </pc:picChg>
      </pc:sldChg>
      <pc:sldChg chg="addSp delSp modSp del mod modTransition delAnim modAnim">
        <pc:chgData name="DEWE, HAYLEY L." userId="5cada80b-0f7b-49a5-96b2-656b100ca6c6" providerId="ADAL" clId="{926FD85E-E327-44FE-AC44-16DA2FBCD57E}" dt="2025-10-16T01:13:42.635" v="4054" actId="47"/>
        <pc:sldMkLst>
          <pc:docMk/>
          <pc:sldMk cId="1567480772" sldId="311"/>
        </pc:sldMkLst>
        <pc:spChg chg="del mod">
          <ac:chgData name="DEWE, HAYLEY L." userId="5cada80b-0f7b-49a5-96b2-656b100ca6c6" providerId="ADAL" clId="{926FD85E-E327-44FE-AC44-16DA2FBCD57E}" dt="2025-10-16T00:50:36.609" v="2293" actId="478"/>
          <ac:spMkLst>
            <pc:docMk/>
            <pc:sldMk cId="1567480772" sldId="311"/>
            <ac:spMk id="2" creationId="{FF0F89E1-19F0-D735-3366-BDA80F4828CA}"/>
          </ac:spMkLst>
        </pc:spChg>
        <pc:spChg chg="mod">
          <ac:chgData name="DEWE, HAYLEY L." userId="5cada80b-0f7b-49a5-96b2-656b100ca6c6" providerId="ADAL" clId="{926FD85E-E327-44FE-AC44-16DA2FBCD57E}" dt="2025-10-16T00:05:40.295" v="200" actId="207"/>
          <ac:spMkLst>
            <pc:docMk/>
            <pc:sldMk cId="1567480772" sldId="311"/>
            <ac:spMk id="3" creationId="{113FDD85-F712-8D9D-CFEF-1AC12384BA0B}"/>
          </ac:spMkLst>
        </pc:spChg>
        <pc:spChg chg="del mod">
          <ac:chgData name="DEWE, HAYLEY L." userId="5cada80b-0f7b-49a5-96b2-656b100ca6c6" providerId="ADAL" clId="{926FD85E-E327-44FE-AC44-16DA2FBCD57E}" dt="2025-10-16T00:50:35.208" v="2292" actId="478"/>
          <ac:spMkLst>
            <pc:docMk/>
            <pc:sldMk cId="1567480772" sldId="311"/>
            <ac:spMk id="4" creationId="{2CDD714B-A8EC-D0CF-5E26-32C6472F6153}"/>
          </ac:spMkLst>
        </pc:spChg>
        <pc:spChg chg="mod">
          <ac:chgData name="DEWE, HAYLEY L." userId="5cada80b-0f7b-49a5-96b2-656b100ca6c6" providerId="ADAL" clId="{926FD85E-E327-44FE-AC44-16DA2FBCD57E}" dt="2025-10-16T00:51:49.389" v="2302" actId="255"/>
          <ac:spMkLst>
            <pc:docMk/>
            <pc:sldMk cId="1567480772" sldId="311"/>
            <ac:spMk id="5" creationId="{B431C751-34DB-075B-4654-FEBDA556BCFB}"/>
          </ac:spMkLst>
        </pc:spChg>
        <pc:spChg chg="mod">
          <ac:chgData name="DEWE, HAYLEY L." userId="5cada80b-0f7b-49a5-96b2-656b100ca6c6" providerId="ADAL" clId="{926FD85E-E327-44FE-AC44-16DA2FBCD57E}" dt="2025-10-16T00:51:58.157" v="2314" actId="20577"/>
          <ac:spMkLst>
            <pc:docMk/>
            <pc:sldMk cId="1567480772" sldId="311"/>
            <ac:spMk id="7" creationId="{91C18525-6E34-9AEE-230B-ED1C61C53C9E}"/>
          </ac:spMkLst>
        </pc:spChg>
        <pc:spChg chg="mod">
          <ac:chgData name="DEWE, HAYLEY L." userId="5cada80b-0f7b-49a5-96b2-656b100ca6c6" providerId="ADAL" clId="{926FD85E-E327-44FE-AC44-16DA2FBCD57E}" dt="2025-10-16T00:52:55.428" v="2316" actId="21"/>
          <ac:spMkLst>
            <pc:docMk/>
            <pc:sldMk cId="1567480772" sldId="311"/>
            <ac:spMk id="8" creationId="{FDF31B2F-B791-68D0-6F78-C409F58E1601}"/>
          </ac:spMkLst>
        </pc:spChg>
        <pc:spChg chg="mod">
          <ac:chgData name="DEWE, HAYLEY L." userId="5cada80b-0f7b-49a5-96b2-656b100ca6c6" providerId="ADAL" clId="{926FD85E-E327-44FE-AC44-16DA2FBCD57E}" dt="2025-10-16T00:51:49.389" v="2302" actId="255"/>
          <ac:spMkLst>
            <pc:docMk/>
            <pc:sldMk cId="1567480772" sldId="311"/>
            <ac:spMk id="9" creationId="{043BF67C-15F1-F79B-5047-1E4509E54558}"/>
          </ac:spMkLst>
        </pc:spChg>
        <pc:spChg chg="add mod">
          <ac:chgData name="DEWE, HAYLEY L." userId="5cada80b-0f7b-49a5-96b2-656b100ca6c6" providerId="ADAL" clId="{926FD85E-E327-44FE-AC44-16DA2FBCD57E}" dt="2025-10-16T00:51:49.389" v="2302" actId="255"/>
          <ac:spMkLst>
            <pc:docMk/>
            <pc:sldMk cId="1567480772" sldId="311"/>
            <ac:spMk id="10" creationId="{1C0E3237-DF09-2990-7BED-72DE30D0C860}"/>
          </ac:spMkLst>
        </pc:spChg>
        <pc:graphicFrameChg chg="add del mod">
          <ac:chgData name="DEWE, HAYLEY L." userId="5cada80b-0f7b-49a5-96b2-656b100ca6c6" providerId="ADAL" clId="{926FD85E-E327-44FE-AC44-16DA2FBCD57E}" dt="2025-10-16T00:54:59.023" v="2349"/>
          <ac:graphicFrameMkLst>
            <pc:docMk/>
            <pc:sldMk cId="1567480772" sldId="311"/>
            <ac:graphicFrameMk id="6" creationId="{5F450832-2FFD-2C34-7A7B-7139DD5ADCB2}"/>
          </ac:graphicFrameMkLst>
        </pc:graphicFrameChg>
        <pc:picChg chg="del">
          <ac:chgData name="DEWE, HAYLEY L." userId="5cada80b-0f7b-49a5-96b2-656b100ca6c6" providerId="ADAL" clId="{926FD85E-E327-44FE-AC44-16DA2FBCD57E}" dt="2025-10-16T00:05:31.999" v="198" actId="478"/>
          <ac:picMkLst>
            <pc:docMk/>
            <pc:sldMk cId="1567480772" sldId="311"/>
            <ac:picMk id="34" creationId="{19B79FC6-47BB-311D-1E79-5C6B088D7926}"/>
          </ac:picMkLst>
        </pc:picChg>
      </pc:sldChg>
      <pc:sldChg chg="addSp delSp modSp mod modTransition addAnim delAnim modNotesTx">
        <pc:chgData name="DEWE, HAYLEY L." userId="5cada80b-0f7b-49a5-96b2-656b100ca6c6" providerId="ADAL" clId="{926FD85E-E327-44FE-AC44-16DA2FBCD57E}" dt="2025-10-16T01:13:50.823" v="4056" actId="20577"/>
        <pc:sldMkLst>
          <pc:docMk/>
          <pc:sldMk cId="4188619755" sldId="312"/>
        </pc:sldMkLst>
        <pc:spChg chg="mod">
          <ac:chgData name="DEWE, HAYLEY L." userId="5cada80b-0f7b-49a5-96b2-656b100ca6c6" providerId="ADAL" clId="{926FD85E-E327-44FE-AC44-16DA2FBCD57E}" dt="2025-10-16T00:04:54.541" v="190" actId="207"/>
          <ac:spMkLst>
            <pc:docMk/>
            <pc:sldMk cId="4188619755" sldId="312"/>
            <ac:spMk id="9" creationId="{8B8676F2-4335-7184-8F2C-C2727F9C78E9}"/>
          </ac:spMkLst>
        </pc:spChg>
        <pc:graphicFrameChg chg="mod modGraphic">
          <ac:chgData name="DEWE, HAYLEY L." userId="5cada80b-0f7b-49a5-96b2-656b100ca6c6" providerId="ADAL" clId="{926FD85E-E327-44FE-AC44-16DA2FBCD57E}" dt="2025-10-16T00:05:27.760" v="197" actId="1076"/>
          <ac:graphicFrameMkLst>
            <pc:docMk/>
            <pc:sldMk cId="4188619755" sldId="312"/>
            <ac:graphicFrameMk id="2" creationId="{031E156C-DF6E-6A29-86D2-01D1995247D5}"/>
          </ac:graphicFrameMkLst>
        </pc:graphicFrameChg>
        <pc:picChg chg="add del">
          <ac:chgData name="DEWE, HAYLEY L." userId="5cada80b-0f7b-49a5-96b2-656b100ca6c6" providerId="ADAL" clId="{926FD85E-E327-44FE-AC44-16DA2FBCD57E}" dt="2025-10-16T00:05:21.797" v="196" actId="478"/>
          <ac:picMkLst>
            <pc:docMk/>
            <pc:sldMk cId="4188619755" sldId="312"/>
            <ac:picMk id="40" creationId="{04E965AE-822E-2202-FACA-1E26D094F28E}"/>
          </ac:picMkLst>
        </pc:picChg>
      </pc:sldChg>
      <pc:sldChg chg="addSp delSp modSp mod modTransition delAnim">
        <pc:chgData name="DEWE, HAYLEY L." userId="5cada80b-0f7b-49a5-96b2-656b100ca6c6" providerId="ADAL" clId="{926FD85E-E327-44FE-AC44-16DA2FBCD57E}" dt="2025-10-16T01:41:19.999" v="4666" actId="1076"/>
        <pc:sldMkLst>
          <pc:docMk/>
          <pc:sldMk cId="2613428923" sldId="313"/>
        </pc:sldMkLst>
        <pc:spChg chg="add">
          <ac:chgData name="DEWE, HAYLEY L." userId="5cada80b-0f7b-49a5-96b2-656b100ca6c6" providerId="ADAL" clId="{926FD85E-E327-44FE-AC44-16DA2FBCD57E}" dt="2025-10-16T01:41:03.760" v="4663"/>
          <ac:spMkLst>
            <pc:docMk/>
            <pc:sldMk cId="2613428923" sldId="313"/>
            <ac:spMk id="2" creationId="{C7E05A67-1883-C7DC-CF11-85360E246E40}"/>
          </ac:spMkLst>
        </pc:spChg>
        <pc:spChg chg="mod">
          <ac:chgData name="DEWE, HAYLEY L." userId="5cada80b-0f7b-49a5-96b2-656b100ca6c6" providerId="ADAL" clId="{926FD85E-E327-44FE-AC44-16DA2FBCD57E}" dt="2025-10-16T00:03:32.997" v="172" actId="1076"/>
          <ac:spMkLst>
            <pc:docMk/>
            <pc:sldMk cId="2613428923" sldId="313"/>
            <ac:spMk id="5" creationId="{0E65E23E-2916-65D4-C6B1-3CFCAA90CBA8}"/>
          </ac:spMkLst>
        </pc:spChg>
        <pc:spChg chg="mod">
          <ac:chgData name="DEWE, HAYLEY L." userId="5cada80b-0f7b-49a5-96b2-656b100ca6c6" providerId="ADAL" clId="{926FD85E-E327-44FE-AC44-16DA2FBCD57E}" dt="2025-10-16T00:03:32.997" v="172" actId="1076"/>
          <ac:spMkLst>
            <pc:docMk/>
            <pc:sldMk cId="2613428923" sldId="313"/>
            <ac:spMk id="10" creationId="{17B3C3F3-DC97-7E1B-F76C-67C700CED36B}"/>
          </ac:spMkLst>
        </pc:spChg>
        <pc:spChg chg="mod">
          <ac:chgData name="DEWE, HAYLEY L." userId="5cada80b-0f7b-49a5-96b2-656b100ca6c6" providerId="ADAL" clId="{926FD85E-E327-44FE-AC44-16DA2FBCD57E}" dt="2025-10-16T00:03:38.985" v="173" actId="1076"/>
          <ac:spMkLst>
            <pc:docMk/>
            <pc:sldMk cId="2613428923" sldId="313"/>
            <ac:spMk id="11" creationId="{AA5BD7EE-2F03-C58C-B93F-41A677EBACC8}"/>
          </ac:spMkLst>
        </pc:spChg>
        <pc:graphicFrameChg chg="mod">
          <ac:chgData name="DEWE, HAYLEY L." userId="5cada80b-0f7b-49a5-96b2-656b100ca6c6" providerId="ADAL" clId="{926FD85E-E327-44FE-AC44-16DA2FBCD57E}" dt="2025-10-16T00:03:32.997" v="172" actId="1076"/>
          <ac:graphicFrameMkLst>
            <pc:docMk/>
            <pc:sldMk cId="2613428923" sldId="313"/>
            <ac:graphicFrameMk id="6" creationId="{5F450832-2FFD-2C34-7A7B-7139DD5ADCB2}"/>
          </ac:graphicFrameMkLst>
        </pc:graphicFrameChg>
        <pc:graphicFrameChg chg="mod">
          <ac:chgData name="DEWE, HAYLEY L." userId="5cada80b-0f7b-49a5-96b2-656b100ca6c6" providerId="ADAL" clId="{926FD85E-E327-44FE-AC44-16DA2FBCD57E}" dt="2025-10-16T00:03:38.985" v="173" actId="1076"/>
          <ac:graphicFrameMkLst>
            <pc:docMk/>
            <pc:sldMk cId="2613428923" sldId="313"/>
            <ac:graphicFrameMk id="9" creationId="{CC3E3F2B-9783-C2BD-E3B9-345869247621}"/>
          </ac:graphicFrameMkLst>
        </pc:graphicFrameChg>
        <pc:picChg chg="del mod">
          <ac:chgData name="DEWE, HAYLEY L." userId="5cada80b-0f7b-49a5-96b2-656b100ca6c6" providerId="ADAL" clId="{926FD85E-E327-44FE-AC44-16DA2FBCD57E}" dt="2025-10-16T00:03:26.371" v="171" actId="478"/>
          <ac:picMkLst>
            <pc:docMk/>
            <pc:sldMk cId="2613428923" sldId="313"/>
            <ac:picMk id="8" creationId="{25837733-558F-F44C-FDF2-E3D180ECC9ED}"/>
          </ac:picMkLst>
        </pc:picChg>
        <pc:picChg chg="add mod">
          <ac:chgData name="DEWE, HAYLEY L." userId="5cada80b-0f7b-49a5-96b2-656b100ca6c6" providerId="ADAL" clId="{926FD85E-E327-44FE-AC44-16DA2FBCD57E}" dt="2025-10-16T01:41:19.999" v="4666" actId="1076"/>
          <ac:picMkLst>
            <pc:docMk/>
            <pc:sldMk cId="2613428923" sldId="313"/>
            <ac:picMk id="4100" creationId="{605FFE27-F9CD-B60E-3F68-16CBC15D7F90}"/>
          </ac:picMkLst>
        </pc:picChg>
      </pc:sldChg>
      <pc:sldChg chg="delSp modSp mod modTransition delAnim">
        <pc:chgData name="DEWE, HAYLEY L." userId="5cada80b-0f7b-49a5-96b2-656b100ca6c6" providerId="ADAL" clId="{926FD85E-E327-44FE-AC44-16DA2FBCD57E}" dt="2025-10-16T00:04:23.655" v="183" actId="14100"/>
        <pc:sldMkLst>
          <pc:docMk/>
          <pc:sldMk cId="33540929" sldId="314"/>
        </pc:sldMkLst>
        <pc:spChg chg="mod">
          <ac:chgData name="DEWE, HAYLEY L." userId="5cada80b-0f7b-49a5-96b2-656b100ca6c6" providerId="ADAL" clId="{926FD85E-E327-44FE-AC44-16DA2FBCD57E}" dt="2025-10-16T00:04:23.655" v="183" actId="14100"/>
          <ac:spMkLst>
            <pc:docMk/>
            <pc:sldMk cId="33540929" sldId="314"/>
            <ac:spMk id="2" creationId="{BE3120C5-4383-3A89-4127-62D309C59275}"/>
          </ac:spMkLst>
        </pc:spChg>
        <pc:spChg chg="mod">
          <ac:chgData name="DEWE, HAYLEY L." userId="5cada80b-0f7b-49a5-96b2-656b100ca6c6" providerId="ADAL" clId="{926FD85E-E327-44FE-AC44-16DA2FBCD57E}" dt="2025-10-16T00:03:05.273" v="167" actId="1076"/>
          <ac:spMkLst>
            <pc:docMk/>
            <pc:sldMk cId="33540929" sldId="314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0:04:13.483" v="179" actId="1076"/>
          <ac:spMkLst>
            <pc:docMk/>
            <pc:sldMk cId="33540929" sldId="314"/>
            <ac:spMk id="10" creationId="{17B3C3F3-DC97-7E1B-F76C-67C700CED36B}"/>
          </ac:spMkLst>
        </pc:spChg>
        <pc:spChg chg="mod">
          <ac:chgData name="DEWE, HAYLEY L." userId="5cada80b-0f7b-49a5-96b2-656b100ca6c6" providerId="ADAL" clId="{926FD85E-E327-44FE-AC44-16DA2FBCD57E}" dt="2025-10-16T00:04:13.483" v="179" actId="1076"/>
          <ac:spMkLst>
            <pc:docMk/>
            <pc:sldMk cId="33540929" sldId="314"/>
            <ac:spMk id="11" creationId="{AA5BD7EE-2F03-C58C-B93F-41A677EBACC8}"/>
          </ac:spMkLst>
        </pc:spChg>
        <pc:graphicFrameChg chg="mod">
          <ac:chgData name="DEWE, HAYLEY L." userId="5cada80b-0f7b-49a5-96b2-656b100ca6c6" providerId="ADAL" clId="{926FD85E-E327-44FE-AC44-16DA2FBCD57E}" dt="2025-10-16T00:04:13.483" v="179" actId="1076"/>
          <ac:graphicFrameMkLst>
            <pc:docMk/>
            <pc:sldMk cId="33540929" sldId="314"/>
            <ac:graphicFrameMk id="6" creationId="{5F450832-2FFD-2C34-7A7B-7139DD5ADCB2}"/>
          </ac:graphicFrameMkLst>
        </pc:graphicFrameChg>
        <pc:graphicFrameChg chg="mod">
          <ac:chgData name="DEWE, HAYLEY L." userId="5cada80b-0f7b-49a5-96b2-656b100ca6c6" providerId="ADAL" clId="{926FD85E-E327-44FE-AC44-16DA2FBCD57E}" dt="2025-10-16T00:04:13.483" v="179" actId="1076"/>
          <ac:graphicFrameMkLst>
            <pc:docMk/>
            <pc:sldMk cId="33540929" sldId="314"/>
            <ac:graphicFrameMk id="9" creationId="{CC3E3F2B-9783-C2BD-E3B9-345869247621}"/>
          </ac:graphicFrameMkLst>
        </pc:graphicFrameChg>
        <pc:picChg chg="del">
          <ac:chgData name="DEWE, HAYLEY L." userId="5cada80b-0f7b-49a5-96b2-656b100ca6c6" providerId="ADAL" clId="{926FD85E-E327-44FE-AC44-16DA2FBCD57E}" dt="2025-10-15T23:50:06.037" v="28" actId="478"/>
          <ac:picMkLst>
            <pc:docMk/>
            <pc:sldMk cId="33540929" sldId="314"/>
            <ac:picMk id="25" creationId="{16B44162-BCF3-628C-B303-05667E4A7462}"/>
          </ac:picMkLst>
        </pc:picChg>
      </pc:sldChg>
      <pc:sldChg chg="delSp modSp del mod modTransition delAnim">
        <pc:chgData name="DEWE, HAYLEY L." userId="5cada80b-0f7b-49a5-96b2-656b100ca6c6" providerId="ADAL" clId="{926FD85E-E327-44FE-AC44-16DA2FBCD57E}" dt="2025-10-16T00:04:47.320" v="189" actId="47"/>
        <pc:sldMkLst>
          <pc:docMk/>
          <pc:sldMk cId="1702084379" sldId="324"/>
        </pc:sldMkLst>
        <pc:spChg chg="mod">
          <ac:chgData name="DEWE, HAYLEY L." userId="5cada80b-0f7b-49a5-96b2-656b100ca6c6" providerId="ADAL" clId="{926FD85E-E327-44FE-AC44-16DA2FBCD57E}" dt="2025-10-16T00:04:35.788" v="185" actId="21"/>
          <ac:spMkLst>
            <pc:docMk/>
            <pc:sldMk cId="1702084379" sldId="324"/>
            <ac:spMk id="9" creationId="{8B8676F2-4335-7184-8F2C-C2727F9C78E9}"/>
          </ac:spMkLst>
        </pc:spChg>
        <pc:picChg chg="del">
          <ac:chgData name="DEWE, HAYLEY L." userId="5cada80b-0f7b-49a5-96b2-656b100ca6c6" providerId="ADAL" clId="{926FD85E-E327-44FE-AC44-16DA2FBCD57E}" dt="2025-10-15T23:49:15.501" v="25" actId="478"/>
          <ac:picMkLst>
            <pc:docMk/>
            <pc:sldMk cId="1702084379" sldId="324"/>
            <ac:picMk id="29" creationId="{451557D6-554C-F9D8-22BB-1A0C0D2146D9}"/>
          </ac:picMkLst>
        </pc:picChg>
      </pc:sldChg>
      <pc:sldChg chg="addSp delSp modSp add mod modTransition addAnim delAnim">
        <pc:chgData name="DEWE, HAYLEY L." userId="5cada80b-0f7b-49a5-96b2-656b100ca6c6" providerId="ADAL" clId="{926FD85E-E327-44FE-AC44-16DA2FBCD57E}" dt="2025-10-16T01:27:26.854" v="4169"/>
        <pc:sldMkLst>
          <pc:docMk/>
          <pc:sldMk cId="3234205895" sldId="325"/>
        </pc:sldMkLst>
        <pc:spChg chg="mod">
          <ac:chgData name="DEWE, HAYLEY L." userId="5cada80b-0f7b-49a5-96b2-656b100ca6c6" providerId="ADAL" clId="{926FD85E-E327-44FE-AC44-16DA2FBCD57E}" dt="2025-10-16T01:26:10.949" v="4153" actId="14100"/>
          <ac:spMkLst>
            <pc:docMk/>
            <pc:sldMk cId="3234205895" sldId="325"/>
            <ac:spMk id="2" creationId="{69BDB964-CBB6-1F1C-013D-D9D58A3814E7}"/>
          </ac:spMkLst>
        </pc:spChg>
        <pc:spChg chg="del">
          <ac:chgData name="DEWE, HAYLEY L." userId="5cada80b-0f7b-49a5-96b2-656b100ca6c6" providerId="ADAL" clId="{926FD85E-E327-44FE-AC44-16DA2FBCD57E}" dt="2025-10-16T01:23:46.968" v="4129" actId="478"/>
          <ac:spMkLst>
            <pc:docMk/>
            <pc:sldMk cId="3234205895" sldId="325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1:25:35.950" v="4144" actId="207"/>
          <ac:spMkLst>
            <pc:docMk/>
            <pc:sldMk cId="3234205895" sldId="325"/>
            <ac:spMk id="4" creationId="{06ECD102-E79E-5D24-279A-5DB118CA9484}"/>
          </ac:spMkLst>
        </pc:spChg>
        <pc:spChg chg="add del mod">
          <ac:chgData name="DEWE, HAYLEY L." userId="5cada80b-0f7b-49a5-96b2-656b100ca6c6" providerId="ADAL" clId="{926FD85E-E327-44FE-AC44-16DA2FBCD57E}" dt="2025-10-16T01:23:48.675" v="4130" actId="478"/>
          <ac:spMkLst>
            <pc:docMk/>
            <pc:sldMk cId="3234205895" sldId="325"/>
            <ac:spMk id="6" creationId="{59E02B32-6A98-1D73-E662-AFEC80A22A33}"/>
          </ac:spMkLst>
        </pc:spChg>
        <pc:spChg chg="add mod">
          <ac:chgData name="DEWE, HAYLEY L." userId="5cada80b-0f7b-49a5-96b2-656b100ca6c6" providerId="ADAL" clId="{926FD85E-E327-44FE-AC44-16DA2FBCD57E}" dt="2025-10-16T01:23:53.633" v="4131"/>
          <ac:spMkLst>
            <pc:docMk/>
            <pc:sldMk cId="3234205895" sldId="325"/>
            <ac:spMk id="7" creationId="{A2D36E77-3A46-3274-69AD-F4711EC9E230}"/>
          </ac:spMkLst>
        </pc:spChg>
      </pc:sldChg>
      <pc:sldChg chg="modSp add mod modTransition">
        <pc:chgData name="DEWE, HAYLEY L." userId="5cada80b-0f7b-49a5-96b2-656b100ca6c6" providerId="ADAL" clId="{926FD85E-E327-44FE-AC44-16DA2FBCD57E}" dt="2025-10-16T01:27:37.107" v="4173"/>
        <pc:sldMkLst>
          <pc:docMk/>
          <pc:sldMk cId="369844883" sldId="326"/>
        </pc:sldMkLst>
        <pc:spChg chg="mod">
          <ac:chgData name="DEWE, HAYLEY L." userId="5cada80b-0f7b-49a5-96b2-656b100ca6c6" providerId="ADAL" clId="{926FD85E-E327-44FE-AC44-16DA2FBCD57E}" dt="2025-10-16T01:27:07.259" v="4167" actId="14100"/>
          <ac:spMkLst>
            <pc:docMk/>
            <pc:sldMk cId="369844883" sldId="326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26:57.500" v="4163" actId="1076"/>
          <ac:spMkLst>
            <pc:docMk/>
            <pc:sldMk cId="369844883" sldId="326"/>
            <ac:spMk id="3" creationId="{113FDD85-F712-8D9D-CFEF-1AC12384BA0B}"/>
          </ac:spMkLst>
        </pc:spChg>
      </pc:sldChg>
      <pc:sldChg chg="delSp modSp mod ord modTransition delAnim modAnim">
        <pc:chgData name="DEWE, HAYLEY L." userId="5cada80b-0f7b-49a5-96b2-656b100ca6c6" providerId="ADAL" clId="{926FD85E-E327-44FE-AC44-16DA2FBCD57E}" dt="2025-10-16T01:17:47.209" v="4095"/>
        <pc:sldMkLst>
          <pc:docMk/>
          <pc:sldMk cId="2423872994" sldId="328"/>
        </pc:sldMkLst>
        <pc:spChg chg="mod">
          <ac:chgData name="DEWE, HAYLEY L." userId="5cada80b-0f7b-49a5-96b2-656b100ca6c6" providerId="ADAL" clId="{926FD85E-E327-44FE-AC44-16DA2FBCD57E}" dt="2025-10-16T00:10:58.049" v="388" actId="1076"/>
          <ac:spMkLst>
            <pc:docMk/>
            <pc:sldMk cId="2423872994" sldId="328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0:10:04.217" v="377" actId="1076"/>
          <ac:spMkLst>
            <pc:docMk/>
            <pc:sldMk cId="2423872994" sldId="328"/>
            <ac:spMk id="3" creationId="{113FDD85-F712-8D9D-CFEF-1AC12384BA0B}"/>
          </ac:spMkLst>
        </pc:spChg>
        <pc:picChg chg="del">
          <ac:chgData name="DEWE, HAYLEY L." userId="5cada80b-0f7b-49a5-96b2-656b100ca6c6" providerId="ADAL" clId="{926FD85E-E327-44FE-AC44-16DA2FBCD57E}" dt="2025-10-15T23:56:12.617" v="117" actId="478"/>
          <ac:picMkLst>
            <pc:docMk/>
            <pc:sldMk cId="2423872994" sldId="328"/>
            <ac:picMk id="27" creationId="{6253A546-4966-E77B-9552-C389384FBD4C}"/>
          </ac:picMkLst>
        </pc:picChg>
      </pc:sldChg>
      <pc:sldChg chg="addSp delSp modSp mod modTransition setBg delAnim delDesignElem modNotesTx">
        <pc:chgData name="DEWE, HAYLEY L." userId="5cada80b-0f7b-49a5-96b2-656b100ca6c6" providerId="ADAL" clId="{926FD85E-E327-44FE-AC44-16DA2FBCD57E}" dt="2025-10-16T01:15:50.461" v="4074" actId="1076"/>
        <pc:sldMkLst>
          <pc:docMk/>
          <pc:sldMk cId="4232996817" sldId="329"/>
        </pc:sldMkLst>
        <pc:spChg chg="mod">
          <ac:chgData name="DEWE, HAYLEY L." userId="5cada80b-0f7b-49a5-96b2-656b100ca6c6" providerId="ADAL" clId="{926FD85E-E327-44FE-AC44-16DA2FBCD57E}" dt="2025-10-16T01:15:02.445" v="4066" actId="26606"/>
          <ac:spMkLst>
            <pc:docMk/>
            <pc:sldMk cId="4232996817" sldId="329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1:15:12.181" v="4070" actId="1076"/>
          <ac:spMkLst>
            <pc:docMk/>
            <pc:sldMk cId="4232996817" sldId="329"/>
            <ac:spMk id="6" creationId="{20537090-2295-88B5-2A5A-0E838C84C7D7}"/>
          </ac:spMkLst>
        </pc:spChg>
        <pc:spChg chg="del">
          <ac:chgData name="DEWE, HAYLEY L." userId="5cada80b-0f7b-49a5-96b2-656b100ca6c6" providerId="ADAL" clId="{926FD85E-E327-44FE-AC44-16DA2FBCD57E}" dt="2025-10-16T00:00:52.822" v="147"/>
          <ac:spMkLst>
            <pc:docMk/>
            <pc:sldMk cId="4232996817" sldId="329"/>
            <ac:spMk id="11" creationId="{B86EAD8C-E6F5-45BA-86CF-3EED09D84756}"/>
          </ac:spMkLst>
        </pc:spChg>
        <pc:spChg chg="add del">
          <ac:chgData name="DEWE, HAYLEY L." userId="5cada80b-0f7b-49a5-96b2-656b100ca6c6" providerId="ADAL" clId="{926FD85E-E327-44FE-AC44-16DA2FBCD57E}" dt="2025-10-16T01:15:02.445" v="4066" actId="26606"/>
          <ac:spMkLst>
            <pc:docMk/>
            <pc:sldMk cId="4232996817" sldId="329"/>
            <ac:spMk id="1031" creationId="{F64BBAA4-C62B-4146-B49F-FE4CC4655EE0}"/>
          </ac:spMkLst>
        </pc:spChg>
        <pc:spChg chg="add del">
          <ac:chgData name="DEWE, HAYLEY L." userId="5cada80b-0f7b-49a5-96b2-656b100ca6c6" providerId="ADAL" clId="{926FD85E-E327-44FE-AC44-16DA2FBCD57E}" dt="2025-10-16T01:15:02.445" v="4066" actId="26606"/>
          <ac:spMkLst>
            <pc:docMk/>
            <pc:sldMk cId="4232996817" sldId="329"/>
            <ac:spMk id="1033" creationId="{77C34054-98F8-4229-885E-04C525969C5E}"/>
          </ac:spMkLst>
        </pc:spChg>
        <pc:spChg chg="add del">
          <ac:chgData name="DEWE, HAYLEY L." userId="5cada80b-0f7b-49a5-96b2-656b100ca6c6" providerId="ADAL" clId="{926FD85E-E327-44FE-AC44-16DA2FBCD57E}" dt="2025-10-16T01:15:02.445" v="4066" actId="26606"/>
          <ac:spMkLst>
            <pc:docMk/>
            <pc:sldMk cId="4232996817" sldId="329"/>
            <ac:spMk id="1035" creationId="{22AAB964-B835-4B93-A1F3-4A30D1F38589}"/>
          </ac:spMkLst>
        </pc:spChg>
        <pc:picChg chg="del">
          <ac:chgData name="DEWE, HAYLEY L." userId="5cada80b-0f7b-49a5-96b2-656b100ca6c6" providerId="ADAL" clId="{926FD85E-E327-44FE-AC44-16DA2FBCD57E}" dt="2025-10-16T01:14:48.322" v="4057" actId="478"/>
          <ac:picMkLst>
            <pc:docMk/>
            <pc:sldMk cId="4232996817" sldId="329"/>
            <ac:picMk id="5" creationId="{4DBDE88F-CE98-2071-5D16-04FD3A0DCCDC}"/>
          </ac:picMkLst>
        </pc:picChg>
        <pc:picChg chg="del">
          <ac:chgData name="DEWE, HAYLEY L." userId="5cada80b-0f7b-49a5-96b2-656b100ca6c6" providerId="ADAL" clId="{926FD85E-E327-44FE-AC44-16DA2FBCD57E}" dt="2025-10-15T23:50:01.335" v="27" actId="478"/>
          <ac:picMkLst>
            <pc:docMk/>
            <pc:sldMk cId="4232996817" sldId="329"/>
            <ac:picMk id="31" creationId="{B7496EB8-78F9-8567-7E7B-7A1663256313}"/>
          </ac:picMkLst>
        </pc:picChg>
        <pc:picChg chg="add del mod">
          <ac:chgData name="DEWE, HAYLEY L." userId="5cada80b-0f7b-49a5-96b2-656b100ca6c6" providerId="ADAL" clId="{926FD85E-E327-44FE-AC44-16DA2FBCD57E}" dt="2025-10-16T01:15:43.642" v="4071" actId="478"/>
          <ac:picMkLst>
            <pc:docMk/>
            <pc:sldMk cId="4232996817" sldId="329"/>
            <ac:picMk id="1026" creationId="{572A24B2-0E13-D293-C65B-6CEA1CA1D5F0}"/>
          </ac:picMkLst>
        </pc:picChg>
        <pc:picChg chg="add mod">
          <ac:chgData name="DEWE, HAYLEY L." userId="5cada80b-0f7b-49a5-96b2-656b100ca6c6" providerId="ADAL" clId="{926FD85E-E327-44FE-AC44-16DA2FBCD57E}" dt="2025-10-16T01:15:50.461" v="4074" actId="1076"/>
          <ac:picMkLst>
            <pc:docMk/>
            <pc:sldMk cId="4232996817" sldId="329"/>
            <ac:picMk id="1028" creationId="{4108E3E0-F48C-20F8-83DF-3BA448D3F9FA}"/>
          </ac:picMkLst>
        </pc:picChg>
      </pc:sldChg>
      <pc:sldChg chg="modSp add mod modTransition">
        <pc:chgData name="DEWE, HAYLEY L." userId="5cada80b-0f7b-49a5-96b2-656b100ca6c6" providerId="ADAL" clId="{926FD85E-E327-44FE-AC44-16DA2FBCD57E}" dt="2025-10-16T01:43:21.776" v="4686" actId="207"/>
        <pc:sldMkLst>
          <pc:docMk/>
          <pc:sldMk cId="699490516" sldId="330"/>
        </pc:sldMkLst>
        <pc:spChg chg="mod">
          <ac:chgData name="DEWE, HAYLEY L." userId="5cada80b-0f7b-49a5-96b2-656b100ca6c6" providerId="ADAL" clId="{926FD85E-E327-44FE-AC44-16DA2FBCD57E}" dt="2025-10-16T01:43:21.776" v="4686" actId="207"/>
          <ac:spMkLst>
            <pc:docMk/>
            <pc:sldMk cId="699490516" sldId="330"/>
            <ac:spMk id="4" creationId="{2011C802-73B3-2DD2-A025-1492767780BF}"/>
          </ac:spMkLst>
        </pc:spChg>
      </pc:sldChg>
      <pc:sldChg chg="delSp modSp mod modTransition delAnim">
        <pc:chgData name="DEWE, HAYLEY L." userId="5cada80b-0f7b-49a5-96b2-656b100ca6c6" providerId="ADAL" clId="{926FD85E-E327-44FE-AC44-16DA2FBCD57E}" dt="2025-10-16T01:17:06.842" v="4077"/>
        <pc:sldMkLst>
          <pc:docMk/>
          <pc:sldMk cId="2923853994" sldId="332"/>
        </pc:sldMkLst>
        <pc:spChg chg="mod">
          <ac:chgData name="DEWE, HAYLEY L." userId="5cada80b-0f7b-49a5-96b2-656b100ca6c6" providerId="ADAL" clId="{926FD85E-E327-44FE-AC44-16DA2FBCD57E}" dt="2025-10-16T00:10:48.981" v="385" actId="14100"/>
          <ac:spMkLst>
            <pc:docMk/>
            <pc:sldMk cId="2923853994" sldId="332"/>
            <ac:spMk id="4" creationId="{CFF36B2B-BFE5-3A4B-471E-ED437A10815D}"/>
          </ac:spMkLst>
        </pc:spChg>
        <pc:spChg chg="mod">
          <ac:chgData name="DEWE, HAYLEY L." userId="5cada80b-0f7b-49a5-96b2-656b100ca6c6" providerId="ADAL" clId="{926FD85E-E327-44FE-AC44-16DA2FBCD57E}" dt="2025-10-16T00:10:39.534" v="382" actId="20577"/>
          <ac:spMkLst>
            <pc:docMk/>
            <pc:sldMk cId="2923853994" sldId="332"/>
            <ac:spMk id="6" creationId="{6562CB59-467C-76EB-59D5-EB26BD9EEC77}"/>
          </ac:spMkLst>
        </pc:spChg>
        <pc:picChg chg="del">
          <ac:chgData name="DEWE, HAYLEY L." userId="5cada80b-0f7b-49a5-96b2-656b100ca6c6" providerId="ADAL" clId="{926FD85E-E327-44FE-AC44-16DA2FBCD57E}" dt="2025-10-15T23:56:09.175" v="116" actId="478"/>
          <ac:picMkLst>
            <pc:docMk/>
            <pc:sldMk cId="2923853994" sldId="332"/>
            <ac:picMk id="20" creationId="{314696FF-3DF0-4F9E-41D3-42E2307E632C}"/>
          </ac:picMkLst>
        </pc:picChg>
        <pc:picChg chg="mod">
          <ac:chgData name="DEWE, HAYLEY L." userId="5cada80b-0f7b-49a5-96b2-656b100ca6c6" providerId="ADAL" clId="{926FD85E-E327-44FE-AC44-16DA2FBCD57E}" dt="2025-10-16T00:10:47.279" v="384" actId="1076"/>
          <ac:picMkLst>
            <pc:docMk/>
            <pc:sldMk cId="2923853994" sldId="332"/>
            <ac:picMk id="2050" creationId="{594A8964-6FE0-5703-F581-5728E233B343}"/>
          </ac:picMkLst>
        </pc:picChg>
      </pc:sldChg>
      <pc:sldChg chg="modSp add mod modTransition">
        <pc:chgData name="DEWE, HAYLEY L." userId="5cada80b-0f7b-49a5-96b2-656b100ca6c6" providerId="ADAL" clId="{926FD85E-E327-44FE-AC44-16DA2FBCD57E}" dt="2025-10-16T01:46:07.515" v="4733" actId="255"/>
        <pc:sldMkLst>
          <pc:docMk/>
          <pc:sldMk cId="2093560962" sldId="333"/>
        </pc:sldMkLst>
        <pc:spChg chg="mod">
          <ac:chgData name="DEWE, HAYLEY L." userId="5cada80b-0f7b-49a5-96b2-656b100ca6c6" providerId="ADAL" clId="{926FD85E-E327-44FE-AC44-16DA2FBCD57E}" dt="2025-10-16T01:46:00.318" v="4731" actId="1076"/>
          <ac:spMkLst>
            <pc:docMk/>
            <pc:sldMk cId="2093560962" sldId="333"/>
            <ac:spMk id="3" creationId="{113FDD85-F712-8D9D-CFEF-1AC12384BA0B}"/>
          </ac:spMkLst>
        </pc:spChg>
        <pc:graphicFrameChg chg="mod">
          <ac:chgData name="DEWE, HAYLEY L." userId="5cada80b-0f7b-49a5-96b2-656b100ca6c6" providerId="ADAL" clId="{926FD85E-E327-44FE-AC44-16DA2FBCD57E}" dt="2025-10-16T01:46:07.515" v="4733" actId="255"/>
          <ac:graphicFrameMkLst>
            <pc:docMk/>
            <pc:sldMk cId="2093560962" sldId="333"/>
            <ac:graphicFrameMk id="6" creationId="{5F450832-2FFD-2C34-7A7B-7139DD5ADCB2}"/>
          </ac:graphicFrameMkLst>
        </pc:graphicFrameChg>
      </pc:sldChg>
      <pc:sldChg chg="delSp modSp mod modTransition delAnim modAnim">
        <pc:chgData name="DEWE, HAYLEY L." userId="5cada80b-0f7b-49a5-96b2-656b100ca6c6" providerId="ADAL" clId="{926FD85E-E327-44FE-AC44-16DA2FBCD57E}" dt="2025-10-16T00:09:38.282" v="371" actId="20577"/>
        <pc:sldMkLst>
          <pc:docMk/>
          <pc:sldMk cId="3918554070" sldId="334"/>
        </pc:sldMkLst>
        <pc:spChg chg="mod">
          <ac:chgData name="DEWE, HAYLEY L." userId="5cada80b-0f7b-49a5-96b2-656b100ca6c6" providerId="ADAL" clId="{926FD85E-E327-44FE-AC44-16DA2FBCD57E}" dt="2025-10-16T00:09:38.282" v="371" actId="20577"/>
          <ac:spMkLst>
            <pc:docMk/>
            <pc:sldMk cId="3918554070" sldId="334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0:09:33.791" v="369" actId="14100"/>
          <ac:spMkLst>
            <pc:docMk/>
            <pc:sldMk cId="3918554070" sldId="334"/>
            <ac:spMk id="3" creationId="{113FDD85-F712-8D9D-CFEF-1AC12384BA0B}"/>
          </ac:spMkLst>
        </pc:spChg>
        <pc:picChg chg="del">
          <ac:chgData name="DEWE, HAYLEY L." userId="5cada80b-0f7b-49a5-96b2-656b100ca6c6" providerId="ADAL" clId="{926FD85E-E327-44FE-AC44-16DA2FBCD57E}" dt="2025-10-15T23:48:32.550" v="21" actId="478"/>
          <ac:picMkLst>
            <pc:docMk/>
            <pc:sldMk cId="3918554070" sldId="334"/>
            <ac:picMk id="14" creationId="{5E3191F9-DB30-E6BA-64B0-8BAEC1CF538E}"/>
          </ac:picMkLst>
        </pc:picChg>
      </pc:sldChg>
      <pc:sldChg chg="delSp modSp mod modTransition delAnim">
        <pc:chgData name="DEWE, HAYLEY L." userId="5cada80b-0f7b-49a5-96b2-656b100ca6c6" providerId="ADAL" clId="{926FD85E-E327-44FE-AC44-16DA2FBCD57E}" dt="2025-10-16T00:08:53.502" v="360" actId="2711"/>
        <pc:sldMkLst>
          <pc:docMk/>
          <pc:sldMk cId="338365097" sldId="335"/>
        </pc:sldMkLst>
        <pc:spChg chg="mod">
          <ac:chgData name="DEWE, HAYLEY L." userId="5cada80b-0f7b-49a5-96b2-656b100ca6c6" providerId="ADAL" clId="{926FD85E-E327-44FE-AC44-16DA2FBCD57E}" dt="2025-10-16T00:07:56.609" v="357" actId="1076"/>
          <ac:spMkLst>
            <pc:docMk/>
            <pc:sldMk cId="338365097" sldId="335"/>
            <ac:spMk id="5" creationId="{7FED8D49-6DBF-16AE-CC2E-8FC33433D719}"/>
          </ac:spMkLst>
        </pc:spChg>
        <pc:spChg chg="mod">
          <ac:chgData name="DEWE, HAYLEY L." userId="5cada80b-0f7b-49a5-96b2-656b100ca6c6" providerId="ADAL" clId="{926FD85E-E327-44FE-AC44-16DA2FBCD57E}" dt="2025-10-16T00:08:53.502" v="360" actId="2711"/>
          <ac:spMkLst>
            <pc:docMk/>
            <pc:sldMk cId="338365097" sldId="335"/>
            <ac:spMk id="6" creationId="{20A6FCE1-807F-78AF-7A22-954415E2EDD2}"/>
          </ac:spMkLst>
        </pc:spChg>
        <pc:picChg chg="del">
          <ac:chgData name="DEWE, HAYLEY L." userId="5cada80b-0f7b-49a5-96b2-656b100ca6c6" providerId="ADAL" clId="{926FD85E-E327-44FE-AC44-16DA2FBCD57E}" dt="2025-10-15T23:47:58.122" v="9" actId="478"/>
          <ac:picMkLst>
            <pc:docMk/>
            <pc:sldMk cId="338365097" sldId="335"/>
            <ac:picMk id="15" creationId="{0EA9B925-FA9E-5A24-99C7-CCC2C3B37E63}"/>
          </ac:picMkLst>
        </pc:picChg>
      </pc:sldChg>
      <pc:sldChg chg="delSp modSp mod modTransition delAnim modNotesTx">
        <pc:chgData name="DEWE, HAYLEY L." userId="5cada80b-0f7b-49a5-96b2-656b100ca6c6" providerId="ADAL" clId="{926FD85E-E327-44FE-AC44-16DA2FBCD57E}" dt="2025-10-16T01:07:36.621" v="3638" actId="20577"/>
        <pc:sldMkLst>
          <pc:docMk/>
          <pc:sldMk cId="2763638759" sldId="337"/>
        </pc:sldMkLst>
        <pc:spChg chg="mod">
          <ac:chgData name="DEWE, HAYLEY L." userId="5cada80b-0f7b-49a5-96b2-656b100ca6c6" providerId="ADAL" clId="{926FD85E-E327-44FE-AC44-16DA2FBCD57E}" dt="2025-10-16T00:49:17.982" v="2262" actId="1076"/>
          <ac:spMkLst>
            <pc:docMk/>
            <pc:sldMk cId="2763638759" sldId="337"/>
            <ac:spMk id="2" creationId="{EF2ACF4B-03AF-4162-8592-FB7893D2F228}"/>
          </ac:spMkLst>
        </pc:spChg>
        <pc:spChg chg="del mod">
          <ac:chgData name="DEWE, HAYLEY L." userId="5cada80b-0f7b-49a5-96b2-656b100ca6c6" providerId="ADAL" clId="{926FD85E-E327-44FE-AC44-16DA2FBCD57E}" dt="2025-10-16T00:49:21.020" v="2263" actId="478"/>
          <ac:spMkLst>
            <pc:docMk/>
            <pc:sldMk cId="2763638759" sldId="337"/>
            <ac:spMk id="4" creationId="{C2E4F292-56BC-B133-440F-0BE292B6C109}"/>
          </ac:spMkLst>
        </pc:spChg>
        <pc:spChg chg="del mod">
          <ac:chgData name="DEWE, HAYLEY L." userId="5cada80b-0f7b-49a5-96b2-656b100ca6c6" providerId="ADAL" clId="{926FD85E-E327-44FE-AC44-16DA2FBCD57E}" dt="2025-10-16T00:49:21.826" v="2264" actId="478"/>
          <ac:spMkLst>
            <pc:docMk/>
            <pc:sldMk cId="2763638759" sldId="337"/>
            <ac:spMk id="5" creationId="{F3CA7A5B-3D46-F7CB-F9A6-BA0510463988}"/>
          </ac:spMkLst>
        </pc:spChg>
        <pc:spChg chg="del mod">
          <ac:chgData name="DEWE, HAYLEY L." userId="5cada80b-0f7b-49a5-96b2-656b100ca6c6" providerId="ADAL" clId="{926FD85E-E327-44FE-AC44-16DA2FBCD57E}" dt="2025-10-16T00:49:22.407" v="2265" actId="478"/>
          <ac:spMkLst>
            <pc:docMk/>
            <pc:sldMk cId="2763638759" sldId="337"/>
            <ac:spMk id="6" creationId="{81680397-469E-3A98-C3A0-88D452D780D4}"/>
          </ac:spMkLst>
        </pc:spChg>
        <pc:spChg chg="del mod">
          <ac:chgData name="DEWE, HAYLEY L." userId="5cada80b-0f7b-49a5-96b2-656b100ca6c6" providerId="ADAL" clId="{926FD85E-E327-44FE-AC44-16DA2FBCD57E}" dt="2025-10-16T00:49:22.941" v="2266" actId="478"/>
          <ac:spMkLst>
            <pc:docMk/>
            <pc:sldMk cId="2763638759" sldId="337"/>
            <ac:spMk id="7" creationId="{C3242831-EC15-3839-6AE5-6F9B7CC395E3}"/>
          </ac:spMkLst>
        </pc:spChg>
        <pc:graphicFrameChg chg="mod">
          <ac:chgData name="DEWE, HAYLEY L." userId="5cada80b-0f7b-49a5-96b2-656b100ca6c6" providerId="ADAL" clId="{926FD85E-E327-44FE-AC44-16DA2FBCD57E}" dt="2025-10-16T01:07:36.621" v="3638" actId="20577"/>
          <ac:graphicFrameMkLst>
            <pc:docMk/>
            <pc:sldMk cId="2763638759" sldId="337"/>
            <ac:graphicFrameMk id="3" creationId="{5DD6C83F-9FCF-B16D-E27B-64333177F863}"/>
          </ac:graphicFrameMkLst>
        </pc:graphicFrameChg>
        <pc:picChg chg="del">
          <ac:chgData name="DEWE, HAYLEY L." userId="5cada80b-0f7b-49a5-96b2-656b100ca6c6" providerId="ADAL" clId="{926FD85E-E327-44FE-AC44-16DA2FBCD57E}" dt="2025-10-16T00:00:29.015" v="145" actId="478"/>
          <ac:picMkLst>
            <pc:docMk/>
            <pc:sldMk cId="2763638759" sldId="337"/>
            <ac:picMk id="8" creationId="{69DCB448-2C27-EEB8-E2F4-E6EB270B5E2F}"/>
          </ac:picMkLst>
        </pc:picChg>
      </pc:sldChg>
      <pc:sldChg chg="addSp delSp modSp mod modTransition addAnim delAnim modAnim modNotesTx">
        <pc:chgData name="DEWE, HAYLEY L." userId="5cada80b-0f7b-49a5-96b2-656b100ca6c6" providerId="ADAL" clId="{926FD85E-E327-44FE-AC44-16DA2FBCD57E}" dt="2025-10-16T01:18:29.694" v="4102"/>
        <pc:sldMkLst>
          <pc:docMk/>
          <pc:sldMk cId="1585753451" sldId="338"/>
        </pc:sldMkLst>
        <pc:spChg chg="mod">
          <ac:chgData name="DEWE, HAYLEY L." userId="5cada80b-0f7b-49a5-96b2-656b100ca6c6" providerId="ADAL" clId="{926FD85E-E327-44FE-AC44-16DA2FBCD57E}" dt="2025-10-16T00:13:38.655" v="449" actId="207"/>
          <ac:spMkLst>
            <pc:docMk/>
            <pc:sldMk cId="1585753451" sldId="338"/>
            <ac:spMk id="2" creationId="{0B653BFE-956A-A1B7-4182-0A36DD64C9A2}"/>
          </ac:spMkLst>
        </pc:spChg>
        <pc:spChg chg="del mod">
          <ac:chgData name="DEWE, HAYLEY L." userId="5cada80b-0f7b-49a5-96b2-656b100ca6c6" providerId="ADAL" clId="{926FD85E-E327-44FE-AC44-16DA2FBCD57E}" dt="2025-10-16T00:18:10.559" v="627" actId="478"/>
          <ac:spMkLst>
            <pc:docMk/>
            <pc:sldMk cId="1585753451" sldId="338"/>
            <ac:spMk id="4" creationId="{0F9186E7-2C24-3DD3-B040-7061E3C60264}"/>
          </ac:spMkLst>
        </pc:spChg>
        <pc:spChg chg="del">
          <ac:chgData name="DEWE, HAYLEY L." userId="5cada80b-0f7b-49a5-96b2-656b100ca6c6" providerId="ADAL" clId="{926FD85E-E327-44FE-AC44-16DA2FBCD57E}" dt="2025-10-16T00:20:28.648" v="841" actId="478"/>
          <ac:spMkLst>
            <pc:docMk/>
            <pc:sldMk cId="1585753451" sldId="338"/>
            <ac:spMk id="5" creationId="{A9F5F561-6885-9477-AE8D-34F74DCE70DE}"/>
          </ac:spMkLst>
        </pc:spChg>
        <pc:spChg chg="del">
          <ac:chgData name="DEWE, HAYLEY L." userId="5cada80b-0f7b-49a5-96b2-656b100ca6c6" providerId="ADAL" clId="{926FD85E-E327-44FE-AC44-16DA2FBCD57E}" dt="2025-10-16T00:20:29.633" v="842" actId="478"/>
          <ac:spMkLst>
            <pc:docMk/>
            <pc:sldMk cId="1585753451" sldId="338"/>
            <ac:spMk id="6" creationId="{8608FD92-9C3D-1111-1931-B8D4FC83834C}"/>
          </ac:spMkLst>
        </pc:spChg>
        <pc:spChg chg="del">
          <ac:chgData name="DEWE, HAYLEY L." userId="5cada80b-0f7b-49a5-96b2-656b100ca6c6" providerId="ADAL" clId="{926FD85E-E327-44FE-AC44-16DA2FBCD57E}" dt="2025-10-16T00:20:30.577" v="843" actId="478"/>
          <ac:spMkLst>
            <pc:docMk/>
            <pc:sldMk cId="1585753451" sldId="338"/>
            <ac:spMk id="7" creationId="{4CEE274B-66DB-EC59-810A-5072428D2E9A}"/>
          </ac:spMkLst>
        </pc:spChg>
        <pc:graphicFrameChg chg="mod">
          <ac:chgData name="DEWE, HAYLEY L." userId="5cada80b-0f7b-49a5-96b2-656b100ca6c6" providerId="ADAL" clId="{926FD85E-E327-44FE-AC44-16DA2FBCD57E}" dt="2025-10-16T00:59:44.507" v="2406"/>
          <ac:graphicFrameMkLst>
            <pc:docMk/>
            <pc:sldMk cId="1585753451" sldId="338"/>
            <ac:graphicFrameMk id="3" creationId="{4D6E84DC-2A83-3A88-E983-F24DD5F2510F}"/>
          </ac:graphicFrameMkLst>
        </pc:graphicFrameChg>
        <pc:picChg chg="add del">
          <ac:chgData name="DEWE, HAYLEY L." userId="5cada80b-0f7b-49a5-96b2-656b100ca6c6" providerId="ADAL" clId="{926FD85E-E327-44FE-AC44-16DA2FBCD57E}" dt="2025-10-16T00:00:21.714" v="143" actId="478"/>
          <ac:picMkLst>
            <pc:docMk/>
            <pc:sldMk cId="1585753451" sldId="338"/>
            <ac:picMk id="9" creationId="{FB4AF4C9-3CFF-4A38-251A-378A816BB78B}"/>
          </ac:picMkLst>
        </pc:picChg>
      </pc:sldChg>
      <pc:sldChg chg="addSp delSp modSp add mod modAnim modNotesTx">
        <pc:chgData name="DEWE, HAYLEY L." userId="5cada80b-0f7b-49a5-96b2-656b100ca6c6" providerId="ADAL" clId="{926FD85E-E327-44FE-AC44-16DA2FBCD57E}" dt="2025-10-16T00:59:39.766" v="2405"/>
        <pc:sldMkLst>
          <pc:docMk/>
          <pc:sldMk cId="4232275862" sldId="339"/>
        </pc:sldMkLst>
        <pc:spChg chg="add del mod">
          <ac:chgData name="DEWE, HAYLEY L." userId="5cada80b-0f7b-49a5-96b2-656b100ca6c6" providerId="ADAL" clId="{926FD85E-E327-44FE-AC44-16DA2FBCD57E}" dt="2025-10-16T00:34:57.495" v="1656" actId="478"/>
          <ac:spMkLst>
            <pc:docMk/>
            <pc:sldMk cId="4232275862" sldId="339"/>
            <ac:spMk id="4" creationId="{6B9626C3-7E9F-BAB0-D1B9-78F67FBAFCEB}"/>
          </ac:spMkLst>
        </pc:spChg>
        <pc:spChg chg="add del">
          <ac:chgData name="DEWE, HAYLEY L." userId="5cada80b-0f7b-49a5-96b2-656b100ca6c6" providerId="ADAL" clId="{926FD85E-E327-44FE-AC44-16DA2FBCD57E}" dt="2025-10-16T00:31:04.207" v="1461" actId="22"/>
          <ac:spMkLst>
            <pc:docMk/>
            <pc:sldMk cId="4232275862" sldId="339"/>
            <ac:spMk id="6" creationId="{D17CB56D-7C02-5B01-E56A-E973E36C0753}"/>
          </ac:spMkLst>
        </pc:spChg>
        <pc:spChg chg="add mod">
          <ac:chgData name="DEWE, HAYLEY L." userId="5cada80b-0f7b-49a5-96b2-656b100ca6c6" providerId="ADAL" clId="{926FD85E-E327-44FE-AC44-16DA2FBCD57E}" dt="2025-10-16T00:55:26.573" v="2351" actId="207"/>
          <ac:spMkLst>
            <pc:docMk/>
            <pc:sldMk cId="4232275862" sldId="339"/>
            <ac:spMk id="7" creationId="{FF955C89-64DC-E539-9F10-03FED1C5A416}"/>
          </ac:spMkLst>
        </pc:spChg>
        <pc:spChg chg="add mod">
          <ac:chgData name="DEWE, HAYLEY L." userId="5cada80b-0f7b-49a5-96b2-656b100ca6c6" providerId="ADAL" clId="{926FD85E-E327-44FE-AC44-16DA2FBCD57E}" dt="2025-10-16T00:55:26.573" v="2351" actId="207"/>
          <ac:spMkLst>
            <pc:docMk/>
            <pc:sldMk cId="4232275862" sldId="339"/>
            <ac:spMk id="8" creationId="{84B5036D-A51F-51C8-6C5A-84E8CFCA4264}"/>
          </ac:spMkLst>
        </pc:spChg>
        <pc:spChg chg="add del mod">
          <ac:chgData name="DEWE, HAYLEY L." userId="5cada80b-0f7b-49a5-96b2-656b100ca6c6" providerId="ADAL" clId="{926FD85E-E327-44FE-AC44-16DA2FBCD57E}" dt="2025-10-16T00:34:56.409" v="1655" actId="478"/>
          <ac:spMkLst>
            <pc:docMk/>
            <pc:sldMk cId="4232275862" sldId="339"/>
            <ac:spMk id="9" creationId="{9056EC07-73CA-1E9F-A9BA-F699CECCB62A}"/>
          </ac:spMkLst>
        </pc:spChg>
        <pc:spChg chg="add del mod">
          <ac:chgData name="DEWE, HAYLEY L." userId="5cada80b-0f7b-49a5-96b2-656b100ca6c6" providerId="ADAL" clId="{926FD85E-E327-44FE-AC44-16DA2FBCD57E}" dt="2025-10-16T00:35:37.718" v="1670" actId="478"/>
          <ac:spMkLst>
            <pc:docMk/>
            <pc:sldMk cId="4232275862" sldId="339"/>
            <ac:spMk id="10" creationId="{164F787A-D006-CACB-E115-CC1FF8370CAC}"/>
          </ac:spMkLst>
        </pc:spChg>
        <pc:spChg chg="add mod">
          <ac:chgData name="DEWE, HAYLEY L." userId="5cada80b-0f7b-49a5-96b2-656b100ca6c6" providerId="ADAL" clId="{926FD85E-E327-44FE-AC44-16DA2FBCD57E}" dt="2025-10-16T00:55:26.573" v="2351" actId="207"/>
          <ac:spMkLst>
            <pc:docMk/>
            <pc:sldMk cId="4232275862" sldId="339"/>
            <ac:spMk id="11" creationId="{90E2A26B-BE46-0F16-0D5B-7FABAC7F807C}"/>
          </ac:spMkLst>
        </pc:spChg>
        <pc:spChg chg="add mod">
          <ac:chgData name="DEWE, HAYLEY L." userId="5cada80b-0f7b-49a5-96b2-656b100ca6c6" providerId="ADAL" clId="{926FD85E-E327-44FE-AC44-16DA2FBCD57E}" dt="2025-10-16T00:55:26.573" v="2351" actId="207"/>
          <ac:spMkLst>
            <pc:docMk/>
            <pc:sldMk cId="4232275862" sldId="339"/>
            <ac:spMk id="12" creationId="{AA09D284-4CEF-2280-0F08-D368AC1354A7}"/>
          </ac:spMkLst>
        </pc:spChg>
        <pc:graphicFrameChg chg="mod modGraphic">
          <ac:chgData name="DEWE, HAYLEY L." userId="5cada80b-0f7b-49a5-96b2-656b100ca6c6" providerId="ADAL" clId="{926FD85E-E327-44FE-AC44-16DA2FBCD57E}" dt="2025-10-16T00:59:39.766" v="2405"/>
          <ac:graphicFrameMkLst>
            <pc:docMk/>
            <pc:sldMk cId="4232275862" sldId="339"/>
            <ac:graphicFrameMk id="3" creationId="{740013CE-CDC5-20E0-178F-E0BDCD99C754}"/>
          </ac:graphicFrameMkLst>
        </pc:graphicFrameChg>
      </pc:sldChg>
      <pc:sldChg chg="addSp modSp add mod modAnim modNotesTx">
        <pc:chgData name="DEWE, HAYLEY L." userId="5cada80b-0f7b-49a5-96b2-656b100ca6c6" providerId="ADAL" clId="{926FD85E-E327-44FE-AC44-16DA2FBCD57E}" dt="2025-10-16T01:19:05.731" v="4111"/>
        <pc:sldMkLst>
          <pc:docMk/>
          <pc:sldMk cId="3058138973" sldId="340"/>
        </pc:sldMkLst>
        <pc:spChg chg="add mod">
          <ac:chgData name="DEWE, HAYLEY L." userId="5cada80b-0f7b-49a5-96b2-656b100ca6c6" providerId="ADAL" clId="{926FD85E-E327-44FE-AC44-16DA2FBCD57E}" dt="2025-10-16T01:09:29.665" v="3641"/>
          <ac:spMkLst>
            <pc:docMk/>
            <pc:sldMk cId="3058138973" sldId="340"/>
            <ac:spMk id="4" creationId="{23C38E9A-9DC0-B1EA-AD0E-C22E334FEF22}"/>
          </ac:spMkLst>
        </pc:spChg>
        <pc:spChg chg="add mod">
          <ac:chgData name="DEWE, HAYLEY L." userId="5cada80b-0f7b-49a5-96b2-656b100ca6c6" providerId="ADAL" clId="{926FD85E-E327-44FE-AC44-16DA2FBCD57E}" dt="2025-10-16T01:13:28.899" v="4051" actId="20577"/>
          <ac:spMkLst>
            <pc:docMk/>
            <pc:sldMk cId="3058138973" sldId="340"/>
            <ac:spMk id="5" creationId="{F226B540-5094-52F4-3659-D3BA743EEB51}"/>
          </ac:spMkLst>
        </pc:spChg>
        <pc:spChg chg="add mod">
          <ac:chgData name="DEWE, HAYLEY L." userId="5cada80b-0f7b-49a5-96b2-656b100ca6c6" providerId="ADAL" clId="{926FD85E-E327-44FE-AC44-16DA2FBCD57E}" dt="2025-10-16T01:12:00.969" v="3849" actId="20577"/>
          <ac:spMkLst>
            <pc:docMk/>
            <pc:sldMk cId="3058138973" sldId="340"/>
            <ac:spMk id="6" creationId="{A4EE9987-7D45-C17A-83A2-119736163B99}"/>
          </ac:spMkLst>
        </pc:spChg>
        <pc:spChg chg="add mod">
          <ac:chgData name="DEWE, HAYLEY L." userId="5cada80b-0f7b-49a5-96b2-656b100ca6c6" providerId="ADAL" clId="{926FD85E-E327-44FE-AC44-16DA2FBCD57E}" dt="2025-10-16T01:13:33.987" v="4053" actId="6549"/>
          <ac:spMkLst>
            <pc:docMk/>
            <pc:sldMk cId="3058138973" sldId="340"/>
            <ac:spMk id="7" creationId="{3E7EF4C4-D7E8-49D7-7C73-F7176A9D0801}"/>
          </ac:spMkLst>
        </pc:spChg>
        <pc:spChg chg="add mod">
          <ac:chgData name="DEWE, HAYLEY L." userId="5cada80b-0f7b-49a5-96b2-656b100ca6c6" providerId="ADAL" clId="{926FD85E-E327-44FE-AC44-16DA2FBCD57E}" dt="2025-10-16T01:13:22.951" v="4042" actId="20577"/>
          <ac:spMkLst>
            <pc:docMk/>
            <pc:sldMk cId="3058138973" sldId="340"/>
            <ac:spMk id="8" creationId="{0BFF87C0-8E35-77D9-FD45-3602616C588A}"/>
          </ac:spMkLst>
        </pc:spChg>
        <pc:graphicFrameChg chg="mod">
          <ac:chgData name="DEWE, HAYLEY L." userId="5cada80b-0f7b-49a5-96b2-656b100ca6c6" providerId="ADAL" clId="{926FD85E-E327-44FE-AC44-16DA2FBCD57E}" dt="2025-10-16T01:09:47.466" v="3646" actId="478"/>
          <ac:graphicFrameMkLst>
            <pc:docMk/>
            <pc:sldMk cId="3058138973" sldId="340"/>
            <ac:graphicFrameMk id="3" creationId="{C3D750C2-B867-D350-315A-7204A6CF5E9F}"/>
          </ac:graphicFrameMkLst>
        </pc:graphicFrameChg>
      </pc:sldChg>
      <pc:sldChg chg="modSp add mod modTransition">
        <pc:chgData name="DEWE, HAYLEY L." userId="5cada80b-0f7b-49a5-96b2-656b100ca6c6" providerId="ADAL" clId="{926FD85E-E327-44FE-AC44-16DA2FBCD57E}" dt="2025-10-16T01:23:03.311" v="4118"/>
        <pc:sldMkLst>
          <pc:docMk/>
          <pc:sldMk cId="1710789567" sldId="341"/>
        </pc:sldMkLst>
        <pc:spChg chg="mod">
          <ac:chgData name="DEWE, HAYLEY L." userId="5cada80b-0f7b-49a5-96b2-656b100ca6c6" providerId="ADAL" clId="{926FD85E-E327-44FE-AC44-16DA2FBCD57E}" dt="2025-10-16T01:21:09.772" v="4113" actId="207"/>
          <ac:spMkLst>
            <pc:docMk/>
            <pc:sldMk cId="1710789567" sldId="341"/>
            <ac:spMk id="4" creationId="{2011C802-73B3-2DD2-A025-1492767780BF}"/>
          </ac:spMkLst>
        </pc:spChg>
      </pc:sldChg>
      <pc:sldChg chg="add del">
        <pc:chgData name="DEWE, HAYLEY L." userId="5cada80b-0f7b-49a5-96b2-656b100ca6c6" providerId="ADAL" clId="{926FD85E-E327-44FE-AC44-16DA2FBCD57E}" dt="2025-10-16T01:22:54.486" v="4115" actId="47"/>
        <pc:sldMkLst>
          <pc:docMk/>
          <pc:sldMk cId="1778759872" sldId="342"/>
        </pc:sldMkLst>
      </pc:sldChg>
      <pc:sldChg chg="addSp modSp add mod modTransition setBg modAnim modNotesTx">
        <pc:chgData name="DEWE, HAYLEY L." userId="5cada80b-0f7b-49a5-96b2-656b100ca6c6" providerId="ADAL" clId="{926FD85E-E327-44FE-AC44-16DA2FBCD57E}" dt="2025-10-16T01:33:47.827" v="4439"/>
        <pc:sldMkLst>
          <pc:docMk/>
          <pc:sldMk cId="4020492249" sldId="343"/>
        </pc:sldMkLst>
        <pc:spChg chg="mod ord">
          <ac:chgData name="DEWE, HAYLEY L." userId="5cada80b-0f7b-49a5-96b2-656b100ca6c6" providerId="ADAL" clId="{926FD85E-E327-44FE-AC44-16DA2FBCD57E}" dt="2025-10-16T01:33:30.901" v="4437" actId="20577"/>
          <ac:spMkLst>
            <pc:docMk/>
            <pc:sldMk cId="4020492249" sldId="343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32:06.501" v="4360" actId="14100"/>
          <ac:spMkLst>
            <pc:docMk/>
            <pc:sldMk cId="4020492249" sldId="343"/>
            <ac:spMk id="3" creationId="{113FDD85-F712-8D9D-CFEF-1AC12384BA0B}"/>
          </ac:spMkLst>
        </pc:spChg>
        <pc:spChg chg="add">
          <ac:chgData name="DEWE, HAYLEY L." userId="5cada80b-0f7b-49a5-96b2-656b100ca6c6" providerId="ADAL" clId="{926FD85E-E327-44FE-AC44-16DA2FBCD57E}" dt="2025-10-16T01:32:02.579" v="4359" actId="26606"/>
          <ac:spMkLst>
            <pc:docMk/>
            <pc:sldMk cId="4020492249" sldId="343"/>
            <ac:spMk id="2055" creationId="{990D0034-F768-41E7-85D4-F38C4DE85770}"/>
          </ac:spMkLst>
        </pc:spChg>
        <pc:picChg chg="add mod">
          <ac:chgData name="DEWE, HAYLEY L." userId="5cada80b-0f7b-49a5-96b2-656b100ca6c6" providerId="ADAL" clId="{926FD85E-E327-44FE-AC44-16DA2FBCD57E}" dt="2025-10-16T01:33:26.467" v="4435" actId="1076"/>
          <ac:picMkLst>
            <pc:docMk/>
            <pc:sldMk cId="4020492249" sldId="343"/>
            <ac:picMk id="2050" creationId="{74C452DD-0259-285D-CD40-3A76AF1B3828}"/>
          </ac:picMkLst>
        </pc:picChg>
        <pc:cxnChg chg="add">
          <ac:chgData name="DEWE, HAYLEY L." userId="5cada80b-0f7b-49a5-96b2-656b100ca6c6" providerId="ADAL" clId="{926FD85E-E327-44FE-AC44-16DA2FBCD57E}" dt="2025-10-16T01:32:02.579" v="4359" actId="26606"/>
          <ac:cxnSpMkLst>
            <pc:docMk/>
            <pc:sldMk cId="4020492249" sldId="343"/>
            <ac:cxnSpMk id="2057" creationId="{5A0A5CF6-407C-4691-8122-49DF69D0020D}"/>
          </ac:cxnSpMkLst>
        </pc:cxnChg>
      </pc:sldChg>
      <pc:sldChg chg="modSp add mod modTransition">
        <pc:chgData name="DEWE, HAYLEY L." userId="5cada80b-0f7b-49a5-96b2-656b100ca6c6" providerId="ADAL" clId="{926FD85E-E327-44FE-AC44-16DA2FBCD57E}" dt="2025-10-16T01:33:54.970" v="4440" actId="207"/>
        <pc:sldMkLst>
          <pc:docMk/>
          <pc:sldMk cId="4192220800" sldId="344"/>
        </pc:sldMkLst>
        <pc:spChg chg="mod">
          <ac:chgData name="DEWE, HAYLEY L." userId="5cada80b-0f7b-49a5-96b2-656b100ca6c6" providerId="ADAL" clId="{926FD85E-E327-44FE-AC44-16DA2FBCD57E}" dt="2025-10-16T01:33:54.970" v="4440" actId="207"/>
          <ac:spMkLst>
            <pc:docMk/>
            <pc:sldMk cId="4192220800" sldId="344"/>
            <ac:spMk id="4" creationId="{2011C802-73B3-2DD2-A025-1492767780BF}"/>
          </ac:spMkLst>
        </pc:spChg>
      </pc:sldChg>
      <pc:sldChg chg="addSp delSp modSp add mod modTransition modAnim modNotesTx">
        <pc:chgData name="DEWE, HAYLEY L." userId="5cada80b-0f7b-49a5-96b2-656b100ca6c6" providerId="ADAL" clId="{926FD85E-E327-44FE-AC44-16DA2FBCD57E}" dt="2025-10-16T01:38:27.026" v="4649"/>
        <pc:sldMkLst>
          <pc:docMk/>
          <pc:sldMk cId="4038684548" sldId="345"/>
        </pc:sldMkLst>
        <pc:spChg chg="mod">
          <ac:chgData name="DEWE, HAYLEY L." userId="5cada80b-0f7b-49a5-96b2-656b100ca6c6" providerId="ADAL" clId="{926FD85E-E327-44FE-AC44-16DA2FBCD57E}" dt="2025-10-16T01:38:15.563" v="4646" actId="20577"/>
          <ac:spMkLst>
            <pc:docMk/>
            <pc:sldMk cId="4038684548" sldId="345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34:08.280" v="4442" actId="207"/>
          <ac:spMkLst>
            <pc:docMk/>
            <pc:sldMk cId="4038684548" sldId="345"/>
            <ac:spMk id="3" creationId="{113FDD85-F712-8D9D-CFEF-1AC12384BA0B}"/>
          </ac:spMkLst>
        </pc:spChg>
        <pc:spChg chg="add del">
          <ac:chgData name="DEWE, HAYLEY L." userId="5cada80b-0f7b-49a5-96b2-656b100ca6c6" providerId="ADAL" clId="{926FD85E-E327-44FE-AC44-16DA2FBCD57E}" dt="2025-10-16T01:37:30.246" v="4587" actId="21"/>
          <ac:spMkLst>
            <pc:docMk/>
            <pc:sldMk cId="4038684548" sldId="345"/>
            <ac:spMk id="4" creationId="{AB0FF8DF-547D-BD18-5715-2313AF0E51F5}"/>
          </ac:spMkLst>
        </pc:spChg>
        <pc:picChg chg="add mod">
          <ac:chgData name="DEWE, HAYLEY L." userId="5cada80b-0f7b-49a5-96b2-656b100ca6c6" providerId="ADAL" clId="{926FD85E-E327-44FE-AC44-16DA2FBCD57E}" dt="2025-10-16T01:37:42.011" v="4592" actId="1076"/>
          <ac:picMkLst>
            <pc:docMk/>
            <pc:sldMk cId="4038684548" sldId="345"/>
            <ac:picMk id="3076" creationId="{E713B99F-FB5D-FBCF-AF9C-3D3BEB161002}"/>
          </ac:picMkLst>
        </pc:picChg>
      </pc:sldChg>
      <pc:sldChg chg="addSp delSp modSp add mod modTransition modAnim">
        <pc:chgData name="DEWE, HAYLEY L." userId="5cada80b-0f7b-49a5-96b2-656b100ca6c6" providerId="ADAL" clId="{926FD85E-E327-44FE-AC44-16DA2FBCD57E}" dt="2025-10-16T01:42:56.586" v="4682" actId="207"/>
        <pc:sldMkLst>
          <pc:docMk/>
          <pc:sldMk cId="2425083260" sldId="346"/>
        </pc:sldMkLst>
        <pc:spChg chg="mod">
          <ac:chgData name="DEWE, HAYLEY L." userId="5cada80b-0f7b-49a5-96b2-656b100ca6c6" providerId="ADAL" clId="{926FD85E-E327-44FE-AC44-16DA2FBCD57E}" dt="2025-10-16T01:42:56.586" v="4682" actId="207"/>
          <ac:spMkLst>
            <pc:docMk/>
            <pc:sldMk cId="2425083260" sldId="346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39:10.225" v="4658" actId="207"/>
          <ac:spMkLst>
            <pc:docMk/>
            <pc:sldMk cId="2425083260" sldId="346"/>
            <ac:spMk id="3" creationId="{113FDD85-F712-8D9D-CFEF-1AC12384BA0B}"/>
          </ac:spMkLst>
        </pc:spChg>
        <pc:picChg chg="del">
          <ac:chgData name="DEWE, HAYLEY L." userId="5cada80b-0f7b-49a5-96b2-656b100ca6c6" providerId="ADAL" clId="{926FD85E-E327-44FE-AC44-16DA2FBCD57E}" dt="2025-10-16T01:39:16.527" v="4659" actId="478"/>
          <ac:picMkLst>
            <pc:docMk/>
            <pc:sldMk cId="2425083260" sldId="346"/>
            <ac:picMk id="5" creationId="{450C9864-10C0-44B6-4C4A-C91D1F8274ED}"/>
          </ac:picMkLst>
        </pc:picChg>
        <pc:picChg chg="add mod">
          <ac:chgData name="DEWE, HAYLEY L." userId="5cada80b-0f7b-49a5-96b2-656b100ca6c6" providerId="ADAL" clId="{926FD85E-E327-44FE-AC44-16DA2FBCD57E}" dt="2025-10-16T01:39:20.634" v="4662" actId="1076"/>
          <ac:picMkLst>
            <pc:docMk/>
            <pc:sldMk cId="2425083260" sldId="346"/>
            <ac:picMk id="6" creationId="{B59989F8-C414-F18C-3236-2E9CB3009812}"/>
          </ac:picMkLst>
        </pc:picChg>
      </pc:sldChg>
      <pc:sldChg chg="addSp delSp modSp add mod modTransition modAnim">
        <pc:chgData name="DEWE, HAYLEY L." userId="5cada80b-0f7b-49a5-96b2-656b100ca6c6" providerId="ADAL" clId="{926FD85E-E327-44FE-AC44-16DA2FBCD57E}" dt="2025-10-16T01:43:12.663" v="4685" actId="1076"/>
        <pc:sldMkLst>
          <pc:docMk/>
          <pc:sldMk cId="3371320197" sldId="347"/>
        </pc:sldMkLst>
        <pc:spChg chg="mod">
          <ac:chgData name="DEWE, HAYLEY L." userId="5cada80b-0f7b-49a5-96b2-656b100ca6c6" providerId="ADAL" clId="{926FD85E-E327-44FE-AC44-16DA2FBCD57E}" dt="2025-10-16T01:43:12.663" v="4685" actId="1076"/>
          <ac:spMkLst>
            <pc:docMk/>
            <pc:sldMk cId="3371320197" sldId="347"/>
            <ac:spMk id="2" creationId="{28EA767B-0AB4-A8A2-AA12-FE45519911B3}"/>
          </ac:spMkLst>
        </pc:spChg>
        <pc:spChg chg="mod">
          <ac:chgData name="DEWE, HAYLEY L." userId="5cada80b-0f7b-49a5-96b2-656b100ca6c6" providerId="ADAL" clId="{926FD85E-E327-44FE-AC44-16DA2FBCD57E}" dt="2025-10-16T01:42:26.135" v="4676" actId="207"/>
          <ac:spMkLst>
            <pc:docMk/>
            <pc:sldMk cId="3371320197" sldId="347"/>
            <ac:spMk id="3" creationId="{CF178837-315D-DB94-5BC6-32515D36F6ED}"/>
          </ac:spMkLst>
        </pc:spChg>
        <pc:spChg chg="add mod">
          <ac:chgData name="DEWE, HAYLEY L." userId="5cada80b-0f7b-49a5-96b2-656b100ca6c6" providerId="ADAL" clId="{926FD85E-E327-44FE-AC44-16DA2FBCD57E}" dt="2025-10-16T01:43:09.733" v="4684"/>
          <ac:spMkLst>
            <pc:docMk/>
            <pc:sldMk cId="3371320197" sldId="347"/>
            <ac:spMk id="5" creationId="{BF3832AA-0B8A-8793-9899-0FED33C95A3B}"/>
          </ac:spMkLst>
        </pc:spChg>
        <pc:picChg chg="del">
          <ac:chgData name="DEWE, HAYLEY L." userId="5cada80b-0f7b-49a5-96b2-656b100ca6c6" providerId="ADAL" clId="{926FD85E-E327-44FE-AC44-16DA2FBCD57E}" dt="2025-10-16T01:43:04.521" v="4683" actId="478"/>
          <ac:picMkLst>
            <pc:docMk/>
            <pc:sldMk cId="3371320197" sldId="347"/>
            <ac:picMk id="4" creationId="{71ED8B70-4E9E-1EB0-93BD-2B607C5F8955}"/>
          </ac:picMkLst>
        </pc:picChg>
        <pc:picChg chg="add mod">
          <ac:chgData name="DEWE, HAYLEY L." userId="5cada80b-0f7b-49a5-96b2-656b100ca6c6" providerId="ADAL" clId="{926FD85E-E327-44FE-AC44-16DA2FBCD57E}" dt="2025-10-16T01:43:09.733" v="4684"/>
          <ac:picMkLst>
            <pc:docMk/>
            <pc:sldMk cId="3371320197" sldId="347"/>
            <ac:picMk id="6" creationId="{5EF21704-7B82-BDF8-E787-3B638D3F82D8}"/>
          </ac:picMkLst>
        </pc:picChg>
      </pc:sldChg>
      <pc:sldChg chg="modSp add mod modTransition modNotesTx">
        <pc:chgData name="DEWE, HAYLEY L." userId="5cada80b-0f7b-49a5-96b2-656b100ca6c6" providerId="ADAL" clId="{926FD85E-E327-44FE-AC44-16DA2FBCD57E}" dt="2025-10-16T01:44:13.857" v="4716" actId="20577"/>
        <pc:sldMkLst>
          <pc:docMk/>
          <pc:sldMk cId="2852232281" sldId="348"/>
        </pc:sldMkLst>
        <pc:spChg chg="mod">
          <ac:chgData name="DEWE, HAYLEY L." userId="5cada80b-0f7b-49a5-96b2-656b100ca6c6" providerId="ADAL" clId="{926FD85E-E327-44FE-AC44-16DA2FBCD57E}" dt="2025-10-16T01:43:41.173" v="4689" actId="207"/>
          <ac:spMkLst>
            <pc:docMk/>
            <pc:sldMk cId="2852232281" sldId="348"/>
            <ac:spMk id="5" creationId="{0E65E23E-2916-65D4-C6B1-3CFCAA90CBA8}"/>
          </ac:spMkLst>
        </pc:spChg>
        <pc:spChg chg="mod">
          <ac:chgData name="DEWE, HAYLEY L." userId="5cada80b-0f7b-49a5-96b2-656b100ca6c6" providerId="ADAL" clId="{926FD85E-E327-44FE-AC44-16DA2FBCD57E}" dt="2025-10-16T01:44:03.144" v="4693" actId="1076"/>
          <ac:spMkLst>
            <pc:docMk/>
            <pc:sldMk cId="2852232281" sldId="348"/>
            <ac:spMk id="10" creationId="{17B3C3F3-DC97-7E1B-F76C-67C700CED36B}"/>
          </ac:spMkLst>
        </pc:spChg>
        <pc:spChg chg="mod">
          <ac:chgData name="DEWE, HAYLEY L." userId="5cada80b-0f7b-49a5-96b2-656b100ca6c6" providerId="ADAL" clId="{926FD85E-E327-44FE-AC44-16DA2FBCD57E}" dt="2025-10-16T01:43:54.188" v="4690" actId="1076"/>
          <ac:spMkLst>
            <pc:docMk/>
            <pc:sldMk cId="2852232281" sldId="348"/>
            <ac:spMk id="11" creationId="{AA5BD7EE-2F03-C58C-B93F-41A677EBACC8}"/>
          </ac:spMkLst>
        </pc:spChg>
        <pc:graphicFrameChg chg="mod">
          <ac:chgData name="DEWE, HAYLEY L." userId="5cada80b-0f7b-49a5-96b2-656b100ca6c6" providerId="ADAL" clId="{926FD85E-E327-44FE-AC44-16DA2FBCD57E}" dt="2025-10-16T01:43:54.188" v="4690" actId="1076"/>
          <ac:graphicFrameMkLst>
            <pc:docMk/>
            <pc:sldMk cId="2852232281" sldId="348"/>
            <ac:graphicFrameMk id="6" creationId="{5F450832-2FFD-2C34-7A7B-7139DD5ADCB2}"/>
          </ac:graphicFrameMkLst>
        </pc:graphicFrameChg>
        <pc:graphicFrameChg chg="mod">
          <ac:chgData name="DEWE, HAYLEY L." userId="5cada80b-0f7b-49a5-96b2-656b100ca6c6" providerId="ADAL" clId="{926FD85E-E327-44FE-AC44-16DA2FBCD57E}" dt="2025-10-16T01:43:54.188" v="4690" actId="1076"/>
          <ac:graphicFrameMkLst>
            <pc:docMk/>
            <pc:sldMk cId="2852232281" sldId="348"/>
            <ac:graphicFrameMk id="9" creationId="{CC3E3F2B-9783-C2BD-E3B9-345869247621}"/>
          </ac:graphicFrameMkLst>
        </pc:graphicFrameChg>
      </pc:sldChg>
      <pc:sldChg chg="modSp add mod modTransition">
        <pc:chgData name="DEWE, HAYLEY L." userId="5cada80b-0f7b-49a5-96b2-656b100ca6c6" providerId="ADAL" clId="{926FD85E-E327-44FE-AC44-16DA2FBCD57E}" dt="2025-10-16T01:45:48.434" v="4728"/>
        <pc:sldMkLst>
          <pc:docMk/>
          <pc:sldMk cId="3829531161" sldId="349"/>
        </pc:sldMkLst>
        <pc:spChg chg="mod">
          <ac:chgData name="DEWE, HAYLEY L." userId="5cada80b-0f7b-49a5-96b2-656b100ca6c6" providerId="ADAL" clId="{926FD85E-E327-44FE-AC44-16DA2FBCD57E}" dt="2025-10-16T01:45:18.073" v="4719" actId="207"/>
          <ac:spMkLst>
            <pc:docMk/>
            <pc:sldMk cId="3829531161" sldId="349"/>
            <ac:spMk id="2" creationId="{877B92E3-241F-FDF7-6361-87DE7A635D1B}"/>
          </ac:spMkLst>
        </pc:spChg>
        <pc:graphicFrameChg chg="mod modGraphic">
          <ac:chgData name="DEWE, HAYLEY L." userId="5cada80b-0f7b-49a5-96b2-656b100ca6c6" providerId="ADAL" clId="{926FD85E-E327-44FE-AC44-16DA2FBCD57E}" dt="2025-10-16T01:45:48.434" v="4728"/>
          <ac:graphicFrameMkLst>
            <pc:docMk/>
            <pc:sldMk cId="3829531161" sldId="349"/>
            <ac:graphicFrameMk id="3" creationId="{37C953D9-02FF-1305-64FF-0E2CE2DB8C9D}"/>
          </ac:graphicFrameMkLst>
        </pc:graphicFrameChg>
      </pc:sldChg>
      <pc:sldChg chg="addSp delSp modSp add mod modTransition modAnim modNotesTx">
        <pc:chgData name="DEWE, HAYLEY L." userId="5cada80b-0f7b-49a5-96b2-656b100ca6c6" providerId="ADAL" clId="{926FD85E-E327-44FE-AC44-16DA2FBCD57E}" dt="2025-10-16T01:48:06.508" v="4795" actId="20577"/>
        <pc:sldMkLst>
          <pc:docMk/>
          <pc:sldMk cId="2617131412" sldId="350"/>
        </pc:sldMkLst>
        <pc:spChg chg="mod">
          <ac:chgData name="DEWE, HAYLEY L." userId="5cada80b-0f7b-49a5-96b2-656b100ca6c6" providerId="ADAL" clId="{926FD85E-E327-44FE-AC44-16DA2FBCD57E}" dt="2025-10-16T01:48:06.508" v="4795" actId="20577"/>
          <ac:spMkLst>
            <pc:docMk/>
            <pc:sldMk cId="2617131412" sldId="350"/>
            <ac:spMk id="2" creationId="{69BDB964-CBB6-1F1C-013D-D9D58A3814E7}"/>
          </ac:spMkLst>
        </pc:spChg>
        <pc:spChg chg="mod">
          <ac:chgData name="DEWE, HAYLEY L." userId="5cada80b-0f7b-49a5-96b2-656b100ca6c6" providerId="ADAL" clId="{926FD85E-E327-44FE-AC44-16DA2FBCD57E}" dt="2025-10-16T01:46:35.686" v="4735" actId="207"/>
          <ac:spMkLst>
            <pc:docMk/>
            <pc:sldMk cId="2617131412" sldId="350"/>
            <ac:spMk id="3" creationId="{113FDD85-F712-8D9D-CFEF-1AC12384BA0B}"/>
          </ac:spMkLst>
        </pc:spChg>
        <pc:picChg chg="add mod">
          <ac:chgData name="DEWE, HAYLEY L." userId="5cada80b-0f7b-49a5-96b2-656b100ca6c6" providerId="ADAL" clId="{926FD85E-E327-44FE-AC44-16DA2FBCD57E}" dt="2025-10-16T01:46:42.262" v="4737"/>
          <ac:picMkLst>
            <pc:docMk/>
            <pc:sldMk cId="2617131412" sldId="350"/>
            <ac:picMk id="4" creationId="{71EE10EF-EDD9-E56C-89CB-815E7F159FFB}"/>
          </ac:picMkLst>
        </pc:picChg>
        <pc:picChg chg="del">
          <ac:chgData name="DEWE, HAYLEY L." userId="5cada80b-0f7b-49a5-96b2-656b100ca6c6" providerId="ADAL" clId="{926FD85E-E327-44FE-AC44-16DA2FBCD57E}" dt="2025-10-16T01:46:41.459" v="4736" actId="478"/>
          <ac:picMkLst>
            <pc:docMk/>
            <pc:sldMk cId="2617131412" sldId="350"/>
            <ac:picMk id="5" creationId="{450C9864-10C0-44B6-4C4A-C91D1F8274ED}"/>
          </ac:picMkLst>
        </pc:picChg>
      </pc:sldChg>
      <pc:sldChg chg="add del modNotesTx">
        <pc:chgData name="DEWE, HAYLEY L." userId="5cada80b-0f7b-49a5-96b2-656b100ca6c6" providerId="ADAL" clId="{926FD85E-E327-44FE-AC44-16DA2FBCD57E}" dt="2025-10-16T01:47:42.874" v="4781" actId="47"/>
        <pc:sldMkLst>
          <pc:docMk/>
          <pc:sldMk cId="121525202" sldId="351"/>
        </pc:sldMkLst>
      </pc:sldChg>
      <pc:sldChg chg="modSp add ord modAnim">
        <pc:chgData name="DEWE, HAYLEY L." userId="5cada80b-0f7b-49a5-96b2-656b100ca6c6" providerId="ADAL" clId="{926FD85E-E327-44FE-AC44-16DA2FBCD57E}" dt="2025-10-16T01:48:11.598" v="4797"/>
        <pc:sldMkLst>
          <pc:docMk/>
          <pc:sldMk cId="2417051397" sldId="351"/>
        </pc:sldMkLst>
        <pc:spChg chg="mod">
          <ac:chgData name="DEWE, HAYLEY L." userId="5cada80b-0f7b-49a5-96b2-656b100ca6c6" providerId="ADAL" clId="{926FD85E-E327-44FE-AC44-16DA2FBCD57E}" dt="2025-10-16T01:48:03.582" v="4794" actId="20577"/>
          <ac:spMkLst>
            <pc:docMk/>
            <pc:sldMk cId="2417051397" sldId="351"/>
            <ac:spMk id="2" creationId="{47C8681C-3588-0499-0D04-AFB0888CA386}"/>
          </ac:spMkLst>
        </pc:spChg>
      </pc:sldChg>
      <pc:sldChg chg="delSp add del mod setBg delAnim delDesignElem">
        <pc:chgData name="DEWE, HAYLEY L." userId="5cada80b-0f7b-49a5-96b2-656b100ca6c6" providerId="ADAL" clId="{926FD85E-E327-44FE-AC44-16DA2FBCD57E}" dt="2025-10-16T01:50:14.086" v="4802" actId="47"/>
        <pc:sldMkLst>
          <pc:docMk/>
          <pc:sldMk cId="4108301384" sldId="352"/>
        </pc:sldMkLst>
        <pc:spChg chg="del">
          <ac:chgData name="DEWE, HAYLEY L." userId="5cada80b-0f7b-49a5-96b2-656b100ca6c6" providerId="ADAL" clId="{926FD85E-E327-44FE-AC44-16DA2FBCD57E}" dt="2025-10-16T01:50:02.259" v="4800"/>
          <ac:spMkLst>
            <pc:docMk/>
            <pc:sldMk cId="4108301384" sldId="352"/>
            <ac:spMk id="1035" creationId="{8F54B2FB-3F54-4350-8D1B-F86D677CA7ED}"/>
          </ac:spMkLst>
        </pc:spChg>
        <pc:spChg chg="del">
          <ac:chgData name="DEWE, HAYLEY L." userId="5cada80b-0f7b-49a5-96b2-656b100ca6c6" providerId="ADAL" clId="{926FD85E-E327-44FE-AC44-16DA2FBCD57E}" dt="2025-10-16T01:50:02.259" v="4800"/>
          <ac:spMkLst>
            <pc:docMk/>
            <pc:sldMk cId="4108301384" sldId="352"/>
            <ac:spMk id="1041" creationId="{DDB56DB5-0324-4F79-9AB8-CB18C1DC8743}"/>
          </ac:spMkLst>
        </pc:spChg>
        <pc:spChg chg="del">
          <ac:chgData name="DEWE, HAYLEY L." userId="5cada80b-0f7b-49a5-96b2-656b100ca6c6" providerId="ADAL" clId="{926FD85E-E327-44FE-AC44-16DA2FBCD57E}" dt="2025-10-16T01:50:02.259" v="4800"/>
          <ac:spMkLst>
            <pc:docMk/>
            <pc:sldMk cId="4108301384" sldId="352"/>
            <ac:spMk id="1043" creationId="{C91B2AEB-9C03-4291-82DB-27D351F311F4}"/>
          </ac:spMkLst>
        </pc:spChg>
        <pc:picChg chg="del">
          <ac:chgData name="DEWE, HAYLEY L." userId="5cada80b-0f7b-49a5-96b2-656b100ca6c6" providerId="ADAL" clId="{926FD85E-E327-44FE-AC44-16DA2FBCD57E}" dt="2025-10-16T01:50:05.415" v="4801" actId="478"/>
          <ac:picMkLst>
            <pc:docMk/>
            <pc:sldMk cId="4108301384" sldId="352"/>
            <ac:picMk id="10" creationId="{CBDC8B5E-CC22-FB31-5090-9E1B5FD4BF67}"/>
          </ac:picMkLst>
        </pc:picChg>
        <pc:picChg chg="del">
          <ac:chgData name="DEWE, HAYLEY L." userId="5cada80b-0f7b-49a5-96b2-656b100ca6c6" providerId="ADAL" clId="{926FD85E-E327-44FE-AC44-16DA2FBCD57E}" dt="2025-10-16T01:50:02.259" v="4800"/>
          <ac:picMkLst>
            <pc:docMk/>
            <pc:sldMk cId="4108301384" sldId="352"/>
            <ac:picMk id="1031" creationId="{AA085689-791F-4B8F-9F30-12415B97D366}"/>
          </ac:picMkLst>
        </pc:picChg>
        <pc:picChg chg="del">
          <ac:chgData name="DEWE, HAYLEY L." userId="5cada80b-0f7b-49a5-96b2-656b100ca6c6" providerId="ADAL" clId="{926FD85E-E327-44FE-AC44-16DA2FBCD57E}" dt="2025-10-16T01:50:02.259" v="4800"/>
          <ac:picMkLst>
            <pc:docMk/>
            <pc:sldMk cId="4108301384" sldId="352"/>
            <ac:picMk id="1033" creationId="{AA3FED7F-6821-47C0-A464-E9278B24129E}"/>
          </ac:picMkLst>
        </pc:picChg>
        <pc:picChg chg="del">
          <ac:chgData name="DEWE, HAYLEY L." userId="5cada80b-0f7b-49a5-96b2-656b100ca6c6" providerId="ADAL" clId="{926FD85E-E327-44FE-AC44-16DA2FBCD57E}" dt="2025-10-16T01:50:02.259" v="4800"/>
          <ac:picMkLst>
            <pc:docMk/>
            <pc:sldMk cId="4108301384" sldId="352"/>
            <ac:picMk id="1037" creationId="{561B34F5-88E5-4711-BC16-3005C29AD7C6}"/>
          </ac:picMkLst>
        </pc:picChg>
        <pc:picChg chg="del">
          <ac:chgData name="DEWE, HAYLEY L." userId="5cada80b-0f7b-49a5-96b2-656b100ca6c6" providerId="ADAL" clId="{926FD85E-E327-44FE-AC44-16DA2FBCD57E}" dt="2025-10-16T01:50:02.259" v="4800"/>
          <ac:picMkLst>
            <pc:docMk/>
            <pc:sldMk cId="4108301384" sldId="352"/>
            <ac:picMk id="1039" creationId="{4F3661D0-2268-4D3E-88BA-0647BCBE33AF}"/>
          </ac:picMkLst>
        </pc:picChg>
      </pc:sldChg>
      <pc:sldMasterChg chg="modTransition modSldLayout">
        <pc:chgData name="DEWE, HAYLEY L." userId="5cada80b-0f7b-49a5-96b2-656b100ca6c6" providerId="ADAL" clId="{926FD85E-E327-44FE-AC44-16DA2FBCD57E}" dt="2025-10-15T23:49:24.543" v="26"/>
        <pc:sldMasterMkLst>
          <pc:docMk/>
          <pc:sldMasterMk cId="3516836950" sldId="2147483690"/>
        </pc:sldMasterMkLst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4121230025" sldId="214748369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731651643" sldId="214748369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67763074" sldId="214748369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644090643" sldId="214748369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673194985" sldId="214748369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705573580" sldId="214748369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68970472" sldId="2147483697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060775333" sldId="2147483698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049413050" sldId="2147483699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429450410" sldId="2147483700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91852759" sldId="214748370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95149509" sldId="214748370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786659591" sldId="214748370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37541521" sldId="214748370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319605821" sldId="214748370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579008724" sldId="214748370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EDD42D2D-14FD-456E-A4C1-2603210411A7}"/>
    <pc:docChg chg="undo custSel delSld modSld">
      <pc:chgData name="DEWE, HAYLEY L." userId="5cada80b-0f7b-49a5-96b2-656b100ca6c6" providerId="ADAL" clId="{EDD42D2D-14FD-456E-A4C1-2603210411A7}" dt="2025-10-16T02:43:30.812" v="61" actId="207"/>
      <pc:docMkLst>
        <pc:docMk/>
      </pc:docMkLst>
      <pc:sldChg chg="delSp mod">
        <pc:chgData name="DEWE, HAYLEY L." userId="5cada80b-0f7b-49a5-96b2-656b100ca6c6" providerId="ADAL" clId="{EDD42D2D-14FD-456E-A4C1-2603210411A7}" dt="2025-10-16T02:40:37.089" v="0" actId="478"/>
        <pc:sldMkLst>
          <pc:docMk/>
          <pc:sldMk cId="621895312" sldId="256"/>
        </pc:sldMkLst>
        <pc:spChg chg="del">
          <ac:chgData name="DEWE, HAYLEY L." userId="5cada80b-0f7b-49a5-96b2-656b100ca6c6" providerId="ADAL" clId="{EDD42D2D-14FD-456E-A4C1-2603210411A7}" dt="2025-10-16T02:40:37.089" v="0" actId="478"/>
          <ac:spMkLst>
            <pc:docMk/>
            <pc:sldMk cId="621895312" sldId="256"/>
            <ac:spMk id="2" creationId="{64542607-0AE5-82BA-68ED-B915945C201B}"/>
          </ac:spMkLst>
        </pc:spChg>
      </pc:sldChg>
      <pc:sldChg chg="modNotesTx">
        <pc:chgData name="DEWE, HAYLEY L." userId="5cada80b-0f7b-49a5-96b2-656b100ca6c6" providerId="ADAL" clId="{EDD42D2D-14FD-456E-A4C1-2603210411A7}" dt="2025-10-16T02:41:15.380" v="20" actId="20577"/>
        <pc:sldMkLst>
          <pc:docMk/>
          <pc:sldMk cId="3862151110" sldId="286"/>
        </pc:sldMkLst>
      </pc:sldChg>
      <pc:sldChg chg="modNotesTx">
        <pc:chgData name="DEWE, HAYLEY L." userId="5cada80b-0f7b-49a5-96b2-656b100ca6c6" providerId="ADAL" clId="{EDD42D2D-14FD-456E-A4C1-2603210411A7}" dt="2025-10-16T02:41:20.275" v="22" actId="20577"/>
        <pc:sldMkLst>
          <pc:docMk/>
          <pc:sldMk cId="3524497358" sldId="298"/>
        </pc:sldMkLst>
      </pc:sldChg>
      <pc:sldChg chg="modNotesTx">
        <pc:chgData name="DEWE, HAYLEY L." userId="5cada80b-0f7b-49a5-96b2-656b100ca6c6" providerId="ADAL" clId="{EDD42D2D-14FD-456E-A4C1-2603210411A7}" dt="2025-10-16T02:40:51.828" v="12" actId="20577"/>
        <pc:sldMkLst>
          <pc:docMk/>
          <pc:sldMk cId="1557494676" sldId="301"/>
        </pc:sldMkLst>
      </pc:sldChg>
      <pc:sldChg chg="modNotesTx">
        <pc:chgData name="DEWE, HAYLEY L." userId="5cada80b-0f7b-49a5-96b2-656b100ca6c6" providerId="ADAL" clId="{EDD42D2D-14FD-456E-A4C1-2603210411A7}" dt="2025-10-16T02:40:57.600" v="13" actId="20577"/>
        <pc:sldMkLst>
          <pc:docMk/>
          <pc:sldMk cId="3207344223" sldId="305"/>
        </pc:sldMkLst>
      </pc:sldChg>
      <pc:sldChg chg="modNotesTx">
        <pc:chgData name="DEWE, HAYLEY L." userId="5cada80b-0f7b-49a5-96b2-656b100ca6c6" providerId="ADAL" clId="{EDD42D2D-14FD-456E-A4C1-2603210411A7}" dt="2025-10-16T02:41:28.143" v="25" actId="20577"/>
        <pc:sldMkLst>
          <pc:docMk/>
          <pc:sldMk cId="1866738169" sldId="306"/>
        </pc:sldMkLst>
      </pc:sldChg>
      <pc:sldChg chg="modNotesTx">
        <pc:chgData name="DEWE, HAYLEY L." userId="5cada80b-0f7b-49a5-96b2-656b100ca6c6" providerId="ADAL" clId="{EDD42D2D-14FD-456E-A4C1-2603210411A7}" dt="2025-10-16T02:41:07.831" v="18" actId="20577"/>
        <pc:sldMkLst>
          <pc:docMk/>
          <pc:sldMk cId="4188619755" sldId="312"/>
        </pc:sldMkLst>
      </pc:sldChg>
      <pc:sldChg chg="del modNotesTx">
        <pc:chgData name="DEWE, HAYLEY L." userId="5cada80b-0f7b-49a5-96b2-656b100ca6c6" providerId="ADAL" clId="{EDD42D2D-14FD-456E-A4C1-2603210411A7}" dt="2025-10-16T02:42:38.015" v="33" actId="47"/>
        <pc:sldMkLst>
          <pc:docMk/>
          <pc:sldMk cId="3234205895" sldId="325"/>
        </pc:sldMkLst>
      </pc:sldChg>
      <pc:sldChg chg="modNotesTx">
        <pc:chgData name="DEWE, HAYLEY L." userId="5cada80b-0f7b-49a5-96b2-656b100ca6c6" providerId="ADAL" clId="{EDD42D2D-14FD-456E-A4C1-2603210411A7}" dt="2025-10-16T02:41:22.093" v="23" actId="20577"/>
        <pc:sldMkLst>
          <pc:docMk/>
          <pc:sldMk cId="369844883" sldId="326"/>
        </pc:sldMkLst>
      </pc:sldChg>
      <pc:sldChg chg="modNotesTx">
        <pc:chgData name="DEWE, HAYLEY L." userId="5cada80b-0f7b-49a5-96b2-656b100ca6c6" providerId="ADAL" clId="{EDD42D2D-14FD-456E-A4C1-2603210411A7}" dt="2025-10-16T02:40:48.515" v="1" actId="20577"/>
        <pc:sldMkLst>
          <pc:docMk/>
          <pc:sldMk cId="2423872994" sldId="328"/>
        </pc:sldMkLst>
      </pc:sldChg>
      <pc:sldChg chg="modNotesTx">
        <pc:chgData name="DEWE, HAYLEY L." userId="5cada80b-0f7b-49a5-96b2-656b100ca6c6" providerId="ADAL" clId="{EDD42D2D-14FD-456E-A4C1-2603210411A7}" dt="2025-10-16T02:41:11.895" v="19" actId="20577"/>
        <pc:sldMkLst>
          <pc:docMk/>
          <pc:sldMk cId="4232996817" sldId="329"/>
        </pc:sldMkLst>
      </pc:sldChg>
      <pc:sldChg chg="modNotesTx">
        <pc:chgData name="DEWE, HAYLEY L." userId="5cada80b-0f7b-49a5-96b2-656b100ca6c6" providerId="ADAL" clId="{EDD42D2D-14FD-456E-A4C1-2603210411A7}" dt="2025-10-16T02:41:44.500" v="29" actId="20577"/>
        <pc:sldMkLst>
          <pc:docMk/>
          <pc:sldMk cId="2093560962" sldId="333"/>
        </pc:sldMkLst>
      </pc:sldChg>
      <pc:sldChg chg="modNotesTx">
        <pc:chgData name="DEWE, HAYLEY L." userId="5cada80b-0f7b-49a5-96b2-656b100ca6c6" providerId="ADAL" clId="{EDD42D2D-14FD-456E-A4C1-2603210411A7}" dt="2025-10-16T02:41:04.370" v="17" actId="20577"/>
        <pc:sldMkLst>
          <pc:docMk/>
          <pc:sldMk cId="2763638759" sldId="337"/>
        </pc:sldMkLst>
      </pc:sldChg>
      <pc:sldChg chg="modNotesTx">
        <pc:chgData name="DEWE, HAYLEY L." userId="5cada80b-0f7b-49a5-96b2-656b100ca6c6" providerId="ADAL" clId="{EDD42D2D-14FD-456E-A4C1-2603210411A7}" dt="2025-10-16T02:41:00.320" v="15" actId="20577"/>
        <pc:sldMkLst>
          <pc:docMk/>
          <pc:sldMk cId="1585753451" sldId="338"/>
        </pc:sldMkLst>
      </pc:sldChg>
      <pc:sldChg chg="modNotesTx">
        <pc:chgData name="DEWE, HAYLEY L." userId="5cada80b-0f7b-49a5-96b2-656b100ca6c6" providerId="ADAL" clId="{EDD42D2D-14FD-456E-A4C1-2603210411A7}" dt="2025-10-16T02:41:02.531" v="16" actId="20577"/>
        <pc:sldMkLst>
          <pc:docMk/>
          <pc:sldMk cId="4232275862" sldId="339"/>
        </pc:sldMkLst>
      </pc:sldChg>
      <pc:sldChg chg="modNotesTx">
        <pc:chgData name="DEWE, HAYLEY L." userId="5cada80b-0f7b-49a5-96b2-656b100ca6c6" providerId="ADAL" clId="{EDD42D2D-14FD-456E-A4C1-2603210411A7}" dt="2025-10-16T02:41:26.322" v="24" actId="20577"/>
        <pc:sldMkLst>
          <pc:docMk/>
          <pc:sldMk cId="4038684548" sldId="345"/>
        </pc:sldMkLst>
      </pc:sldChg>
      <pc:sldChg chg="modNotesTx">
        <pc:chgData name="DEWE, HAYLEY L." userId="5cada80b-0f7b-49a5-96b2-656b100ca6c6" providerId="ADAL" clId="{EDD42D2D-14FD-456E-A4C1-2603210411A7}" dt="2025-10-16T02:41:30.472" v="26" actId="20577"/>
        <pc:sldMkLst>
          <pc:docMk/>
          <pc:sldMk cId="2425083260" sldId="346"/>
        </pc:sldMkLst>
      </pc:sldChg>
      <pc:sldChg chg="modNotesTx">
        <pc:chgData name="DEWE, HAYLEY L." userId="5cada80b-0f7b-49a5-96b2-656b100ca6c6" providerId="ADAL" clId="{EDD42D2D-14FD-456E-A4C1-2603210411A7}" dt="2025-10-16T02:41:32.154" v="27" actId="20577"/>
        <pc:sldMkLst>
          <pc:docMk/>
          <pc:sldMk cId="3371320197" sldId="347"/>
        </pc:sldMkLst>
      </pc:sldChg>
      <pc:sldChg chg="modSp mod modNotesTx">
        <pc:chgData name="DEWE, HAYLEY L." userId="5cada80b-0f7b-49a5-96b2-656b100ca6c6" providerId="ADAL" clId="{EDD42D2D-14FD-456E-A4C1-2603210411A7}" dt="2025-10-16T02:43:30.812" v="61" actId="207"/>
        <pc:sldMkLst>
          <pc:docMk/>
          <pc:sldMk cId="2852232281" sldId="348"/>
        </pc:sldMkLst>
        <pc:spChg chg="mod">
          <ac:chgData name="DEWE, HAYLEY L." userId="5cada80b-0f7b-49a5-96b2-656b100ca6c6" providerId="ADAL" clId="{EDD42D2D-14FD-456E-A4C1-2603210411A7}" dt="2025-10-16T02:43:26.834" v="60" actId="207"/>
          <ac:spMkLst>
            <pc:docMk/>
            <pc:sldMk cId="2852232281" sldId="348"/>
            <ac:spMk id="10" creationId="{17B3C3F3-DC97-7E1B-F76C-67C700CED36B}"/>
          </ac:spMkLst>
        </pc:spChg>
        <pc:spChg chg="mod">
          <ac:chgData name="DEWE, HAYLEY L." userId="5cada80b-0f7b-49a5-96b2-656b100ca6c6" providerId="ADAL" clId="{EDD42D2D-14FD-456E-A4C1-2603210411A7}" dt="2025-10-16T02:43:30.812" v="61" actId="207"/>
          <ac:spMkLst>
            <pc:docMk/>
            <pc:sldMk cId="2852232281" sldId="348"/>
            <ac:spMk id="11" creationId="{AA5BD7EE-2F03-C58C-B93F-41A677EBACC8}"/>
          </ac:spMkLst>
        </pc:spChg>
      </pc:sldChg>
      <pc:sldChg chg="del modNotesTx">
        <pc:chgData name="DEWE, HAYLEY L." userId="5cada80b-0f7b-49a5-96b2-656b100ca6c6" providerId="ADAL" clId="{EDD42D2D-14FD-456E-A4C1-2603210411A7}" dt="2025-10-16T02:41:56.591" v="32" actId="47"/>
        <pc:sldMkLst>
          <pc:docMk/>
          <pc:sldMk cId="2617131412" sldId="350"/>
        </pc:sldMkLst>
      </pc:sldChg>
      <pc:sldChg chg="modNotesTx">
        <pc:chgData name="DEWE, HAYLEY L." userId="5cada80b-0f7b-49a5-96b2-656b100ca6c6" providerId="ADAL" clId="{EDD42D2D-14FD-456E-A4C1-2603210411A7}" dt="2025-10-16T02:41:46.310" v="30" actId="20577"/>
        <pc:sldMkLst>
          <pc:docMk/>
          <pc:sldMk cId="2417051397" sldId="35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Quantitative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Qualitative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Experimental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1800" dirty="0"/>
            <a:t>Manipulate, control variables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AEB02C10-7A6D-4162-B77E-23AA17392922}">
      <dgm:prSet phldrT="[Text]" custT="1"/>
      <dgm:spPr/>
      <dgm:t>
        <a:bodyPr/>
        <a:lstStyle/>
        <a:p>
          <a:r>
            <a:rPr lang="en-GB" sz="1800" dirty="0"/>
            <a:t>Cause and effect relationships</a:t>
          </a:r>
        </a:p>
      </dgm:t>
    </dgm:pt>
    <dgm:pt modelId="{787D46A5-358C-481D-BE80-02FDEA0FA10A}" type="parTrans" cxnId="{FBB87C9D-4B05-44CA-8480-1B95CDF80550}">
      <dgm:prSet/>
      <dgm:spPr/>
      <dgm:t>
        <a:bodyPr/>
        <a:lstStyle/>
        <a:p>
          <a:endParaRPr lang="en-GB" sz="1800"/>
        </a:p>
      </dgm:t>
    </dgm:pt>
    <dgm:pt modelId="{84185484-FC38-4B7C-9A0A-174422482B4A}" type="sibTrans" cxnId="{FBB87C9D-4B05-44CA-8480-1B95CDF80550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1800" dirty="0"/>
            <a:t>Manipulate, without random assignment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Non-Experimental 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1800" dirty="0"/>
            <a:t>To observe and describe, no manipulation </a:t>
          </a:r>
          <a:r>
            <a:rPr lang="en-GB" sz="1800" b="1" u="sng" dirty="0"/>
            <a:t>Subtypes</a:t>
          </a:r>
          <a:r>
            <a:rPr lang="en-GB" sz="1800" u="sng" dirty="0"/>
            <a:t>: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Quantitative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Quasi-Experimental</a:t>
          </a:r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AF404CBD-2126-4824-A774-265CAC6BB91A}">
      <dgm:prSet phldrT="[Text]" custT="1"/>
      <dgm:spPr/>
      <dgm:t>
        <a:bodyPr/>
        <a:lstStyle/>
        <a:p>
          <a:r>
            <a:rPr lang="en-GB" sz="1800" dirty="0"/>
            <a:t>Some cause and effect relationships</a:t>
          </a:r>
        </a:p>
      </dgm:t>
    </dgm:pt>
    <dgm:pt modelId="{0BA8B322-1759-41BB-AFC6-1E32D76E58EF}" type="parTrans" cxnId="{FE723C18-D959-48B3-94A2-5C83182B6C04}">
      <dgm:prSet/>
      <dgm:spPr/>
      <dgm:t>
        <a:bodyPr/>
        <a:lstStyle/>
        <a:p>
          <a:endParaRPr lang="en-GB"/>
        </a:p>
      </dgm:t>
    </dgm:pt>
    <dgm:pt modelId="{809EF41A-C969-4482-A682-368C700C024E}" type="sibTrans" cxnId="{FE723C18-D959-48B3-94A2-5C83182B6C04}">
      <dgm:prSet/>
      <dgm:spPr/>
      <dgm:t>
        <a:bodyPr/>
        <a:lstStyle/>
        <a:p>
          <a:endParaRPr lang="en-GB"/>
        </a:p>
      </dgm:t>
    </dgm:pt>
    <dgm:pt modelId="{F83B57E8-B104-4D6C-A54D-F198C55BFF75}">
      <dgm:prSet phldrT="[Text]" custT="1"/>
      <dgm:spPr/>
      <dgm:t>
        <a:bodyPr/>
        <a:lstStyle/>
        <a:p>
          <a:r>
            <a:rPr lang="en-GB" sz="1800" dirty="0"/>
            <a:t>Example: lab experiments</a:t>
          </a:r>
        </a:p>
      </dgm:t>
    </dgm:pt>
    <dgm:pt modelId="{B655FBB9-CE9A-4AC7-A095-D7BF979476B2}" type="parTrans" cxnId="{FF4001AF-830B-408A-9815-D69F43B141C4}">
      <dgm:prSet/>
      <dgm:spPr/>
      <dgm:t>
        <a:bodyPr/>
        <a:lstStyle/>
        <a:p>
          <a:endParaRPr lang="en-GB"/>
        </a:p>
      </dgm:t>
    </dgm:pt>
    <dgm:pt modelId="{D6B4FFB0-2DA3-446A-9C77-A67CFBC1B810}" type="sibTrans" cxnId="{FF4001AF-830B-408A-9815-D69F43B141C4}">
      <dgm:prSet/>
      <dgm:spPr/>
      <dgm:t>
        <a:bodyPr/>
        <a:lstStyle/>
        <a:p>
          <a:endParaRPr lang="en-GB"/>
        </a:p>
      </dgm:t>
    </dgm:pt>
    <dgm:pt modelId="{5FA59C72-7918-4799-89CB-21052E8D2E97}">
      <dgm:prSet phldrT="[Text]" custT="1"/>
      <dgm:spPr/>
      <dgm:t>
        <a:bodyPr/>
        <a:lstStyle/>
        <a:p>
          <a:r>
            <a:rPr lang="en-GB" sz="1800" dirty="0"/>
            <a:t>Example: real-world settings e.g. healthcare</a:t>
          </a:r>
        </a:p>
      </dgm:t>
    </dgm:pt>
    <dgm:pt modelId="{DD456115-4C33-477A-8578-667A8008DE24}" type="parTrans" cxnId="{E2A04BD1-4449-4561-A340-9AB9BC460572}">
      <dgm:prSet/>
      <dgm:spPr/>
      <dgm:t>
        <a:bodyPr/>
        <a:lstStyle/>
        <a:p>
          <a:endParaRPr lang="en-GB"/>
        </a:p>
      </dgm:t>
    </dgm:pt>
    <dgm:pt modelId="{516A0E62-2FC5-4CAC-990B-4D667381A24E}" type="sibTrans" cxnId="{E2A04BD1-4449-4561-A340-9AB9BC460572}">
      <dgm:prSet/>
      <dgm:spPr/>
      <dgm:t>
        <a:bodyPr/>
        <a:lstStyle/>
        <a:p>
          <a:endParaRPr lang="en-GB"/>
        </a:p>
      </dgm:t>
    </dgm:pt>
    <dgm:pt modelId="{BA72F40A-1ED9-43C8-B962-5D2BFBB2FA73}">
      <dgm:prSet phldrT="[Text]" custT="1"/>
      <dgm:spPr/>
      <dgm:t>
        <a:bodyPr/>
        <a:lstStyle/>
        <a:p>
          <a:r>
            <a:rPr lang="en-GB" sz="1800" u="sng" dirty="0"/>
            <a:t>Correlational</a:t>
          </a:r>
          <a:r>
            <a:rPr lang="en-GB" sz="1800" dirty="0"/>
            <a:t> (relation between variables, no causality)</a:t>
          </a:r>
        </a:p>
      </dgm:t>
    </dgm:pt>
    <dgm:pt modelId="{6BBBD688-AB59-4350-AFCF-4B5D5902086B}" type="parTrans" cxnId="{C3993083-9504-475E-A0CA-C5081C63EC9B}">
      <dgm:prSet/>
      <dgm:spPr/>
      <dgm:t>
        <a:bodyPr/>
        <a:lstStyle/>
        <a:p>
          <a:endParaRPr lang="en-GB"/>
        </a:p>
      </dgm:t>
    </dgm:pt>
    <dgm:pt modelId="{5E5C6662-09A7-44E9-B403-42736E9C35CE}" type="sibTrans" cxnId="{C3993083-9504-475E-A0CA-C5081C63EC9B}">
      <dgm:prSet/>
      <dgm:spPr/>
      <dgm:t>
        <a:bodyPr/>
        <a:lstStyle/>
        <a:p>
          <a:endParaRPr lang="en-GB"/>
        </a:p>
      </dgm:t>
    </dgm:pt>
    <dgm:pt modelId="{B5F3AC73-2149-48C7-9654-9A6B1C6D42FD}">
      <dgm:prSet phldrT="[Text]" custT="1"/>
      <dgm:spPr/>
      <dgm:t>
        <a:bodyPr/>
        <a:lstStyle/>
        <a:p>
          <a:r>
            <a:rPr lang="en-GB" sz="1800" u="sng" dirty="0"/>
            <a:t>Descriptive</a:t>
          </a:r>
          <a:r>
            <a:rPr lang="en-GB" sz="1800" dirty="0"/>
            <a:t> (characteristics of behaviour)</a:t>
          </a:r>
        </a:p>
      </dgm:t>
    </dgm:pt>
    <dgm:pt modelId="{CCFCA9E1-40AC-4B4E-B64C-E8B18BBA16E0}" type="parTrans" cxnId="{774B41AF-FAC0-456E-94B2-6DADCE64C5E6}">
      <dgm:prSet/>
      <dgm:spPr/>
      <dgm:t>
        <a:bodyPr/>
        <a:lstStyle/>
        <a:p>
          <a:endParaRPr lang="en-GB"/>
        </a:p>
      </dgm:t>
    </dgm:pt>
    <dgm:pt modelId="{82259B59-DB15-4430-AAEE-AE7E98BE3576}" type="sibTrans" cxnId="{774B41AF-FAC0-456E-94B2-6DADCE64C5E6}">
      <dgm:prSet/>
      <dgm:spPr/>
      <dgm:t>
        <a:bodyPr/>
        <a:lstStyle/>
        <a:p>
          <a:endParaRPr lang="en-GB"/>
        </a:p>
      </dgm:t>
    </dgm:pt>
    <dgm:pt modelId="{6D7C76B2-403A-47C0-8971-E68CA7CC2AB9}">
      <dgm:prSet phldrT="[Text]" custT="1"/>
      <dgm:spPr/>
      <dgm:t>
        <a:bodyPr/>
        <a:lstStyle/>
        <a:p>
          <a:r>
            <a:rPr lang="en-GB" sz="1800" u="sng" dirty="0"/>
            <a:t>Survey</a:t>
          </a:r>
          <a:r>
            <a:rPr lang="en-GB" sz="1800" dirty="0"/>
            <a:t> (collect self-report data)</a:t>
          </a:r>
        </a:p>
      </dgm:t>
    </dgm:pt>
    <dgm:pt modelId="{F038ABCC-A7B8-4984-8D07-F258D5FD8E60}" type="parTrans" cxnId="{5F0A26B7-2427-40A9-90AF-307D58B9981E}">
      <dgm:prSet/>
      <dgm:spPr/>
      <dgm:t>
        <a:bodyPr/>
        <a:lstStyle/>
        <a:p>
          <a:endParaRPr lang="en-GB"/>
        </a:p>
      </dgm:t>
    </dgm:pt>
    <dgm:pt modelId="{14F91B6C-8705-4A7C-9CDA-1F56B082BC76}" type="sibTrans" cxnId="{5F0A26B7-2427-40A9-90AF-307D58B9981E}">
      <dgm:prSet/>
      <dgm:spPr/>
      <dgm:t>
        <a:bodyPr/>
        <a:lstStyle/>
        <a:p>
          <a:endParaRPr lang="en-GB"/>
        </a:p>
      </dgm:t>
    </dgm:pt>
    <dgm:pt modelId="{33AD7DB3-CDBC-436E-BB30-EC72CC633FCF}">
      <dgm:prSet phldrT="[Text]" custT="1"/>
      <dgm:spPr/>
      <dgm:t>
        <a:bodyPr/>
        <a:lstStyle/>
        <a:p>
          <a:r>
            <a:rPr lang="en-GB" sz="1800" u="sng" dirty="0"/>
            <a:t>Observational</a:t>
          </a:r>
          <a:r>
            <a:rPr lang="en-GB" sz="1800" dirty="0"/>
            <a:t> (natural settings, numeric)</a:t>
          </a:r>
        </a:p>
      </dgm:t>
    </dgm:pt>
    <dgm:pt modelId="{137CBE64-97B8-4BEC-9EAE-AC77D7B55F79}" type="parTrans" cxnId="{38D20FA9-422E-4D20-9D17-7901355991D4}">
      <dgm:prSet/>
      <dgm:spPr/>
      <dgm:t>
        <a:bodyPr/>
        <a:lstStyle/>
        <a:p>
          <a:endParaRPr lang="en-GB"/>
        </a:p>
      </dgm:t>
    </dgm:pt>
    <dgm:pt modelId="{DBC1C0F0-90FF-468F-8941-A96BBCF38954}" type="sibTrans" cxnId="{38D20FA9-422E-4D20-9D17-7901355991D4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4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4" custScaleX="80473" custScaleY="71665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3" custScaleX="115022" custScaleY="75589">
        <dgm:presLayoutVars>
          <dgm:bulletEnabled val="1"/>
        </dgm:presLayoutVars>
      </dgm:prSet>
      <dgm:spPr>
        <a:prstGeom prst="roundRect">
          <a:avLst/>
        </a:prstGeom>
      </dgm:spPr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4" custScaleX="81322" custScaleY="61295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3" custScaleX="117510" custScaleY="63635">
        <dgm:presLayoutVars>
          <dgm:bulletEnabled val="1"/>
        </dgm:presLayoutVars>
      </dgm:prSet>
      <dgm:spPr>
        <a:prstGeom prst="roundRect">
          <a:avLst/>
        </a:prstGeom>
      </dgm:spPr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4" custScaleX="81322" custLinFactNeighborX="-1" custLinFactNeighborY="-863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3" custScaleX="115828" custScaleY="12403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FE723C18-D959-48B3-94A2-5C83182B6C04}" srcId="{11FF8FEE-A465-4AD8-92A0-B6704999FCFC}" destId="{AF404CBD-2126-4824-A774-265CAC6BB91A}" srcOrd="1" destOrd="0" parTransId="{0BA8B322-1759-41BB-AFC6-1E32D76E58EF}" sibTransId="{809EF41A-C969-4482-A682-368C700C024E}"/>
    <dgm:cxn modelId="{6E376018-E3BB-4C37-B538-71D539D72D71}" type="presOf" srcId="{AF404CBD-2126-4824-A774-265CAC6BB91A}" destId="{9E1C77DF-1F03-4448-995C-BB9251236616}" srcOrd="0" destOrd="1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268E2B41-C196-4BA2-A655-36C993D71E4E}" type="presOf" srcId="{33AD7DB3-CDBC-436E-BB30-EC72CC633FCF}" destId="{2FB568BD-34EE-4EA4-B34A-627B2BE207E8}" srcOrd="0" destOrd="4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2AB83363-1652-4970-81AF-F59F23942B60}" type="presOf" srcId="{B5F3AC73-2149-48C7-9654-9A6B1C6D42FD}" destId="{2FB568BD-34EE-4EA4-B34A-627B2BE207E8}" srcOrd="0" destOrd="2" presId="urn:microsoft.com/office/officeart/2005/8/layout/vList5"/>
    <dgm:cxn modelId="{56F08065-E373-40D4-9CA2-1FF94B89472E}" type="presOf" srcId="{6D7C76B2-403A-47C0-8971-E68CA7CC2AB9}" destId="{2FB568BD-34EE-4EA4-B34A-627B2BE207E8}" srcOrd="0" destOrd="3" presId="urn:microsoft.com/office/officeart/2005/8/layout/vList5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81F2FA6C-4916-4736-94FE-0FDF3AF5A4DB}" type="presOf" srcId="{5FA59C72-7918-4799-89CB-21052E8D2E97}" destId="{9E1C77DF-1F03-4448-995C-BB9251236616}" srcOrd="0" destOrd="2" presId="urn:microsoft.com/office/officeart/2005/8/layout/vList5"/>
    <dgm:cxn modelId="{F2EB2B4E-C0AF-4342-84D1-B31B355F0B79}" type="presOf" srcId="{AEB02C10-7A6D-4162-B77E-23AA17392922}" destId="{BBE8FC3B-BC14-4EB2-B338-ED0E22F77CFD}" srcOrd="0" destOrd="1" presId="urn:microsoft.com/office/officeart/2005/8/layout/vList5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C3993083-9504-475E-A0CA-C5081C63EC9B}" srcId="{5E260BC0-7212-462B-9F76-63B6B0AF2321}" destId="{BA72F40A-1ED9-43C8-B962-5D2BFBB2FA73}" srcOrd="1" destOrd="0" parTransId="{6BBBD688-AB59-4350-AFCF-4B5D5902086B}" sibTransId="{5E5C6662-09A7-44E9-B403-42736E9C35CE}"/>
    <dgm:cxn modelId="{FBB87C9D-4B05-44CA-8480-1B95CDF80550}" srcId="{798C657A-2ABE-400A-9027-7F9221944AC1}" destId="{AEB02C10-7A6D-4162-B77E-23AA17392922}" srcOrd="1" destOrd="0" parTransId="{787D46A5-358C-481D-BE80-02FDEA0FA10A}" sibTransId="{84185484-FC38-4B7C-9A0A-174422482B4A}"/>
    <dgm:cxn modelId="{38D20FA9-422E-4D20-9D17-7901355991D4}" srcId="{5E260BC0-7212-462B-9F76-63B6B0AF2321}" destId="{33AD7DB3-CDBC-436E-BB30-EC72CC633FCF}" srcOrd="4" destOrd="0" parTransId="{137CBE64-97B8-4BEC-9EAE-AC77D7B55F79}" sibTransId="{DBC1C0F0-90FF-468F-8941-A96BBCF38954}"/>
    <dgm:cxn modelId="{FF4001AF-830B-408A-9815-D69F43B141C4}" srcId="{798C657A-2ABE-400A-9027-7F9221944AC1}" destId="{F83B57E8-B104-4D6C-A54D-F198C55BFF75}" srcOrd="2" destOrd="0" parTransId="{B655FBB9-CE9A-4AC7-A095-D7BF979476B2}" sibTransId="{D6B4FFB0-2DA3-446A-9C77-A67CFBC1B810}"/>
    <dgm:cxn modelId="{774B41AF-FAC0-456E-94B2-6DADCE64C5E6}" srcId="{5E260BC0-7212-462B-9F76-63B6B0AF2321}" destId="{B5F3AC73-2149-48C7-9654-9A6B1C6D42FD}" srcOrd="2" destOrd="0" parTransId="{CCFCA9E1-40AC-4B4E-B64C-E8B18BBA16E0}" sibTransId="{82259B59-DB15-4430-AAEE-AE7E98BE3576}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5F0A26B7-2427-40A9-90AF-307D58B9981E}" srcId="{5E260BC0-7212-462B-9F76-63B6B0AF2321}" destId="{6D7C76B2-403A-47C0-8971-E68CA7CC2AB9}" srcOrd="3" destOrd="0" parTransId="{F038ABCC-A7B8-4984-8D07-F258D5FD8E60}" sibTransId="{14F91B6C-8705-4A7C-9CDA-1F56B082BC76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1CDF77CB-6924-4F8A-AD4B-7EA8C7B3A29E}" type="presOf" srcId="{F83B57E8-B104-4D6C-A54D-F198C55BFF75}" destId="{BBE8FC3B-BC14-4EB2-B338-ED0E22F77CFD}" srcOrd="0" destOrd="2" presId="urn:microsoft.com/office/officeart/2005/8/layout/vList5"/>
    <dgm:cxn modelId="{174F11CF-AA9A-4BDA-954C-79B0A584013C}" type="presOf" srcId="{BA72F40A-1ED9-43C8-B962-5D2BFBB2FA73}" destId="{2FB568BD-34EE-4EA4-B34A-627B2BE207E8}" srcOrd="0" destOrd="1" presId="urn:microsoft.com/office/officeart/2005/8/layout/vList5"/>
    <dgm:cxn modelId="{E2A04BD1-4449-4561-A340-9AB9BC460572}" srcId="{11FF8FEE-A465-4AD8-92A0-B6704999FCFC}" destId="{5FA59C72-7918-4799-89CB-21052E8D2E97}" srcOrd="2" destOrd="0" parTransId="{DD456115-4C33-477A-8578-667A8008DE24}" sibTransId="{516A0E62-2FC5-4CAC-990B-4D667381A24E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Experimental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Non-Experimental 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Quantitative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Quasi-Experimental</a:t>
          </a:r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4" custScaleX="277778" custScaleY="41407" custLinFactNeighborX="0" custLinFactNeighborY="-283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4" custScaleX="80473" custScaleY="71665">
        <dgm:presLayoutVars>
          <dgm:chMax val="1"/>
          <dgm:bulletEnabled val="1"/>
        </dgm:presLayoutVars>
      </dgm:prSet>
      <dgm:spPr/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4" custScaleX="81322" custScaleY="61295" custLinFactNeighborX="-559" custLinFactNeighborY="-1971">
        <dgm:presLayoutVars>
          <dgm:chMax val="1"/>
          <dgm:bulletEnabled val="1"/>
        </dgm:presLayoutVars>
      </dgm:prSet>
      <dgm:spPr/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4" custScaleX="81322" custLinFactNeighborX="-1" custLinFactNeighborY="-863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2" qsCatId="simple" csTypeId="urn:microsoft.com/office/officeart/2005/8/colors/accent4_3" csCatId="accent4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Ethnography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1800" dirty="0"/>
            <a:t>Immersion: researcher embeds themselves in the culture/daily life of the participants (e.g. sharing behaviours, language)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Phenomenology</a:t>
          </a:r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1800" dirty="0"/>
            <a:t>Studying an event or activity as it happens from different perspectives/insights – lived experiences of a phenomenon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Case study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1800" dirty="0"/>
            <a:t>In-depth understanding of one participant (or small number of </a:t>
          </a:r>
          <a:r>
            <a:rPr lang="en-GB" sz="1800" dirty="0" err="1"/>
            <a:t>pps</a:t>
          </a:r>
          <a:r>
            <a:rPr lang="en-GB" sz="1800" dirty="0"/>
            <a:t>). Contextual – detailed information.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Qualitative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EDD1790A-FFC8-4B43-A406-5C8A959A614D}">
      <dgm:prSet custT="1"/>
      <dgm:spPr/>
      <dgm:t>
        <a:bodyPr/>
        <a:lstStyle/>
        <a:p>
          <a:r>
            <a:rPr lang="en-GB" sz="2300" dirty="0"/>
            <a:t>Narrative</a:t>
          </a:r>
        </a:p>
      </dgm:t>
    </dgm:pt>
    <dgm:pt modelId="{CED8277F-2D8F-483F-BCDF-CC5B590EE3C3}" type="parTrans" cxnId="{4C990450-B41C-47D2-BEBF-D736C9F409AF}">
      <dgm:prSet/>
      <dgm:spPr/>
      <dgm:t>
        <a:bodyPr/>
        <a:lstStyle/>
        <a:p>
          <a:endParaRPr lang="en-GB"/>
        </a:p>
      </dgm:t>
    </dgm:pt>
    <dgm:pt modelId="{58AE465F-DB9B-4741-B80E-26689BC310E0}" type="sibTrans" cxnId="{4C990450-B41C-47D2-BEBF-D736C9F409AF}">
      <dgm:prSet/>
      <dgm:spPr/>
      <dgm:t>
        <a:bodyPr/>
        <a:lstStyle/>
        <a:p>
          <a:endParaRPr lang="en-GB"/>
        </a:p>
      </dgm:t>
    </dgm:pt>
    <dgm:pt modelId="{F790788B-1171-4BAA-AB36-A62513C99AE3}">
      <dgm:prSet custT="1"/>
      <dgm:spPr/>
      <dgm:t>
        <a:bodyPr/>
        <a:lstStyle/>
        <a:p>
          <a:r>
            <a:rPr lang="en-GB" sz="1800" dirty="0"/>
            <a:t>Gathers data from one or more participants through interviews etc. over time </a:t>
          </a:r>
        </a:p>
      </dgm:t>
    </dgm:pt>
    <dgm:pt modelId="{A187F6B0-D433-4951-AC51-D7018421DD35}" type="parTrans" cxnId="{B54AE3DA-B76F-44EB-8875-0B58915EC329}">
      <dgm:prSet/>
      <dgm:spPr/>
      <dgm:t>
        <a:bodyPr/>
        <a:lstStyle/>
        <a:p>
          <a:endParaRPr lang="en-GB"/>
        </a:p>
      </dgm:t>
    </dgm:pt>
    <dgm:pt modelId="{69436FFE-1DC8-4383-9306-DD680D4D50C1}" type="sibTrans" cxnId="{B54AE3DA-B76F-44EB-8875-0B58915EC329}">
      <dgm:prSet/>
      <dgm:spPr/>
      <dgm:t>
        <a:bodyPr/>
        <a:lstStyle/>
        <a:p>
          <a:endParaRPr lang="en-GB"/>
        </a:p>
      </dgm:t>
    </dgm:pt>
    <dgm:pt modelId="{4C297C12-10A7-4291-8D71-4DA0B1CCAF0D}">
      <dgm:prSet custT="1"/>
      <dgm:spPr/>
      <dgm:t>
        <a:bodyPr/>
        <a:lstStyle/>
        <a:p>
          <a:r>
            <a:rPr lang="en-GB" sz="1800" dirty="0"/>
            <a:t>Focuses on the experience of individuals (e.g. students as they progress through university)</a:t>
          </a:r>
        </a:p>
      </dgm:t>
    </dgm:pt>
    <dgm:pt modelId="{B365A1EF-E029-4CF2-9F66-6EFE2124E057}" type="parTrans" cxnId="{52610C7F-482D-404D-95E0-3E363873FB97}">
      <dgm:prSet/>
      <dgm:spPr/>
    </dgm:pt>
    <dgm:pt modelId="{2CF4B816-890F-4C22-A867-3033E956053A}" type="sibTrans" cxnId="{52610C7F-482D-404D-95E0-3E363873FB97}">
      <dgm:prSet/>
      <dgm:spPr/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5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5" custScaleX="80257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4" custScaleX="114669">
        <dgm:presLayoutVars>
          <dgm:bulletEnabled val="1"/>
        </dgm:presLayoutVars>
      </dgm:prSet>
      <dgm:spPr>
        <a:prstGeom prst="roundRect">
          <a:avLst/>
        </a:prstGeom>
      </dgm:spPr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5" custScaleX="80257" custLinFactNeighborX="-715" custLinFactNeighborY="-509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4" custScaleX="114669" custLinFactNeighborY="-636">
        <dgm:presLayoutVars>
          <dgm:bulletEnabled val="1"/>
        </dgm:presLayoutVars>
      </dgm:prSet>
      <dgm:spPr>
        <a:prstGeom prst="roundRect">
          <a:avLst/>
        </a:prstGeom>
      </dgm:spPr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5" custScaleX="80257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4" custScaleX="114669">
        <dgm:presLayoutVars>
          <dgm:bulletEnabled val="1"/>
        </dgm:presLayoutVars>
      </dgm:prSet>
      <dgm:spPr>
        <a:prstGeom prst="roundRect">
          <a:avLst/>
        </a:prstGeom>
      </dgm:spPr>
    </dgm:pt>
    <dgm:pt modelId="{BC8C07DA-C23F-4576-A6EE-17C8A6A4C3F2}" type="pres">
      <dgm:prSet presAssocID="{91BF6E79-8465-4A36-9DAE-DB966E5C1ECE}" presName="sp" presStyleCnt="0"/>
      <dgm:spPr/>
    </dgm:pt>
    <dgm:pt modelId="{A741211C-9828-4462-AA2B-0CFBF1FD1E95}" type="pres">
      <dgm:prSet presAssocID="{EDD1790A-FFC8-4B43-A406-5C8A959A614D}" presName="linNode" presStyleCnt="0"/>
      <dgm:spPr/>
    </dgm:pt>
    <dgm:pt modelId="{EB874D15-B20D-4A82-802F-E2F88828A8B2}" type="pres">
      <dgm:prSet presAssocID="{EDD1790A-FFC8-4B43-A406-5C8A959A614D}" presName="parentText" presStyleLbl="node1" presStyleIdx="4" presStyleCnt="5" custScaleX="80280">
        <dgm:presLayoutVars>
          <dgm:chMax val="1"/>
          <dgm:bulletEnabled val="1"/>
        </dgm:presLayoutVars>
      </dgm:prSet>
      <dgm:spPr/>
    </dgm:pt>
    <dgm:pt modelId="{0D7A37BE-D300-4EAC-BCCB-C69514A5D9E4}" type="pres">
      <dgm:prSet presAssocID="{EDD1790A-FFC8-4B43-A406-5C8A959A614D}" presName="descendantText" presStyleLbl="alignAccFollowNode1" presStyleIdx="3" presStyleCnt="4" custScaleX="114669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6841454A-BE02-4381-8B25-42DA6A3E7DDF}" type="presOf" srcId="{F790788B-1171-4BAA-AB36-A62513C99AE3}" destId="{0D7A37BE-D300-4EAC-BCCB-C69514A5D9E4}" srcOrd="0" destOrd="0" presId="urn:microsoft.com/office/officeart/2005/8/layout/vList5"/>
    <dgm:cxn modelId="{4C990450-B41C-47D2-BEBF-D736C9F409AF}" srcId="{102F359D-F6D2-48BC-9155-C4895717946B}" destId="{EDD1790A-FFC8-4B43-A406-5C8A959A614D}" srcOrd="4" destOrd="0" parTransId="{CED8277F-2D8F-483F-BCDF-CC5B590EE3C3}" sibTransId="{58AE465F-DB9B-4741-B80E-26689BC310E0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74550D51-F6C0-48DB-AF50-256C37C4E1A3}" type="presOf" srcId="{4C297C12-10A7-4291-8D71-4DA0B1CCAF0D}" destId="{0D7A37BE-D300-4EAC-BCCB-C69514A5D9E4}" srcOrd="0" destOrd="1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52610C7F-482D-404D-95E0-3E363873FB97}" srcId="{EDD1790A-FFC8-4B43-A406-5C8A959A614D}" destId="{4C297C12-10A7-4291-8D71-4DA0B1CCAF0D}" srcOrd="1" destOrd="0" parTransId="{B365A1EF-E029-4CF2-9F66-6EFE2124E057}" sibTransId="{2CF4B816-890F-4C22-A867-3033E956053A}"/>
    <dgm:cxn modelId="{E2F937A5-9D6D-4C1A-839F-DF8CC0AE2FE1}" type="presOf" srcId="{EDD1790A-FFC8-4B43-A406-5C8A959A614D}" destId="{EB874D15-B20D-4A82-802F-E2F88828A8B2}" srcOrd="0" destOrd="0" presId="urn:microsoft.com/office/officeart/2005/8/layout/vList5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B54AE3DA-B76F-44EB-8875-0B58915EC329}" srcId="{EDD1790A-FFC8-4B43-A406-5C8A959A614D}" destId="{F790788B-1171-4BAA-AB36-A62513C99AE3}" srcOrd="0" destOrd="0" parTransId="{A187F6B0-D433-4951-AC51-D7018421DD35}" sibTransId="{69436FFE-1DC8-4383-9306-DD680D4D50C1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  <dgm:cxn modelId="{422E8C61-843F-4278-BA3C-E35181CB212F}" type="presParOf" srcId="{347EEE3F-80AB-4987-9DD2-6756649B5ACD}" destId="{BC8C07DA-C23F-4576-A6EE-17C8A6A4C3F2}" srcOrd="7" destOrd="0" presId="urn:microsoft.com/office/officeart/2005/8/layout/vList5"/>
    <dgm:cxn modelId="{6047D09B-025A-4812-85BE-09157D2F7A97}" type="presParOf" srcId="{347EEE3F-80AB-4987-9DD2-6756649B5ACD}" destId="{A741211C-9828-4462-AA2B-0CFBF1FD1E95}" srcOrd="8" destOrd="0" presId="urn:microsoft.com/office/officeart/2005/8/layout/vList5"/>
    <dgm:cxn modelId="{E7F320E6-D240-410B-BB27-4446628A64F6}" type="presParOf" srcId="{A741211C-9828-4462-AA2B-0CFBF1FD1E95}" destId="{EB874D15-B20D-4A82-802F-E2F88828A8B2}" srcOrd="0" destOrd="0" presId="urn:microsoft.com/office/officeart/2005/8/layout/vList5"/>
    <dgm:cxn modelId="{01B59A18-11B9-4616-A3B9-7622373255F7}" type="presParOf" srcId="{A741211C-9828-4462-AA2B-0CFBF1FD1E95}" destId="{0D7A37BE-D300-4EAC-BCCB-C69514A5D9E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2" qsCatId="simple" csTypeId="urn:microsoft.com/office/officeart/2005/8/colors/accent4_3" csCatId="accent4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Ethnography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Phenomenology</a:t>
          </a:r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Case study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Qualitative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EDD1790A-FFC8-4B43-A406-5C8A959A614D}">
      <dgm:prSet custT="1"/>
      <dgm:spPr/>
      <dgm:t>
        <a:bodyPr/>
        <a:lstStyle/>
        <a:p>
          <a:r>
            <a:rPr lang="en-GB" sz="2300" dirty="0"/>
            <a:t>Narrative</a:t>
          </a:r>
        </a:p>
      </dgm:t>
    </dgm:pt>
    <dgm:pt modelId="{CED8277F-2D8F-483F-BCDF-CC5B590EE3C3}" type="parTrans" cxnId="{4C990450-B41C-47D2-BEBF-D736C9F409AF}">
      <dgm:prSet/>
      <dgm:spPr/>
      <dgm:t>
        <a:bodyPr/>
        <a:lstStyle/>
        <a:p>
          <a:endParaRPr lang="en-GB"/>
        </a:p>
      </dgm:t>
    </dgm:pt>
    <dgm:pt modelId="{58AE465F-DB9B-4741-B80E-26689BC310E0}" type="sibTrans" cxnId="{4C990450-B41C-47D2-BEBF-D736C9F409AF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5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5" custScaleX="80257">
        <dgm:presLayoutVars>
          <dgm:chMax val="1"/>
          <dgm:bulletEnabled val="1"/>
        </dgm:presLayoutVars>
      </dgm:prSet>
      <dgm:spPr/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5" custScaleX="80257" custLinFactNeighborX="-715" custLinFactNeighborY="-509">
        <dgm:presLayoutVars>
          <dgm:chMax val="1"/>
          <dgm:bulletEnabled val="1"/>
        </dgm:presLayoutVars>
      </dgm:prSet>
      <dgm:spPr/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5" custScaleX="80257">
        <dgm:presLayoutVars>
          <dgm:chMax val="1"/>
          <dgm:bulletEnabled val="1"/>
        </dgm:presLayoutVars>
      </dgm:prSet>
      <dgm:spPr/>
    </dgm:pt>
    <dgm:pt modelId="{BC8C07DA-C23F-4576-A6EE-17C8A6A4C3F2}" type="pres">
      <dgm:prSet presAssocID="{91BF6E79-8465-4A36-9DAE-DB966E5C1ECE}" presName="sp" presStyleCnt="0"/>
      <dgm:spPr/>
    </dgm:pt>
    <dgm:pt modelId="{A741211C-9828-4462-AA2B-0CFBF1FD1E95}" type="pres">
      <dgm:prSet presAssocID="{EDD1790A-FFC8-4B43-A406-5C8A959A614D}" presName="linNode" presStyleCnt="0"/>
      <dgm:spPr/>
    </dgm:pt>
    <dgm:pt modelId="{EB874D15-B20D-4A82-802F-E2F88828A8B2}" type="pres">
      <dgm:prSet presAssocID="{EDD1790A-FFC8-4B43-A406-5C8A959A614D}" presName="parentText" presStyleLbl="node1" presStyleIdx="4" presStyleCnt="5" custScaleX="80280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4C990450-B41C-47D2-BEBF-D736C9F409AF}" srcId="{102F359D-F6D2-48BC-9155-C4895717946B}" destId="{EDD1790A-FFC8-4B43-A406-5C8A959A614D}" srcOrd="4" destOrd="0" parTransId="{CED8277F-2D8F-483F-BCDF-CC5B590EE3C3}" sibTransId="{58AE465F-DB9B-4741-B80E-26689BC310E0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E2F937A5-9D6D-4C1A-839F-DF8CC0AE2FE1}" type="presOf" srcId="{EDD1790A-FFC8-4B43-A406-5C8A959A614D}" destId="{EB874D15-B20D-4A82-802F-E2F88828A8B2}" srcOrd="0" destOrd="0" presId="urn:microsoft.com/office/officeart/2005/8/layout/vList5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422E8C61-843F-4278-BA3C-E35181CB212F}" type="presParOf" srcId="{347EEE3F-80AB-4987-9DD2-6756649B5ACD}" destId="{BC8C07DA-C23F-4576-A6EE-17C8A6A4C3F2}" srcOrd="7" destOrd="0" presId="urn:microsoft.com/office/officeart/2005/8/layout/vList5"/>
    <dgm:cxn modelId="{6047D09B-025A-4812-85BE-09157D2F7A97}" type="presParOf" srcId="{347EEE3F-80AB-4987-9DD2-6756649B5ACD}" destId="{A741211C-9828-4462-AA2B-0CFBF1FD1E95}" srcOrd="8" destOrd="0" presId="urn:microsoft.com/office/officeart/2005/8/layout/vList5"/>
    <dgm:cxn modelId="{E7F320E6-D240-410B-BB27-4446628A64F6}" type="presParOf" srcId="{A741211C-9828-4462-AA2B-0CFBF1FD1E95}" destId="{EB874D15-B20D-4A82-802F-E2F88828A8B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Quantitative</a:t>
          </a:r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Qualitative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Quantitative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Qualitative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Volunteer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1800" dirty="0"/>
            <a:t>Participants sign up through adverts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1800" dirty="0"/>
            <a:t>People who are available and willing to take part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Random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1800" dirty="0"/>
            <a:t>When everyone (from the target population) has an equal chance of being picked 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EDD1790A-FFC8-4B43-A406-5C8A959A614D}">
      <dgm:prSet custT="1"/>
      <dgm:spPr/>
      <dgm:t>
        <a:bodyPr/>
        <a:lstStyle/>
        <a:p>
          <a:r>
            <a:rPr lang="en-GB" sz="2300" dirty="0"/>
            <a:t>Systematic</a:t>
          </a:r>
        </a:p>
      </dgm:t>
    </dgm:pt>
    <dgm:pt modelId="{CED8277F-2D8F-483F-BCDF-CC5B590EE3C3}" type="parTrans" cxnId="{4C990450-B41C-47D2-BEBF-D736C9F409AF}">
      <dgm:prSet/>
      <dgm:spPr/>
      <dgm:t>
        <a:bodyPr/>
        <a:lstStyle/>
        <a:p>
          <a:endParaRPr lang="en-GB"/>
        </a:p>
      </dgm:t>
    </dgm:pt>
    <dgm:pt modelId="{58AE465F-DB9B-4741-B80E-26689BC310E0}" type="sibTrans" cxnId="{4C990450-B41C-47D2-BEBF-D736C9F409AF}">
      <dgm:prSet/>
      <dgm:spPr/>
      <dgm:t>
        <a:bodyPr/>
        <a:lstStyle/>
        <a:p>
          <a:endParaRPr lang="en-GB"/>
        </a:p>
      </dgm:t>
    </dgm:pt>
    <dgm:pt modelId="{F790788B-1171-4BAA-AB36-A62513C99AE3}">
      <dgm:prSet custT="1"/>
      <dgm:spPr/>
      <dgm:t>
        <a:bodyPr/>
        <a:lstStyle/>
        <a:p>
          <a:r>
            <a:rPr lang="en-GB" sz="1800" dirty="0"/>
            <a:t>A system / rule to pick participants e.g., the Nth person from all possible participants </a:t>
          </a:r>
        </a:p>
      </dgm:t>
    </dgm:pt>
    <dgm:pt modelId="{A187F6B0-D433-4951-AC51-D7018421DD35}" type="parTrans" cxnId="{B54AE3DA-B76F-44EB-8875-0B58915EC329}">
      <dgm:prSet/>
      <dgm:spPr/>
      <dgm:t>
        <a:bodyPr/>
        <a:lstStyle/>
        <a:p>
          <a:endParaRPr lang="en-GB"/>
        </a:p>
      </dgm:t>
    </dgm:pt>
    <dgm:pt modelId="{69436FFE-1DC8-4383-9306-DD680D4D50C1}" type="sibTrans" cxnId="{B54AE3DA-B76F-44EB-8875-0B58915EC329}">
      <dgm:prSet/>
      <dgm:spPr/>
      <dgm:t>
        <a:bodyPr/>
        <a:lstStyle/>
        <a:p>
          <a:endParaRPr lang="en-GB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Opportunity </a:t>
          </a:r>
          <a:r>
            <a:rPr lang="en-GB" sz="1800" b="0" dirty="0"/>
            <a:t>(or</a:t>
          </a:r>
          <a:r>
            <a:rPr lang="en-GB" sz="1800" b="0" i="1" dirty="0"/>
            <a:t> convenience</a:t>
          </a:r>
          <a:r>
            <a:rPr lang="en-GB" sz="1800" b="0" dirty="0"/>
            <a:t>) </a:t>
          </a:r>
          <a:endParaRPr lang="en-GB" sz="2300" b="0" dirty="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4" custScaleX="114521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4">
        <dgm:presLayoutVars>
          <dgm:bulletEnabled val="1"/>
        </dgm:presLayoutVars>
      </dgm:prSet>
      <dgm:spPr/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1" presStyleCnt="4" custScaleX="114521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4">
        <dgm:presLayoutVars>
          <dgm:bulletEnabled val="1"/>
        </dgm:presLayoutVars>
      </dgm:prSet>
      <dgm:spPr/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2" presStyleCnt="4" custScaleX="114521" custLinFactNeighborX="-1" custLinFactNeighborY="-863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4">
        <dgm:presLayoutVars>
          <dgm:bulletEnabled val="1"/>
        </dgm:presLayoutVars>
      </dgm:prSet>
      <dgm:spPr/>
    </dgm:pt>
    <dgm:pt modelId="{BC8C07DA-C23F-4576-A6EE-17C8A6A4C3F2}" type="pres">
      <dgm:prSet presAssocID="{91BF6E79-8465-4A36-9DAE-DB966E5C1ECE}" presName="sp" presStyleCnt="0"/>
      <dgm:spPr/>
    </dgm:pt>
    <dgm:pt modelId="{A741211C-9828-4462-AA2B-0CFBF1FD1E95}" type="pres">
      <dgm:prSet presAssocID="{EDD1790A-FFC8-4B43-A406-5C8A959A614D}" presName="linNode" presStyleCnt="0"/>
      <dgm:spPr/>
    </dgm:pt>
    <dgm:pt modelId="{EB874D15-B20D-4A82-802F-E2F88828A8B2}" type="pres">
      <dgm:prSet presAssocID="{EDD1790A-FFC8-4B43-A406-5C8A959A614D}" presName="parentText" presStyleLbl="node1" presStyleIdx="3" presStyleCnt="4" custScaleX="114555">
        <dgm:presLayoutVars>
          <dgm:chMax val="1"/>
          <dgm:bulletEnabled val="1"/>
        </dgm:presLayoutVars>
      </dgm:prSet>
      <dgm:spPr/>
    </dgm:pt>
    <dgm:pt modelId="{0D7A37BE-D300-4EAC-BCCB-C69514A5D9E4}" type="pres">
      <dgm:prSet presAssocID="{EDD1790A-FFC8-4B43-A406-5C8A959A614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53760324-AA27-4B54-B436-CE625A5EEF56}" srcId="{102F359D-F6D2-48BC-9155-C4895717946B}" destId="{5E260BC0-7212-462B-9F76-63B6B0AF2321}" srcOrd="2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6841454A-BE02-4381-8B25-42DA6A3E7DDF}" type="presOf" srcId="{F790788B-1171-4BAA-AB36-A62513C99AE3}" destId="{0D7A37BE-D300-4EAC-BCCB-C69514A5D9E4}" srcOrd="0" destOrd="0" presId="urn:microsoft.com/office/officeart/2005/8/layout/vList5"/>
    <dgm:cxn modelId="{4C990450-B41C-47D2-BEBF-D736C9F409AF}" srcId="{102F359D-F6D2-48BC-9155-C4895717946B}" destId="{EDD1790A-FFC8-4B43-A406-5C8A959A614D}" srcOrd="3" destOrd="0" parTransId="{CED8277F-2D8F-483F-BCDF-CC5B590EE3C3}" sibTransId="{58AE465F-DB9B-4741-B80E-26689BC310E0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E2F937A5-9D6D-4C1A-839F-DF8CC0AE2FE1}" type="presOf" srcId="{EDD1790A-FFC8-4B43-A406-5C8A959A614D}" destId="{EB874D15-B20D-4A82-802F-E2F88828A8B2}" srcOrd="0" destOrd="0" presId="urn:microsoft.com/office/officeart/2005/8/layout/vList5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1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B54AE3DA-B76F-44EB-8875-0B58915EC329}" srcId="{EDD1790A-FFC8-4B43-A406-5C8A959A614D}" destId="{F790788B-1171-4BAA-AB36-A62513C99AE3}" srcOrd="0" destOrd="0" parTransId="{A187F6B0-D433-4951-AC51-D7018421DD35}" sibTransId="{69436FFE-1DC8-4383-9306-DD680D4D50C1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1" destOrd="0" presId="urn:microsoft.com/office/officeart/2005/8/layout/vList5"/>
    <dgm:cxn modelId="{41D49F06-2978-48FB-995B-30BA061D0381}" type="presParOf" srcId="{347EEE3F-80AB-4987-9DD2-6756649B5ACD}" destId="{93EC93D2-D688-470C-BC6C-792680B2F1B3}" srcOrd="2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3" destOrd="0" presId="urn:microsoft.com/office/officeart/2005/8/layout/vList5"/>
    <dgm:cxn modelId="{D6A0D063-C268-473D-A105-1F5E127ADC4F}" type="presParOf" srcId="{347EEE3F-80AB-4987-9DD2-6756649B5ACD}" destId="{23819BDC-531A-4FD7-9475-56317739872E}" srcOrd="4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  <dgm:cxn modelId="{422E8C61-843F-4278-BA3C-E35181CB212F}" type="presParOf" srcId="{347EEE3F-80AB-4987-9DD2-6756649B5ACD}" destId="{BC8C07DA-C23F-4576-A6EE-17C8A6A4C3F2}" srcOrd="5" destOrd="0" presId="urn:microsoft.com/office/officeart/2005/8/layout/vList5"/>
    <dgm:cxn modelId="{6047D09B-025A-4812-85BE-09157D2F7A97}" type="presParOf" srcId="{347EEE3F-80AB-4987-9DD2-6756649B5ACD}" destId="{A741211C-9828-4462-AA2B-0CFBF1FD1E95}" srcOrd="6" destOrd="0" presId="urn:microsoft.com/office/officeart/2005/8/layout/vList5"/>
    <dgm:cxn modelId="{E7F320E6-D240-410B-BB27-4446628A64F6}" type="presParOf" srcId="{A741211C-9828-4462-AA2B-0CFBF1FD1E95}" destId="{EB874D15-B20D-4A82-802F-E2F88828A8B2}" srcOrd="0" destOrd="0" presId="urn:microsoft.com/office/officeart/2005/8/layout/vList5"/>
    <dgm:cxn modelId="{01B59A18-11B9-4616-A3B9-7622373255F7}" type="presParOf" srcId="{A741211C-9828-4462-AA2B-0CFBF1FD1E95}" destId="{0D7A37BE-D300-4EAC-BCCB-C69514A5D9E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Reliability</a:t>
          </a:r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Validity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Test-Retest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2200" dirty="0"/>
            <a:t>Test produces similar results over time. e.g. same person on two different occasions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2200" dirty="0"/>
            <a:t> Degree of agreement among different raters when independently assessing or evaluating the same phenomenon 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Internal consistency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2200" dirty="0"/>
            <a:t>How well the items on the test (e.g. questions on a survey) measure the same concept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Inter-Rater</a:t>
          </a:r>
          <a:r>
            <a:rPr lang="en-GB" sz="1800" b="0" dirty="0"/>
            <a:t> </a:t>
          </a:r>
          <a:endParaRPr lang="en-GB" sz="2300" b="0" dirty="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3" custScaleX="90468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3">
        <dgm:presLayoutVars>
          <dgm:bulletEnabled val="1"/>
        </dgm:presLayoutVars>
      </dgm:prSet>
      <dgm:spPr/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1" presStyleCnt="3" custScaleX="90468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3">
        <dgm:presLayoutVars>
          <dgm:bulletEnabled val="1"/>
        </dgm:presLayoutVars>
      </dgm:prSet>
      <dgm:spPr/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2" presStyleCnt="3" custScaleX="90468" custLinFactNeighborX="-1" custLinFactNeighborY="-863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53760324-AA27-4B54-B436-CE625A5EEF56}" srcId="{102F359D-F6D2-48BC-9155-C4895717946B}" destId="{5E260BC0-7212-462B-9F76-63B6B0AF2321}" srcOrd="2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1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1" destOrd="0" presId="urn:microsoft.com/office/officeart/2005/8/layout/vList5"/>
    <dgm:cxn modelId="{41D49F06-2978-48FB-995B-30BA061D0381}" type="presParOf" srcId="{347EEE3F-80AB-4987-9DD2-6756649B5ACD}" destId="{93EC93D2-D688-470C-BC6C-792680B2F1B3}" srcOrd="2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3" destOrd="0" presId="urn:microsoft.com/office/officeart/2005/8/layout/vList5"/>
    <dgm:cxn modelId="{D6A0D063-C268-473D-A105-1F5E127ADC4F}" type="presParOf" srcId="{347EEE3F-80AB-4987-9DD2-6756649B5ACD}" destId="{23819BDC-531A-4FD7-9475-56317739872E}" srcOrd="4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Face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2200" dirty="0"/>
            <a:t>It appears to measure what it’s meant to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2200" dirty="0"/>
            <a:t>It appears to measure the theory / construct it’s meant to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Criterion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2200" dirty="0"/>
            <a:t>How well one measure predicts an outcome based on another measure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Construct</a:t>
          </a:r>
          <a:r>
            <a:rPr lang="en-GB" sz="1800" b="0" dirty="0"/>
            <a:t> </a:t>
          </a:r>
          <a:endParaRPr lang="en-GB" sz="2300" b="0" dirty="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0BE125F5-DB63-4D41-96EC-E334AF0DC2E2}">
      <dgm:prSet custT="1"/>
      <dgm:spPr/>
      <dgm:t>
        <a:bodyPr/>
        <a:lstStyle/>
        <a:p>
          <a:r>
            <a:rPr lang="en-GB" sz="2300" dirty="0"/>
            <a:t>External</a:t>
          </a:r>
        </a:p>
      </dgm:t>
    </dgm:pt>
    <dgm:pt modelId="{01C3BB80-93C8-4E84-9FCD-4F709E1E722F}" type="parTrans" cxnId="{73C9FB21-0E7C-484D-8284-69086F05AB2C}">
      <dgm:prSet/>
      <dgm:spPr/>
      <dgm:t>
        <a:bodyPr/>
        <a:lstStyle/>
        <a:p>
          <a:endParaRPr lang="en-GB"/>
        </a:p>
      </dgm:t>
    </dgm:pt>
    <dgm:pt modelId="{7D607327-138E-447D-858B-C78693AC61DA}" type="sibTrans" cxnId="{73C9FB21-0E7C-484D-8284-69086F05AB2C}">
      <dgm:prSet/>
      <dgm:spPr/>
      <dgm:t>
        <a:bodyPr/>
        <a:lstStyle/>
        <a:p>
          <a:endParaRPr lang="en-GB"/>
        </a:p>
      </dgm:t>
    </dgm:pt>
    <dgm:pt modelId="{7EAB9360-5E8A-410E-81B9-6636A0F6C3FF}">
      <dgm:prSet custT="1"/>
      <dgm:spPr/>
      <dgm:t>
        <a:bodyPr/>
        <a:lstStyle/>
        <a:p>
          <a:r>
            <a:rPr lang="en-GB" sz="2200" dirty="0"/>
            <a:t>If findings can be generalised / relevant in other contexts</a:t>
          </a:r>
        </a:p>
      </dgm:t>
    </dgm:pt>
    <dgm:pt modelId="{25088F71-D1DD-45D0-A091-D6ABD5B81D66}" type="parTrans" cxnId="{582C8B07-3518-48FB-9EFE-30B0EAD0AFC5}">
      <dgm:prSet/>
      <dgm:spPr/>
      <dgm:t>
        <a:bodyPr/>
        <a:lstStyle/>
        <a:p>
          <a:endParaRPr lang="en-GB"/>
        </a:p>
      </dgm:t>
    </dgm:pt>
    <dgm:pt modelId="{570B93AE-0B7C-49B7-BBB6-14F9A39B2AE9}" type="sibTrans" cxnId="{582C8B07-3518-48FB-9EFE-30B0EAD0AFC5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4" custScaleX="118757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4">
        <dgm:presLayoutVars>
          <dgm:bulletEnabled val="1"/>
        </dgm:presLayoutVars>
      </dgm:prSet>
      <dgm:spPr/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1" presStyleCnt="4" custScaleX="118757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4">
        <dgm:presLayoutVars>
          <dgm:bulletEnabled val="1"/>
        </dgm:presLayoutVars>
      </dgm:prSet>
      <dgm:spPr/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2" presStyleCnt="4" custScaleX="118757" custLinFactNeighborX="-1" custLinFactNeighborY="-863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4">
        <dgm:presLayoutVars>
          <dgm:bulletEnabled val="1"/>
        </dgm:presLayoutVars>
      </dgm:prSet>
      <dgm:spPr/>
    </dgm:pt>
    <dgm:pt modelId="{38B9312F-1092-44F0-9DA4-8E4A2CCF1FA8}" type="pres">
      <dgm:prSet presAssocID="{91BF6E79-8465-4A36-9DAE-DB966E5C1ECE}" presName="sp" presStyleCnt="0"/>
      <dgm:spPr/>
    </dgm:pt>
    <dgm:pt modelId="{B07FF83C-31FF-4BDE-A9BC-3B401C6B47A5}" type="pres">
      <dgm:prSet presAssocID="{0BE125F5-DB63-4D41-96EC-E334AF0DC2E2}" presName="linNode" presStyleCnt="0"/>
      <dgm:spPr/>
    </dgm:pt>
    <dgm:pt modelId="{6033519D-4B3F-4B13-AF24-4B9E14AF601D}" type="pres">
      <dgm:prSet presAssocID="{0BE125F5-DB63-4D41-96EC-E334AF0DC2E2}" presName="parentText" presStyleLbl="node1" presStyleIdx="3" presStyleCnt="4" custScaleX="117765">
        <dgm:presLayoutVars>
          <dgm:chMax val="1"/>
          <dgm:bulletEnabled val="1"/>
        </dgm:presLayoutVars>
      </dgm:prSet>
      <dgm:spPr/>
    </dgm:pt>
    <dgm:pt modelId="{3C3367DE-0EA4-4C42-A93E-A672A757329E}" type="pres">
      <dgm:prSet presAssocID="{0BE125F5-DB63-4D41-96EC-E334AF0DC2E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82C8B07-3518-48FB-9EFE-30B0EAD0AFC5}" srcId="{0BE125F5-DB63-4D41-96EC-E334AF0DC2E2}" destId="{7EAB9360-5E8A-410E-81B9-6636A0F6C3FF}" srcOrd="0" destOrd="0" parTransId="{25088F71-D1DD-45D0-A091-D6ABD5B81D66}" sibTransId="{570B93AE-0B7C-49B7-BBB6-14F9A39B2AE9}"/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F602321F-94F1-464C-94E8-019E20DCBBF9}" type="presOf" srcId="{7EAB9360-5E8A-410E-81B9-6636A0F6C3FF}" destId="{3C3367DE-0EA4-4C42-A93E-A672A757329E}" srcOrd="0" destOrd="0" presId="urn:microsoft.com/office/officeart/2005/8/layout/vList5"/>
    <dgm:cxn modelId="{73C9FB21-0E7C-484D-8284-69086F05AB2C}" srcId="{102F359D-F6D2-48BC-9155-C4895717946B}" destId="{0BE125F5-DB63-4D41-96EC-E334AF0DC2E2}" srcOrd="3" destOrd="0" parTransId="{01C3BB80-93C8-4E84-9FCD-4F709E1E722F}" sibTransId="{7D607327-138E-447D-858B-C78693AC61DA}"/>
    <dgm:cxn modelId="{53760324-AA27-4B54-B436-CE625A5EEF56}" srcId="{102F359D-F6D2-48BC-9155-C4895717946B}" destId="{5E260BC0-7212-462B-9F76-63B6B0AF2321}" srcOrd="2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FE0CAA74-B762-43B9-96D2-483F919A2BDE}" type="presOf" srcId="{0BE125F5-DB63-4D41-96EC-E334AF0DC2E2}" destId="{6033519D-4B3F-4B13-AF24-4B9E14AF601D}" srcOrd="0" destOrd="0" presId="urn:microsoft.com/office/officeart/2005/8/layout/vList5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1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1" destOrd="0" presId="urn:microsoft.com/office/officeart/2005/8/layout/vList5"/>
    <dgm:cxn modelId="{41D49F06-2978-48FB-995B-30BA061D0381}" type="presParOf" srcId="{347EEE3F-80AB-4987-9DD2-6756649B5ACD}" destId="{93EC93D2-D688-470C-BC6C-792680B2F1B3}" srcOrd="2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3" destOrd="0" presId="urn:microsoft.com/office/officeart/2005/8/layout/vList5"/>
    <dgm:cxn modelId="{D6A0D063-C268-473D-A105-1F5E127ADC4F}" type="presParOf" srcId="{347EEE3F-80AB-4987-9DD2-6756649B5ACD}" destId="{23819BDC-531A-4FD7-9475-56317739872E}" srcOrd="4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  <dgm:cxn modelId="{332F4B30-520E-46CB-9485-43AA42DCF073}" type="presParOf" srcId="{347EEE3F-80AB-4987-9DD2-6756649B5ACD}" destId="{38B9312F-1092-44F0-9DA4-8E4A2CCF1FA8}" srcOrd="5" destOrd="0" presId="urn:microsoft.com/office/officeart/2005/8/layout/vList5"/>
    <dgm:cxn modelId="{939FA25C-5643-49F4-A174-9CA126A40CDF}" type="presParOf" srcId="{347EEE3F-80AB-4987-9DD2-6756649B5ACD}" destId="{B07FF83C-31FF-4BDE-A9BC-3B401C6B47A5}" srcOrd="6" destOrd="0" presId="urn:microsoft.com/office/officeart/2005/8/layout/vList5"/>
    <dgm:cxn modelId="{81B142D8-62C6-4865-BDD1-06C22FB1A457}" type="presParOf" srcId="{B07FF83C-31FF-4BDE-A9BC-3B401C6B47A5}" destId="{6033519D-4B3F-4B13-AF24-4B9E14AF601D}" srcOrd="0" destOrd="0" presId="urn:microsoft.com/office/officeart/2005/8/layout/vList5"/>
    <dgm:cxn modelId="{F860E840-4125-49A3-8370-ECEFF2D33EA4}" type="presParOf" srcId="{B07FF83C-31FF-4BDE-A9BC-3B401C6B47A5}" destId="{3C3367DE-0EA4-4C42-A93E-A672A757329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Quantitative</a:t>
          </a:r>
        </a:p>
      </dsp:txBody>
      <dsp:txXfrm>
        <a:off x="1108190" y="231636"/>
        <a:ext cx="2388353" cy="642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Qualitative</a:t>
          </a:r>
        </a:p>
      </dsp:txBody>
      <dsp:txXfrm>
        <a:off x="1108190" y="231636"/>
        <a:ext cx="2388353" cy="642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307" y="3072"/>
          <a:ext cx="8598360" cy="827073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Quantitative</a:t>
          </a:r>
          <a:endParaRPr lang="en-GB" sz="1800" b="1" kern="1200" dirty="0"/>
        </a:p>
      </dsp:txBody>
      <dsp:txXfrm>
        <a:off x="40681" y="43446"/>
        <a:ext cx="8517612" cy="746325"/>
      </dsp:txXfrm>
    </dsp:sp>
    <dsp:sp modelId="{BBE8FC3B-BC14-4EB2-B338-ED0E22F77CFD}">
      <dsp:nvSpPr>
        <dsp:cNvPr id="0" name=""/>
        <dsp:cNvSpPr/>
      </dsp:nvSpPr>
      <dsp:spPr>
        <a:xfrm rot="5400000">
          <a:off x="4913926" y="-1441713"/>
          <a:ext cx="1207866" cy="6174916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Manipulate, control variables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Cause and effect relationships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Example: lab experiments</a:t>
          </a:r>
        </a:p>
      </dsp:txBody>
      <dsp:txXfrm rot="-5400000">
        <a:off x="2489364" y="1100775"/>
        <a:ext cx="6056990" cy="1089940"/>
      </dsp:txXfrm>
    </dsp:sp>
    <dsp:sp modelId="{52DD377E-4B3E-4847-A06F-BDED3CF8A93F}">
      <dsp:nvSpPr>
        <dsp:cNvPr id="0" name=""/>
        <dsp:cNvSpPr/>
      </dsp:nvSpPr>
      <dsp:spPr>
        <a:xfrm>
          <a:off x="307" y="930017"/>
          <a:ext cx="2430093" cy="1431454"/>
        </a:xfrm>
        <a:prstGeom prst="roundRect">
          <a:avLst/>
        </a:prstGeom>
        <a:solidFill>
          <a:schemeClr val="accent1">
            <a:shade val="80000"/>
            <a:hueOff val="148730"/>
            <a:satOff val="-3019"/>
            <a:lumOff val="102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Experimental</a:t>
          </a:r>
        </a:p>
      </dsp:txBody>
      <dsp:txXfrm>
        <a:off x="70185" y="999895"/>
        <a:ext cx="2290337" cy="1291698"/>
      </dsp:txXfrm>
    </dsp:sp>
    <dsp:sp modelId="{9E1C77DF-1F03-4448-995C-BB9251236616}">
      <dsp:nvSpPr>
        <dsp:cNvPr id="0" name=""/>
        <dsp:cNvSpPr/>
      </dsp:nvSpPr>
      <dsp:spPr>
        <a:xfrm rot="5400000">
          <a:off x="5000674" y="-23847"/>
          <a:ext cx="1016849" cy="619470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Manipulate, without random assignment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Some cause and effect relationships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Example: real-world settings e.g. healthcare</a:t>
          </a:r>
        </a:p>
      </dsp:txBody>
      <dsp:txXfrm rot="-5400000">
        <a:off x="2461385" y="2614718"/>
        <a:ext cx="6095428" cy="917573"/>
      </dsp:txXfrm>
    </dsp:sp>
    <dsp:sp modelId="{7B9ED911-636C-4F2A-9CFE-6598813DF25B}">
      <dsp:nvSpPr>
        <dsp:cNvPr id="0" name=""/>
        <dsp:cNvSpPr/>
      </dsp:nvSpPr>
      <dsp:spPr>
        <a:xfrm>
          <a:off x="307" y="2461343"/>
          <a:ext cx="2411439" cy="1224321"/>
        </a:xfrm>
        <a:prstGeom prst="roundRect">
          <a:avLst/>
        </a:prstGeom>
        <a:solidFill>
          <a:schemeClr val="accent1">
            <a:shade val="80000"/>
            <a:hueOff val="297461"/>
            <a:satOff val="-6039"/>
            <a:lumOff val="2045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Quasi-Experimental</a:t>
          </a:r>
        </a:p>
      </dsp:txBody>
      <dsp:txXfrm>
        <a:off x="60073" y="2521109"/>
        <a:ext cx="2291907" cy="1104789"/>
      </dsp:txXfrm>
    </dsp:sp>
    <dsp:sp modelId="{2FB568BD-34EE-4EA4-B34A-627B2BE207E8}">
      <dsp:nvSpPr>
        <dsp:cNvPr id="0" name=""/>
        <dsp:cNvSpPr/>
      </dsp:nvSpPr>
      <dsp:spPr>
        <a:xfrm rot="5400000">
          <a:off x="4529506" y="1700077"/>
          <a:ext cx="1982036" cy="6168341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To observe and describe, no manipulation </a:t>
          </a:r>
          <a:r>
            <a:rPr lang="en-GB" sz="1800" b="1" u="sng" kern="1200" dirty="0"/>
            <a:t>Subtypes</a:t>
          </a:r>
          <a:r>
            <a:rPr lang="en-GB" sz="1800" u="sng" kern="1200" dirty="0"/>
            <a:t>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u="sng" kern="1200" dirty="0"/>
            <a:t>Correlational</a:t>
          </a:r>
          <a:r>
            <a:rPr lang="en-GB" sz="1800" kern="1200" dirty="0"/>
            <a:t> (relation between variables, no causality)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u="sng" kern="1200" dirty="0"/>
            <a:t>Descriptive</a:t>
          </a:r>
          <a:r>
            <a:rPr lang="en-GB" sz="1800" kern="1200" dirty="0"/>
            <a:t> (characteristics of behaviour)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u="sng" kern="1200" dirty="0"/>
            <a:t>Survey</a:t>
          </a:r>
          <a:r>
            <a:rPr lang="en-GB" sz="1800" kern="1200" dirty="0"/>
            <a:t> (collect self-report data)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u="sng" kern="1200" dirty="0"/>
            <a:t>Observational</a:t>
          </a:r>
          <a:r>
            <a:rPr lang="en-GB" sz="1800" kern="1200" dirty="0"/>
            <a:t> (natural settings, numeric)</a:t>
          </a:r>
        </a:p>
      </dsp:txBody>
      <dsp:txXfrm rot="-5400000">
        <a:off x="2533109" y="3889984"/>
        <a:ext cx="5974831" cy="1788526"/>
      </dsp:txXfrm>
    </dsp:sp>
    <dsp:sp modelId="{01089CDB-91AE-42ED-88F4-A9934CBBC8AF}">
      <dsp:nvSpPr>
        <dsp:cNvPr id="0" name=""/>
        <dsp:cNvSpPr/>
      </dsp:nvSpPr>
      <dsp:spPr>
        <a:xfrm>
          <a:off x="254" y="3768298"/>
          <a:ext cx="2436045" cy="1997424"/>
        </a:xfrm>
        <a:prstGeom prst="roundRect">
          <a:avLst/>
        </a:prstGeom>
        <a:solidFill>
          <a:schemeClr val="accent1">
            <a:shade val="80000"/>
            <a:hueOff val="446191"/>
            <a:satOff val="-9058"/>
            <a:lumOff val="306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Non-Experimental </a:t>
          </a:r>
        </a:p>
      </dsp:txBody>
      <dsp:txXfrm>
        <a:off x="97760" y="3865804"/>
        <a:ext cx="2241033" cy="180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4199" y="0"/>
          <a:ext cx="8598360" cy="85234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Quantitative</a:t>
          </a:r>
          <a:endParaRPr lang="en-GB" sz="1800" b="1" kern="1200" dirty="0"/>
        </a:p>
      </dsp:txBody>
      <dsp:txXfrm>
        <a:off x="45807" y="41608"/>
        <a:ext cx="8515144" cy="769124"/>
      </dsp:txXfrm>
    </dsp:sp>
    <dsp:sp modelId="{52DD377E-4B3E-4847-A06F-BDED3CF8A93F}">
      <dsp:nvSpPr>
        <dsp:cNvPr id="0" name=""/>
        <dsp:cNvSpPr/>
      </dsp:nvSpPr>
      <dsp:spPr>
        <a:xfrm>
          <a:off x="4199" y="958429"/>
          <a:ext cx="2493402" cy="1475185"/>
        </a:xfrm>
        <a:prstGeom prst="roundRect">
          <a:avLst/>
        </a:prstGeom>
        <a:solidFill>
          <a:schemeClr val="accent1">
            <a:shade val="80000"/>
            <a:hueOff val="148730"/>
            <a:satOff val="-3019"/>
            <a:lumOff val="102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Experimental</a:t>
          </a:r>
        </a:p>
      </dsp:txBody>
      <dsp:txXfrm>
        <a:off x="76212" y="1030442"/>
        <a:ext cx="2349376" cy="1331159"/>
      </dsp:txXfrm>
    </dsp:sp>
    <dsp:sp modelId="{7B9ED911-636C-4F2A-9CFE-6598813DF25B}">
      <dsp:nvSpPr>
        <dsp:cNvPr id="0" name=""/>
        <dsp:cNvSpPr/>
      </dsp:nvSpPr>
      <dsp:spPr>
        <a:xfrm>
          <a:off x="0" y="2495965"/>
          <a:ext cx="2519707" cy="1261724"/>
        </a:xfrm>
        <a:prstGeom prst="roundRect">
          <a:avLst/>
        </a:prstGeom>
        <a:solidFill>
          <a:schemeClr val="accent1">
            <a:shade val="80000"/>
            <a:hueOff val="297461"/>
            <a:satOff val="-6039"/>
            <a:lumOff val="2045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Quasi-Experimental</a:t>
          </a:r>
        </a:p>
      </dsp:txBody>
      <dsp:txXfrm>
        <a:off x="61592" y="2557557"/>
        <a:ext cx="2396523" cy="1138540"/>
      </dsp:txXfrm>
    </dsp:sp>
    <dsp:sp modelId="{01089CDB-91AE-42ED-88F4-A9934CBBC8AF}">
      <dsp:nvSpPr>
        <dsp:cNvPr id="0" name=""/>
        <dsp:cNvSpPr/>
      </dsp:nvSpPr>
      <dsp:spPr>
        <a:xfrm>
          <a:off x="4168" y="3883419"/>
          <a:ext cx="2519707" cy="2058445"/>
        </a:xfrm>
        <a:prstGeom prst="roundRect">
          <a:avLst/>
        </a:prstGeom>
        <a:solidFill>
          <a:schemeClr val="accent1">
            <a:shade val="80000"/>
            <a:hueOff val="446191"/>
            <a:satOff val="-9058"/>
            <a:lumOff val="306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Non-Experimental </a:t>
          </a:r>
        </a:p>
      </dsp:txBody>
      <dsp:txXfrm>
        <a:off x="104653" y="3983904"/>
        <a:ext cx="2318737" cy="18574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354" y="2334"/>
          <a:ext cx="8278309" cy="516560"/>
        </a:xfrm>
        <a:prstGeom prst="round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Qualitative</a:t>
          </a:r>
          <a:endParaRPr lang="en-GB" sz="1800" b="1" kern="1200" dirty="0"/>
        </a:p>
      </dsp:txBody>
      <dsp:txXfrm>
        <a:off x="25570" y="27550"/>
        <a:ext cx="8227877" cy="466128"/>
      </dsp:txXfrm>
    </dsp:sp>
    <dsp:sp modelId="{BBE8FC3B-BC14-4EB2-B338-ED0E22F77CFD}">
      <dsp:nvSpPr>
        <dsp:cNvPr id="0" name=""/>
        <dsp:cNvSpPr/>
      </dsp:nvSpPr>
      <dsp:spPr>
        <a:xfrm rot="5400000">
          <a:off x="4814040" y="-1767289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Immersion: researcher embeds themselves in the culture/daily life of the participants (e.g. sharing behaviours, language)</a:t>
          </a:r>
        </a:p>
      </dsp:txBody>
      <dsp:txXfrm rot="-5400000">
        <a:off x="2389446" y="754743"/>
        <a:ext cx="5847204" cy="900578"/>
      </dsp:txXfrm>
    </dsp:sp>
    <dsp:sp modelId="{52DD377E-4B3E-4847-A06F-BDED3CF8A93F}">
      <dsp:nvSpPr>
        <dsp:cNvPr id="0" name=""/>
        <dsp:cNvSpPr/>
      </dsp:nvSpPr>
      <dsp:spPr>
        <a:xfrm>
          <a:off x="354" y="581271"/>
          <a:ext cx="2340373" cy="1247520"/>
        </a:xfrm>
        <a:prstGeom prst="roundRect">
          <a:avLst/>
        </a:prstGeom>
        <a:solidFill>
          <a:schemeClr val="accent4">
            <a:shade val="80000"/>
            <a:hueOff val="-72455"/>
            <a:satOff val="-2820"/>
            <a:lumOff val="68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Ethnography</a:t>
          </a:r>
        </a:p>
      </dsp:txBody>
      <dsp:txXfrm>
        <a:off x="61253" y="642170"/>
        <a:ext cx="2218575" cy="1125722"/>
      </dsp:txXfrm>
    </dsp:sp>
    <dsp:sp modelId="{9E1C77DF-1F03-4448-995C-BB9251236616}">
      <dsp:nvSpPr>
        <dsp:cNvPr id="0" name=""/>
        <dsp:cNvSpPr/>
      </dsp:nvSpPr>
      <dsp:spPr>
        <a:xfrm rot="5400000">
          <a:off x="4814040" y="-463740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Studying an event or activity as it happens from different perspectives/insights – lived experiences of a phenomenon</a:t>
          </a:r>
        </a:p>
      </dsp:txBody>
      <dsp:txXfrm rot="-5400000">
        <a:off x="2389446" y="2058292"/>
        <a:ext cx="5847204" cy="900578"/>
      </dsp:txXfrm>
    </dsp:sp>
    <dsp:sp modelId="{7B9ED911-636C-4F2A-9CFE-6598813DF25B}">
      <dsp:nvSpPr>
        <dsp:cNvPr id="0" name=""/>
        <dsp:cNvSpPr/>
      </dsp:nvSpPr>
      <dsp:spPr>
        <a:xfrm>
          <a:off x="0" y="1884817"/>
          <a:ext cx="2340373" cy="1247520"/>
        </a:xfrm>
        <a:prstGeom prst="roundRect">
          <a:avLst/>
        </a:prstGeom>
        <a:solidFill>
          <a:schemeClr val="accent4">
            <a:shade val="80000"/>
            <a:hueOff val="-144909"/>
            <a:satOff val="-5639"/>
            <a:lumOff val="137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Phenomenology</a:t>
          </a:r>
        </a:p>
      </dsp:txBody>
      <dsp:txXfrm>
        <a:off x="60899" y="1945716"/>
        <a:ext cx="2218575" cy="1125722"/>
      </dsp:txXfrm>
    </dsp:sp>
    <dsp:sp modelId="{2FB568BD-34EE-4EA4-B34A-627B2BE207E8}">
      <dsp:nvSpPr>
        <dsp:cNvPr id="0" name=""/>
        <dsp:cNvSpPr/>
      </dsp:nvSpPr>
      <dsp:spPr>
        <a:xfrm rot="5400000">
          <a:off x="4814040" y="852502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In-depth understanding of one participant (or small number of </a:t>
          </a:r>
          <a:r>
            <a:rPr lang="en-GB" sz="1800" kern="1200" dirty="0" err="1"/>
            <a:t>pps</a:t>
          </a:r>
          <a:r>
            <a:rPr lang="en-GB" sz="1800" kern="1200" dirty="0"/>
            <a:t>). Contextual – detailed information.</a:t>
          </a:r>
        </a:p>
      </dsp:txBody>
      <dsp:txXfrm rot="-5400000">
        <a:off x="2389446" y="3374534"/>
        <a:ext cx="5847204" cy="900578"/>
      </dsp:txXfrm>
    </dsp:sp>
    <dsp:sp modelId="{01089CDB-91AE-42ED-88F4-A9934CBBC8AF}">
      <dsp:nvSpPr>
        <dsp:cNvPr id="0" name=""/>
        <dsp:cNvSpPr/>
      </dsp:nvSpPr>
      <dsp:spPr>
        <a:xfrm>
          <a:off x="354" y="3201063"/>
          <a:ext cx="2340373" cy="1247520"/>
        </a:xfrm>
        <a:prstGeom prst="roundRect">
          <a:avLst/>
        </a:prstGeom>
        <a:solidFill>
          <a:schemeClr val="accent4">
            <a:shade val="80000"/>
            <a:hueOff val="-217364"/>
            <a:satOff val="-8459"/>
            <a:lumOff val="20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Case study</a:t>
          </a:r>
        </a:p>
      </dsp:txBody>
      <dsp:txXfrm>
        <a:off x="61253" y="3261962"/>
        <a:ext cx="2218575" cy="1125722"/>
      </dsp:txXfrm>
    </dsp:sp>
    <dsp:sp modelId="{0D7A37BE-D300-4EAC-BCCB-C69514A5D9E4}">
      <dsp:nvSpPr>
        <dsp:cNvPr id="0" name=""/>
        <dsp:cNvSpPr/>
      </dsp:nvSpPr>
      <dsp:spPr>
        <a:xfrm rot="5400000">
          <a:off x="4814711" y="2162398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Gathers data from one or more participants through interviews etc. over time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Focuses on the experience of individuals (e.g. students as they progress through university)</a:t>
          </a:r>
        </a:p>
      </dsp:txBody>
      <dsp:txXfrm rot="-5400000">
        <a:off x="2390117" y="4684430"/>
        <a:ext cx="5847204" cy="900578"/>
      </dsp:txXfrm>
    </dsp:sp>
    <dsp:sp modelId="{EB874D15-B20D-4A82-802F-E2F88828A8B2}">
      <dsp:nvSpPr>
        <dsp:cNvPr id="0" name=""/>
        <dsp:cNvSpPr/>
      </dsp:nvSpPr>
      <dsp:spPr>
        <a:xfrm>
          <a:off x="354" y="4510960"/>
          <a:ext cx="2341044" cy="1247520"/>
        </a:xfrm>
        <a:prstGeom prst="roundRect">
          <a:avLst/>
        </a:prstGeom>
        <a:solidFill>
          <a:schemeClr val="accent4">
            <a:shade val="80000"/>
            <a:hueOff val="-289818"/>
            <a:satOff val="-11278"/>
            <a:lumOff val="274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Narrative</a:t>
          </a:r>
        </a:p>
      </dsp:txBody>
      <dsp:txXfrm>
        <a:off x="61253" y="4571859"/>
        <a:ext cx="2219246" cy="11257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4042" y="2334"/>
          <a:ext cx="8278309" cy="516560"/>
        </a:xfrm>
        <a:prstGeom prst="round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Qualitative</a:t>
          </a:r>
          <a:endParaRPr lang="en-GB" sz="1800" b="1" kern="1200" dirty="0"/>
        </a:p>
      </dsp:txBody>
      <dsp:txXfrm>
        <a:off x="29258" y="27550"/>
        <a:ext cx="8227877" cy="466128"/>
      </dsp:txXfrm>
    </dsp:sp>
    <dsp:sp modelId="{52DD377E-4B3E-4847-A06F-BDED3CF8A93F}">
      <dsp:nvSpPr>
        <dsp:cNvPr id="0" name=""/>
        <dsp:cNvSpPr/>
      </dsp:nvSpPr>
      <dsp:spPr>
        <a:xfrm>
          <a:off x="4042" y="581271"/>
          <a:ext cx="2394148" cy="1247520"/>
        </a:xfrm>
        <a:prstGeom prst="roundRect">
          <a:avLst/>
        </a:prstGeom>
        <a:solidFill>
          <a:schemeClr val="accent4">
            <a:shade val="80000"/>
            <a:hueOff val="-72455"/>
            <a:satOff val="-2820"/>
            <a:lumOff val="68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Ethnography</a:t>
          </a:r>
        </a:p>
      </dsp:txBody>
      <dsp:txXfrm>
        <a:off x="64941" y="642170"/>
        <a:ext cx="2272350" cy="1125722"/>
      </dsp:txXfrm>
    </dsp:sp>
    <dsp:sp modelId="{7B9ED911-636C-4F2A-9CFE-6598813DF25B}">
      <dsp:nvSpPr>
        <dsp:cNvPr id="0" name=""/>
        <dsp:cNvSpPr/>
      </dsp:nvSpPr>
      <dsp:spPr>
        <a:xfrm>
          <a:off x="0" y="1884817"/>
          <a:ext cx="2394148" cy="1247520"/>
        </a:xfrm>
        <a:prstGeom prst="roundRect">
          <a:avLst/>
        </a:prstGeom>
        <a:solidFill>
          <a:schemeClr val="accent4">
            <a:shade val="80000"/>
            <a:hueOff val="-144909"/>
            <a:satOff val="-5639"/>
            <a:lumOff val="137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Phenomenology</a:t>
          </a:r>
        </a:p>
      </dsp:txBody>
      <dsp:txXfrm>
        <a:off x="60899" y="1945716"/>
        <a:ext cx="2272350" cy="1125722"/>
      </dsp:txXfrm>
    </dsp:sp>
    <dsp:sp modelId="{01089CDB-91AE-42ED-88F4-A9934CBBC8AF}">
      <dsp:nvSpPr>
        <dsp:cNvPr id="0" name=""/>
        <dsp:cNvSpPr/>
      </dsp:nvSpPr>
      <dsp:spPr>
        <a:xfrm>
          <a:off x="4042" y="3201063"/>
          <a:ext cx="2394148" cy="1247520"/>
        </a:xfrm>
        <a:prstGeom prst="roundRect">
          <a:avLst/>
        </a:prstGeom>
        <a:solidFill>
          <a:schemeClr val="accent4">
            <a:shade val="80000"/>
            <a:hueOff val="-217364"/>
            <a:satOff val="-8459"/>
            <a:lumOff val="20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Case study</a:t>
          </a:r>
        </a:p>
      </dsp:txBody>
      <dsp:txXfrm>
        <a:off x="64941" y="3261962"/>
        <a:ext cx="2272350" cy="1125722"/>
      </dsp:txXfrm>
    </dsp:sp>
    <dsp:sp modelId="{EB874D15-B20D-4A82-802F-E2F88828A8B2}">
      <dsp:nvSpPr>
        <dsp:cNvPr id="0" name=""/>
        <dsp:cNvSpPr/>
      </dsp:nvSpPr>
      <dsp:spPr>
        <a:xfrm>
          <a:off x="4042" y="4510960"/>
          <a:ext cx="2394834" cy="1247520"/>
        </a:xfrm>
        <a:prstGeom prst="roundRect">
          <a:avLst/>
        </a:prstGeom>
        <a:solidFill>
          <a:schemeClr val="accent4">
            <a:shade val="80000"/>
            <a:hueOff val="-289818"/>
            <a:satOff val="-11278"/>
            <a:lumOff val="274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Narrative</a:t>
          </a:r>
        </a:p>
      </dsp:txBody>
      <dsp:txXfrm>
        <a:off x="64941" y="4571859"/>
        <a:ext cx="2273036" cy="11257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Quantitative</a:t>
          </a:r>
        </a:p>
      </dsp:txBody>
      <dsp:txXfrm>
        <a:off x="1108190" y="231636"/>
        <a:ext cx="2388353" cy="6427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Qualitative</a:t>
          </a:r>
        </a:p>
      </dsp:txBody>
      <dsp:txXfrm>
        <a:off x="1108190" y="231636"/>
        <a:ext cx="2388353" cy="6427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Quantitative</a:t>
          </a:r>
        </a:p>
      </dsp:txBody>
      <dsp:txXfrm>
        <a:off x="1108190" y="231636"/>
        <a:ext cx="2388353" cy="6427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Qualitative</a:t>
          </a:r>
        </a:p>
      </dsp:txBody>
      <dsp:txXfrm>
        <a:off x="1108190" y="231636"/>
        <a:ext cx="2388353" cy="6427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8FC3B-BC14-4EB2-B338-ED0E22F77CFD}">
      <dsp:nvSpPr>
        <dsp:cNvPr id="0" name=""/>
        <dsp:cNvSpPr/>
      </dsp:nvSpPr>
      <dsp:spPr>
        <a:xfrm rot="5400000">
          <a:off x="3597417" y="-1118167"/>
          <a:ext cx="1109406" cy="362886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Participants sign up through adverts</a:t>
          </a:r>
        </a:p>
      </dsp:txBody>
      <dsp:txXfrm rot="-5400000">
        <a:off x="2337691" y="195716"/>
        <a:ext cx="3574703" cy="1001092"/>
      </dsp:txXfrm>
    </dsp:sp>
    <dsp:sp modelId="{52DD377E-4B3E-4847-A06F-BDED3CF8A93F}">
      <dsp:nvSpPr>
        <dsp:cNvPr id="0" name=""/>
        <dsp:cNvSpPr/>
      </dsp:nvSpPr>
      <dsp:spPr>
        <a:xfrm>
          <a:off x="48" y="2883"/>
          <a:ext cx="2337641" cy="138675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Volunteer</a:t>
          </a:r>
        </a:p>
      </dsp:txBody>
      <dsp:txXfrm>
        <a:off x="67744" y="70579"/>
        <a:ext cx="2202249" cy="1251366"/>
      </dsp:txXfrm>
    </dsp:sp>
    <dsp:sp modelId="{9E1C77DF-1F03-4448-995C-BB9251236616}">
      <dsp:nvSpPr>
        <dsp:cNvPr id="0" name=""/>
        <dsp:cNvSpPr/>
      </dsp:nvSpPr>
      <dsp:spPr>
        <a:xfrm rot="5400000">
          <a:off x="3597417" y="337928"/>
          <a:ext cx="1109406" cy="3628860"/>
        </a:xfrm>
        <a:prstGeom prst="round2SameRect">
          <a:avLst/>
        </a:prstGeom>
        <a:solidFill>
          <a:schemeClr val="accent4">
            <a:tint val="40000"/>
            <a:alpha val="90000"/>
            <a:hueOff val="-482776"/>
            <a:satOff val="-6609"/>
            <a:lumOff val="-875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482776"/>
              <a:satOff val="-6609"/>
              <a:lumOff val="-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People who are available and willing to take part</a:t>
          </a:r>
        </a:p>
      </dsp:txBody>
      <dsp:txXfrm rot="-5400000">
        <a:off x="2337691" y="1651812"/>
        <a:ext cx="3574703" cy="1001092"/>
      </dsp:txXfrm>
    </dsp:sp>
    <dsp:sp modelId="{7B9ED911-636C-4F2A-9CFE-6598813DF25B}">
      <dsp:nvSpPr>
        <dsp:cNvPr id="0" name=""/>
        <dsp:cNvSpPr/>
      </dsp:nvSpPr>
      <dsp:spPr>
        <a:xfrm>
          <a:off x="48" y="1458979"/>
          <a:ext cx="2337641" cy="1386758"/>
        </a:xfrm>
        <a:prstGeom prst="roundRect">
          <a:avLst/>
        </a:prstGeom>
        <a:solidFill>
          <a:schemeClr val="accent4">
            <a:hueOff val="-509452"/>
            <a:satOff val="-3415"/>
            <a:lumOff val="-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Opportunity </a:t>
          </a:r>
          <a:r>
            <a:rPr lang="en-GB" sz="1800" b="0" kern="1200" dirty="0"/>
            <a:t>(or</a:t>
          </a:r>
          <a:r>
            <a:rPr lang="en-GB" sz="1800" b="0" i="1" kern="1200" dirty="0"/>
            <a:t> convenience</a:t>
          </a:r>
          <a:r>
            <a:rPr lang="en-GB" sz="1800" b="0" kern="1200" dirty="0"/>
            <a:t>) </a:t>
          </a:r>
          <a:endParaRPr lang="en-GB" sz="2300" b="0" kern="1200" dirty="0"/>
        </a:p>
      </dsp:txBody>
      <dsp:txXfrm>
        <a:off x="67744" y="1526675"/>
        <a:ext cx="2202249" cy="1251366"/>
      </dsp:txXfrm>
    </dsp:sp>
    <dsp:sp modelId="{2FB568BD-34EE-4EA4-B34A-627B2BE207E8}">
      <dsp:nvSpPr>
        <dsp:cNvPr id="0" name=""/>
        <dsp:cNvSpPr/>
      </dsp:nvSpPr>
      <dsp:spPr>
        <a:xfrm rot="5400000">
          <a:off x="3597417" y="1794025"/>
          <a:ext cx="1109406" cy="3628860"/>
        </a:xfrm>
        <a:prstGeom prst="round2SameRect">
          <a:avLst/>
        </a:prstGeom>
        <a:solidFill>
          <a:schemeClr val="accent4">
            <a:tint val="40000"/>
            <a:alpha val="90000"/>
            <a:hueOff val="-965551"/>
            <a:satOff val="-13219"/>
            <a:lumOff val="-1751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965551"/>
              <a:satOff val="-13219"/>
              <a:lumOff val="-17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When everyone (from the target population) has an equal chance of being picked </a:t>
          </a:r>
        </a:p>
      </dsp:txBody>
      <dsp:txXfrm rot="-5400000">
        <a:off x="2337691" y="3107909"/>
        <a:ext cx="3574703" cy="1001092"/>
      </dsp:txXfrm>
    </dsp:sp>
    <dsp:sp modelId="{01089CDB-91AE-42ED-88F4-A9934CBBC8AF}">
      <dsp:nvSpPr>
        <dsp:cNvPr id="0" name=""/>
        <dsp:cNvSpPr/>
      </dsp:nvSpPr>
      <dsp:spPr>
        <a:xfrm>
          <a:off x="12" y="2903108"/>
          <a:ext cx="2337641" cy="1386758"/>
        </a:xfrm>
        <a:prstGeom prst="roundRect">
          <a:avLst/>
        </a:prstGeom>
        <a:solidFill>
          <a:schemeClr val="accent4">
            <a:hueOff val="-1018903"/>
            <a:satOff val="-6830"/>
            <a:lumOff val="-70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Random</a:t>
          </a:r>
        </a:p>
      </dsp:txBody>
      <dsp:txXfrm>
        <a:off x="67708" y="2970804"/>
        <a:ext cx="2202249" cy="1251366"/>
      </dsp:txXfrm>
    </dsp:sp>
    <dsp:sp modelId="{0D7A37BE-D300-4EAC-BCCB-C69514A5D9E4}">
      <dsp:nvSpPr>
        <dsp:cNvPr id="0" name=""/>
        <dsp:cNvSpPr/>
      </dsp:nvSpPr>
      <dsp:spPr>
        <a:xfrm rot="5400000">
          <a:off x="3598111" y="3250122"/>
          <a:ext cx="1109406" cy="3628860"/>
        </a:xfrm>
        <a:prstGeom prst="round2SameRect">
          <a:avLst/>
        </a:prstGeom>
        <a:solidFill>
          <a:schemeClr val="accent4">
            <a:tint val="40000"/>
            <a:alpha val="90000"/>
            <a:hueOff val="-1448327"/>
            <a:satOff val="-19828"/>
            <a:lumOff val="-2626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1448327"/>
              <a:satOff val="-19828"/>
              <a:lumOff val="-26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A system / rule to pick participants e.g., the Nth person from all possible participants </a:t>
          </a:r>
        </a:p>
      </dsp:txBody>
      <dsp:txXfrm rot="-5400000">
        <a:off x="2338385" y="4564006"/>
        <a:ext cx="3574703" cy="1001092"/>
      </dsp:txXfrm>
    </dsp:sp>
    <dsp:sp modelId="{EB874D15-B20D-4A82-802F-E2F88828A8B2}">
      <dsp:nvSpPr>
        <dsp:cNvPr id="0" name=""/>
        <dsp:cNvSpPr/>
      </dsp:nvSpPr>
      <dsp:spPr>
        <a:xfrm>
          <a:off x="48" y="4371173"/>
          <a:ext cx="2338335" cy="1386758"/>
        </a:xfrm>
        <a:prstGeom prst="roundRect">
          <a:avLst/>
        </a:prstGeom>
        <a:solidFill>
          <a:schemeClr val="accent4">
            <a:hueOff val="-1528355"/>
            <a:satOff val="-10245"/>
            <a:lumOff val="-1058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Systematic</a:t>
          </a:r>
        </a:p>
      </dsp:txBody>
      <dsp:txXfrm>
        <a:off x="67744" y="4438869"/>
        <a:ext cx="2202943" cy="125136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Reliability</a:t>
          </a:r>
        </a:p>
      </dsp:txBody>
      <dsp:txXfrm>
        <a:off x="1108190" y="231636"/>
        <a:ext cx="2388353" cy="6427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Validity</a:t>
          </a:r>
        </a:p>
      </dsp:txBody>
      <dsp:txXfrm>
        <a:off x="1108190" y="231636"/>
        <a:ext cx="2388353" cy="64276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8FC3B-BC14-4EB2-B338-ED0E22F77CFD}">
      <dsp:nvSpPr>
        <dsp:cNvPr id="0" name=""/>
        <dsp:cNvSpPr/>
      </dsp:nvSpPr>
      <dsp:spPr>
        <a:xfrm rot="5400000">
          <a:off x="4753496" y="-1765319"/>
          <a:ext cx="1373568" cy="5252801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Test produces similar results over time. e.g. same person on two different occasions</a:t>
          </a:r>
        </a:p>
      </dsp:txBody>
      <dsp:txXfrm rot="-5400000">
        <a:off x="2813880" y="241349"/>
        <a:ext cx="5185749" cy="1239464"/>
      </dsp:txXfrm>
    </dsp:sp>
    <dsp:sp modelId="{52DD377E-4B3E-4847-A06F-BDED3CF8A93F}">
      <dsp:nvSpPr>
        <dsp:cNvPr id="0" name=""/>
        <dsp:cNvSpPr/>
      </dsp:nvSpPr>
      <dsp:spPr>
        <a:xfrm>
          <a:off x="140821" y="2601"/>
          <a:ext cx="2673058" cy="17169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Test-Retest</a:t>
          </a:r>
        </a:p>
      </dsp:txBody>
      <dsp:txXfrm>
        <a:off x="224636" y="86416"/>
        <a:ext cx="2505428" cy="1549330"/>
      </dsp:txXfrm>
    </dsp:sp>
    <dsp:sp modelId="{9E1C77DF-1F03-4448-995C-BB9251236616}">
      <dsp:nvSpPr>
        <dsp:cNvPr id="0" name=""/>
        <dsp:cNvSpPr/>
      </dsp:nvSpPr>
      <dsp:spPr>
        <a:xfrm rot="5400000">
          <a:off x="4753496" y="37489"/>
          <a:ext cx="1373568" cy="5252801"/>
        </a:xfrm>
        <a:prstGeom prst="round2SameRect">
          <a:avLst/>
        </a:prstGeom>
        <a:solidFill>
          <a:schemeClr val="accent4">
            <a:tint val="40000"/>
            <a:alpha val="90000"/>
            <a:hueOff val="-724163"/>
            <a:satOff val="-9914"/>
            <a:lumOff val="-1313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724163"/>
              <a:satOff val="-9914"/>
              <a:lumOff val="-13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 Degree of agreement among different raters when independently assessing or evaluating the same phenomenon </a:t>
          </a:r>
        </a:p>
      </dsp:txBody>
      <dsp:txXfrm rot="-5400000">
        <a:off x="2813880" y="2044157"/>
        <a:ext cx="5185749" cy="1239464"/>
      </dsp:txXfrm>
    </dsp:sp>
    <dsp:sp modelId="{7B9ED911-636C-4F2A-9CFE-6598813DF25B}">
      <dsp:nvSpPr>
        <dsp:cNvPr id="0" name=""/>
        <dsp:cNvSpPr/>
      </dsp:nvSpPr>
      <dsp:spPr>
        <a:xfrm>
          <a:off x="140821" y="1805410"/>
          <a:ext cx="2673058" cy="1716960"/>
        </a:xfrm>
        <a:prstGeom prst="roundRect">
          <a:avLst/>
        </a:prstGeom>
        <a:solidFill>
          <a:schemeClr val="accent4">
            <a:hueOff val="-764177"/>
            <a:satOff val="-5123"/>
            <a:lumOff val="-529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Inter-Rater</a:t>
          </a:r>
          <a:r>
            <a:rPr lang="en-GB" sz="1800" b="0" kern="1200" dirty="0"/>
            <a:t> </a:t>
          </a:r>
          <a:endParaRPr lang="en-GB" sz="2300" b="0" kern="1200" dirty="0"/>
        </a:p>
      </dsp:txBody>
      <dsp:txXfrm>
        <a:off x="224636" y="1889225"/>
        <a:ext cx="2505428" cy="1549330"/>
      </dsp:txXfrm>
    </dsp:sp>
    <dsp:sp modelId="{2FB568BD-34EE-4EA4-B34A-627B2BE207E8}">
      <dsp:nvSpPr>
        <dsp:cNvPr id="0" name=""/>
        <dsp:cNvSpPr/>
      </dsp:nvSpPr>
      <dsp:spPr>
        <a:xfrm rot="5400000">
          <a:off x="4753496" y="1840298"/>
          <a:ext cx="1373568" cy="5252801"/>
        </a:xfrm>
        <a:prstGeom prst="round2SameRect">
          <a:avLst/>
        </a:prstGeom>
        <a:solidFill>
          <a:schemeClr val="accent4">
            <a:tint val="40000"/>
            <a:alpha val="90000"/>
            <a:hueOff val="-1448327"/>
            <a:satOff val="-19828"/>
            <a:lumOff val="-2626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1448327"/>
              <a:satOff val="-19828"/>
              <a:lumOff val="-26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How well the items on the test (e.g. questions on a survey) measure the same concept</a:t>
          </a:r>
        </a:p>
      </dsp:txBody>
      <dsp:txXfrm rot="-5400000">
        <a:off x="2813880" y="3846966"/>
        <a:ext cx="5185749" cy="1239464"/>
      </dsp:txXfrm>
    </dsp:sp>
    <dsp:sp modelId="{01089CDB-91AE-42ED-88F4-A9934CBBC8AF}">
      <dsp:nvSpPr>
        <dsp:cNvPr id="0" name=""/>
        <dsp:cNvSpPr/>
      </dsp:nvSpPr>
      <dsp:spPr>
        <a:xfrm>
          <a:off x="140768" y="3593401"/>
          <a:ext cx="2673058" cy="1716960"/>
        </a:xfrm>
        <a:prstGeom prst="roundRect">
          <a:avLst/>
        </a:prstGeom>
        <a:solidFill>
          <a:schemeClr val="accent4">
            <a:hueOff val="-1528355"/>
            <a:satOff val="-10245"/>
            <a:lumOff val="-1058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Internal consistency</a:t>
          </a:r>
        </a:p>
      </dsp:txBody>
      <dsp:txXfrm>
        <a:off x="224583" y="3677216"/>
        <a:ext cx="2505428" cy="154933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8FC3B-BC14-4EB2-B338-ED0E22F77CFD}">
      <dsp:nvSpPr>
        <dsp:cNvPr id="0" name=""/>
        <dsp:cNvSpPr/>
      </dsp:nvSpPr>
      <dsp:spPr>
        <a:xfrm rot="5400000">
          <a:off x="4992765" y="-1713565"/>
          <a:ext cx="1023634" cy="471199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It appears to measure what it’s meant to</a:t>
          </a:r>
        </a:p>
      </dsp:txBody>
      <dsp:txXfrm rot="-5400000">
        <a:off x="3148585" y="180585"/>
        <a:ext cx="4662024" cy="923694"/>
      </dsp:txXfrm>
    </dsp:sp>
    <dsp:sp modelId="{52DD377E-4B3E-4847-A06F-BDED3CF8A93F}">
      <dsp:nvSpPr>
        <dsp:cNvPr id="0" name=""/>
        <dsp:cNvSpPr/>
      </dsp:nvSpPr>
      <dsp:spPr>
        <a:xfrm>
          <a:off x="934" y="2660"/>
          <a:ext cx="3147650" cy="12795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Face</a:t>
          </a:r>
        </a:p>
      </dsp:txBody>
      <dsp:txXfrm>
        <a:off x="63396" y="65122"/>
        <a:ext cx="3022726" cy="1154618"/>
      </dsp:txXfrm>
    </dsp:sp>
    <dsp:sp modelId="{9E1C77DF-1F03-4448-995C-BB9251236616}">
      <dsp:nvSpPr>
        <dsp:cNvPr id="0" name=""/>
        <dsp:cNvSpPr/>
      </dsp:nvSpPr>
      <dsp:spPr>
        <a:xfrm rot="5400000">
          <a:off x="4992765" y="-370045"/>
          <a:ext cx="1023634" cy="4711994"/>
        </a:xfrm>
        <a:prstGeom prst="round2SameRect">
          <a:avLst/>
        </a:prstGeom>
        <a:solidFill>
          <a:schemeClr val="accent4">
            <a:tint val="40000"/>
            <a:alpha val="90000"/>
            <a:hueOff val="-482776"/>
            <a:satOff val="-6609"/>
            <a:lumOff val="-875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482776"/>
              <a:satOff val="-6609"/>
              <a:lumOff val="-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It appears to measure the theory / construct it’s meant to</a:t>
          </a:r>
        </a:p>
      </dsp:txBody>
      <dsp:txXfrm rot="-5400000">
        <a:off x="3148585" y="1524105"/>
        <a:ext cx="4662024" cy="923694"/>
      </dsp:txXfrm>
    </dsp:sp>
    <dsp:sp modelId="{7B9ED911-636C-4F2A-9CFE-6598813DF25B}">
      <dsp:nvSpPr>
        <dsp:cNvPr id="0" name=""/>
        <dsp:cNvSpPr/>
      </dsp:nvSpPr>
      <dsp:spPr>
        <a:xfrm>
          <a:off x="934" y="1346180"/>
          <a:ext cx="3147650" cy="1279542"/>
        </a:xfrm>
        <a:prstGeom prst="roundRect">
          <a:avLst/>
        </a:prstGeom>
        <a:solidFill>
          <a:schemeClr val="accent4">
            <a:hueOff val="-509452"/>
            <a:satOff val="-3415"/>
            <a:lumOff val="-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Construct</a:t>
          </a:r>
          <a:r>
            <a:rPr lang="en-GB" sz="1800" b="0" kern="1200" dirty="0"/>
            <a:t> </a:t>
          </a:r>
          <a:endParaRPr lang="en-GB" sz="2300" b="0" kern="1200" dirty="0"/>
        </a:p>
      </dsp:txBody>
      <dsp:txXfrm>
        <a:off x="63396" y="1408642"/>
        <a:ext cx="3022726" cy="1154618"/>
      </dsp:txXfrm>
    </dsp:sp>
    <dsp:sp modelId="{2FB568BD-34EE-4EA4-B34A-627B2BE207E8}">
      <dsp:nvSpPr>
        <dsp:cNvPr id="0" name=""/>
        <dsp:cNvSpPr/>
      </dsp:nvSpPr>
      <dsp:spPr>
        <a:xfrm rot="5400000">
          <a:off x="4992765" y="973474"/>
          <a:ext cx="1023634" cy="4711994"/>
        </a:xfrm>
        <a:prstGeom prst="round2SameRect">
          <a:avLst/>
        </a:prstGeom>
        <a:solidFill>
          <a:schemeClr val="accent4">
            <a:tint val="40000"/>
            <a:alpha val="90000"/>
            <a:hueOff val="-965551"/>
            <a:satOff val="-13219"/>
            <a:lumOff val="-1751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965551"/>
              <a:satOff val="-13219"/>
              <a:lumOff val="-17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How well one measure predicts an outcome based on another measure</a:t>
          </a:r>
        </a:p>
      </dsp:txBody>
      <dsp:txXfrm rot="-5400000">
        <a:off x="3148585" y="2867624"/>
        <a:ext cx="4662024" cy="923694"/>
      </dsp:txXfrm>
    </dsp:sp>
    <dsp:sp modelId="{01089CDB-91AE-42ED-88F4-A9934CBBC8AF}">
      <dsp:nvSpPr>
        <dsp:cNvPr id="0" name=""/>
        <dsp:cNvSpPr/>
      </dsp:nvSpPr>
      <dsp:spPr>
        <a:xfrm>
          <a:off x="886" y="2678658"/>
          <a:ext cx="3147650" cy="1279542"/>
        </a:xfrm>
        <a:prstGeom prst="roundRect">
          <a:avLst/>
        </a:prstGeom>
        <a:solidFill>
          <a:schemeClr val="accent4">
            <a:hueOff val="-1018903"/>
            <a:satOff val="-6830"/>
            <a:lumOff val="-70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Criterion</a:t>
          </a:r>
        </a:p>
      </dsp:txBody>
      <dsp:txXfrm>
        <a:off x="63348" y="2741120"/>
        <a:ext cx="3022726" cy="1154618"/>
      </dsp:txXfrm>
    </dsp:sp>
    <dsp:sp modelId="{3C3367DE-0EA4-4C42-A93E-A672A757329E}">
      <dsp:nvSpPr>
        <dsp:cNvPr id="0" name=""/>
        <dsp:cNvSpPr/>
      </dsp:nvSpPr>
      <dsp:spPr>
        <a:xfrm rot="5400000">
          <a:off x="4983606" y="2309624"/>
          <a:ext cx="1023634" cy="4726735"/>
        </a:xfrm>
        <a:prstGeom prst="round2SameRect">
          <a:avLst/>
        </a:prstGeom>
        <a:solidFill>
          <a:schemeClr val="accent4">
            <a:tint val="40000"/>
            <a:alpha val="90000"/>
            <a:hueOff val="-1448327"/>
            <a:satOff val="-19828"/>
            <a:lumOff val="-2626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-1448327"/>
              <a:satOff val="-19828"/>
              <a:lumOff val="-26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If findings can be generalised / relevant in other contexts</a:t>
          </a:r>
        </a:p>
      </dsp:txBody>
      <dsp:txXfrm rot="-5400000">
        <a:off x="3132056" y="4211144"/>
        <a:ext cx="4676765" cy="923694"/>
      </dsp:txXfrm>
    </dsp:sp>
    <dsp:sp modelId="{6033519D-4B3F-4B13-AF24-4B9E14AF601D}">
      <dsp:nvSpPr>
        <dsp:cNvPr id="0" name=""/>
        <dsp:cNvSpPr/>
      </dsp:nvSpPr>
      <dsp:spPr>
        <a:xfrm>
          <a:off x="934" y="4033220"/>
          <a:ext cx="3131122" cy="1279542"/>
        </a:xfrm>
        <a:prstGeom prst="roundRect">
          <a:avLst/>
        </a:prstGeom>
        <a:solidFill>
          <a:schemeClr val="accent4">
            <a:hueOff val="-1528355"/>
            <a:satOff val="-10245"/>
            <a:lumOff val="-1058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External</a:t>
          </a:r>
        </a:p>
      </dsp:txBody>
      <dsp:txXfrm>
        <a:off x="63396" y="4095682"/>
        <a:ext cx="3006198" cy="1154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009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605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919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283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361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643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613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384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951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0B17A-4773-E957-96C6-695EFC20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381C1-5F11-7040-80BF-5761A8288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25BAD-7EA3-1FCF-A1E3-356648CFB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0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BF83B-4035-D120-4699-774E1F001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033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95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69CD-3C19-D58C-5936-A78F2ECC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6A29E-2BE7-18F0-1C4C-8CBFA6981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DF021-167C-CFAD-C157-C58A70E20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30225-A688-EF36-E7E0-E431AAD9A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194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91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451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019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0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659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009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360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283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2369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79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3069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384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7448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7287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5892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8506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4514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3142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752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AA9B-87BE-E14F-9267-746B4BE3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E89D2-0454-9193-6AB8-6984057AC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6C980-9187-CC97-46CE-0045B5645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93C49-7A3E-33D6-200E-706DFE4D7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33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notesSlide" Target="../notesSlides/notesSlide11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13" Type="http://schemas.microsoft.com/office/2007/relationships/diagramDrawing" Target="../diagrams/drawing8.xml"/><Relationship Id="rId3" Type="http://schemas.openxmlformats.org/officeDocument/2006/relationships/notesSlide" Target="../notesSlides/notesSlide17.xml"/><Relationship Id="rId7" Type="http://schemas.openxmlformats.org/officeDocument/2006/relationships/diagramColors" Target="../diagrams/colors7.xml"/><Relationship Id="rId12" Type="http://schemas.openxmlformats.org/officeDocument/2006/relationships/diagramColors" Target="../diagrams/colors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diagramQuickStyle" Target="../diagrams/quickStyle7.xml"/><Relationship Id="rId11" Type="http://schemas.openxmlformats.org/officeDocument/2006/relationships/diagramQuickStyle" Target="../diagrams/quickStyle8.xml"/><Relationship Id="rId5" Type="http://schemas.openxmlformats.org/officeDocument/2006/relationships/diagramLayout" Target="../diagrams/layout7.xml"/><Relationship Id="rId10" Type="http://schemas.openxmlformats.org/officeDocument/2006/relationships/diagramLayout" Target="../diagrams/layout8.xml"/><Relationship Id="rId4" Type="http://schemas.openxmlformats.org/officeDocument/2006/relationships/diagramData" Target="../diagrams/data7.xml"/><Relationship Id="rId9" Type="http://schemas.openxmlformats.org/officeDocument/2006/relationships/diagramData" Target="../diagrams/data8.xml"/><Relationship Id="rId1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13" Type="http://schemas.microsoft.com/office/2007/relationships/diagramDrawing" Target="../diagrams/drawing10.xml"/><Relationship Id="rId3" Type="http://schemas.openxmlformats.org/officeDocument/2006/relationships/notesSlide" Target="../notesSlides/notesSlide18.xml"/><Relationship Id="rId7" Type="http://schemas.openxmlformats.org/officeDocument/2006/relationships/diagramColors" Target="../diagrams/colors9.xml"/><Relationship Id="rId12" Type="http://schemas.openxmlformats.org/officeDocument/2006/relationships/diagramColors" Target="../diagrams/colors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diagramQuickStyle" Target="../diagrams/quickStyle9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9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9.xml"/><Relationship Id="rId9" Type="http://schemas.openxmlformats.org/officeDocument/2006/relationships/diagramData" Target="../diagrams/data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notesSlide" Target="../notesSlides/notesSlide27.xml"/><Relationship Id="rId7" Type="http://schemas.openxmlformats.org/officeDocument/2006/relationships/diagramColors" Target="../diagrams/colors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13" Type="http://schemas.microsoft.com/office/2007/relationships/diagramDrawing" Target="../diagrams/drawing13.xml"/><Relationship Id="rId3" Type="http://schemas.openxmlformats.org/officeDocument/2006/relationships/notesSlide" Target="../notesSlides/notesSlide31.xml"/><Relationship Id="rId7" Type="http://schemas.openxmlformats.org/officeDocument/2006/relationships/diagramColors" Target="../diagrams/colors12.xml"/><Relationship Id="rId12" Type="http://schemas.openxmlformats.org/officeDocument/2006/relationships/diagramColors" Target="../diagrams/colors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diagramQuickStyle" Target="../diagrams/quickStyle12.xml"/><Relationship Id="rId11" Type="http://schemas.openxmlformats.org/officeDocument/2006/relationships/diagramQuickStyle" Target="../diagrams/quickStyle13.xml"/><Relationship Id="rId5" Type="http://schemas.openxmlformats.org/officeDocument/2006/relationships/diagramLayout" Target="../diagrams/layout12.xml"/><Relationship Id="rId10" Type="http://schemas.openxmlformats.org/officeDocument/2006/relationships/diagramLayout" Target="../diagrams/layout13.xml"/><Relationship Id="rId4" Type="http://schemas.openxmlformats.org/officeDocument/2006/relationships/diagramData" Target="../diagrams/data12.xml"/><Relationship Id="rId9" Type="http://schemas.openxmlformats.org/officeDocument/2006/relationships/diagramData" Target="../diagrams/data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notesSlide" Target="../notesSlides/notesSlide33.xml"/><Relationship Id="rId7" Type="http://schemas.openxmlformats.org/officeDocument/2006/relationships/diagramColors" Target="../diagrams/colors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1 Week 2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Intro to Research methods &amp; Ethics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864394" y="543922"/>
            <a:ext cx="580652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939787" y="1559774"/>
            <a:ext cx="7448309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the importance of research methods in psychology.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Distinguish between different types of research methods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key terms and concepts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Grasp the concepts of reliability, validity, and sample selection in research.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Recognize the significance of appropriate design and methods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Ethical considerations</a:t>
            </a:r>
            <a:endParaRPr lang="en-US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3"/>
            <a:ext cx="7812148" cy="60611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r>
              <a:rPr lang="en-GB" b="1" dirty="0">
                <a:solidFill>
                  <a:srgbClr val="1477B4"/>
                </a:solidFill>
              </a:rPr>
              <a:t>This week, the lecture, online content will introduce you to…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Introduction to Research Methods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Types of Research Methods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Research Design: Variables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Research Design: Sampling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Reliability and Validity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Ethics in Psychological Research (Practical 1 and </a:t>
            </a:r>
            <a:r>
              <a:rPr lang="en-GB" sz="2400">
                <a:solidFill>
                  <a:schemeClr val="tx1"/>
                </a:solidFill>
              </a:rPr>
              <a:t>online content)</a:t>
            </a:r>
            <a:endParaRPr lang="en-GB" sz="24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504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160" y="1075766"/>
            <a:ext cx="3143924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1. Introduction to Research Methods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83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439690" y="1974766"/>
            <a:ext cx="8082518" cy="470647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kern="100" dirty="0"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GB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cience of psychology is rooted in systematic observation and evidence</a:t>
            </a:r>
          </a:p>
          <a:p>
            <a:pPr marL="0" indent="0">
              <a:buFont typeface="Wingdings 3" charset="2"/>
              <a:buNone/>
            </a:pPr>
            <a:endParaRPr lang="en-GB" b="1" dirty="0"/>
          </a:p>
          <a:p>
            <a:pPr marL="0" indent="0">
              <a:buFont typeface="Wingdings 3" charset="2"/>
              <a:buNone/>
            </a:pPr>
            <a:r>
              <a:rPr lang="en-GB" dirty="0"/>
              <a:t>To systematically understand, test and analyse the behaviour and experience of others.</a:t>
            </a:r>
          </a:p>
          <a:p>
            <a:pPr marL="0" indent="0">
              <a:buFont typeface="Wingdings 3" charset="2"/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Direct or indirect application: shaping knowledge, advancing research, formulating theory or practice.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Advancing practical applications e.g., education, business, health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138" y="176763"/>
            <a:ext cx="6641596" cy="1042438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Why are Research Methods important in Psychology?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55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Scientific Method Steps, Uses, and Key Terms">
            <a:extLst>
              <a:ext uri="{FF2B5EF4-FFF2-40B4-BE49-F238E27FC236}">
                <a16:creationId xmlns:a16="http://schemas.microsoft.com/office/drawing/2014/main" id="{594A8964-6FE0-5703-F581-5728E233B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7"/>
          <a:stretch/>
        </p:blipFill>
        <p:spPr bwMode="auto">
          <a:xfrm>
            <a:off x="1009635" y="1856206"/>
            <a:ext cx="7124729" cy="444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FF36B2B-BFE5-3A4B-471E-ED437A10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298" y="209480"/>
            <a:ext cx="6641596" cy="646331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Key Concepts / Terms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2CB59-467C-76EB-59D5-EB26BD9EEC77}"/>
              </a:ext>
            </a:extLst>
          </p:cNvPr>
          <p:cNvSpPr txBox="1"/>
          <p:nvPr/>
        </p:nvSpPr>
        <p:spPr>
          <a:xfrm>
            <a:off x="776260" y="1032843"/>
            <a:ext cx="7124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Scientific Method: </a:t>
            </a:r>
            <a:r>
              <a:rPr lang="en-GB" dirty="0"/>
              <a:t>Psychologists follow a process to conduct research (hypothesis, theory, experiment, analysis, conclusion)</a:t>
            </a:r>
          </a:p>
        </p:txBody>
      </p:sp>
    </p:spTree>
    <p:extLst>
      <p:ext uri="{BB962C8B-B14F-4D97-AF65-F5344CB8AC3E}">
        <p14:creationId xmlns:p14="http://schemas.microsoft.com/office/powerpoint/2010/main" val="292385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621792" y="1412222"/>
            <a:ext cx="8079813" cy="371656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b="1" dirty="0">
                <a:latin typeface="+mn-lt"/>
              </a:rPr>
              <a:t>Research: </a:t>
            </a:r>
            <a:r>
              <a:rPr lang="en-GB" dirty="0">
                <a:latin typeface="+mn-lt"/>
              </a:rPr>
              <a:t>Overall process of inquiry (entire study, purpose, objectives and outcomes)</a:t>
            </a:r>
          </a:p>
          <a:p>
            <a:r>
              <a:rPr lang="en-GB" b="1" dirty="0">
                <a:latin typeface="+mn-lt"/>
              </a:rPr>
              <a:t>Empirical Research: </a:t>
            </a:r>
            <a:r>
              <a:rPr lang="en-GB" kern="100" dirty="0">
                <a:latin typeface="+mn-lt"/>
                <a:cs typeface="Times New Roman" panose="02020603050405020304" pitchFamily="18" charset="0"/>
              </a:rPr>
              <a:t>original research based on observable and measurable </a:t>
            </a:r>
            <a:r>
              <a:rPr lang="en-GB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behaviour (e.g. peer-reviewed journal </a:t>
            </a: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article)</a:t>
            </a:r>
          </a:p>
          <a:p>
            <a:r>
              <a:rPr lang="en-GB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Design: </a:t>
            </a: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How research will be conducted. Includes type of study, method of data collection and analysis) </a:t>
            </a:r>
          </a:p>
          <a:p>
            <a:r>
              <a:rPr lang="en-GB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Method</a:t>
            </a: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Specific techniques and procedures to collect and analyse data (e.g. tools).</a:t>
            </a:r>
          </a:p>
          <a:p>
            <a:r>
              <a:rPr lang="en-GB" b="1" dirty="0">
                <a:latin typeface="+mn-lt"/>
              </a:rPr>
              <a:t>Hypothesis: </a:t>
            </a:r>
            <a:r>
              <a:rPr lang="en-GB" dirty="0">
                <a:latin typeface="+mn-lt"/>
              </a:rPr>
              <a:t>Clear, testable prediction or idea about what you expect to happen</a:t>
            </a:r>
          </a:p>
          <a:p>
            <a:r>
              <a:rPr lang="en-GB" b="1" dirty="0">
                <a:latin typeface="+mn-lt"/>
              </a:rPr>
              <a:t>Theory: </a:t>
            </a:r>
            <a:r>
              <a:rPr lang="en-GB" dirty="0">
                <a:latin typeface="+mn-lt"/>
              </a:rPr>
              <a:t>Broader, established explanation of behaviour / experience based on multiple studies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02" y="176762"/>
            <a:ext cx="6641596" cy="823363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Key Concepts / Terms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87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503716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1" dirty="0">
                <a:solidFill>
                  <a:schemeClr val="tx1"/>
                </a:solidFill>
              </a:rPr>
              <a:t>A multitude of behaviours and experiences</a:t>
            </a:r>
            <a:br>
              <a:rPr lang="en-US" sz="2600" b="1" dirty="0">
                <a:solidFill>
                  <a:schemeClr val="tx1"/>
                </a:solidFill>
              </a:rPr>
            </a:br>
            <a:br>
              <a:rPr lang="en-US" sz="2600" b="1" dirty="0">
                <a:solidFill>
                  <a:schemeClr val="tx1"/>
                </a:solidFill>
              </a:rPr>
            </a:br>
            <a:r>
              <a:rPr lang="en-US" sz="2600" b="1" u="sng" dirty="0">
                <a:solidFill>
                  <a:schemeClr val="tx1"/>
                </a:solidFill>
              </a:rPr>
              <a:t>Human Subject Research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480060" y="2414016"/>
            <a:ext cx="4091940" cy="3657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  <a:latin typeface="+mn-lt"/>
                <a:ea typeface="+mn-ea"/>
                <a:cs typeface="+mn-cs"/>
              </a:rPr>
              <a:t>Cogn</a:t>
            </a:r>
            <a:r>
              <a:rPr lang="en-US" sz="1900" dirty="0">
                <a:latin typeface="+mn-lt"/>
                <a:ea typeface="+mn-ea"/>
                <a:cs typeface="+mn-cs"/>
              </a:rPr>
              <a:t>ition and memory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Perception and vision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Environment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Motivation and reward 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Eating behaviours 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Child development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Aggression, fear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Spatial learning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Attention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+mn-lt"/>
                <a:ea typeface="+mn-ea"/>
                <a:cs typeface="+mn-cs"/>
              </a:rPr>
              <a:t>Leadership, status and power</a:t>
            </a:r>
          </a:p>
          <a:p>
            <a:pPr indent="-228600" defTabSz="9144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9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DBA78-8427-A6EE-2BD8-0E26A7E834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95" r="2" b="129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749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653028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1" dirty="0">
                <a:solidFill>
                  <a:schemeClr val="tx1"/>
                </a:solidFill>
              </a:rPr>
              <a:t>A multitude of behaviours and experiences</a:t>
            </a:r>
            <a:br>
              <a:rPr lang="en-US" sz="2600" b="1" dirty="0">
                <a:solidFill>
                  <a:schemeClr val="tx1"/>
                </a:solidFill>
              </a:rPr>
            </a:br>
            <a:br>
              <a:rPr lang="en-US" sz="2600" b="1" dirty="0">
                <a:solidFill>
                  <a:schemeClr val="tx1"/>
                </a:solidFill>
              </a:rPr>
            </a:br>
            <a:r>
              <a:rPr lang="en-US" sz="2600" b="1" u="sng" dirty="0">
                <a:solidFill>
                  <a:schemeClr val="tx1"/>
                </a:solidFill>
              </a:rPr>
              <a:t>Animal Research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4F441-3311-BBC5-5A1F-29B34A3E02F9}"/>
              </a:ext>
            </a:extLst>
          </p:cNvPr>
          <p:cNvSpPr txBox="1"/>
          <p:nvPr/>
        </p:nvSpPr>
        <p:spPr>
          <a:xfrm>
            <a:off x="480060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Evolution of language and vocal commu</a:t>
            </a:r>
            <a:r>
              <a:rPr lang="en-US" sz="2000" dirty="0"/>
              <a:t>nication</a:t>
            </a:r>
            <a:endParaRPr lang="en-US" sz="2000" dirty="0">
              <a:effectLst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Animal cognition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Social cognition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Primate behaviour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Spatial learning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88645B1-751C-9D5F-CDA7-0712DF714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6" r="28868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7757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Types of Research methods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15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541083" y="1060215"/>
            <a:ext cx="8126163" cy="15696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>
                <a:latin typeface="+mn-lt"/>
              </a:rPr>
              <a:t>It’s more than a method!</a:t>
            </a:r>
          </a:p>
          <a:p>
            <a:pPr marL="0" indent="0">
              <a:buNone/>
            </a:pP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It determines how data are collected and analysed!</a:t>
            </a:r>
          </a:p>
          <a:p>
            <a:pPr marL="0" indent="0">
              <a:buNone/>
            </a:pP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Consider the nature of the data (qualitative vs quantitative) or the design (experimental vs non-experimental)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65" y="176763"/>
            <a:ext cx="6641596" cy="718441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Overview of Research Methods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450832-2FFD-2C34-7A7B-7139DD5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0247533"/>
              </p:ext>
            </p:extLst>
          </p:nvPr>
        </p:nvGraphicFramePr>
        <p:xfrm>
          <a:off x="179295" y="2875988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C3E3F2B-9783-C2BD-E3B9-345869247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3523590"/>
              </p:ext>
            </p:extLst>
          </p:nvPr>
        </p:nvGraphicFramePr>
        <p:xfrm>
          <a:off x="4274541" y="2875987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B3C3F3-DC97-7E1B-F76C-67C700CED36B}"/>
              </a:ext>
            </a:extLst>
          </p:cNvPr>
          <p:cNvSpPr txBox="1"/>
          <p:nvPr/>
        </p:nvSpPr>
        <p:spPr>
          <a:xfrm>
            <a:off x="914400" y="4208929"/>
            <a:ext cx="3360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Numerical data, to quantify variables, statistical estimation or inference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BD7EE-2F03-C58C-B93F-41A677EBACC8}"/>
              </a:ext>
            </a:extLst>
          </p:cNvPr>
          <p:cNvSpPr txBox="1"/>
          <p:nvPr/>
        </p:nvSpPr>
        <p:spPr>
          <a:xfrm>
            <a:off x="5061810" y="4208929"/>
            <a:ext cx="3307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Non-numerical data (e.g. descriptive, words, experiences, behaviours)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734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Graphic spid="9" grpId="0">
        <p:bldSub>
          <a:bldDgm bld="one"/>
        </p:bldSub>
      </p:bldGraphic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3BFE-956A-A1B7-4182-0A36DD64C9A2}"/>
              </a:ext>
            </a:extLst>
          </p:cNvPr>
          <p:cNvSpPr txBox="1">
            <a:spLocks/>
          </p:cNvSpPr>
          <p:nvPr/>
        </p:nvSpPr>
        <p:spPr>
          <a:xfrm>
            <a:off x="1394522" y="176762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>
                <a:solidFill>
                  <a:schemeClr val="tx1"/>
                </a:solidFill>
              </a:rPr>
              <a:t>Types of Research Designs</a:t>
            </a:r>
            <a:endParaRPr lang="en-GB" sz="3200" dirty="0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D6E84DC-2A83-3A88-E983-F24DD5F251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0841959"/>
              </p:ext>
            </p:extLst>
          </p:nvPr>
        </p:nvGraphicFramePr>
        <p:xfrm>
          <a:off x="268620" y="895204"/>
          <a:ext cx="8606759" cy="5786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575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E8FC3B-BC14-4EB2-B338-ED0E22F77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9ED911-636C-4F2A-9CFE-6598813DF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1C77DF-1F03-4448-995C-BB9251236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1089CDB-91AE-42ED-88F4-A9934CBBC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B568BD-34EE-4EA4-B34A-627B2BE2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2EADAF-0D59-3A3D-6CCC-D1B711D8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92E8-BEC6-F331-C354-5A346834CB36}"/>
              </a:ext>
            </a:extLst>
          </p:cNvPr>
          <p:cNvSpPr txBox="1">
            <a:spLocks/>
          </p:cNvSpPr>
          <p:nvPr/>
        </p:nvSpPr>
        <p:spPr>
          <a:xfrm>
            <a:off x="1394522" y="176762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Types of Research Designs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40013CE-CDC5-20E0-178F-E0BDCD99C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4066387"/>
              </p:ext>
            </p:extLst>
          </p:nvPr>
        </p:nvGraphicFramePr>
        <p:xfrm>
          <a:off x="268620" y="895204"/>
          <a:ext cx="8606759" cy="5962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955C89-64DC-E539-9F10-03FED1C5A416}"/>
              </a:ext>
            </a:extLst>
          </p:cNvPr>
          <p:cNvSpPr txBox="1"/>
          <p:nvPr/>
        </p:nvSpPr>
        <p:spPr>
          <a:xfrm rot="21240892">
            <a:off x="403539" y="249197"/>
            <a:ext cx="1408685" cy="369332"/>
          </a:xfrm>
          <a:prstGeom prst="rect">
            <a:avLst/>
          </a:prstGeom>
          <a:solidFill>
            <a:srgbClr val="CCFF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5036D-A51F-51C8-6C5A-84E8CFCA4264}"/>
              </a:ext>
            </a:extLst>
          </p:cNvPr>
          <p:cNvSpPr txBox="1"/>
          <p:nvPr/>
        </p:nvSpPr>
        <p:spPr>
          <a:xfrm>
            <a:off x="2775204" y="1869834"/>
            <a:ext cx="6368796" cy="1328023"/>
          </a:xfrm>
          <a:prstGeom prst="roundRect">
            <a:avLst/>
          </a:prstGeom>
          <a:solidFill>
            <a:srgbClr val="CCFF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Does getting only 4 hours of sleep per night for a week impair cognitive performance compared to 8 hours? E.g. randomly assign participants: Group 1: 4 hours, Group 2: 8 hours sleep measure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2A26B-BE46-0F16-0D5B-7FABAC7F807C}"/>
              </a:ext>
            </a:extLst>
          </p:cNvPr>
          <p:cNvSpPr txBox="1"/>
          <p:nvPr/>
        </p:nvSpPr>
        <p:spPr>
          <a:xfrm>
            <a:off x="2775204" y="3454044"/>
            <a:ext cx="6368795" cy="1021556"/>
          </a:xfrm>
          <a:prstGeom prst="roundRect">
            <a:avLst/>
          </a:prstGeom>
          <a:solidFill>
            <a:srgbClr val="CCFF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Do medical interns working nights (vs. day shifts) show more cognitive errors due to sleep deprivation? E.g. compare interns already assigned on their error rates.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9D284-4CEF-2280-0F08-D368AC1354A7}"/>
              </a:ext>
            </a:extLst>
          </p:cNvPr>
          <p:cNvSpPr txBox="1"/>
          <p:nvPr/>
        </p:nvSpPr>
        <p:spPr>
          <a:xfrm>
            <a:off x="2775204" y="4610576"/>
            <a:ext cx="6368796" cy="2247424"/>
          </a:xfrm>
          <a:prstGeom prst="roundRect">
            <a:avLst/>
          </a:prstGeom>
          <a:solidFill>
            <a:srgbClr val="CCFF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Correlational</a:t>
            </a:r>
            <a:r>
              <a:rPr lang="en-GB" dirty="0"/>
              <a:t>: Is there a relationship between average sleep duration and academic performance in university students?</a:t>
            </a:r>
          </a:p>
          <a:p>
            <a:r>
              <a:rPr lang="en-GB" b="1" dirty="0"/>
              <a:t>Descriptive</a:t>
            </a:r>
            <a:r>
              <a:rPr lang="en-GB" dirty="0"/>
              <a:t>: What are the typical sleep habits of university students during exam season? </a:t>
            </a:r>
            <a:r>
              <a:rPr lang="en-GB" b="1" dirty="0"/>
              <a:t>Survey</a:t>
            </a:r>
            <a:r>
              <a:rPr lang="en-GB" dirty="0"/>
              <a:t>: How do students perceive the impact of sleep deprivation on their mood and productivity? </a:t>
            </a:r>
            <a:r>
              <a:rPr lang="en-GB" b="1" dirty="0"/>
              <a:t>Observational</a:t>
            </a:r>
            <a:r>
              <a:rPr lang="en-GB" dirty="0"/>
              <a:t>: How often do students fall asleep during lectures after pulling an all-nighter?</a:t>
            </a:r>
          </a:p>
        </p:txBody>
      </p:sp>
    </p:spTree>
    <p:extLst>
      <p:ext uri="{BB962C8B-B14F-4D97-AF65-F5344CB8AC3E}">
        <p14:creationId xmlns:p14="http://schemas.microsoft.com/office/powerpoint/2010/main" val="423227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CF4B-03AF-4162-8592-FB7893D2F228}"/>
              </a:ext>
            </a:extLst>
          </p:cNvPr>
          <p:cNvSpPr txBox="1">
            <a:spLocks/>
          </p:cNvSpPr>
          <p:nvPr/>
        </p:nvSpPr>
        <p:spPr>
          <a:xfrm>
            <a:off x="1502375" y="137263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Types of Research Designs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DD6C83F-9FCF-B16D-E27B-64333177F8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8694750"/>
              </p:ext>
            </p:extLst>
          </p:nvPr>
        </p:nvGraphicFramePr>
        <p:xfrm>
          <a:off x="541081" y="920423"/>
          <a:ext cx="8286395" cy="5760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363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E8FC3B-BC14-4EB2-B338-ED0E22F77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9ED911-636C-4F2A-9CFE-6598813DF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1C77DF-1F03-4448-995C-BB9251236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1089CDB-91AE-42ED-88F4-A9934CBBC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B568BD-34EE-4EA4-B34A-627B2BE2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874D15-B20D-4A82-802F-E2F88828A8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D7A37BE-D300-4EAC-BCCB-C69514A5D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274F-EEEC-9923-CF6E-2269219DD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4793-8DC8-1007-1D0E-E2177898D92F}"/>
              </a:ext>
            </a:extLst>
          </p:cNvPr>
          <p:cNvSpPr txBox="1">
            <a:spLocks/>
          </p:cNvSpPr>
          <p:nvPr/>
        </p:nvSpPr>
        <p:spPr>
          <a:xfrm>
            <a:off x="1502375" y="137263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Types of Research Designs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D750C2-B867-D350-315A-7204A6CF5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1211228"/>
              </p:ext>
            </p:extLst>
          </p:nvPr>
        </p:nvGraphicFramePr>
        <p:xfrm>
          <a:off x="541081" y="920423"/>
          <a:ext cx="8286395" cy="5760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C38E9A-9DC0-B1EA-AD0E-C22E334FEF22}"/>
              </a:ext>
            </a:extLst>
          </p:cNvPr>
          <p:cNvSpPr txBox="1"/>
          <p:nvPr/>
        </p:nvSpPr>
        <p:spPr>
          <a:xfrm rot="21240892">
            <a:off x="403539" y="249197"/>
            <a:ext cx="1408685" cy="369332"/>
          </a:xfrm>
          <a:prstGeom prst="rect">
            <a:avLst/>
          </a:prstGeom>
          <a:solidFill>
            <a:srgbClr val="CCFF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F226B540-5094-52F4-3659-D3BA743EEB51}"/>
              </a:ext>
            </a:extLst>
          </p:cNvPr>
          <p:cNvSpPr txBox="1"/>
          <p:nvPr/>
        </p:nvSpPr>
        <p:spPr>
          <a:xfrm>
            <a:off x="3143342" y="1613647"/>
            <a:ext cx="5967293" cy="959223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247650" tIns="123825" rIns="247650" bIns="123825" numCol="1" spcCol="1270" anchor="ctr" anchorCtr="0">
            <a:noAutofit/>
          </a:bodyPr>
          <a:lstStyle/>
          <a:p>
            <a:pPr marL="0" lvl="1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dirty="0"/>
              <a:t>How do night-shift nurses navigate and adapt to chronic sleep deprivation in hospital settings? E.g., researcher spends time at the hospital, observing.</a:t>
            </a:r>
            <a:endParaRPr lang="en-GB" kern="1200" dirty="0">
              <a:solidFill>
                <a:schemeClr val="tx1"/>
              </a:solidFill>
            </a:endParaRPr>
          </a:p>
        </p:txBody>
      </p:sp>
      <p:sp>
        <p:nvSpPr>
          <p:cNvPr id="6" name="Rectangle: Top Corners Rounded 4">
            <a:extLst>
              <a:ext uri="{FF2B5EF4-FFF2-40B4-BE49-F238E27FC236}">
                <a16:creationId xmlns:a16="http://schemas.microsoft.com/office/drawing/2014/main" id="{A4EE9987-7D45-C17A-83A2-119736163B99}"/>
              </a:ext>
            </a:extLst>
          </p:cNvPr>
          <p:cNvSpPr txBox="1"/>
          <p:nvPr/>
        </p:nvSpPr>
        <p:spPr>
          <a:xfrm>
            <a:off x="3126247" y="2949388"/>
            <a:ext cx="5967293" cy="959223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247650" tIns="123825" rIns="247650" bIns="123825" numCol="1" spcCol="1270" anchor="ctr" anchorCtr="0">
            <a:noAutofit/>
          </a:bodyPr>
          <a:lstStyle/>
          <a:p>
            <a:pPr marL="0" lvl="1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dirty="0"/>
              <a:t>What is the lived experience of university students coping with sleep deprivation during exam season? E.g., in-depth interviews.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: Top Corners Rounded 4">
            <a:extLst>
              <a:ext uri="{FF2B5EF4-FFF2-40B4-BE49-F238E27FC236}">
                <a16:creationId xmlns:a16="http://schemas.microsoft.com/office/drawing/2014/main" id="{3E7EF4C4-D7E8-49D7-7C73-F7176A9D0801}"/>
              </a:ext>
            </a:extLst>
          </p:cNvPr>
          <p:cNvSpPr txBox="1"/>
          <p:nvPr/>
        </p:nvSpPr>
        <p:spPr>
          <a:xfrm>
            <a:off x="3143342" y="4267200"/>
            <a:ext cx="5967293" cy="959223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247650" tIns="123825" rIns="247650" bIns="123825" numCol="1" spcCol="1270" anchor="ctr" anchorCtr="0">
            <a:noAutofit/>
          </a:bodyPr>
          <a:lstStyle/>
          <a:p>
            <a:pPr marL="0" lvl="1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dirty="0"/>
              <a:t>How does chronic sleep deprivation affect the daily functioning and well-being of a university lecturer? </a:t>
            </a:r>
            <a:r>
              <a:rPr lang="en-GB" dirty="0">
                <a:sym typeface="Wingdings" panose="05000000000000000000" pitchFamily="2" charset="2"/>
              </a:rPr>
              <a:t> E.g., interviews or sleep diaries, teaching hours etc.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: Top Corners Rounded 4">
            <a:extLst>
              <a:ext uri="{FF2B5EF4-FFF2-40B4-BE49-F238E27FC236}">
                <a16:creationId xmlns:a16="http://schemas.microsoft.com/office/drawing/2014/main" id="{0BFF87C0-8E35-77D9-FD45-3602616C588A}"/>
              </a:ext>
            </a:extLst>
          </p:cNvPr>
          <p:cNvSpPr txBox="1"/>
          <p:nvPr/>
        </p:nvSpPr>
        <p:spPr>
          <a:xfrm>
            <a:off x="3126247" y="5593977"/>
            <a:ext cx="5967293" cy="959223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247650" tIns="123825" rIns="247650" bIns="123825" numCol="1" spcCol="1270" anchor="ctr" anchorCtr="0">
            <a:noAutofit/>
          </a:bodyPr>
          <a:lstStyle/>
          <a:p>
            <a:pPr marL="0" lvl="1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dirty="0"/>
              <a:t>How does a first-year university student’s experience of sleep deprivation evolve over the course of their academic year? E.g., regular interviews / journal entries on performance and wellbeing</a:t>
            </a:r>
            <a:endParaRPr lang="en-GB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13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3"/>
            <a:ext cx="7812148" cy="703755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Pros and Cons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1E156C-DF6E-6A29-86D2-01D199524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294492"/>
              </p:ext>
            </p:extLst>
          </p:nvPr>
        </p:nvGraphicFramePr>
        <p:xfrm>
          <a:off x="237281" y="1207008"/>
          <a:ext cx="8669437" cy="516465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8451">
                  <a:extLst>
                    <a:ext uri="{9D8B030D-6E8A-4147-A177-3AD203B41FA5}">
                      <a16:colId xmlns:a16="http://schemas.microsoft.com/office/drawing/2014/main" val="761916630"/>
                    </a:ext>
                  </a:extLst>
                </a:gridCol>
                <a:gridCol w="1887416">
                  <a:extLst>
                    <a:ext uri="{9D8B030D-6E8A-4147-A177-3AD203B41FA5}">
                      <a16:colId xmlns:a16="http://schemas.microsoft.com/office/drawing/2014/main" val="1554464180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4221885974"/>
                    </a:ext>
                  </a:extLst>
                </a:gridCol>
                <a:gridCol w="2756555">
                  <a:extLst>
                    <a:ext uri="{9D8B030D-6E8A-4147-A177-3AD203B41FA5}">
                      <a16:colId xmlns:a16="http://schemas.microsoft.com/office/drawing/2014/main" val="2387683727"/>
                    </a:ext>
                  </a:extLst>
                </a:gridCol>
              </a:tblGrid>
              <a:tr h="531876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45829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/>
                        <a:t>Quantitative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Experimental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Cause-and-effect</a:t>
                      </a:r>
                    </a:p>
                    <a:p>
                      <a:pPr algn="l"/>
                      <a:r>
                        <a:rPr lang="en-GB" sz="1600" dirty="0"/>
                        <a:t>Objective, replicable,  measurable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Ecological validity. Oversimplifying complex phenomena, lack depth.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585437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Longitudinal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Changes over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Time-consuming,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9206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Correlational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Relationships and associations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Can’t prove causality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416996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Descriptive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Large data,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Bias or unreliable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51345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/>
                        <a:t>Qualitative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Case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Detail from unique cases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Limited generalisability, small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76266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In-depth rich data, captures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Time-consuming (collection and analysis)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32638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Observational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Natural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Observer bias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341100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Thematic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Patterns and themes – 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Researcher bias, subjective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479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8861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450832-2FFD-2C34-7A7B-7139DD5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05686"/>
              </p:ext>
            </p:extLst>
          </p:nvPr>
        </p:nvGraphicFramePr>
        <p:xfrm>
          <a:off x="176724" y="1622989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C3E3F2B-9783-C2BD-E3B9-345869247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7160451"/>
              </p:ext>
            </p:extLst>
          </p:nvPr>
        </p:nvGraphicFramePr>
        <p:xfrm>
          <a:off x="4070133" y="1685401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B3C3F3-DC97-7E1B-F76C-67C700CED36B}"/>
              </a:ext>
            </a:extLst>
          </p:cNvPr>
          <p:cNvSpPr txBox="1"/>
          <p:nvPr/>
        </p:nvSpPr>
        <p:spPr>
          <a:xfrm>
            <a:off x="911829" y="2955930"/>
            <a:ext cx="33601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Focus on </a:t>
            </a:r>
            <a:r>
              <a:rPr lang="en-GB" sz="2400" b="1" dirty="0"/>
              <a:t>what</a:t>
            </a:r>
            <a:r>
              <a:rPr lang="en-GB" sz="2400" dirty="0"/>
              <a:t> and </a:t>
            </a:r>
            <a:r>
              <a:rPr lang="en-GB" sz="2400" b="1" dirty="0"/>
              <a:t>how much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dirty="0"/>
              <a:t>Tests theories and hypotheses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Data is analysed using statistical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BD7EE-2F03-C58C-B93F-41A677EBACC8}"/>
              </a:ext>
            </a:extLst>
          </p:cNvPr>
          <p:cNvSpPr txBox="1"/>
          <p:nvPr/>
        </p:nvSpPr>
        <p:spPr>
          <a:xfrm>
            <a:off x="4857402" y="3018343"/>
            <a:ext cx="33079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Focus on </a:t>
            </a:r>
            <a:r>
              <a:rPr lang="en-GB" sz="2400" b="1" dirty="0"/>
              <a:t>why</a:t>
            </a:r>
            <a:r>
              <a:rPr lang="en-GB" sz="2400" dirty="0"/>
              <a:t> and </a:t>
            </a:r>
            <a:r>
              <a:rPr lang="en-GB" sz="2400" b="1" dirty="0"/>
              <a:t>how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dirty="0"/>
              <a:t>Generates theories based on data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Data analysed via categorisation and interpretation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65E23E-2916-65D4-C6B1-3CFCAA90CBA8}"/>
              </a:ext>
            </a:extLst>
          </p:cNvPr>
          <p:cNvSpPr txBox="1">
            <a:spLocks/>
          </p:cNvSpPr>
          <p:nvPr/>
        </p:nvSpPr>
        <p:spPr>
          <a:xfrm>
            <a:off x="1162874" y="164570"/>
            <a:ext cx="6641596" cy="6034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When to use what?</a:t>
            </a:r>
          </a:p>
        </p:txBody>
      </p:sp>
      <p:pic>
        <p:nvPicPr>
          <p:cNvPr id="4100" name="Picture 4" descr="40+ Hilarious research memes that will make you smile">
            <a:extLst>
              <a:ext uri="{FF2B5EF4-FFF2-40B4-BE49-F238E27FC236}">
                <a16:creationId xmlns:a16="http://schemas.microsoft.com/office/drawing/2014/main" id="{605FFE27-F9CD-B60E-3F68-16CBC15D7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7649"/>
            <a:ext cx="2489688" cy="178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342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02" y="177250"/>
            <a:ext cx="6641596" cy="725446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When to use what?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450832-2FFD-2C34-7A7B-7139DD5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5156335"/>
              </p:ext>
            </p:extLst>
          </p:nvPr>
        </p:nvGraphicFramePr>
        <p:xfrm>
          <a:off x="543064" y="1793493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C3E3F2B-9783-C2BD-E3B9-345869247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8650307"/>
              </p:ext>
            </p:extLst>
          </p:nvPr>
        </p:nvGraphicFramePr>
        <p:xfrm>
          <a:off x="4090768" y="1815861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B3C3F3-DC97-7E1B-F76C-67C700CED36B}"/>
              </a:ext>
            </a:extLst>
          </p:cNvPr>
          <p:cNvSpPr txBox="1"/>
          <p:nvPr/>
        </p:nvSpPr>
        <p:spPr>
          <a:xfrm>
            <a:off x="1157069" y="2998639"/>
            <a:ext cx="33601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want to quantify behaviour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Establish general patterns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Test </a:t>
            </a:r>
            <a:r>
              <a:rPr lang="en-GB" sz="2400" i="1" dirty="0"/>
              <a:t>specific</a:t>
            </a:r>
            <a:r>
              <a:rPr lang="en-GB" sz="2400" dirty="0"/>
              <a:t> theories or hypotheses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BD7EE-2F03-C58C-B93F-41A677EBACC8}"/>
              </a:ext>
            </a:extLst>
          </p:cNvPr>
          <p:cNvSpPr txBox="1"/>
          <p:nvPr/>
        </p:nvSpPr>
        <p:spPr>
          <a:xfrm>
            <a:off x="4556364" y="2998639"/>
            <a:ext cx="39662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Explore new research areas or phenomena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Understand deep psychological processes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Study individual experiences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120C5-4383-3A89-4127-62D309C59275}"/>
              </a:ext>
            </a:extLst>
          </p:cNvPr>
          <p:cNvSpPr txBox="1"/>
          <p:nvPr/>
        </p:nvSpPr>
        <p:spPr>
          <a:xfrm rot="21271986">
            <a:off x="5511770" y="5936456"/>
            <a:ext cx="208736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Or combine: Mixed Methods research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4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00" y="629266"/>
            <a:ext cx="3279327" cy="16419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Again, why is all this important?</a:t>
            </a:r>
            <a:endParaRPr lang="en-US" sz="3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37090-2295-88B5-2A5A-0E838C84C7D7}"/>
              </a:ext>
            </a:extLst>
          </p:cNvPr>
          <p:cNvSpPr txBox="1"/>
          <p:nvPr/>
        </p:nvSpPr>
        <p:spPr>
          <a:xfrm>
            <a:off x="792800" y="1990761"/>
            <a:ext cx="3395068" cy="4237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Ensures study is well-thought out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Valid and reliable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Addresses your research question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Draw appropriate and accurate conclusions about our measures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Minimise bias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Increase generalisability </a:t>
            </a:r>
          </a:p>
        </p:txBody>
      </p:sp>
      <p:pic>
        <p:nvPicPr>
          <p:cNvPr id="1028" name="Picture 4" descr="Meme Creator - Funny AND THIS WAS IMPORTANT WHY?? Meme Generator at ...">
            <a:extLst>
              <a:ext uri="{FF2B5EF4-FFF2-40B4-BE49-F238E27FC236}">
                <a16:creationId xmlns:a16="http://schemas.microsoft.com/office/drawing/2014/main" id="{4108E3E0-F48C-20F8-83DF-3BA448D3F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0" y="381036"/>
            <a:ext cx="3810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299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3. Research Design: Variables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78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507188" y="1332294"/>
            <a:ext cx="8129623" cy="470647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>
                <a:solidFill>
                  <a:srgbClr val="1477B4"/>
                </a:solidFill>
                <a:latin typeface="+mn-lt"/>
              </a:rPr>
              <a:t>Experimental research</a:t>
            </a:r>
          </a:p>
          <a:p>
            <a:pPr marL="0" indent="0">
              <a:buNone/>
            </a:pP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Defining Variables:</a:t>
            </a:r>
            <a:endParaRPr lang="en-GB" b="1" dirty="0">
              <a:latin typeface="+mn-lt"/>
            </a:endParaRPr>
          </a:p>
          <a:p>
            <a:pPr marL="0" indent="0">
              <a:buFont typeface="Wingdings 3" charset="2"/>
              <a:buNone/>
            </a:pPr>
            <a:r>
              <a:rPr lang="en-GB" b="1" dirty="0">
                <a:latin typeface="+mn-lt"/>
              </a:rPr>
              <a:t>Independent</a:t>
            </a:r>
            <a:r>
              <a:rPr lang="en-GB" dirty="0">
                <a:latin typeface="+mn-lt"/>
              </a:rPr>
              <a:t> Variable (IV): what we change or </a:t>
            </a:r>
            <a:r>
              <a:rPr lang="en-GB" b="1" dirty="0">
                <a:latin typeface="+mn-lt"/>
              </a:rPr>
              <a:t>manipulate</a:t>
            </a:r>
          </a:p>
          <a:p>
            <a:pPr marL="0" indent="0">
              <a:buFont typeface="Wingdings 3" charset="2"/>
              <a:buNone/>
            </a:pPr>
            <a:r>
              <a:rPr lang="en-GB" b="1" dirty="0">
                <a:latin typeface="+mn-lt"/>
              </a:rPr>
              <a:t>Dependent</a:t>
            </a:r>
            <a:r>
              <a:rPr lang="en-GB" dirty="0">
                <a:latin typeface="+mn-lt"/>
              </a:rPr>
              <a:t> Variable (DV): our outcome, what we </a:t>
            </a:r>
            <a:r>
              <a:rPr lang="en-GB" b="1" dirty="0">
                <a:latin typeface="+mn-lt"/>
              </a:rPr>
              <a:t>measure</a:t>
            </a:r>
          </a:p>
          <a:p>
            <a:pPr marL="0" indent="0" algn="ctr">
              <a:buFont typeface="Wingdings 3" charset="2"/>
              <a:buNone/>
            </a:pPr>
            <a:r>
              <a:rPr lang="en-GB" b="1" i="1" dirty="0">
                <a:solidFill>
                  <a:srgbClr val="1477B4"/>
                </a:solidFill>
                <a:latin typeface="+mn-lt"/>
              </a:rPr>
              <a:t>To see if changes to the IV affect the DV</a:t>
            </a:r>
          </a:p>
          <a:p>
            <a:pPr marL="0" indent="0" algn="ctr">
              <a:buFont typeface="Wingdings 3" charset="2"/>
              <a:buNone/>
            </a:pPr>
            <a:endParaRPr lang="en-GB" dirty="0">
              <a:latin typeface="+mn-lt"/>
            </a:endParaRPr>
          </a:p>
          <a:p>
            <a:pPr marL="0" indent="0">
              <a:buFont typeface="Wingdings 3" charset="2"/>
              <a:buNone/>
            </a:pPr>
            <a:r>
              <a:rPr lang="en-GB" b="1" dirty="0">
                <a:latin typeface="+mn-lt"/>
              </a:rPr>
              <a:t>Extraneous</a:t>
            </a:r>
            <a:r>
              <a:rPr lang="en-GB" dirty="0">
                <a:latin typeface="+mn-lt"/>
              </a:rPr>
              <a:t> Variable: Other factors that </a:t>
            </a:r>
            <a:r>
              <a:rPr lang="en-GB" i="1" dirty="0">
                <a:latin typeface="+mn-lt"/>
              </a:rPr>
              <a:t>could</a:t>
            </a:r>
            <a:r>
              <a:rPr lang="en-GB" dirty="0">
                <a:latin typeface="+mn-lt"/>
              </a:rPr>
              <a:t> influence the DV 				 but are not the main focus (should be controlled for)</a:t>
            </a:r>
          </a:p>
          <a:p>
            <a:pPr marL="0" indent="0">
              <a:buFont typeface="Wingdings 3" charset="2"/>
              <a:buNone/>
            </a:pPr>
            <a:r>
              <a:rPr lang="en-GB" b="1" dirty="0">
                <a:latin typeface="+mn-lt"/>
              </a:rPr>
              <a:t>Confounding</a:t>
            </a:r>
            <a:r>
              <a:rPr lang="en-GB" dirty="0">
                <a:latin typeface="+mn-lt"/>
              </a:rPr>
              <a:t> Variable: overlaps with the IV and affects the DV (potentially distorting the findings)</a:t>
            </a:r>
          </a:p>
          <a:p>
            <a:pPr marL="0" indent="0">
              <a:buNone/>
            </a:pPr>
            <a:r>
              <a:rPr lang="en-GB" b="1" dirty="0">
                <a:latin typeface="+mn-lt"/>
              </a:rPr>
              <a:t>Demand characteristics: </a:t>
            </a:r>
            <a:r>
              <a:rPr lang="en-GB" dirty="0">
                <a:latin typeface="+mn-lt"/>
              </a:rPr>
              <a:t>participants change their behaviour</a:t>
            </a:r>
          </a:p>
          <a:p>
            <a:pPr marL="0" indent="0">
              <a:buFont typeface="Wingdings 3" charset="2"/>
              <a:buNone/>
            </a:pPr>
            <a:endParaRPr lang="en-GB" dirty="0">
              <a:latin typeface="+mn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974" y="0"/>
            <a:ext cx="6641596" cy="926123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Research Design: Variables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215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401313" y="2236572"/>
            <a:ext cx="7358730" cy="426973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>
                <a:latin typeface="+mn-lt"/>
              </a:rPr>
              <a:t>But experimental research is considered one of the more ‘controlled’ designs, right?</a:t>
            </a:r>
          </a:p>
          <a:p>
            <a:pPr marL="0" indent="0">
              <a:buFont typeface="Wingdings 3" charset="2"/>
              <a:buNone/>
            </a:pPr>
            <a:r>
              <a:rPr lang="en-GB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So ho</a:t>
            </a: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w do we control these pesky extraneous variables? </a:t>
            </a:r>
          </a:p>
          <a:p>
            <a:pPr marL="0" indent="0">
              <a:buFont typeface="Wingdings 3" charset="2"/>
              <a:buNone/>
            </a:pPr>
            <a:endParaRPr lang="en-GB" b="1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To control for or eliminate the influence of these variables on the DV</a:t>
            </a:r>
            <a:endParaRPr lang="en-GB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b="1" dirty="0">
              <a:latin typeface="+mn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493" y="176762"/>
            <a:ext cx="7184426" cy="823363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Controlling for Extraneous variables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497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586664" y="1188659"/>
            <a:ext cx="8223703" cy="45078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ClrTx/>
              <a:buFont typeface="Wingdings 3" charset="2"/>
              <a:buAutoNum type="arabicPeriod"/>
            </a:pPr>
            <a:r>
              <a:rPr lang="en-GB" b="1" dirty="0">
                <a:latin typeface="+mn-lt"/>
              </a:rPr>
              <a:t>Control groups</a:t>
            </a:r>
            <a:r>
              <a:rPr lang="en-GB" dirty="0">
                <a:latin typeface="+mn-lt"/>
              </a:rPr>
              <a:t>: another group of participants that does not receive the manipulation to the IV</a:t>
            </a:r>
          </a:p>
          <a:p>
            <a:pPr marL="457200" indent="-457200">
              <a:buClrTx/>
              <a:buFont typeface="Wingdings 3" charset="2"/>
              <a:buAutoNum type="arabicPeriod"/>
            </a:pPr>
            <a:r>
              <a:rPr lang="en-GB" b="1" dirty="0">
                <a:latin typeface="+mn-lt"/>
              </a:rPr>
              <a:t>Randomization</a:t>
            </a:r>
            <a:r>
              <a:rPr lang="en-GB" dirty="0">
                <a:latin typeface="+mn-lt"/>
              </a:rPr>
              <a:t>: randomly assign participants to different groups/conditions</a:t>
            </a:r>
          </a:p>
          <a:p>
            <a:pPr marL="457200" indent="-457200">
              <a:buClrTx/>
              <a:buFont typeface="Wingdings 3" charset="2"/>
              <a:buAutoNum type="arabicPeriod"/>
            </a:pPr>
            <a:r>
              <a:rPr lang="en-GB" b="1" dirty="0">
                <a:latin typeface="+mn-lt"/>
              </a:rPr>
              <a:t>Matching</a:t>
            </a:r>
            <a:r>
              <a:rPr lang="en-GB" dirty="0">
                <a:latin typeface="+mn-lt"/>
              </a:rPr>
              <a:t>: pairing / grouping participants based on certain characteristics</a:t>
            </a:r>
          </a:p>
          <a:p>
            <a:pPr marL="457200" indent="-457200">
              <a:buClrTx/>
              <a:buFont typeface="Wingdings 3" charset="2"/>
              <a:buAutoNum type="arabicPeriod"/>
            </a:pPr>
            <a:r>
              <a:rPr lang="en-GB" b="1" dirty="0">
                <a:latin typeface="+mn-lt"/>
              </a:rPr>
              <a:t>Statistical control</a:t>
            </a:r>
            <a:r>
              <a:rPr lang="en-GB" dirty="0">
                <a:latin typeface="+mn-lt"/>
              </a:rPr>
              <a:t>: statistical techniques to account for these effects</a:t>
            </a:r>
          </a:p>
          <a:p>
            <a:pPr marL="457200" indent="-457200">
              <a:buClrTx/>
              <a:buFont typeface="Wingdings 3" charset="2"/>
              <a:buAutoNum type="arabicPeriod"/>
            </a:pPr>
            <a:r>
              <a:rPr lang="en-GB" b="1" dirty="0">
                <a:latin typeface="+mn-lt"/>
              </a:rPr>
              <a:t>Holding variables constant</a:t>
            </a:r>
            <a:r>
              <a:rPr lang="en-GB" dirty="0">
                <a:latin typeface="+mn-lt"/>
              </a:rPr>
              <a:t>: keep variables constant throughout the study</a:t>
            </a:r>
          </a:p>
          <a:p>
            <a:pPr marL="457200" indent="-457200">
              <a:buClrTx/>
              <a:buFont typeface="Wingdings 3" charset="2"/>
              <a:buAutoNum type="arabicPeriod"/>
            </a:pPr>
            <a:r>
              <a:rPr lang="en-GB" b="1" dirty="0">
                <a:latin typeface="+mn-lt"/>
              </a:rPr>
              <a:t>Pre-screen Participants</a:t>
            </a:r>
            <a:r>
              <a:rPr lang="en-GB" dirty="0">
                <a:latin typeface="+mn-lt"/>
              </a:rPr>
              <a:t>: Ask participants to meet a certain criteria to help reduce variability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87" y="0"/>
            <a:ext cx="7184426" cy="823363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Controlling for Extraneous variables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84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8" y="516836"/>
            <a:ext cx="2325102" cy="1015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>
                <a:solidFill>
                  <a:srgbClr val="35495D"/>
                </a:solidFill>
              </a:rPr>
              <a:t>A note on Operationalization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195" y="2633962"/>
            <a:ext cx="2057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357808" y="1618735"/>
            <a:ext cx="3522214" cy="4831492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Operationalizing variables = making them measurable or quantifiable</a:t>
            </a:r>
          </a:p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Our variables need to be in a form that we can measure / test</a:t>
            </a:r>
          </a:p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Some constructs are not directly observable (e.g., anxiety)</a:t>
            </a:r>
          </a:p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lnSpc>
                <a:spcPct val="90000"/>
              </a:lnSpc>
              <a:buFont typeface="Calibri" panose="020F0502020204030204" pitchFamily="34" charset="0"/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e.g., we can’t really measure ‘hallucinations’, but we can measure certain factors (e.g., frequency, mode, content)</a:t>
            </a:r>
          </a:p>
        </p:txBody>
      </p:sp>
      <p:pic>
        <p:nvPicPr>
          <p:cNvPr id="2050" name="Picture 2" descr="Hypnopompic Hallucinations : Causes and Coping">
            <a:extLst>
              <a:ext uri="{FF2B5EF4-FFF2-40B4-BE49-F238E27FC236}">
                <a16:creationId xmlns:a16="http://schemas.microsoft.com/office/drawing/2014/main" id="{74C452DD-0259-285D-CD40-3A76AF1B3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1" r="14537" b="-1"/>
          <a:stretch>
            <a:fillRect/>
          </a:stretch>
        </p:blipFill>
        <p:spPr bwMode="auto">
          <a:xfrm>
            <a:off x="4108034" y="516836"/>
            <a:ext cx="5035966" cy="574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049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4. Research Design: sampling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22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494694" y="1168570"/>
            <a:ext cx="7767241" cy="319615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GB" b="1" dirty="0">
                <a:solidFill>
                  <a:srgbClr val="1477B4"/>
                </a:solidFill>
                <a:latin typeface="+mn-lt"/>
              </a:rPr>
              <a:t>Selecting a sample </a:t>
            </a:r>
            <a:r>
              <a:rPr lang="en-GB" dirty="0">
                <a:latin typeface="+mn-lt"/>
              </a:rPr>
              <a:t>(participants) 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dirty="0">
              <a:latin typeface="+mn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Individuals or a group of people from a target population to make inferences about the entire / larger population</a:t>
            </a:r>
          </a:p>
          <a:p>
            <a:pPr marL="0" indent="0">
              <a:spcBef>
                <a:spcPts val="0"/>
              </a:spcBef>
              <a:buNone/>
            </a:pPr>
            <a:endParaRPr lang="en-GB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GB" dirty="0">
                <a:latin typeface="+mn-lt"/>
              </a:rPr>
              <a:t>To ensure findings are: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1477B4"/>
                </a:solidFill>
                <a:latin typeface="+mn-lt"/>
              </a:rPr>
              <a:t>Representative</a:t>
            </a:r>
            <a:r>
              <a:rPr lang="en-GB" dirty="0">
                <a:latin typeface="+mn-lt"/>
              </a:rPr>
              <a:t>: sample matches the target population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1477B4"/>
                </a:solidFill>
                <a:latin typeface="+mn-lt"/>
              </a:rPr>
              <a:t>Generalisable</a:t>
            </a:r>
            <a:r>
              <a:rPr lang="en-GB" dirty="0">
                <a:latin typeface="+mn-lt"/>
              </a:rPr>
              <a:t>: findings can be applied to the larger population (of which the sample was a part of 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dirty="0">
              <a:latin typeface="+mn-lt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GB" dirty="0">
                <a:latin typeface="+mn-lt"/>
              </a:rPr>
              <a:t>Only if it is intended!</a:t>
            </a:r>
            <a:endParaRPr lang="en-GB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59" y="176762"/>
            <a:ext cx="6641596" cy="718441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What is Sampling?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B0F235-2C47-CDCE-5D10-B1D94EBB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315" y="4091354"/>
            <a:ext cx="4476412" cy="2312721"/>
          </a:xfrm>
          <a:prstGeom prst="rect">
            <a:avLst/>
          </a:prstGeom>
        </p:spPr>
      </p:pic>
      <p:pic>
        <p:nvPicPr>
          <p:cNvPr id="3076" name="Picture 4" descr="Caution - Meme subido por javigonzalezgomez :) Memedroid">
            <a:extLst>
              <a:ext uri="{FF2B5EF4-FFF2-40B4-BE49-F238E27FC236}">
                <a16:creationId xmlns:a16="http://schemas.microsoft.com/office/drawing/2014/main" id="{E713B99F-FB5D-FBCF-AF9C-3D3BEB16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3618">
            <a:off x="590363" y="4771212"/>
            <a:ext cx="1537791" cy="122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868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384" y="82979"/>
            <a:ext cx="6641596" cy="667300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Types of Sampling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450832-2FFD-2C34-7A7B-7139DD5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3915100"/>
              </p:ext>
            </p:extLst>
          </p:nvPr>
        </p:nvGraphicFramePr>
        <p:xfrm>
          <a:off x="609046" y="750279"/>
          <a:ext cx="5967294" cy="5760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: Top Corners Rounded 4">
            <a:extLst>
              <a:ext uri="{FF2B5EF4-FFF2-40B4-BE49-F238E27FC236}">
                <a16:creationId xmlns:a16="http://schemas.microsoft.com/office/drawing/2014/main" id="{4972ECA6-71BD-9F4A-791D-5B9AB012375C}"/>
              </a:ext>
            </a:extLst>
          </p:cNvPr>
          <p:cNvSpPr txBox="1"/>
          <p:nvPr/>
        </p:nvSpPr>
        <p:spPr>
          <a:xfrm rot="902763">
            <a:off x="6658818" y="1613647"/>
            <a:ext cx="2451817" cy="95922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247650" tIns="123825" rIns="247650" bIns="123825" numCol="1" spcCol="1270" anchor="ctr" anchorCtr="0">
            <a:noAutofit/>
          </a:bodyPr>
          <a:lstStyle/>
          <a:p>
            <a:pPr marL="0" lvl="1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1500" kern="1200" dirty="0">
                <a:solidFill>
                  <a:schemeClr val="accent3"/>
                </a:solidFill>
              </a:rPr>
              <a:t>There’s a lot! Here’s some that you’re most likely to come across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673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BE8FC3B-BC14-4EB2-B338-ED0E22F77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B9ED911-636C-4F2A-9CFE-6598813DF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E1C77DF-1F03-4448-995C-BB9251236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1089CDB-91AE-42ED-88F4-A9934CBBC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FB568BD-34EE-4EA4-B34A-627B2BE2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874D15-B20D-4A82-802F-E2F88828A8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D7A37BE-D300-4EAC-BCCB-C69514A5D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438837" y="2066919"/>
            <a:ext cx="7940693" cy="412373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1477B4"/>
                </a:solidFill>
                <a:latin typeface="+mn-lt"/>
              </a:rPr>
              <a:t>Increase Bias </a:t>
            </a:r>
            <a:r>
              <a:rPr lang="en-GB" sz="2400" dirty="0">
                <a:latin typeface="+mn-lt"/>
              </a:rPr>
              <a:t>e.g., for a health survey, you only recruit in Gyms you’ll overrepresent those who are more health consciousness</a:t>
            </a:r>
            <a:endParaRPr lang="en-GB" sz="2400" b="1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1477B4"/>
              </a:solidFill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1477B4"/>
                </a:solidFill>
                <a:latin typeface="+mn-lt"/>
              </a:rPr>
              <a:t>Reduce Generalisability </a:t>
            </a:r>
            <a:r>
              <a:rPr lang="en-GB" sz="2400" dirty="0">
                <a:latin typeface="+mn-lt"/>
              </a:rPr>
              <a:t>can’t go beyond the sample (e.g. evaluating a new health app but on Gym goers only)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1477B4"/>
                </a:solidFill>
                <a:latin typeface="+mn-lt"/>
              </a:rPr>
              <a:t>Lack Reproducibility </a:t>
            </a:r>
            <a:r>
              <a:rPr lang="en-GB" sz="2400" dirty="0">
                <a:latin typeface="+mn-lt"/>
              </a:rPr>
              <a:t>e.g., findings may not be upheld in a broader sample</a:t>
            </a:r>
            <a:endParaRPr lang="en-GB" sz="24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02" y="176762"/>
            <a:ext cx="6641596" cy="718441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Poor Sampling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8BC628-18A5-D8DF-566C-87C935073AAF}"/>
              </a:ext>
            </a:extLst>
          </p:cNvPr>
          <p:cNvSpPr txBox="1">
            <a:spLocks/>
          </p:cNvSpPr>
          <p:nvPr/>
        </p:nvSpPr>
        <p:spPr>
          <a:xfrm>
            <a:off x="438837" y="1054211"/>
            <a:ext cx="7142579" cy="4099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ClrTx/>
              <a:buNone/>
            </a:pPr>
            <a:r>
              <a:rPr lang="en-GB" sz="2200" i="1" dirty="0">
                <a:solidFill>
                  <a:srgbClr val="FF0000"/>
                </a:solidFill>
              </a:rPr>
              <a:t>….can negatively affect research</a:t>
            </a:r>
            <a:endParaRPr lang="en-GB" sz="2200" i="1" kern="100" dirty="0">
              <a:solidFill>
                <a:srgbClr val="FF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4" descr="Caution - Meme subido por javigonzalezgomez :) Memedroid">
            <a:extLst>
              <a:ext uri="{FF2B5EF4-FFF2-40B4-BE49-F238E27FC236}">
                <a16:creationId xmlns:a16="http://schemas.microsoft.com/office/drawing/2014/main" id="{B59989F8-C414-F18C-3236-2E9CB3009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3618">
            <a:off x="204039" y="106192"/>
            <a:ext cx="1078419" cy="8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508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8EA767B-0AB4-A8A2-AA12-FE45519911B3}"/>
              </a:ext>
            </a:extLst>
          </p:cNvPr>
          <p:cNvSpPr txBox="1">
            <a:spLocks/>
          </p:cNvSpPr>
          <p:nvPr/>
        </p:nvSpPr>
        <p:spPr>
          <a:xfrm>
            <a:off x="630511" y="1985235"/>
            <a:ext cx="8173087" cy="500118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1477B4"/>
                </a:solidFill>
                <a:latin typeface="+mn-lt"/>
              </a:rPr>
              <a:t>Misleading correlations </a:t>
            </a:r>
            <a:r>
              <a:rPr lang="en-GB" sz="2400" dirty="0">
                <a:latin typeface="+mn-lt"/>
              </a:rPr>
              <a:t>e.g., if some groups are over- or under-represented in the sample 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400" b="1" kern="100" dirty="0">
                <a:solidFill>
                  <a:srgbClr val="1477B4"/>
                </a:solidFill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Decrease statistical Power</a:t>
            </a:r>
            <a:r>
              <a:rPr lang="en-GB" sz="2400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 </a:t>
            </a:r>
            <a:r>
              <a:rPr lang="en-GB" sz="24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sample may lack size or diversity to detect real effects (fails to find an effect that is present)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4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400" b="1" kern="100" dirty="0">
                <a:solidFill>
                  <a:srgbClr val="1477B4"/>
                </a:solidFill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Ethical implications</a:t>
            </a:r>
            <a:r>
              <a:rPr lang="en-GB" sz="2400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GB" sz="2400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if a certain demographic are consistently excluded from research (W.E.I.R.D samples)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sz="24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sz="24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sz="24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178837-315D-DB94-5BC6-32515D36F6ED}"/>
              </a:ext>
            </a:extLst>
          </p:cNvPr>
          <p:cNvSpPr txBox="1">
            <a:spLocks/>
          </p:cNvSpPr>
          <p:nvPr/>
        </p:nvSpPr>
        <p:spPr>
          <a:xfrm>
            <a:off x="1251202" y="176762"/>
            <a:ext cx="6641596" cy="71844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Poor Sampling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3832AA-0B8A-8793-9899-0FED33C95A3B}"/>
              </a:ext>
            </a:extLst>
          </p:cNvPr>
          <p:cNvSpPr txBox="1">
            <a:spLocks/>
          </p:cNvSpPr>
          <p:nvPr/>
        </p:nvSpPr>
        <p:spPr>
          <a:xfrm>
            <a:off x="438837" y="1054211"/>
            <a:ext cx="7142579" cy="4099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ClrTx/>
              <a:buNone/>
            </a:pPr>
            <a:r>
              <a:rPr lang="en-GB" sz="2200" i="1" dirty="0">
                <a:solidFill>
                  <a:srgbClr val="FF0000"/>
                </a:solidFill>
              </a:rPr>
              <a:t>….can negatively affect research</a:t>
            </a:r>
            <a:endParaRPr lang="en-GB" sz="2200" i="1" kern="100" dirty="0">
              <a:solidFill>
                <a:srgbClr val="FF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4" descr="Caution - Meme subido por javigonzalezgomez :) Memedroid">
            <a:extLst>
              <a:ext uri="{FF2B5EF4-FFF2-40B4-BE49-F238E27FC236}">
                <a16:creationId xmlns:a16="http://schemas.microsoft.com/office/drawing/2014/main" id="{5EF21704-7B82-BDF8-E787-3B638D3F8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3618">
            <a:off x="204039" y="106192"/>
            <a:ext cx="1078419" cy="8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32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5. Reliability and Validity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49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450832-2FFD-2C34-7A7B-7139DD5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567360"/>
              </p:ext>
            </p:extLst>
          </p:nvPr>
        </p:nvGraphicFramePr>
        <p:xfrm>
          <a:off x="469332" y="794922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C3E3F2B-9783-C2BD-E3B9-345869247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583235"/>
              </p:ext>
            </p:extLst>
          </p:nvPr>
        </p:nvGraphicFramePr>
        <p:xfrm>
          <a:off x="4099918" y="794922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B3C3F3-DC97-7E1B-F76C-67C700CED36B}"/>
              </a:ext>
            </a:extLst>
          </p:cNvPr>
          <p:cNvSpPr txBox="1"/>
          <p:nvPr/>
        </p:nvSpPr>
        <p:spPr>
          <a:xfrm>
            <a:off x="871523" y="2127864"/>
            <a:ext cx="33852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Consistency</a:t>
            </a:r>
            <a:r>
              <a:rPr lang="en-GB" sz="2400" dirty="0"/>
              <a:t> of a measure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dirty="0"/>
              <a:t>Is it replicable and reliable? 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Stable and consistent results in different contexts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BD7EE-2F03-C58C-B93F-41A677EBACC8}"/>
              </a:ext>
            </a:extLst>
          </p:cNvPr>
          <p:cNvSpPr txBox="1"/>
          <p:nvPr/>
        </p:nvSpPr>
        <p:spPr>
          <a:xfrm>
            <a:off x="4887187" y="2127864"/>
            <a:ext cx="33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Accuracy</a:t>
            </a:r>
            <a:r>
              <a:rPr lang="en-GB" sz="2400" dirty="0"/>
              <a:t> of a measure</a:t>
            </a:r>
            <a:endParaRPr lang="en-GB" sz="2400" b="1" dirty="0"/>
          </a:p>
          <a:p>
            <a:pPr algn="ctr"/>
            <a:endParaRPr lang="en-GB" sz="2400" b="1" dirty="0"/>
          </a:p>
          <a:p>
            <a:pPr algn="ctr"/>
            <a:r>
              <a:rPr lang="en-GB" sz="2400" dirty="0"/>
              <a:t>Does it measure what’s it </a:t>
            </a:r>
            <a:r>
              <a:rPr lang="en-GB" sz="2400" i="1" dirty="0"/>
              <a:t>meant</a:t>
            </a:r>
            <a:r>
              <a:rPr lang="en-GB" sz="2400" dirty="0"/>
              <a:t> to?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Drawing appropriate and correct conclusions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65E23E-2916-65D4-C6B1-3CFCAA90CBA8}"/>
              </a:ext>
            </a:extLst>
          </p:cNvPr>
          <p:cNvSpPr txBox="1">
            <a:spLocks/>
          </p:cNvSpPr>
          <p:nvPr/>
        </p:nvSpPr>
        <p:spPr>
          <a:xfrm>
            <a:off x="1134206" y="87733"/>
            <a:ext cx="6641596" cy="6034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What are they?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23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92E3-241F-FDF7-6361-87DE7A635D1B}"/>
              </a:ext>
            </a:extLst>
          </p:cNvPr>
          <p:cNvSpPr txBox="1">
            <a:spLocks/>
          </p:cNvSpPr>
          <p:nvPr/>
        </p:nvSpPr>
        <p:spPr>
          <a:xfrm>
            <a:off x="1251202" y="139692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Types of Reliability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7C953D9-02FF-1305-64FF-0E2CE2DB8C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6412153"/>
              </p:ext>
            </p:extLst>
          </p:nvPr>
        </p:nvGraphicFramePr>
        <p:xfrm>
          <a:off x="541080" y="840259"/>
          <a:ext cx="8207503" cy="532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95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E8FC3B-BC14-4EB2-B338-ED0E22F77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9ED911-636C-4F2A-9CFE-6598813DF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1C77DF-1F03-4448-995C-BB9251236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1089CDB-91AE-42ED-88F4-A9934CBBC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B568BD-34EE-4EA4-B34A-627B2BE2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02" y="189119"/>
            <a:ext cx="6641596" cy="663497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Types of Validity 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450832-2FFD-2C34-7A7B-7139DD5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4146410"/>
              </p:ext>
            </p:extLst>
          </p:nvPr>
        </p:nvGraphicFramePr>
        <p:xfrm>
          <a:off x="541081" y="852616"/>
          <a:ext cx="7861514" cy="531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9356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2DD377E-4B3E-4847-A06F-BDED3CF8A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BE8FC3B-BC14-4EB2-B338-ED0E22F77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B9ED911-636C-4F2A-9CFE-6598813DF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E1C77DF-1F03-4448-995C-BB9251236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1089CDB-91AE-42ED-88F4-A9934CBBC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FB568BD-34EE-4EA4-B34A-627B2BE2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33519D-4B3F-4B13-AF24-4B9E14AF6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C3367DE-0EA4-4C42-A93E-A672A7573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ED193-87C4-0C44-735B-66F7D2BE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7C8681C-3588-0499-0D04-AFB0888CA386}"/>
              </a:ext>
            </a:extLst>
          </p:cNvPr>
          <p:cNvSpPr txBox="1">
            <a:spLocks/>
          </p:cNvSpPr>
          <p:nvPr/>
        </p:nvSpPr>
        <p:spPr>
          <a:xfrm>
            <a:off x="1317814" y="1902940"/>
            <a:ext cx="6977927" cy="413560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1477B4"/>
                </a:solidFill>
                <a:latin typeface="+mn-lt"/>
              </a:rPr>
              <a:t>Demand characteristics</a:t>
            </a:r>
            <a:endParaRPr lang="en-GB" sz="2200" b="1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200" b="1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1477B4"/>
                </a:solidFill>
                <a:latin typeface="+mn-lt"/>
              </a:rPr>
              <a:t>Bias</a:t>
            </a:r>
            <a:r>
              <a:rPr lang="en-GB" sz="2200" b="1" dirty="0">
                <a:latin typeface="+mn-lt"/>
              </a:rPr>
              <a:t> </a:t>
            </a:r>
            <a:endParaRPr lang="en-GB" sz="2200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200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1477B4"/>
                </a:solidFill>
                <a:latin typeface="+mn-lt"/>
              </a:rPr>
              <a:t>Social desirability bias</a:t>
            </a: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GB" sz="2200" dirty="0">
              <a:latin typeface="+mn-lt"/>
            </a:endParaRPr>
          </a:p>
          <a:p>
            <a:pPr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GB" sz="2200" b="1" kern="100" dirty="0">
                <a:solidFill>
                  <a:srgbClr val="1477B4"/>
                </a:solidFill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Experimenter effects</a:t>
            </a:r>
            <a:endParaRPr lang="en-GB" sz="22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GB" sz="2200" kern="100" dirty="0"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E9ADC3-683D-C58F-92DC-992CAFB1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80" y="226189"/>
            <a:ext cx="6641596" cy="718441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Threats to Reliability and Validity</a:t>
            </a:r>
          </a:p>
        </p:txBody>
      </p:sp>
      <p:pic>
        <p:nvPicPr>
          <p:cNvPr id="4" name="Picture 4" descr="Caution - Meme subido por javigonzalezgomez :) Memedroid">
            <a:extLst>
              <a:ext uri="{FF2B5EF4-FFF2-40B4-BE49-F238E27FC236}">
                <a16:creationId xmlns:a16="http://schemas.microsoft.com/office/drawing/2014/main" id="{BEB158CE-89D5-7D30-695B-CDDAA50BD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3618">
            <a:off x="204039" y="106192"/>
            <a:ext cx="1078419" cy="8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705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12.8|46.5|10.3|11.6|26.1|25|1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3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3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1|43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9.9|6.2|4.5|9.8|5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8.1|14.6|5.4|6.8|3.4|6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7.8|4.8|10.3|4.7|2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8.9|12.5|12.7|37.5|29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3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58|41.3|21.9|25.5|32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3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3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.1|20.3|3.7|12.4|2.7|9.4|2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30.4|31.5|34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20.1|18.9|37.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36.1|41.8|7.9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1263</TotalTime>
  <Words>1852</Words>
  <Application>Microsoft Office PowerPoint</Application>
  <PresentationFormat>On-screen Show (4:3)</PresentationFormat>
  <Paragraphs>325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Calibri</vt:lpstr>
      <vt:lpstr>Calibri Light</vt:lpstr>
      <vt:lpstr>Gill Sans MT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Why are Research Methods important in Psychology?</vt:lpstr>
      <vt:lpstr>Key Concepts / Terms</vt:lpstr>
      <vt:lpstr>Key Concepts / Terms</vt:lpstr>
      <vt:lpstr>A multitude of behaviours and experiences  Human Subject Research </vt:lpstr>
      <vt:lpstr>A multitude of behaviours and experiences  Animal Research</vt:lpstr>
      <vt:lpstr>PowerPoint Presentation</vt:lpstr>
      <vt:lpstr>Overview of Research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to use what?</vt:lpstr>
      <vt:lpstr>Again, why is all this important?</vt:lpstr>
      <vt:lpstr>PowerPoint Presentation</vt:lpstr>
      <vt:lpstr>Research Design: Variables</vt:lpstr>
      <vt:lpstr>Controlling for Extraneous variables</vt:lpstr>
      <vt:lpstr>Controlling for Extraneous variables</vt:lpstr>
      <vt:lpstr>A note on Operationalization</vt:lpstr>
      <vt:lpstr>PowerPoint Presentation</vt:lpstr>
      <vt:lpstr>What is Sampling?</vt:lpstr>
      <vt:lpstr>Types of Sampling</vt:lpstr>
      <vt:lpstr>Poor Sampling</vt:lpstr>
      <vt:lpstr>PowerPoint Presentation</vt:lpstr>
      <vt:lpstr>PowerPoint Presentation</vt:lpstr>
      <vt:lpstr>PowerPoint Presentation</vt:lpstr>
      <vt:lpstr>PowerPoint Presentation</vt:lpstr>
      <vt:lpstr>Types of Validity  </vt:lpstr>
      <vt:lpstr>Threats to Reliability and Validity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2025-10-16T02:43:32Z</dcterms:modified>
</cp:coreProperties>
</file>