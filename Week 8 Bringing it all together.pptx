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4.xml" ContentType="application/vnd.openxmlformats-officedocument.presentationml.tags+xml"/>
  <Override PartName="/ppt/notesSlides/notesSlide13.xml" ContentType="application/vnd.openxmlformats-officedocument.presentationml.notesSlide+xml"/>
  <Override PartName="/ppt/tags/tag5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notesMasterIdLst>
    <p:notesMasterId r:id="rId35"/>
  </p:notesMasterIdLst>
  <p:sldIdLst>
    <p:sldId id="256" r:id="rId2"/>
    <p:sldId id="397" r:id="rId3"/>
    <p:sldId id="335" r:id="rId4"/>
    <p:sldId id="887" r:id="rId5"/>
    <p:sldId id="288" r:id="rId6"/>
    <p:sldId id="1512" r:id="rId7"/>
    <p:sldId id="1582" r:id="rId8"/>
    <p:sldId id="1073" r:id="rId9"/>
    <p:sldId id="338" r:id="rId10"/>
    <p:sldId id="1601" r:id="rId11"/>
    <p:sldId id="1585" r:id="rId12"/>
    <p:sldId id="1588" r:id="rId13"/>
    <p:sldId id="1450" r:id="rId14"/>
    <p:sldId id="1587" r:id="rId15"/>
    <p:sldId id="1492" r:id="rId16"/>
    <p:sldId id="1586" r:id="rId17"/>
    <p:sldId id="1539" r:id="rId18"/>
    <p:sldId id="1557" r:id="rId19"/>
    <p:sldId id="1563" r:id="rId20"/>
    <p:sldId id="1564" r:id="rId21"/>
    <p:sldId id="1575" r:id="rId22"/>
    <p:sldId id="1576" r:id="rId23"/>
    <p:sldId id="1574" r:id="rId24"/>
    <p:sldId id="1590" r:id="rId25"/>
    <p:sldId id="1592" r:id="rId26"/>
    <p:sldId id="1598" r:id="rId27"/>
    <p:sldId id="1591" r:id="rId28"/>
    <p:sldId id="1595" r:id="rId29"/>
    <p:sldId id="1593" r:id="rId30"/>
    <p:sldId id="1597" r:id="rId31"/>
    <p:sldId id="1599" r:id="rId32"/>
    <p:sldId id="1596" r:id="rId33"/>
    <p:sldId id="1589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3B3"/>
    <a:srgbClr val="3E8853"/>
    <a:srgbClr val="42BA97"/>
    <a:srgbClr val="28C4CC"/>
    <a:srgbClr val="2683C6"/>
    <a:srgbClr val="F2F2F2"/>
    <a:srgbClr val="7030A0"/>
    <a:srgbClr val="D29956"/>
    <a:srgbClr val="1E9399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5E1815-07B2-4FDC-A1C1-650EC2271098}" v="42" dt="2026-03-05T00:35:52.741"/>
    <p1510:client id="{AF12BA6B-0DF1-46E6-9232-9BFDF00E066E}" v="12207" dt="2026-03-05T00:22: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80" autoAdjust="0"/>
    <p:restoredTop sz="72142" autoAdjust="0"/>
  </p:normalViewPr>
  <p:slideViewPr>
    <p:cSldViewPr snapToGrid="0">
      <p:cViewPr varScale="1">
        <p:scale>
          <a:sx n="59" d="100"/>
          <a:sy n="59" d="100"/>
        </p:scale>
        <p:origin x="2098" y="67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WE, HAYLEY L." userId="5cada80b-0f7b-49a5-96b2-656b100ca6c6" providerId="ADAL" clId="{632DF7FE-9916-4FAF-8457-3521400FFCEA}"/>
    <pc:docChg chg="undo redo custSel addSld delSld modSld sldOrd">
      <pc:chgData name="DEWE, HAYLEY L." userId="5cada80b-0f7b-49a5-96b2-656b100ca6c6" providerId="ADAL" clId="{632DF7FE-9916-4FAF-8457-3521400FFCEA}" dt="2026-03-05T00:35:52.741" v="253708"/>
      <pc:docMkLst>
        <pc:docMk/>
      </pc:docMkLst>
      <pc:sldChg chg="delSp modSp mod modTransition modNotesTx">
        <pc:chgData name="DEWE, HAYLEY L." userId="5cada80b-0f7b-49a5-96b2-656b100ca6c6" providerId="ADAL" clId="{632DF7FE-9916-4FAF-8457-3521400FFCEA}" dt="2026-03-05T00:24:54.315" v="253652" actId="478"/>
        <pc:sldMkLst>
          <pc:docMk/>
          <pc:sldMk cId="621895312" sldId="256"/>
        </pc:sldMkLst>
        <pc:spChg chg="del">
          <ac:chgData name="DEWE, HAYLEY L." userId="5cada80b-0f7b-49a5-96b2-656b100ca6c6" providerId="ADAL" clId="{632DF7FE-9916-4FAF-8457-3521400FFCEA}" dt="2026-03-05T00:24:54.315" v="253652" actId="478"/>
          <ac:spMkLst>
            <pc:docMk/>
            <pc:sldMk cId="621895312" sldId="256"/>
            <ac:spMk id="2" creationId="{64542607-0AE5-82BA-68ED-B915945C201B}"/>
          </ac:spMkLst>
        </pc:spChg>
        <pc:spChg chg="mod">
          <ac:chgData name="DEWE, HAYLEY L." userId="5cada80b-0f7b-49a5-96b2-656b100ca6c6" providerId="ADAL" clId="{632DF7FE-9916-4FAF-8457-3521400FFCEA}" dt="2026-03-03T16:51:14.617" v="235804" actId="20577"/>
          <ac:spMkLst>
            <pc:docMk/>
            <pc:sldMk cId="621895312" sldId="256"/>
            <ac:spMk id="4" creationId="{2011C802-73B3-2DD2-A025-1492767780BF}"/>
          </ac:spMkLst>
        </pc:spChg>
      </pc:sldChg>
      <pc:sldChg chg="modSp mod">
        <pc:chgData name="DEWE, HAYLEY L." userId="5cada80b-0f7b-49a5-96b2-656b100ca6c6" providerId="ADAL" clId="{632DF7FE-9916-4FAF-8457-3521400FFCEA}" dt="2026-03-04T11:16:45.883" v="236306" actId="5793"/>
        <pc:sldMkLst>
          <pc:docMk/>
          <pc:sldMk cId="1073770607" sldId="288"/>
        </pc:sldMkLst>
        <pc:spChg chg="mod">
          <ac:chgData name="DEWE, HAYLEY L." userId="5cada80b-0f7b-49a5-96b2-656b100ca6c6" providerId="ADAL" clId="{632DF7FE-9916-4FAF-8457-3521400FFCEA}" dt="2026-03-04T11:16:45.883" v="236306" actId="5793"/>
          <ac:spMkLst>
            <pc:docMk/>
            <pc:sldMk cId="1073770607" sldId="288"/>
            <ac:spMk id="4" creationId="{2011C802-73B3-2DD2-A025-1492767780BF}"/>
          </ac:spMkLst>
        </pc:spChg>
      </pc:sldChg>
      <pc:sldChg chg="addSp delSp modSp add del mod">
        <pc:chgData name="DEWE, HAYLEY L." userId="5cada80b-0f7b-49a5-96b2-656b100ca6c6" providerId="ADAL" clId="{632DF7FE-9916-4FAF-8457-3521400FFCEA}" dt="2026-03-04T13:14:05.722" v="238495" actId="47"/>
        <pc:sldMkLst>
          <pc:docMk/>
          <pc:sldMk cId="1643573833" sldId="299"/>
        </pc:sldMkLst>
      </pc:sldChg>
      <pc:sldChg chg="addSp delSp modSp mod delAnim modAnim">
        <pc:chgData name="DEWE, HAYLEY L." userId="5cada80b-0f7b-49a5-96b2-656b100ca6c6" providerId="ADAL" clId="{632DF7FE-9916-4FAF-8457-3521400FFCEA}" dt="2026-03-05T00:11:59.070" v="253143" actId="1076"/>
        <pc:sldMkLst>
          <pc:docMk/>
          <pc:sldMk cId="338365097" sldId="335"/>
        </pc:sldMkLst>
        <pc:spChg chg="mod">
          <ac:chgData name="DEWE, HAYLEY L." userId="5cada80b-0f7b-49a5-96b2-656b100ca6c6" providerId="ADAL" clId="{632DF7FE-9916-4FAF-8457-3521400FFCEA}" dt="2026-03-05T00:11:59.070" v="253143" actId="1076"/>
          <ac:spMkLst>
            <pc:docMk/>
            <pc:sldMk cId="338365097" sldId="335"/>
            <ac:spMk id="6" creationId="{20A6FCE1-807F-78AF-7A22-954415E2EDD2}"/>
          </ac:spMkLst>
        </pc:spChg>
      </pc:sldChg>
      <pc:sldChg chg="addSp delSp modSp add mod addAnim delAnim modAnim modNotesTx">
        <pc:chgData name="DEWE, HAYLEY L." userId="5cada80b-0f7b-49a5-96b2-656b100ca6c6" providerId="ADAL" clId="{632DF7FE-9916-4FAF-8457-3521400FFCEA}" dt="2026-03-05T00:26:40.367" v="253668" actId="478"/>
        <pc:sldMkLst>
          <pc:docMk/>
          <pc:sldMk cId="1585753451" sldId="338"/>
        </pc:sldMkLst>
        <pc:spChg chg="del">
          <ac:chgData name="DEWE, HAYLEY L." userId="5cada80b-0f7b-49a5-96b2-656b100ca6c6" providerId="ADAL" clId="{632DF7FE-9916-4FAF-8457-3521400FFCEA}" dt="2026-03-04T16:16:47.531" v="245511" actId="478"/>
          <ac:spMkLst>
            <pc:docMk/>
            <pc:sldMk cId="1585753451" sldId="338"/>
            <ac:spMk id="2" creationId="{0B653BFE-956A-A1B7-4182-0A36DD64C9A2}"/>
          </ac:spMkLst>
        </pc:spChg>
        <pc:spChg chg="add del mod">
          <ac:chgData name="DEWE, HAYLEY L." userId="5cada80b-0f7b-49a5-96b2-656b100ca6c6" providerId="ADAL" clId="{632DF7FE-9916-4FAF-8457-3521400FFCEA}" dt="2026-03-05T00:26:40.367" v="253668" actId="478"/>
          <ac:spMkLst>
            <pc:docMk/>
            <pc:sldMk cId="1585753451" sldId="338"/>
            <ac:spMk id="2" creationId="{D872B73C-1523-05CB-2D89-51A9BC7E745E}"/>
          </ac:spMkLst>
        </pc:spChg>
        <pc:spChg chg="add mod">
          <ac:chgData name="DEWE, HAYLEY L." userId="5cada80b-0f7b-49a5-96b2-656b100ca6c6" providerId="ADAL" clId="{632DF7FE-9916-4FAF-8457-3521400FFCEA}" dt="2026-03-04T16:16:47.913" v="245512"/>
          <ac:spMkLst>
            <pc:docMk/>
            <pc:sldMk cId="1585753451" sldId="338"/>
            <ac:spMk id="4" creationId="{239EB27B-71DC-6957-EF82-59CFFA78D7FC}"/>
          </ac:spMkLst>
        </pc:spChg>
        <pc:graphicFrameChg chg="modGraphic">
          <ac:chgData name="DEWE, HAYLEY L." userId="5cada80b-0f7b-49a5-96b2-656b100ca6c6" providerId="ADAL" clId="{632DF7FE-9916-4FAF-8457-3521400FFCEA}" dt="2026-03-05T00:10:26.924" v="253119" actId="20577"/>
          <ac:graphicFrameMkLst>
            <pc:docMk/>
            <pc:sldMk cId="1585753451" sldId="338"/>
            <ac:graphicFrameMk id="3" creationId="{4D6E84DC-2A83-3A88-E983-F24DD5F2510F}"/>
          </ac:graphicFrameMkLst>
        </pc:graphicFrameChg>
      </pc:sldChg>
      <pc:sldChg chg="addSp modSp add del mod modAnim modNotesTx">
        <pc:chgData name="DEWE, HAYLEY L." userId="5cada80b-0f7b-49a5-96b2-656b100ca6c6" providerId="ADAL" clId="{632DF7FE-9916-4FAF-8457-3521400FFCEA}" dt="2026-03-04T13:14:09.497" v="238499" actId="47"/>
        <pc:sldMkLst>
          <pc:docMk/>
          <pc:sldMk cId="649092883" sldId="365"/>
        </pc:sldMkLst>
      </pc:sldChg>
      <pc:sldChg chg="addSp delSp modSp add del mod modAnim">
        <pc:chgData name="DEWE, HAYLEY L." userId="5cada80b-0f7b-49a5-96b2-656b100ca6c6" providerId="ADAL" clId="{632DF7FE-9916-4FAF-8457-3521400FFCEA}" dt="2026-03-04T13:14:03.366" v="238494" actId="47"/>
        <pc:sldMkLst>
          <pc:docMk/>
          <pc:sldMk cId="1139943488" sldId="379"/>
        </pc:sldMkLst>
      </pc:sldChg>
      <pc:sldChg chg="addSp delSp modSp add del mod modAnim">
        <pc:chgData name="DEWE, HAYLEY L." userId="5cada80b-0f7b-49a5-96b2-656b100ca6c6" providerId="ADAL" clId="{632DF7FE-9916-4FAF-8457-3521400FFCEA}" dt="2026-03-04T13:14:02.722" v="238493" actId="47"/>
        <pc:sldMkLst>
          <pc:docMk/>
          <pc:sldMk cId="3279743799" sldId="380"/>
        </pc:sldMkLst>
      </pc:sldChg>
      <pc:sldChg chg="addSp delSp modSp add del mod modAnim">
        <pc:chgData name="DEWE, HAYLEY L." userId="5cada80b-0f7b-49a5-96b2-656b100ca6c6" providerId="ADAL" clId="{632DF7FE-9916-4FAF-8457-3521400FFCEA}" dt="2026-03-04T13:14:01.889" v="238492" actId="47"/>
        <pc:sldMkLst>
          <pc:docMk/>
          <pc:sldMk cId="1012777561" sldId="381"/>
        </pc:sldMkLst>
      </pc:sldChg>
      <pc:sldChg chg="addSp delSp modSp add del mod modAnim">
        <pc:chgData name="DEWE, HAYLEY L." userId="5cada80b-0f7b-49a5-96b2-656b100ca6c6" providerId="ADAL" clId="{632DF7FE-9916-4FAF-8457-3521400FFCEA}" dt="2026-03-04T13:14:01.227" v="238491" actId="47"/>
        <pc:sldMkLst>
          <pc:docMk/>
          <pc:sldMk cId="344410094" sldId="382"/>
        </pc:sldMkLst>
      </pc:sldChg>
      <pc:sldChg chg="addSp delSp modSp add del mod addAnim delAnim modAnim">
        <pc:chgData name="DEWE, HAYLEY L." userId="5cada80b-0f7b-49a5-96b2-656b100ca6c6" providerId="ADAL" clId="{632DF7FE-9916-4FAF-8457-3521400FFCEA}" dt="2026-03-04T15:58:20.706" v="245281" actId="47"/>
        <pc:sldMkLst>
          <pc:docMk/>
          <pc:sldMk cId="2562563076" sldId="383"/>
        </pc:sldMkLst>
        <pc:spChg chg="del">
          <ac:chgData name="DEWE, HAYLEY L." userId="5cada80b-0f7b-49a5-96b2-656b100ca6c6" providerId="ADAL" clId="{632DF7FE-9916-4FAF-8457-3521400FFCEA}" dt="2026-03-04T14:11:37.006" v="240914" actId="478"/>
          <ac:spMkLst>
            <pc:docMk/>
            <pc:sldMk cId="2562563076" sldId="383"/>
            <ac:spMk id="2" creationId="{EF2ACF4B-03AF-4162-8592-FB7893D2F228}"/>
          </ac:spMkLst>
        </pc:spChg>
        <pc:spChg chg="add mod">
          <ac:chgData name="DEWE, HAYLEY L." userId="5cada80b-0f7b-49a5-96b2-656b100ca6c6" providerId="ADAL" clId="{632DF7FE-9916-4FAF-8457-3521400FFCEA}" dt="2026-03-04T13:16:58.308" v="238563"/>
          <ac:spMkLst>
            <pc:docMk/>
            <pc:sldMk cId="2562563076" sldId="383"/>
            <ac:spMk id="4" creationId="{B6D6B1F0-811D-29C0-5A11-E48644114631}"/>
          </ac:spMkLst>
        </pc:spChg>
        <pc:spChg chg="mod">
          <ac:chgData name="DEWE, HAYLEY L." userId="5cada80b-0f7b-49a5-96b2-656b100ca6c6" providerId="ADAL" clId="{632DF7FE-9916-4FAF-8457-3521400FFCEA}" dt="2026-03-04T13:41:52.175" v="239826" actId="207"/>
          <ac:spMkLst>
            <pc:docMk/>
            <pc:sldMk cId="2562563076" sldId="383"/>
            <ac:spMk id="7" creationId="{01C14538-4D7C-CCAD-5721-B04BFBB8CBD5}"/>
          </ac:spMkLst>
        </pc:spChg>
        <pc:spChg chg="mod">
          <ac:chgData name="DEWE, HAYLEY L." userId="5cada80b-0f7b-49a5-96b2-656b100ca6c6" providerId="ADAL" clId="{632DF7FE-9916-4FAF-8457-3521400FFCEA}" dt="2026-03-04T13:47:53.868" v="240234" actId="14100"/>
          <ac:spMkLst>
            <pc:docMk/>
            <pc:sldMk cId="2562563076" sldId="383"/>
            <ac:spMk id="8" creationId="{14665353-ED22-5778-1D53-D61994279035}"/>
          </ac:spMkLst>
        </pc:spChg>
        <pc:spChg chg="add mod">
          <ac:chgData name="DEWE, HAYLEY L." userId="5cada80b-0f7b-49a5-96b2-656b100ca6c6" providerId="ADAL" clId="{632DF7FE-9916-4FAF-8457-3521400FFCEA}" dt="2026-03-04T14:11:46.470" v="240949" actId="20577"/>
          <ac:spMkLst>
            <pc:docMk/>
            <pc:sldMk cId="2562563076" sldId="383"/>
            <ac:spMk id="9" creationId="{75659705-CC2D-427B-E721-DB512C0F8D8B}"/>
          </ac:spMkLst>
        </pc:spChg>
        <pc:spChg chg="mod">
          <ac:chgData name="DEWE, HAYLEY L." userId="5cada80b-0f7b-49a5-96b2-656b100ca6c6" providerId="ADAL" clId="{632DF7FE-9916-4FAF-8457-3521400FFCEA}" dt="2026-03-04T14:19:04.464" v="241101"/>
          <ac:spMkLst>
            <pc:docMk/>
            <pc:sldMk cId="2562563076" sldId="383"/>
            <ac:spMk id="11" creationId="{8295D75D-5114-824A-DD34-E369E6F39EF3}"/>
          </ac:spMkLst>
        </pc:spChg>
        <pc:spChg chg="mod">
          <ac:chgData name="DEWE, HAYLEY L." userId="5cada80b-0f7b-49a5-96b2-656b100ca6c6" providerId="ADAL" clId="{632DF7FE-9916-4FAF-8457-3521400FFCEA}" dt="2026-03-04T14:19:04.464" v="241101"/>
          <ac:spMkLst>
            <pc:docMk/>
            <pc:sldMk cId="2562563076" sldId="383"/>
            <ac:spMk id="12" creationId="{6A00C816-6425-CF60-B5D1-020CE792857C}"/>
          </ac:spMkLst>
        </pc:spChg>
        <pc:spChg chg="add del mod">
          <ac:chgData name="DEWE, HAYLEY L." userId="5cada80b-0f7b-49a5-96b2-656b100ca6c6" providerId="ADAL" clId="{632DF7FE-9916-4FAF-8457-3521400FFCEA}" dt="2026-03-04T15:54:56.994" v="245207" actId="478"/>
          <ac:spMkLst>
            <pc:docMk/>
            <pc:sldMk cId="2562563076" sldId="383"/>
            <ac:spMk id="13" creationId="{6F552D63-D42D-168C-2228-31338B9A42EC}"/>
          </ac:spMkLst>
        </pc:spChg>
        <pc:spChg chg="add del mod">
          <ac:chgData name="DEWE, HAYLEY L." userId="5cada80b-0f7b-49a5-96b2-656b100ca6c6" providerId="ADAL" clId="{632DF7FE-9916-4FAF-8457-3521400FFCEA}" dt="2026-03-04T15:54:58.264" v="245208" actId="478"/>
          <ac:spMkLst>
            <pc:docMk/>
            <pc:sldMk cId="2562563076" sldId="383"/>
            <ac:spMk id="14" creationId="{416479E4-B068-FD90-A2E0-5A3698D438C6}"/>
          </ac:spMkLst>
        </pc:spChg>
        <pc:spChg chg="del mod">
          <ac:chgData name="DEWE, HAYLEY L." userId="5cada80b-0f7b-49a5-96b2-656b100ca6c6" providerId="ADAL" clId="{632DF7FE-9916-4FAF-8457-3521400FFCEA}" dt="2026-03-04T14:11:58.862" v="240954" actId="478"/>
          <ac:spMkLst>
            <pc:docMk/>
            <pc:sldMk cId="2562563076" sldId="383"/>
            <ac:spMk id="15" creationId="{A3C9C1AE-15FE-5CC6-7B12-743A4EFE03B2}"/>
          </ac:spMkLst>
        </pc:spChg>
        <pc:spChg chg="del mod">
          <ac:chgData name="DEWE, HAYLEY L." userId="5cada80b-0f7b-49a5-96b2-656b100ca6c6" providerId="ADAL" clId="{632DF7FE-9916-4FAF-8457-3521400FFCEA}" dt="2026-03-04T14:11:59.404" v="240955" actId="478"/>
          <ac:spMkLst>
            <pc:docMk/>
            <pc:sldMk cId="2562563076" sldId="383"/>
            <ac:spMk id="16" creationId="{A347FC11-A0A6-BB2C-E0C9-A2B1198C9895}"/>
          </ac:spMkLst>
        </pc:spChg>
        <pc:spChg chg="del mod">
          <ac:chgData name="DEWE, HAYLEY L." userId="5cada80b-0f7b-49a5-96b2-656b100ca6c6" providerId="ADAL" clId="{632DF7FE-9916-4FAF-8457-3521400FFCEA}" dt="2026-03-04T14:11:59.978" v="240956" actId="478"/>
          <ac:spMkLst>
            <pc:docMk/>
            <pc:sldMk cId="2562563076" sldId="383"/>
            <ac:spMk id="17" creationId="{2ED4D0B6-E39A-1747-03C5-E12A5474B133}"/>
          </ac:spMkLst>
        </pc:spChg>
        <pc:spChg chg="add del mod">
          <ac:chgData name="DEWE, HAYLEY L." userId="5cada80b-0f7b-49a5-96b2-656b100ca6c6" providerId="ADAL" clId="{632DF7FE-9916-4FAF-8457-3521400FFCEA}" dt="2026-03-04T15:54:58.756" v="245209" actId="478"/>
          <ac:spMkLst>
            <pc:docMk/>
            <pc:sldMk cId="2562563076" sldId="383"/>
            <ac:spMk id="18" creationId="{CB745087-B077-E51B-01B3-1204B138DD25}"/>
          </ac:spMkLst>
        </pc:spChg>
        <pc:grpChg chg="add del mod">
          <ac:chgData name="DEWE, HAYLEY L." userId="5cada80b-0f7b-49a5-96b2-656b100ca6c6" providerId="ADAL" clId="{632DF7FE-9916-4FAF-8457-3521400FFCEA}" dt="2026-03-04T14:11:57.992" v="240953" actId="478"/>
          <ac:grpSpMkLst>
            <pc:docMk/>
            <pc:sldMk cId="2562563076" sldId="383"/>
            <ac:grpSpMk id="6" creationId="{6D297ED0-75AF-16C9-05CF-E7488F7037B8}"/>
          </ac:grpSpMkLst>
        </pc:grpChg>
        <pc:grpChg chg="add del mod">
          <ac:chgData name="DEWE, HAYLEY L." userId="5cada80b-0f7b-49a5-96b2-656b100ca6c6" providerId="ADAL" clId="{632DF7FE-9916-4FAF-8457-3521400FFCEA}" dt="2026-03-04T15:54:54.888" v="245205" actId="478"/>
          <ac:grpSpMkLst>
            <pc:docMk/>
            <pc:sldMk cId="2562563076" sldId="383"/>
            <ac:grpSpMk id="10" creationId="{95035C6F-72D2-8A8B-C4C1-1A979FEB73E8}"/>
          </ac:grpSpMkLst>
        </pc:grpChg>
        <pc:graphicFrameChg chg="mod modGraphic">
          <ac:chgData name="DEWE, HAYLEY L." userId="5cada80b-0f7b-49a5-96b2-656b100ca6c6" providerId="ADAL" clId="{632DF7FE-9916-4FAF-8457-3521400FFCEA}" dt="2026-03-04T14:08:46.956" v="240783" actId="20577"/>
          <ac:graphicFrameMkLst>
            <pc:docMk/>
            <pc:sldMk cId="2562563076" sldId="383"/>
            <ac:graphicFrameMk id="3" creationId="{5DD6C83F-9FCF-B16D-E27B-64333177F863}"/>
          </ac:graphicFrameMkLst>
        </pc:graphicFrameChg>
        <pc:graphicFrameChg chg="add del mod">
          <ac:chgData name="DEWE, HAYLEY L." userId="5cada80b-0f7b-49a5-96b2-656b100ca6c6" providerId="ADAL" clId="{632DF7FE-9916-4FAF-8457-3521400FFCEA}" dt="2026-03-04T13:39:43.899" v="239685" actId="478"/>
          <ac:graphicFrameMkLst>
            <pc:docMk/>
            <pc:sldMk cId="2562563076" sldId="383"/>
            <ac:graphicFrameMk id="5" creationId="{3A045628-FFD8-3687-3B17-AD11693A3381}"/>
          </ac:graphicFrameMkLst>
        </pc:graphicFrameChg>
      </pc:sldChg>
      <pc:sldChg chg="addSp delSp modSp mod addAnim delAnim modAnim">
        <pc:chgData name="DEWE, HAYLEY L." userId="5cada80b-0f7b-49a5-96b2-656b100ca6c6" providerId="ADAL" clId="{632DF7FE-9916-4FAF-8457-3521400FFCEA}" dt="2026-03-05T00:25:11.136" v="253655" actId="20577"/>
        <pc:sldMkLst>
          <pc:docMk/>
          <pc:sldMk cId="2993719332" sldId="397"/>
        </pc:sldMkLst>
        <pc:spChg chg="mod">
          <ac:chgData name="DEWE, HAYLEY L." userId="5cada80b-0f7b-49a5-96b2-656b100ca6c6" providerId="ADAL" clId="{632DF7FE-9916-4FAF-8457-3521400FFCEA}" dt="2026-02-26T09:56:14.228" v="228466" actId="13926"/>
          <ac:spMkLst>
            <pc:docMk/>
            <pc:sldMk cId="2993719332" sldId="397"/>
            <ac:spMk id="5" creationId="{E54245C3-45E4-59AA-074B-3FE100DDBD4A}"/>
          </ac:spMkLst>
        </pc:spChg>
        <pc:spChg chg="mod">
          <ac:chgData name="DEWE, HAYLEY L." userId="5cada80b-0f7b-49a5-96b2-656b100ca6c6" providerId="ADAL" clId="{632DF7FE-9916-4FAF-8457-3521400FFCEA}" dt="2026-03-05T00:25:11.136" v="253655" actId="20577"/>
          <ac:spMkLst>
            <pc:docMk/>
            <pc:sldMk cId="2993719332" sldId="397"/>
            <ac:spMk id="6" creationId="{AA7DA80F-64D5-246B-6BB0-B05A9698EA09}"/>
          </ac:spMkLst>
        </pc:spChg>
      </pc:sldChg>
      <pc:sldChg chg="modSp mod modAnim modNotesTx">
        <pc:chgData name="DEWE, HAYLEY L." userId="5cada80b-0f7b-49a5-96b2-656b100ca6c6" providerId="ADAL" clId="{632DF7FE-9916-4FAF-8457-3521400FFCEA}" dt="2026-03-05T00:12:54.372" v="253302" actId="20577"/>
        <pc:sldMkLst>
          <pc:docMk/>
          <pc:sldMk cId="711076235" sldId="887"/>
        </pc:sldMkLst>
        <pc:spChg chg="mod">
          <ac:chgData name="DEWE, HAYLEY L." userId="5cada80b-0f7b-49a5-96b2-656b100ca6c6" providerId="ADAL" clId="{632DF7FE-9916-4FAF-8457-3521400FFCEA}" dt="2026-03-05T00:12:54.372" v="253302" actId="20577"/>
          <ac:spMkLst>
            <pc:docMk/>
            <pc:sldMk cId="711076235" sldId="887"/>
            <ac:spMk id="9" creationId="{8B8676F2-4335-7184-8F2C-C2727F9C78E9}"/>
          </ac:spMkLst>
        </pc:spChg>
      </pc:sldChg>
      <pc:sldChg chg="modSp add mod">
        <pc:chgData name="DEWE, HAYLEY L." userId="5cada80b-0f7b-49a5-96b2-656b100ca6c6" providerId="ADAL" clId="{632DF7FE-9916-4FAF-8457-3521400FFCEA}" dt="2026-03-04T16:16:39.431" v="245510" actId="20577"/>
        <pc:sldMkLst>
          <pc:docMk/>
          <pc:sldMk cId="3880182856" sldId="1073"/>
        </pc:sldMkLst>
        <pc:spChg chg="mod">
          <ac:chgData name="DEWE, HAYLEY L." userId="5cada80b-0f7b-49a5-96b2-656b100ca6c6" providerId="ADAL" clId="{632DF7FE-9916-4FAF-8457-3521400FFCEA}" dt="2026-03-04T16:16:39.431" v="245510" actId="20577"/>
          <ac:spMkLst>
            <pc:docMk/>
            <pc:sldMk cId="3880182856" sldId="1073"/>
            <ac:spMk id="4" creationId="{9571509C-F1DC-E342-C32D-1CFE7AD9E736}"/>
          </ac:spMkLst>
        </pc:spChg>
      </pc:sldChg>
      <pc:sldChg chg="addSp modSp add mod ord modAnim">
        <pc:chgData name="DEWE, HAYLEY L." userId="5cada80b-0f7b-49a5-96b2-656b100ca6c6" providerId="ADAL" clId="{632DF7FE-9916-4FAF-8457-3521400FFCEA}" dt="2026-03-05T00:16:31.437" v="253503"/>
        <pc:sldMkLst>
          <pc:docMk/>
          <pc:sldMk cId="611360901" sldId="1450"/>
        </pc:sldMkLst>
        <pc:spChg chg="add mod">
          <ac:chgData name="DEWE, HAYLEY L." userId="5cada80b-0f7b-49a5-96b2-656b100ca6c6" providerId="ADAL" clId="{632DF7FE-9916-4FAF-8457-3521400FFCEA}" dt="2026-03-04T16:04:32.897" v="245329" actId="1076"/>
          <ac:spMkLst>
            <pc:docMk/>
            <pc:sldMk cId="611360901" sldId="1450"/>
            <ac:spMk id="2" creationId="{0B10CBBA-6AC7-68C8-9D3C-DD6BC7A85607}"/>
          </ac:spMkLst>
        </pc:spChg>
        <pc:spChg chg="mod">
          <ac:chgData name="DEWE, HAYLEY L." userId="5cada80b-0f7b-49a5-96b2-656b100ca6c6" providerId="ADAL" clId="{632DF7FE-9916-4FAF-8457-3521400FFCEA}" dt="2026-03-04T16:06:06.783" v="245364" actId="20577"/>
          <ac:spMkLst>
            <pc:docMk/>
            <pc:sldMk cId="611360901" sldId="1450"/>
            <ac:spMk id="9" creationId="{8B8676F2-4335-7184-8F2C-C2727F9C78E9}"/>
          </ac:spMkLst>
        </pc:spChg>
      </pc:sldChg>
      <pc:sldChg chg="addSp delSp modSp add del mod delAnim modAnim modNotesTx">
        <pc:chgData name="DEWE, HAYLEY L." userId="5cada80b-0f7b-49a5-96b2-656b100ca6c6" providerId="ADAL" clId="{632DF7FE-9916-4FAF-8457-3521400FFCEA}" dt="2026-03-04T16:58:15.705" v="245920" actId="47"/>
        <pc:sldMkLst>
          <pc:docMk/>
          <pc:sldMk cId="3122850025" sldId="1472"/>
        </pc:sldMkLst>
        <pc:spChg chg="add mod">
          <ac:chgData name="DEWE, HAYLEY L." userId="5cada80b-0f7b-49a5-96b2-656b100ca6c6" providerId="ADAL" clId="{632DF7FE-9916-4FAF-8457-3521400FFCEA}" dt="2026-03-04T16:58:12.385" v="245919"/>
          <ac:spMkLst>
            <pc:docMk/>
            <pc:sldMk cId="3122850025" sldId="1472"/>
            <ac:spMk id="2" creationId="{A2174399-8FEA-5A03-718F-0B159AEF51D9}"/>
          </ac:spMkLst>
        </pc:spChg>
        <pc:picChg chg="add del mod">
          <ac:chgData name="DEWE, HAYLEY L." userId="5cada80b-0f7b-49a5-96b2-656b100ca6c6" providerId="ADAL" clId="{632DF7FE-9916-4FAF-8457-3521400FFCEA}" dt="2026-03-04T13:15:10.672" v="238525" actId="478"/>
          <ac:picMkLst>
            <pc:docMk/>
            <pc:sldMk cId="3122850025" sldId="1472"/>
            <ac:picMk id="5124" creationId="{63F8A9A1-5CFE-BBF1-FDFA-308AB103969F}"/>
          </ac:picMkLst>
        </pc:picChg>
      </pc:sldChg>
      <pc:sldChg chg="delSp modSp add mod">
        <pc:chgData name="DEWE, HAYLEY L." userId="5cada80b-0f7b-49a5-96b2-656b100ca6c6" providerId="ADAL" clId="{632DF7FE-9916-4FAF-8457-3521400FFCEA}" dt="2026-03-04T16:56:41.718" v="245916" actId="1076"/>
        <pc:sldMkLst>
          <pc:docMk/>
          <pc:sldMk cId="3257675088" sldId="1492"/>
        </pc:sldMkLst>
        <pc:spChg chg="mod">
          <ac:chgData name="DEWE, HAYLEY L." userId="5cada80b-0f7b-49a5-96b2-656b100ca6c6" providerId="ADAL" clId="{632DF7FE-9916-4FAF-8457-3521400FFCEA}" dt="2026-03-04T16:27:52.674" v="245779" actId="11530"/>
          <ac:spMkLst>
            <pc:docMk/>
            <pc:sldMk cId="3257675088" sldId="1492"/>
            <ac:spMk id="2" creationId="{073DE872-B5D0-7DE8-AA05-DA706AFD4DAB}"/>
          </ac:spMkLst>
        </pc:spChg>
        <pc:spChg chg="mod">
          <ac:chgData name="DEWE, HAYLEY L." userId="5cada80b-0f7b-49a5-96b2-656b100ca6c6" providerId="ADAL" clId="{632DF7FE-9916-4FAF-8457-3521400FFCEA}" dt="2026-03-04T16:27:52.674" v="245779" actId="11530"/>
          <ac:spMkLst>
            <pc:docMk/>
            <pc:sldMk cId="3257675088" sldId="1492"/>
            <ac:spMk id="4" creationId="{91985482-3F9F-C6AD-84AE-62FF40BBF387}"/>
          </ac:spMkLst>
        </pc:spChg>
        <pc:spChg chg="mod">
          <ac:chgData name="DEWE, HAYLEY L." userId="5cada80b-0f7b-49a5-96b2-656b100ca6c6" providerId="ADAL" clId="{632DF7FE-9916-4FAF-8457-3521400FFCEA}" dt="2026-03-04T16:32:25.054" v="245806" actId="1076"/>
          <ac:spMkLst>
            <pc:docMk/>
            <pc:sldMk cId="3257675088" sldId="1492"/>
            <ac:spMk id="11" creationId="{FB4AE7E7-B132-DC4A-729D-636D49EECE14}"/>
          </ac:spMkLst>
        </pc:spChg>
        <pc:spChg chg="mod">
          <ac:chgData name="DEWE, HAYLEY L." userId="5cada80b-0f7b-49a5-96b2-656b100ca6c6" providerId="ADAL" clId="{632DF7FE-9916-4FAF-8457-3521400FFCEA}" dt="2026-03-04T16:27:52.674" v="245779" actId="11530"/>
          <ac:spMkLst>
            <pc:docMk/>
            <pc:sldMk cId="3257675088" sldId="1492"/>
            <ac:spMk id="18" creationId="{B2EF772B-5D49-54C9-20D2-0FDD7795A383}"/>
          </ac:spMkLst>
        </pc:spChg>
        <pc:spChg chg="mod">
          <ac:chgData name="DEWE, HAYLEY L." userId="5cada80b-0f7b-49a5-96b2-656b100ca6c6" providerId="ADAL" clId="{632DF7FE-9916-4FAF-8457-3521400FFCEA}" dt="2026-03-04T16:46:11.547" v="245840" actId="1076"/>
          <ac:spMkLst>
            <pc:docMk/>
            <pc:sldMk cId="3257675088" sldId="1492"/>
            <ac:spMk id="19" creationId="{EAB99AAC-3D9A-B96A-349C-1EF12068DDDA}"/>
          </ac:spMkLst>
        </pc:spChg>
        <pc:spChg chg="mod">
          <ac:chgData name="DEWE, HAYLEY L." userId="5cada80b-0f7b-49a5-96b2-656b100ca6c6" providerId="ADAL" clId="{632DF7FE-9916-4FAF-8457-3521400FFCEA}" dt="2026-03-04T16:27:52.674" v="245779" actId="11530"/>
          <ac:spMkLst>
            <pc:docMk/>
            <pc:sldMk cId="3257675088" sldId="1492"/>
            <ac:spMk id="20" creationId="{80EAF141-CA27-AABD-E4B6-C903BC3A790C}"/>
          </ac:spMkLst>
        </pc:spChg>
        <pc:spChg chg="mod">
          <ac:chgData name="DEWE, HAYLEY L." userId="5cada80b-0f7b-49a5-96b2-656b100ca6c6" providerId="ADAL" clId="{632DF7FE-9916-4FAF-8457-3521400FFCEA}" dt="2026-03-04T16:55:06.251" v="245892" actId="14100"/>
          <ac:spMkLst>
            <pc:docMk/>
            <pc:sldMk cId="3257675088" sldId="1492"/>
            <ac:spMk id="30" creationId="{878AFDB9-4128-8877-4B25-9F9425686646}"/>
          </ac:spMkLst>
        </pc:spChg>
        <pc:spChg chg="mod">
          <ac:chgData name="DEWE, HAYLEY L." userId="5cada80b-0f7b-49a5-96b2-656b100ca6c6" providerId="ADAL" clId="{632DF7FE-9916-4FAF-8457-3521400FFCEA}" dt="2026-03-04T16:55:44.642" v="245898" actId="1076"/>
          <ac:spMkLst>
            <pc:docMk/>
            <pc:sldMk cId="3257675088" sldId="1492"/>
            <ac:spMk id="33" creationId="{A5DE831A-2217-71A9-68F4-1EE6D02A250C}"/>
          </ac:spMkLst>
        </pc:spChg>
        <pc:spChg chg="mod">
          <ac:chgData name="DEWE, HAYLEY L." userId="5cada80b-0f7b-49a5-96b2-656b100ca6c6" providerId="ADAL" clId="{632DF7FE-9916-4FAF-8457-3521400FFCEA}" dt="2026-03-04T16:22:24.749" v="245720" actId="208"/>
          <ac:spMkLst>
            <pc:docMk/>
            <pc:sldMk cId="3257675088" sldId="1492"/>
            <ac:spMk id="35" creationId="{00000000-0000-0000-0000-000000000000}"/>
          </ac:spMkLst>
        </pc:spChg>
        <pc:spChg chg="mod">
          <ac:chgData name="DEWE, HAYLEY L." userId="5cada80b-0f7b-49a5-96b2-656b100ca6c6" providerId="ADAL" clId="{632DF7FE-9916-4FAF-8457-3521400FFCEA}" dt="2026-03-04T16:32:37.924" v="245808" actId="1076"/>
          <ac:spMkLst>
            <pc:docMk/>
            <pc:sldMk cId="3257675088" sldId="1492"/>
            <ac:spMk id="39" creationId="{00000000-0000-0000-0000-000000000000}"/>
          </ac:spMkLst>
        </pc:spChg>
        <pc:spChg chg="mod">
          <ac:chgData name="DEWE, HAYLEY L." userId="5cada80b-0f7b-49a5-96b2-656b100ca6c6" providerId="ADAL" clId="{632DF7FE-9916-4FAF-8457-3521400FFCEA}" dt="2026-03-04T16:55:44.642" v="245898" actId="1076"/>
          <ac:spMkLst>
            <pc:docMk/>
            <pc:sldMk cId="3257675088" sldId="1492"/>
            <ac:spMk id="45" creationId="{09D02409-6D9C-5D52-C104-92547010B9A7}"/>
          </ac:spMkLst>
        </pc:spChg>
        <pc:spChg chg="mod">
          <ac:chgData name="DEWE, HAYLEY L." userId="5cada80b-0f7b-49a5-96b2-656b100ca6c6" providerId="ADAL" clId="{632DF7FE-9916-4FAF-8457-3521400FFCEA}" dt="2026-03-04T16:32:25.054" v="245806" actId="1076"/>
          <ac:spMkLst>
            <pc:docMk/>
            <pc:sldMk cId="3257675088" sldId="1492"/>
            <ac:spMk id="48" creationId="{D579F7B5-AC3C-D37B-94C1-B799944B4A7B}"/>
          </ac:spMkLst>
        </pc:spChg>
        <pc:spChg chg="del mod">
          <ac:chgData name="DEWE, HAYLEY L." userId="5cada80b-0f7b-49a5-96b2-656b100ca6c6" providerId="ADAL" clId="{632DF7FE-9916-4FAF-8457-3521400FFCEA}" dt="2026-03-04T16:33:19.702" v="245817" actId="478"/>
          <ac:spMkLst>
            <pc:docMk/>
            <pc:sldMk cId="3257675088" sldId="1492"/>
            <ac:spMk id="80" creationId="{1E2D5897-80E6-31AC-C4DF-F71EB647CB6D}"/>
          </ac:spMkLst>
        </pc:spChg>
        <pc:spChg chg="mod">
          <ac:chgData name="DEWE, HAYLEY L." userId="5cada80b-0f7b-49a5-96b2-656b100ca6c6" providerId="ADAL" clId="{632DF7FE-9916-4FAF-8457-3521400FFCEA}" dt="2026-03-04T16:33:29.091" v="245826" actId="14100"/>
          <ac:spMkLst>
            <pc:docMk/>
            <pc:sldMk cId="3257675088" sldId="1492"/>
            <ac:spMk id="81" creationId="{563C2BB3-0E9B-BAFD-3344-F197A598F307}"/>
          </ac:spMkLst>
        </pc:spChg>
        <pc:spChg chg="mod">
          <ac:chgData name="DEWE, HAYLEY L." userId="5cada80b-0f7b-49a5-96b2-656b100ca6c6" providerId="ADAL" clId="{632DF7FE-9916-4FAF-8457-3521400FFCEA}" dt="2026-03-04T16:55:44.642" v="245898" actId="1076"/>
          <ac:spMkLst>
            <pc:docMk/>
            <pc:sldMk cId="3257675088" sldId="1492"/>
            <ac:spMk id="82" creationId="{A2FC750F-4541-7BC0-B4B2-7B27E7FBFABE}"/>
          </ac:spMkLst>
        </pc:spChg>
        <pc:spChg chg="mod">
          <ac:chgData name="DEWE, HAYLEY L." userId="5cada80b-0f7b-49a5-96b2-656b100ca6c6" providerId="ADAL" clId="{632DF7FE-9916-4FAF-8457-3521400FFCEA}" dt="2026-03-04T16:56:16.274" v="245904" actId="1076"/>
          <ac:spMkLst>
            <pc:docMk/>
            <pc:sldMk cId="3257675088" sldId="1492"/>
            <ac:spMk id="87" creationId="{B406A92D-9DF0-8915-7CF9-E2883E08A7C5}"/>
          </ac:spMkLst>
        </pc:spChg>
        <pc:spChg chg="mod">
          <ac:chgData name="DEWE, HAYLEY L." userId="5cada80b-0f7b-49a5-96b2-656b100ca6c6" providerId="ADAL" clId="{632DF7FE-9916-4FAF-8457-3521400FFCEA}" dt="2026-03-04T16:56:41.718" v="245916" actId="1076"/>
          <ac:spMkLst>
            <pc:docMk/>
            <pc:sldMk cId="3257675088" sldId="1492"/>
            <ac:spMk id="91" creationId="{6D2521AD-55A7-56DB-AC30-0321445844FC}"/>
          </ac:spMkLst>
        </pc:spChg>
        <pc:spChg chg="mod">
          <ac:chgData name="DEWE, HAYLEY L." userId="5cada80b-0f7b-49a5-96b2-656b100ca6c6" providerId="ADAL" clId="{632DF7FE-9916-4FAF-8457-3521400FFCEA}" dt="2026-03-04T16:56:41.718" v="245916" actId="1076"/>
          <ac:spMkLst>
            <pc:docMk/>
            <pc:sldMk cId="3257675088" sldId="1492"/>
            <ac:spMk id="92" creationId="{E2D0AD4F-6BD2-AD86-CF23-BA543DDD1079}"/>
          </ac:spMkLst>
        </pc:spChg>
        <pc:spChg chg="mod">
          <ac:chgData name="DEWE, HAYLEY L." userId="5cada80b-0f7b-49a5-96b2-656b100ca6c6" providerId="ADAL" clId="{632DF7FE-9916-4FAF-8457-3521400FFCEA}" dt="2026-03-04T16:32:25.054" v="245806" actId="1076"/>
          <ac:spMkLst>
            <pc:docMk/>
            <pc:sldMk cId="3257675088" sldId="1492"/>
            <ac:spMk id="94" creationId="{6D2B1798-F0CE-CD15-78B5-0DD797577DE5}"/>
          </ac:spMkLst>
        </pc:spChg>
        <pc:spChg chg="mod">
          <ac:chgData name="DEWE, HAYLEY L." userId="5cada80b-0f7b-49a5-96b2-656b100ca6c6" providerId="ADAL" clId="{632DF7FE-9916-4FAF-8457-3521400FFCEA}" dt="2026-03-04T16:32:25.054" v="245806" actId="1076"/>
          <ac:spMkLst>
            <pc:docMk/>
            <pc:sldMk cId="3257675088" sldId="1492"/>
            <ac:spMk id="95" creationId="{A5C04585-01DF-E35C-A9E5-DCF0EDA91F89}"/>
          </ac:spMkLst>
        </pc:spChg>
        <pc:spChg chg="mod">
          <ac:chgData name="DEWE, HAYLEY L." userId="5cada80b-0f7b-49a5-96b2-656b100ca6c6" providerId="ADAL" clId="{632DF7FE-9916-4FAF-8457-3521400FFCEA}" dt="2026-03-04T16:29:12.842" v="245797" actId="207"/>
          <ac:spMkLst>
            <pc:docMk/>
            <pc:sldMk cId="3257675088" sldId="1492"/>
            <ac:spMk id="115" creationId="{A3458BD7-B1E6-7DE7-0AEE-6B98DFCE388B}"/>
          </ac:spMkLst>
        </pc:spChg>
        <pc:spChg chg="mod">
          <ac:chgData name="DEWE, HAYLEY L." userId="5cada80b-0f7b-49a5-96b2-656b100ca6c6" providerId="ADAL" clId="{632DF7FE-9916-4FAF-8457-3521400FFCEA}" dt="2026-03-04T16:28:17.927" v="245785" actId="14100"/>
          <ac:spMkLst>
            <pc:docMk/>
            <pc:sldMk cId="3257675088" sldId="1492"/>
            <ac:spMk id="116" creationId="{43FF3247-D906-2993-32FF-F26B93DCC83D}"/>
          </ac:spMkLst>
        </pc:spChg>
        <pc:spChg chg="mod">
          <ac:chgData name="DEWE, HAYLEY L." userId="5cada80b-0f7b-49a5-96b2-656b100ca6c6" providerId="ADAL" clId="{632DF7FE-9916-4FAF-8457-3521400FFCEA}" dt="2026-03-04T16:29:04.169" v="245796" actId="207"/>
          <ac:spMkLst>
            <pc:docMk/>
            <pc:sldMk cId="3257675088" sldId="1492"/>
            <ac:spMk id="118" creationId="{F38A3F73-0FEF-476A-B5D3-48EC96C59627}"/>
          </ac:spMkLst>
        </pc:spChg>
        <pc:spChg chg="mod">
          <ac:chgData name="DEWE, HAYLEY L." userId="5cada80b-0f7b-49a5-96b2-656b100ca6c6" providerId="ADAL" clId="{632DF7FE-9916-4FAF-8457-3521400FFCEA}" dt="2026-03-04T16:26:55.017" v="245770" actId="1582"/>
          <ac:spMkLst>
            <pc:docMk/>
            <pc:sldMk cId="3257675088" sldId="1492"/>
            <ac:spMk id="119" creationId="{81BB6ACC-6E7D-1DF2-4A6E-2445C23966C7}"/>
          </ac:spMkLst>
        </pc:spChg>
        <pc:spChg chg="mod">
          <ac:chgData name="DEWE, HAYLEY L." userId="5cada80b-0f7b-49a5-96b2-656b100ca6c6" providerId="ADAL" clId="{632DF7FE-9916-4FAF-8457-3521400FFCEA}" dt="2026-03-04T16:55:00.319" v="245891" actId="14100"/>
          <ac:spMkLst>
            <pc:docMk/>
            <pc:sldMk cId="3257675088" sldId="1492"/>
            <ac:spMk id="125" creationId="{FD620E0B-A834-B530-D375-C88AF09B3B17}"/>
          </ac:spMkLst>
        </pc:spChg>
        <pc:spChg chg="mod">
          <ac:chgData name="DEWE, HAYLEY L." userId="5cada80b-0f7b-49a5-96b2-656b100ca6c6" providerId="ADAL" clId="{632DF7FE-9916-4FAF-8457-3521400FFCEA}" dt="2026-03-04T16:55:56.657" v="245901" actId="14100"/>
          <ac:spMkLst>
            <pc:docMk/>
            <pc:sldMk cId="3257675088" sldId="1492"/>
            <ac:spMk id="126" creationId="{BBF4CA42-745D-39B5-65F6-EC4819DC68F3}"/>
          </ac:spMkLst>
        </pc:spChg>
        <pc:spChg chg="mod">
          <ac:chgData name="DEWE, HAYLEY L." userId="5cada80b-0f7b-49a5-96b2-656b100ca6c6" providerId="ADAL" clId="{632DF7FE-9916-4FAF-8457-3521400FFCEA}" dt="2026-03-04T16:56:06.723" v="245902" actId="14100"/>
          <ac:spMkLst>
            <pc:docMk/>
            <pc:sldMk cId="3257675088" sldId="1492"/>
            <ac:spMk id="133" creationId="{4E11D2CC-AC29-78B8-2E22-F572F005DD38}"/>
          </ac:spMkLst>
        </pc:spChg>
        <pc:spChg chg="mod">
          <ac:chgData name="DEWE, HAYLEY L." userId="5cada80b-0f7b-49a5-96b2-656b100ca6c6" providerId="ADAL" clId="{632DF7FE-9916-4FAF-8457-3521400FFCEA}" dt="2026-03-04T16:22:51.334" v="245734" actId="20577"/>
          <ac:spMkLst>
            <pc:docMk/>
            <pc:sldMk cId="3257675088" sldId="1492"/>
            <ac:spMk id="145" creationId="{F76C19F4-0C18-7FBF-F22E-9552D03B1A50}"/>
          </ac:spMkLst>
        </pc:spChg>
        <pc:spChg chg="mod">
          <ac:chgData name="DEWE, HAYLEY L." userId="5cada80b-0f7b-49a5-96b2-656b100ca6c6" providerId="ADAL" clId="{632DF7FE-9916-4FAF-8457-3521400FFCEA}" dt="2026-03-04T16:55:44.642" v="245898" actId="1076"/>
          <ac:spMkLst>
            <pc:docMk/>
            <pc:sldMk cId="3257675088" sldId="1492"/>
            <ac:spMk id="164" creationId="{3A6BB951-FEB8-5058-0B67-BA3A51D57803}"/>
          </ac:spMkLst>
        </pc:spChg>
        <pc:cxnChg chg="mod">
          <ac:chgData name="DEWE, HAYLEY L." userId="5cada80b-0f7b-49a5-96b2-656b100ca6c6" providerId="ADAL" clId="{632DF7FE-9916-4FAF-8457-3521400FFCEA}" dt="2026-03-04T16:55:44.642" v="245898" actId="1076"/>
          <ac:cxnSpMkLst>
            <pc:docMk/>
            <pc:sldMk cId="3257675088" sldId="1492"/>
            <ac:cxnSpMk id="46" creationId="{43B3266F-4914-9A05-F4FB-C0AB43C5E3E1}"/>
          </ac:cxnSpMkLst>
        </pc:cxnChg>
        <pc:cxnChg chg="mod">
          <ac:chgData name="DEWE, HAYLEY L." userId="5cada80b-0f7b-49a5-96b2-656b100ca6c6" providerId="ADAL" clId="{632DF7FE-9916-4FAF-8457-3521400FFCEA}" dt="2026-03-04T16:55:44.642" v="245898" actId="1076"/>
          <ac:cxnSpMkLst>
            <pc:docMk/>
            <pc:sldMk cId="3257675088" sldId="1492"/>
            <ac:cxnSpMk id="49" creationId="{69DA2393-C4DD-3972-9669-6FBDD4D75753}"/>
          </ac:cxnSpMkLst>
        </pc:cxnChg>
        <pc:cxnChg chg="mod">
          <ac:chgData name="DEWE, HAYLEY L." userId="5cada80b-0f7b-49a5-96b2-656b100ca6c6" providerId="ADAL" clId="{632DF7FE-9916-4FAF-8457-3521400FFCEA}" dt="2026-03-04T16:32:25.054" v="245806" actId="1076"/>
          <ac:cxnSpMkLst>
            <pc:docMk/>
            <pc:sldMk cId="3257675088" sldId="1492"/>
            <ac:cxnSpMk id="50" creationId="{CB19A6D4-B941-43BD-6A8E-9F82BAD43719}"/>
          </ac:cxnSpMkLst>
        </pc:cxnChg>
        <pc:cxnChg chg="mod">
          <ac:chgData name="DEWE, HAYLEY L." userId="5cada80b-0f7b-49a5-96b2-656b100ca6c6" providerId="ADAL" clId="{632DF7FE-9916-4FAF-8457-3521400FFCEA}" dt="2026-03-04T16:32:25.054" v="245806" actId="1076"/>
          <ac:cxnSpMkLst>
            <pc:docMk/>
            <pc:sldMk cId="3257675088" sldId="1492"/>
            <ac:cxnSpMk id="51" creationId="{58993759-E2A1-A139-0263-E690EBCD7112}"/>
          </ac:cxnSpMkLst>
        </pc:cxnChg>
        <pc:cxnChg chg="mod">
          <ac:chgData name="DEWE, HAYLEY L." userId="5cada80b-0f7b-49a5-96b2-656b100ca6c6" providerId="ADAL" clId="{632DF7FE-9916-4FAF-8457-3521400FFCEA}" dt="2026-03-04T16:34:29.472" v="245828" actId="1076"/>
          <ac:cxnSpMkLst>
            <pc:docMk/>
            <pc:sldMk cId="3257675088" sldId="1492"/>
            <ac:cxnSpMk id="55" creationId="{E2A8CE1B-A7FB-C80D-C754-4AF45FB29DD1}"/>
          </ac:cxnSpMkLst>
        </pc:cxnChg>
        <pc:cxnChg chg="mod">
          <ac:chgData name="DEWE, HAYLEY L." userId="5cada80b-0f7b-49a5-96b2-656b100ca6c6" providerId="ADAL" clId="{632DF7FE-9916-4FAF-8457-3521400FFCEA}" dt="2026-03-04T16:32:25.054" v="245806" actId="1076"/>
          <ac:cxnSpMkLst>
            <pc:docMk/>
            <pc:sldMk cId="3257675088" sldId="1492"/>
            <ac:cxnSpMk id="56" creationId="{CC542862-1950-16E3-0E96-F3D786202B6C}"/>
          </ac:cxnSpMkLst>
        </pc:cxnChg>
        <pc:cxnChg chg="mod">
          <ac:chgData name="DEWE, HAYLEY L." userId="5cada80b-0f7b-49a5-96b2-656b100ca6c6" providerId="ADAL" clId="{632DF7FE-9916-4FAF-8457-3521400FFCEA}" dt="2026-03-04T16:25:13.253" v="245754" actId="1076"/>
          <ac:cxnSpMkLst>
            <pc:docMk/>
            <pc:sldMk cId="3257675088" sldId="1492"/>
            <ac:cxnSpMk id="63" creationId="{599D8CA0-271B-7FAA-3FA4-3923E91717DD}"/>
          </ac:cxnSpMkLst>
        </pc:cxnChg>
        <pc:cxnChg chg="mod">
          <ac:chgData name="DEWE, HAYLEY L." userId="5cada80b-0f7b-49a5-96b2-656b100ca6c6" providerId="ADAL" clId="{632DF7FE-9916-4FAF-8457-3521400FFCEA}" dt="2026-03-04T16:27:51.874" v="245778" actId="1076"/>
          <ac:cxnSpMkLst>
            <pc:docMk/>
            <pc:sldMk cId="3257675088" sldId="1492"/>
            <ac:cxnSpMk id="64" creationId="{326799C8-FB23-7628-6BDC-1753E9E5CA94}"/>
          </ac:cxnSpMkLst>
        </pc:cxnChg>
        <pc:cxnChg chg="mod">
          <ac:chgData name="DEWE, HAYLEY L." userId="5cada80b-0f7b-49a5-96b2-656b100ca6c6" providerId="ADAL" clId="{632DF7FE-9916-4FAF-8457-3521400FFCEA}" dt="2026-03-04T16:46:10.209" v="245839" actId="1076"/>
          <ac:cxnSpMkLst>
            <pc:docMk/>
            <pc:sldMk cId="3257675088" sldId="1492"/>
            <ac:cxnSpMk id="66" creationId="{F3B0BD90-EE2A-F056-E147-8A12595F4213}"/>
          </ac:cxnSpMkLst>
        </pc:cxnChg>
        <pc:cxnChg chg="mod">
          <ac:chgData name="DEWE, HAYLEY L." userId="5cada80b-0f7b-49a5-96b2-656b100ca6c6" providerId="ADAL" clId="{632DF7FE-9916-4FAF-8457-3521400FFCEA}" dt="2026-03-04T16:33:05.387" v="245811" actId="1076"/>
          <ac:cxnSpMkLst>
            <pc:docMk/>
            <pc:sldMk cId="3257675088" sldId="1492"/>
            <ac:cxnSpMk id="73" creationId="{06322D1A-E410-E109-8F6B-3A6EA67BCADB}"/>
          </ac:cxnSpMkLst>
        </pc:cxnChg>
        <pc:cxnChg chg="mod">
          <ac:chgData name="DEWE, HAYLEY L." userId="5cada80b-0f7b-49a5-96b2-656b100ca6c6" providerId="ADAL" clId="{632DF7FE-9916-4FAF-8457-3521400FFCEA}" dt="2026-03-04T16:46:08.787" v="245838" actId="1076"/>
          <ac:cxnSpMkLst>
            <pc:docMk/>
            <pc:sldMk cId="3257675088" sldId="1492"/>
            <ac:cxnSpMk id="74" creationId="{9FEB10A8-56D5-3905-219C-07DF73F8451F}"/>
          </ac:cxnSpMkLst>
        </pc:cxnChg>
        <pc:cxnChg chg="mod">
          <ac:chgData name="DEWE, HAYLEY L." userId="5cada80b-0f7b-49a5-96b2-656b100ca6c6" providerId="ADAL" clId="{632DF7FE-9916-4FAF-8457-3521400FFCEA}" dt="2026-03-04T16:32:43.560" v="245809" actId="1076"/>
          <ac:cxnSpMkLst>
            <pc:docMk/>
            <pc:sldMk cId="3257675088" sldId="1492"/>
            <ac:cxnSpMk id="76" creationId="{8543E739-F545-984C-3C47-D8E93012A76B}"/>
          </ac:cxnSpMkLst>
        </pc:cxnChg>
        <pc:cxnChg chg="mod">
          <ac:chgData name="DEWE, HAYLEY L." userId="5cada80b-0f7b-49a5-96b2-656b100ca6c6" providerId="ADAL" clId="{632DF7FE-9916-4FAF-8457-3521400FFCEA}" dt="2026-03-04T16:56:13.800" v="245903" actId="1076"/>
          <ac:cxnSpMkLst>
            <pc:docMk/>
            <pc:sldMk cId="3257675088" sldId="1492"/>
            <ac:cxnSpMk id="88" creationId="{F301F811-21D5-91D7-3B24-6F7FD4BD37FA}"/>
          </ac:cxnSpMkLst>
        </pc:cxnChg>
        <pc:cxnChg chg="mod">
          <ac:chgData name="DEWE, HAYLEY L." userId="5cada80b-0f7b-49a5-96b2-656b100ca6c6" providerId="ADAL" clId="{632DF7FE-9916-4FAF-8457-3521400FFCEA}" dt="2026-03-04T16:34:34.880" v="245829" actId="1076"/>
          <ac:cxnSpMkLst>
            <pc:docMk/>
            <pc:sldMk cId="3257675088" sldId="1492"/>
            <ac:cxnSpMk id="103" creationId="{18FFAC04-0CD7-094C-E7C7-6F58DB51DE8C}"/>
          </ac:cxnSpMkLst>
        </pc:cxnChg>
        <pc:cxnChg chg="mod">
          <ac:chgData name="DEWE, HAYLEY L." userId="5cada80b-0f7b-49a5-96b2-656b100ca6c6" providerId="ADAL" clId="{632DF7FE-9916-4FAF-8457-3521400FFCEA}" dt="2026-03-04T16:56:37.031" v="245915" actId="1076"/>
          <ac:cxnSpMkLst>
            <pc:docMk/>
            <pc:sldMk cId="3257675088" sldId="1492"/>
            <ac:cxnSpMk id="104" creationId="{72352F02-2258-216D-8A54-CD012EA7281D}"/>
          </ac:cxnSpMkLst>
        </pc:cxnChg>
        <pc:cxnChg chg="mod">
          <ac:chgData name="DEWE, HAYLEY L." userId="5cada80b-0f7b-49a5-96b2-656b100ca6c6" providerId="ADAL" clId="{632DF7FE-9916-4FAF-8457-3521400FFCEA}" dt="2026-03-04T16:55:44.642" v="245898" actId="1076"/>
          <ac:cxnSpMkLst>
            <pc:docMk/>
            <pc:sldMk cId="3257675088" sldId="1492"/>
            <ac:cxnSpMk id="108" creationId="{9BB67276-83F4-34B2-7E2B-46421C06B26B}"/>
          </ac:cxnSpMkLst>
        </pc:cxnChg>
        <pc:cxnChg chg="mod">
          <ac:chgData name="DEWE, HAYLEY L." userId="5cada80b-0f7b-49a5-96b2-656b100ca6c6" providerId="ADAL" clId="{632DF7FE-9916-4FAF-8457-3521400FFCEA}" dt="2026-03-04T16:55:44.642" v="245898" actId="1076"/>
          <ac:cxnSpMkLst>
            <pc:docMk/>
            <pc:sldMk cId="3257675088" sldId="1492"/>
            <ac:cxnSpMk id="128" creationId="{9F8F9212-A9F5-1B9C-3CA6-717093AB7C92}"/>
          </ac:cxnSpMkLst>
        </pc:cxnChg>
        <pc:cxnChg chg="mod">
          <ac:chgData name="DEWE, HAYLEY L." userId="5cada80b-0f7b-49a5-96b2-656b100ca6c6" providerId="ADAL" clId="{632DF7FE-9916-4FAF-8457-3521400FFCEA}" dt="2026-03-04T16:25:04.149" v="245751" actId="1076"/>
          <ac:cxnSpMkLst>
            <pc:docMk/>
            <pc:sldMk cId="3257675088" sldId="1492"/>
            <ac:cxnSpMk id="129" creationId="{E9F16D08-9478-FF35-AD01-B534011F43E9}"/>
          </ac:cxnSpMkLst>
        </pc:cxnChg>
      </pc:sldChg>
      <pc:sldChg chg="modSp add del mod modAnim">
        <pc:chgData name="DEWE, HAYLEY L." userId="5cada80b-0f7b-49a5-96b2-656b100ca6c6" providerId="ADAL" clId="{632DF7FE-9916-4FAF-8457-3521400FFCEA}" dt="2026-03-04T16:57:06.296" v="245917" actId="47"/>
        <pc:sldMkLst>
          <pc:docMk/>
          <pc:sldMk cId="3115628784" sldId="1506"/>
        </pc:sldMkLst>
        <pc:spChg chg="mod">
          <ac:chgData name="DEWE, HAYLEY L." userId="5cada80b-0f7b-49a5-96b2-656b100ca6c6" providerId="ADAL" clId="{632DF7FE-9916-4FAF-8457-3521400FFCEA}" dt="2026-03-04T16:20:39.464" v="245670" actId="120"/>
          <ac:spMkLst>
            <pc:docMk/>
            <pc:sldMk cId="3115628784" sldId="1506"/>
            <ac:spMk id="145" creationId="{F76C19F4-0C18-7FBF-F22E-9552D03B1A50}"/>
          </ac:spMkLst>
        </pc:spChg>
        <pc:cxnChg chg="mod">
          <ac:chgData name="DEWE, HAYLEY L." userId="5cada80b-0f7b-49a5-96b2-656b100ca6c6" providerId="ADAL" clId="{632DF7FE-9916-4FAF-8457-3521400FFCEA}" dt="2026-03-04T16:23:53.653" v="245735" actId="1076"/>
          <ac:cxnSpMkLst>
            <pc:docMk/>
            <pc:sldMk cId="3115628784" sldId="1506"/>
            <ac:cxnSpMk id="38" creationId="{00000000-0000-0000-0000-000000000000}"/>
          </ac:cxnSpMkLst>
        </pc:cxnChg>
      </pc:sldChg>
      <pc:sldChg chg="addSp delSp modSp add mod modAnim">
        <pc:chgData name="DEWE, HAYLEY L." userId="5cada80b-0f7b-49a5-96b2-656b100ca6c6" providerId="ADAL" clId="{632DF7FE-9916-4FAF-8457-3521400FFCEA}" dt="2026-03-05T00:14:30.398" v="253382"/>
        <pc:sldMkLst>
          <pc:docMk/>
          <pc:sldMk cId="2502782043" sldId="1512"/>
        </pc:sldMkLst>
        <pc:spChg chg="add mod">
          <ac:chgData name="DEWE, HAYLEY L." userId="5cada80b-0f7b-49a5-96b2-656b100ca6c6" providerId="ADAL" clId="{632DF7FE-9916-4FAF-8457-3521400FFCEA}" dt="2026-03-04T11:31:38.995" v="237233" actId="207"/>
          <ac:spMkLst>
            <pc:docMk/>
            <pc:sldMk cId="2502782043" sldId="1512"/>
            <ac:spMk id="2" creationId="{F641D26D-7D34-9E70-0E3A-5B5A9A5663EF}"/>
          </ac:spMkLst>
        </pc:spChg>
        <pc:spChg chg="mod">
          <ac:chgData name="DEWE, HAYLEY L." userId="5cada80b-0f7b-49a5-96b2-656b100ca6c6" providerId="ADAL" clId="{632DF7FE-9916-4FAF-8457-3521400FFCEA}" dt="2026-03-05T00:14:27.555" v="253381" actId="20577"/>
          <ac:spMkLst>
            <pc:docMk/>
            <pc:sldMk cId="2502782043" sldId="1512"/>
            <ac:spMk id="3" creationId="{14FD8327-66B7-6D3D-6D53-C121AC02507D}"/>
          </ac:spMkLst>
        </pc:spChg>
        <pc:spChg chg="add">
          <ac:chgData name="DEWE, HAYLEY L." userId="5cada80b-0f7b-49a5-96b2-656b100ca6c6" providerId="ADAL" clId="{632DF7FE-9916-4FAF-8457-3521400FFCEA}" dt="2026-03-04T11:17:25.787" v="236395"/>
          <ac:spMkLst>
            <pc:docMk/>
            <pc:sldMk cId="2502782043" sldId="1512"/>
            <ac:spMk id="4" creationId="{1D294D91-E55A-EB73-7B14-9830FD86829D}"/>
          </ac:spMkLst>
        </pc:spChg>
        <pc:picChg chg="add mod">
          <ac:chgData name="DEWE, HAYLEY L." userId="5cada80b-0f7b-49a5-96b2-656b100ca6c6" providerId="ADAL" clId="{632DF7FE-9916-4FAF-8457-3521400FFCEA}" dt="2026-03-04T11:22:56.027" v="237225" actId="14100"/>
          <ac:picMkLst>
            <pc:docMk/>
            <pc:sldMk cId="2502782043" sldId="1512"/>
            <ac:picMk id="6" creationId="{377E7925-681B-B541-CBB2-62A3474241AC}"/>
          </ac:picMkLst>
        </pc:picChg>
        <pc:picChg chg="add mod">
          <ac:chgData name="DEWE, HAYLEY L." userId="5cada80b-0f7b-49a5-96b2-656b100ca6c6" providerId="ADAL" clId="{632DF7FE-9916-4FAF-8457-3521400FFCEA}" dt="2026-03-04T11:17:57.395" v="236402" actId="1076"/>
          <ac:picMkLst>
            <pc:docMk/>
            <pc:sldMk cId="2502782043" sldId="1512"/>
            <ac:picMk id="2052" creationId="{721340AE-62DE-7A13-A834-7ECBFC025556}"/>
          </ac:picMkLst>
        </pc:picChg>
      </pc:sldChg>
      <pc:sldChg chg="modSp add del mod">
        <pc:chgData name="DEWE, HAYLEY L." userId="5cada80b-0f7b-49a5-96b2-656b100ca6c6" providerId="ADAL" clId="{632DF7FE-9916-4FAF-8457-3521400FFCEA}" dt="2026-03-04T14:25:06.800" v="241111" actId="47"/>
        <pc:sldMkLst>
          <pc:docMk/>
          <pc:sldMk cId="3092483491" sldId="1536"/>
        </pc:sldMkLst>
      </pc:sldChg>
      <pc:sldChg chg="modSp add del mod">
        <pc:chgData name="DEWE, HAYLEY L." userId="5cada80b-0f7b-49a5-96b2-656b100ca6c6" providerId="ADAL" clId="{632DF7FE-9916-4FAF-8457-3521400FFCEA}" dt="2026-03-04T15:29:49.022" v="244048" actId="47"/>
        <pc:sldMkLst>
          <pc:docMk/>
          <pc:sldMk cId="1716850591" sldId="1537"/>
        </pc:sldMkLst>
      </pc:sldChg>
      <pc:sldChg chg="modSp add del mod">
        <pc:chgData name="DEWE, HAYLEY L." userId="5cada80b-0f7b-49a5-96b2-656b100ca6c6" providerId="ADAL" clId="{632DF7FE-9916-4FAF-8457-3521400FFCEA}" dt="2026-03-04T15:30:01.445" v="244053" actId="47"/>
        <pc:sldMkLst>
          <pc:docMk/>
          <pc:sldMk cId="894128919" sldId="1538"/>
        </pc:sldMkLst>
      </pc:sldChg>
      <pc:sldChg chg="modSp add mod ord">
        <pc:chgData name="DEWE, HAYLEY L." userId="5cada80b-0f7b-49a5-96b2-656b100ca6c6" providerId="ADAL" clId="{632DF7FE-9916-4FAF-8457-3521400FFCEA}" dt="2026-03-04T16:17:22.461" v="245570" actId="20577"/>
        <pc:sldMkLst>
          <pc:docMk/>
          <pc:sldMk cId="52172441" sldId="1539"/>
        </pc:sldMkLst>
        <pc:spChg chg="mod">
          <ac:chgData name="DEWE, HAYLEY L." userId="5cada80b-0f7b-49a5-96b2-656b100ca6c6" providerId="ADAL" clId="{632DF7FE-9916-4FAF-8457-3521400FFCEA}" dt="2026-03-04T16:17:22.461" v="245570" actId="20577"/>
          <ac:spMkLst>
            <pc:docMk/>
            <pc:sldMk cId="52172441" sldId="1539"/>
            <ac:spMk id="4" creationId="{FF43B742-AB97-87B3-AD1D-8F4AB88F7CB2}"/>
          </ac:spMkLst>
        </pc:spChg>
      </pc:sldChg>
      <pc:sldChg chg="modSp add del mod ord">
        <pc:chgData name="DEWE, HAYLEY L." userId="5cada80b-0f7b-49a5-96b2-656b100ca6c6" providerId="ADAL" clId="{632DF7FE-9916-4FAF-8457-3521400FFCEA}" dt="2026-03-04T16:18:55.652" v="245644" actId="47"/>
        <pc:sldMkLst>
          <pc:docMk/>
          <pc:sldMk cId="4202672622" sldId="1540"/>
        </pc:sldMkLst>
        <pc:spChg chg="mod">
          <ac:chgData name="DEWE, HAYLEY L." userId="5cada80b-0f7b-49a5-96b2-656b100ca6c6" providerId="ADAL" clId="{632DF7FE-9916-4FAF-8457-3521400FFCEA}" dt="2026-03-04T16:18:52.621" v="245643" actId="5793"/>
          <ac:spMkLst>
            <pc:docMk/>
            <pc:sldMk cId="4202672622" sldId="1540"/>
            <ac:spMk id="4" creationId="{5602F297-D895-71B8-B082-BA4C05EB086B}"/>
          </ac:spMkLst>
        </pc:spChg>
      </pc:sldChg>
      <pc:sldChg chg="modSp add del mod">
        <pc:chgData name="DEWE, HAYLEY L." userId="5cada80b-0f7b-49a5-96b2-656b100ca6c6" providerId="ADAL" clId="{632DF7FE-9916-4FAF-8457-3521400FFCEA}" dt="2026-03-04T15:31:30.192" v="244108" actId="47"/>
        <pc:sldMkLst>
          <pc:docMk/>
          <pc:sldMk cId="3222124547" sldId="1541"/>
        </pc:sldMkLst>
      </pc:sldChg>
      <pc:sldChg chg="modSp add del mod">
        <pc:chgData name="DEWE, HAYLEY L." userId="5cada80b-0f7b-49a5-96b2-656b100ca6c6" providerId="ADAL" clId="{632DF7FE-9916-4FAF-8457-3521400FFCEA}" dt="2026-03-04T14:25:07.700" v="241112" actId="47"/>
        <pc:sldMkLst>
          <pc:docMk/>
          <pc:sldMk cId="4144732906" sldId="1542"/>
        </pc:sldMkLst>
      </pc:sldChg>
      <pc:sldChg chg="modSp add del mod modAnim modNotesTx">
        <pc:chgData name="DEWE, HAYLEY L." userId="5cada80b-0f7b-49a5-96b2-656b100ca6c6" providerId="ADAL" clId="{632DF7FE-9916-4FAF-8457-3521400FFCEA}" dt="2026-03-04T13:13:58.179" v="238490" actId="47"/>
        <pc:sldMkLst>
          <pc:docMk/>
          <pc:sldMk cId="1512947931" sldId="1544"/>
        </pc:sldMkLst>
      </pc:sldChg>
      <pc:sldChg chg="addSp delSp modSp add del mod addAnim delAnim modAnim modNotesTx">
        <pc:chgData name="DEWE, HAYLEY L." userId="5cada80b-0f7b-49a5-96b2-656b100ca6c6" providerId="ADAL" clId="{632DF7FE-9916-4FAF-8457-3521400FFCEA}" dt="2026-03-04T13:13:57.297" v="238489" actId="47"/>
        <pc:sldMkLst>
          <pc:docMk/>
          <pc:sldMk cId="597414339" sldId="1546"/>
        </pc:sldMkLst>
      </pc:sldChg>
      <pc:sldChg chg="addSp delSp modSp add del mod setBg modAnim modNotesTx">
        <pc:chgData name="DEWE, HAYLEY L." userId="5cada80b-0f7b-49a5-96b2-656b100ca6c6" providerId="ADAL" clId="{632DF7FE-9916-4FAF-8457-3521400FFCEA}" dt="2026-03-04T15:29:49.722" v="244049" actId="47"/>
        <pc:sldMkLst>
          <pc:docMk/>
          <pc:sldMk cId="987972141" sldId="1547"/>
        </pc:sldMkLst>
      </pc:sldChg>
      <pc:sldChg chg="modSp add del mod setBg modAnim">
        <pc:chgData name="DEWE, HAYLEY L." userId="5cada80b-0f7b-49a5-96b2-656b100ca6c6" providerId="ADAL" clId="{632DF7FE-9916-4FAF-8457-3521400FFCEA}" dt="2026-03-04T15:29:50.221" v="244050" actId="47"/>
        <pc:sldMkLst>
          <pc:docMk/>
          <pc:sldMk cId="1895576485" sldId="1548"/>
        </pc:sldMkLst>
      </pc:sldChg>
      <pc:sldChg chg="addSp modSp add del mod modAnim">
        <pc:chgData name="DEWE, HAYLEY L." userId="5cada80b-0f7b-49a5-96b2-656b100ca6c6" providerId="ADAL" clId="{632DF7FE-9916-4FAF-8457-3521400FFCEA}" dt="2026-03-04T13:14:06.240" v="238496" actId="47"/>
        <pc:sldMkLst>
          <pc:docMk/>
          <pc:sldMk cId="3360565014" sldId="1549"/>
        </pc:sldMkLst>
      </pc:sldChg>
      <pc:sldChg chg="addSp delSp modSp add del mod modAnim">
        <pc:chgData name="DEWE, HAYLEY L." userId="5cada80b-0f7b-49a5-96b2-656b100ca6c6" providerId="ADAL" clId="{632DF7FE-9916-4FAF-8457-3521400FFCEA}" dt="2026-03-04T13:14:09.213" v="238498" actId="47"/>
        <pc:sldMkLst>
          <pc:docMk/>
          <pc:sldMk cId="1333716745" sldId="1550"/>
        </pc:sldMkLst>
      </pc:sldChg>
      <pc:sldChg chg="modSp add del mod modAnim">
        <pc:chgData name="DEWE, HAYLEY L." userId="5cada80b-0f7b-49a5-96b2-656b100ca6c6" providerId="ADAL" clId="{632DF7FE-9916-4FAF-8457-3521400FFCEA}" dt="2026-03-04T15:30:04.319" v="244056" actId="47"/>
        <pc:sldMkLst>
          <pc:docMk/>
          <pc:sldMk cId="3441685268" sldId="1551"/>
        </pc:sldMkLst>
      </pc:sldChg>
      <pc:sldChg chg="modSp add del modAnim">
        <pc:chgData name="DEWE, HAYLEY L." userId="5cada80b-0f7b-49a5-96b2-656b100ca6c6" providerId="ADAL" clId="{632DF7FE-9916-4FAF-8457-3521400FFCEA}" dt="2026-03-04T15:30:02.068" v="244054" actId="47"/>
        <pc:sldMkLst>
          <pc:docMk/>
          <pc:sldMk cId="3649829403" sldId="1552"/>
        </pc:sldMkLst>
      </pc:sldChg>
      <pc:sldChg chg="modSp add del mod modAnim">
        <pc:chgData name="DEWE, HAYLEY L." userId="5cada80b-0f7b-49a5-96b2-656b100ca6c6" providerId="ADAL" clId="{632DF7FE-9916-4FAF-8457-3521400FFCEA}" dt="2026-03-04T15:30:03.202" v="244055" actId="47"/>
        <pc:sldMkLst>
          <pc:docMk/>
          <pc:sldMk cId="1568736429" sldId="1554"/>
        </pc:sldMkLst>
      </pc:sldChg>
      <pc:sldChg chg="modSp add del mod modAnim">
        <pc:chgData name="DEWE, HAYLEY L." userId="5cada80b-0f7b-49a5-96b2-656b100ca6c6" providerId="ADAL" clId="{632DF7FE-9916-4FAF-8457-3521400FFCEA}" dt="2026-03-04T13:14:10.822" v="238500" actId="47"/>
        <pc:sldMkLst>
          <pc:docMk/>
          <pc:sldMk cId="3661622587" sldId="1555"/>
        </pc:sldMkLst>
      </pc:sldChg>
      <pc:sldChg chg="addSp modSp add del mod modAnim">
        <pc:chgData name="DEWE, HAYLEY L." userId="5cada80b-0f7b-49a5-96b2-656b100ca6c6" providerId="ADAL" clId="{632DF7FE-9916-4FAF-8457-3521400FFCEA}" dt="2026-03-04T16:18:45.835" v="245633" actId="47"/>
        <pc:sldMkLst>
          <pc:docMk/>
          <pc:sldMk cId="242237095" sldId="1556"/>
        </pc:sldMkLst>
      </pc:sldChg>
      <pc:sldChg chg="modSp add mod modAnim">
        <pc:chgData name="DEWE, HAYLEY L." userId="5cada80b-0f7b-49a5-96b2-656b100ca6c6" providerId="ADAL" clId="{632DF7FE-9916-4FAF-8457-3521400FFCEA}" dt="2026-03-04T16:18:36.775" v="245632" actId="207"/>
        <pc:sldMkLst>
          <pc:docMk/>
          <pc:sldMk cId="3395533600" sldId="1557"/>
        </pc:sldMkLst>
        <pc:spChg chg="mod">
          <ac:chgData name="DEWE, HAYLEY L." userId="5cada80b-0f7b-49a5-96b2-656b100ca6c6" providerId="ADAL" clId="{632DF7FE-9916-4FAF-8457-3521400FFCEA}" dt="2026-02-26T01:14:52.073" v="210333" actId="20577"/>
          <ac:spMkLst>
            <pc:docMk/>
            <pc:sldMk cId="3395533600" sldId="1557"/>
            <ac:spMk id="2" creationId="{58904328-DB7C-21CF-4240-DDE32F44DF93}"/>
          </ac:spMkLst>
        </pc:spChg>
        <pc:spChg chg="mod">
          <ac:chgData name="DEWE, HAYLEY L." userId="5cada80b-0f7b-49a5-96b2-656b100ca6c6" providerId="ADAL" clId="{632DF7FE-9916-4FAF-8457-3521400FFCEA}" dt="2026-03-04T16:18:36.775" v="245632" actId="207"/>
          <ac:spMkLst>
            <pc:docMk/>
            <pc:sldMk cId="3395533600" sldId="1557"/>
            <ac:spMk id="3" creationId="{2A9CDAE9-9AE8-8325-C288-8B9036CF7001}"/>
          </ac:spMkLst>
        </pc:spChg>
      </pc:sldChg>
      <pc:sldChg chg="modSp add del mod ord modAnim">
        <pc:chgData name="DEWE, HAYLEY L." userId="5cada80b-0f7b-49a5-96b2-656b100ca6c6" providerId="ADAL" clId="{632DF7FE-9916-4FAF-8457-3521400FFCEA}" dt="2026-03-04T16:17:30.231" v="245571" actId="47"/>
        <pc:sldMkLst>
          <pc:docMk/>
          <pc:sldMk cId="2961848383" sldId="1558"/>
        </pc:sldMkLst>
      </pc:sldChg>
      <pc:sldChg chg="addSp delSp modSp new del mod modAnim">
        <pc:chgData name="DEWE, HAYLEY L." userId="5cada80b-0f7b-49a5-96b2-656b100ca6c6" providerId="ADAL" clId="{632DF7FE-9916-4FAF-8457-3521400FFCEA}" dt="2026-03-04T15:30:22.715" v="244057" actId="47"/>
        <pc:sldMkLst>
          <pc:docMk/>
          <pc:sldMk cId="2704174366" sldId="1559"/>
        </pc:sldMkLst>
      </pc:sldChg>
      <pc:sldChg chg="addSp delSp modSp add del mod ord">
        <pc:chgData name="DEWE, HAYLEY L." userId="5cada80b-0f7b-49a5-96b2-656b100ca6c6" providerId="ADAL" clId="{632DF7FE-9916-4FAF-8457-3521400FFCEA}" dt="2026-03-04T15:31:20.073" v="244105" actId="47"/>
        <pc:sldMkLst>
          <pc:docMk/>
          <pc:sldMk cId="3028518571" sldId="1560"/>
        </pc:sldMkLst>
      </pc:sldChg>
      <pc:sldChg chg="modSp add del mod ord modAnim">
        <pc:chgData name="DEWE, HAYLEY L." userId="5cada80b-0f7b-49a5-96b2-656b100ca6c6" providerId="ADAL" clId="{632DF7FE-9916-4FAF-8457-3521400FFCEA}" dt="2026-03-04T15:31:17.621" v="244104" actId="47"/>
        <pc:sldMkLst>
          <pc:docMk/>
          <pc:sldMk cId="4211476315" sldId="1562"/>
        </pc:sldMkLst>
      </pc:sldChg>
      <pc:sldChg chg="modSp add mod modAnim">
        <pc:chgData name="DEWE, HAYLEY L." userId="5cada80b-0f7b-49a5-96b2-656b100ca6c6" providerId="ADAL" clId="{632DF7FE-9916-4FAF-8457-3521400FFCEA}" dt="2026-03-05T00:18:23.057" v="253542" actId="114"/>
        <pc:sldMkLst>
          <pc:docMk/>
          <pc:sldMk cId="458312418" sldId="1563"/>
        </pc:sldMkLst>
        <pc:spChg chg="mod">
          <ac:chgData name="DEWE, HAYLEY L." userId="5cada80b-0f7b-49a5-96b2-656b100ca6c6" providerId="ADAL" clId="{632DF7FE-9916-4FAF-8457-3521400FFCEA}" dt="2026-03-05T00:18:23.057" v="253542" actId="114"/>
          <ac:spMkLst>
            <pc:docMk/>
            <pc:sldMk cId="458312418" sldId="1563"/>
            <ac:spMk id="3" creationId="{B3504D8A-BDD5-6EF7-53A4-BBD955AA7C95}"/>
          </ac:spMkLst>
        </pc:spChg>
      </pc:sldChg>
      <pc:sldChg chg="modSp add mod modAnim">
        <pc:chgData name="DEWE, HAYLEY L." userId="5cada80b-0f7b-49a5-96b2-656b100ca6c6" providerId="ADAL" clId="{632DF7FE-9916-4FAF-8457-3521400FFCEA}" dt="2026-02-26T11:26:34.811" v="234458" actId="20577"/>
        <pc:sldMkLst>
          <pc:docMk/>
          <pc:sldMk cId="350520575" sldId="1564"/>
        </pc:sldMkLst>
        <pc:spChg chg="mod">
          <ac:chgData name="DEWE, HAYLEY L." userId="5cada80b-0f7b-49a5-96b2-656b100ca6c6" providerId="ADAL" clId="{632DF7FE-9916-4FAF-8457-3521400FFCEA}" dt="2026-02-26T11:26:34.811" v="234458" actId="20577"/>
          <ac:spMkLst>
            <pc:docMk/>
            <pc:sldMk cId="350520575" sldId="1564"/>
            <ac:spMk id="3" creationId="{8C32DEC7-03D3-7EEC-DBE5-D855787B9DF5}"/>
          </ac:spMkLst>
        </pc:spChg>
      </pc:sldChg>
      <pc:sldChg chg="modSp add del mod modAnim">
        <pc:chgData name="DEWE, HAYLEY L." userId="5cada80b-0f7b-49a5-96b2-656b100ca6c6" providerId="ADAL" clId="{632DF7FE-9916-4FAF-8457-3521400FFCEA}" dt="2026-03-04T15:31:22.311" v="244106" actId="47"/>
        <pc:sldMkLst>
          <pc:docMk/>
          <pc:sldMk cId="3544705577" sldId="1565"/>
        </pc:sldMkLst>
      </pc:sldChg>
      <pc:sldChg chg="modSp add del mod setBg modAnim">
        <pc:chgData name="DEWE, HAYLEY L." userId="5cada80b-0f7b-49a5-96b2-656b100ca6c6" providerId="ADAL" clId="{632DF7FE-9916-4FAF-8457-3521400FFCEA}" dt="2026-03-04T15:31:25.334" v="244107" actId="47"/>
        <pc:sldMkLst>
          <pc:docMk/>
          <pc:sldMk cId="2289493399" sldId="1566"/>
        </pc:sldMkLst>
      </pc:sldChg>
      <pc:sldChg chg="modSp add del mod modAnim">
        <pc:chgData name="DEWE, HAYLEY L." userId="5cada80b-0f7b-49a5-96b2-656b100ca6c6" providerId="ADAL" clId="{632DF7FE-9916-4FAF-8457-3521400FFCEA}" dt="2026-03-04T15:31:31.154" v="244109" actId="47"/>
        <pc:sldMkLst>
          <pc:docMk/>
          <pc:sldMk cId="3065667376" sldId="1567"/>
        </pc:sldMkLst>
      </pc:sldChg>
      <pc:sldChg chg="modSp add del mod modAnim">
        <pc:chgData name="DEWE, HAYLEY L." userId="5cada80b-0f7b-49a5-96b2-656b100ca6c6" providerId="ADAL" clId="{632DF7FE-9916-4FAF-8457-3521400FFCEA}" dt="2026-03-04T15:31:32.351" v="244110" actId="47"/>
        <pc:sldMkLst>
          <pc:docMk/>
          <pc:sldMk cId="1470699808" sldId="1568"/>
        </pc:sldMkLst>
      </pc:sldChg>
      <pc:sldChg chg="addSp modSp add del mod modAnim">
        <pc:chgData name="DEWE, HAYLEY L." userId="5cada80b-0f7b-49a5-96b2-656b100ca6c6" providerId="ADAL" clId="{632DF7FE-9916-4FAF-8457-3521400FFCEA}" dt="2026-03-04T15:31:33.296" v="244111" actId="47"/>
        <pc:sldMkLst>
          <pc:docMk/>
          <pc:sldMk cId="3178819576" sldId="1569"/>
        </pc:sldMkLst>
      </pc:sldChg>
      <pc:sldChg chg="addSp modSp add del mod ord modAnim">
        <pc:chgData name="DEWE, HAYLEY L." userId="5cada80b-0f7b-49a5-96b2-656b100ca6c6" providerId="ADAL" clId="{632DF7FE-9916-4FAF-8457-3521400FFCEA}" dt="2026-03-04T15:31:35.953" v="244112" actId="47"/>
        <pc:sldMkLst>
          <pc:docMk/>
          <pc:sldMk cId="3279894081" sldId="1570"/>
        </pc:sldMkLst>
      </pc:sldChg>
      <pc:sldChg chg="addSp delSp modSp add del mod">
        <pc:chgData name="DEWE, HAYLEY L." userId="5cada80b-0f7b-49a5-96b2-656b100ca6c6" providerId="ADAL" clId="{632DF7FE-9916-4FAF-8457-3521400FFCEA}" dt="2026-03-04T15:31:48.020" v="244113" actId="47"/>
        <pc:sldMkLst>
          <pc:docMk/>
          <pc:sldMk cId="7411219" sldId="1572"/>
        </pc:sldMkLst>
      </pc:sldChg>
      <pc:sldChg chg="modSp add del mod ord">
        <pc:chgData name="DEWE, HAYLEY L." userId="5cada80b-0f7b-49a5-96b2-656b100ca6c6" providerId="ADAL" clId="{632DF7FE-9916-4FAF-8457-3521400FFCEA}" dt="2026-03-04T16:19:09.962" v="245646" actId="47"/>
        <pc:sldMkLst>
          <pc:docMk/>
          <pc:sldMk cId="953110254" sldId="1573"/>
        </pc:sldMkLst>
      </pc:sldChg>
      <pc:sldChg chg="addSp delSp modSp new mod modAnim">
        <pc:chgData name="DEWE, HAYLEY L." userId="5cada80b-0f7b-49a5-96b2-656b100ca6c6" providerId="ADAL" clId="{632DF7FE-9916-4FAF-8457-3521400FFCEA}" dt="2026-03-05T00:19:36.903" v="253555" actId="20578"/>
        <pc:sldMkLst>
          <pc:docMk/>
          <pc:sldMk cId="1103910233" sldId="1574"/>
        </pc:sldMkLst>
        <pc:spChg chg="mod">
          <ac:chgData name="DEWE, HAYLEY L." userId="5cada80b-0f7b-49a5-96b2-656b100ca6c6" providerId="ADAL" clId="{632DF7FE-9916-4FAF-8457-3521400FFCEA}" dt="2026-03-05T00:19:34.982" v="253554" actId="20578"/>
          <ac:spMkLst>
            <pc:docMk/>
            <pc:sldMk cId="1103910233" sldId="1574"/>
            <ac:spMk id="3" creationId="{73444557-9EF8-F46F-E72C-170BFA843B5E}"/>
          </ac:spMkLst>
        </pc:spChg>
        <pc:spChg chg="add mod">
          <ac:chgData name="DEWE, HAYLEY L." userId="5cada80b-0f7b-49a5-96b2-656b100ca6c6" providerId="ADAL" clId="{632DF7FE-9916-4FAF-8457-3521400FFCEA}" dt="2026-02-26T09:30:15.439" v="226189" actId="20577"/>
          <ac:spMkLst>
            <pc:docMk/>
            <pc:sldMk cId="1103910233" sldId="1574"/>
            <ac:spMk id="4" creationId="{A126E063-98FB-BB29-93B6-F1D48C2142D6}"/>
          </ac:spMkLst>
        </pc:spChg>
      </pc:sldChg>
      <pc:sldChg chg="addSp modSp add mod ord modAnim">
        <pc:chgData name="DEWE, HAYLEY L." userId="5cada80b-0f7b-49a5-96b2-656b100ca6c6" providerId="ADAL" clId="{632DF7FE-9916-4FAF-8457-3521400FFCEA}" dt="2026-03-05T00:18:59.308" v="253548"/>
        <pc:sldMkLst>
          <pc:docMk/>
          <pc:sldMk cId="914903450" sldId="1575"/>
        </pc:sldMkLst>
        <pc:spChg chg="mod">
          <ac:chgData name="DEWE, HAYLEY L." userId="5cada80b-0f7b-49a5-96b2-656b100ca6c6" providerId="ADAL" clId="{632DF7FE-9916-4FAF-8457-3521400FFCEA}" dt="2026-02-26T11:31:30.476" v="234729" actId="20577"/>
          <ac:spMkLst>
            <pc:docMk/>
            <pc:sldMk cId="914903450" sldId="1575"/>
            <ac:spMk id="3" creationId="{DA03CCF0-A23B-67F4-C1B5-27C8E32661C4}"/>
          </ac:spMkLst>
        </pc:spChg>
        <pc:picChg chg="add mod">
          <ac:chgData name="DEWE, HAYLEY L." userId="5cada80b-0f7b-49a5-96b2-656b100ca6c6" providerId="ADAL" clId="{632DF7FE-9916-4FAF-8457-3521400FFCEA}" dt="2026-02-26T09:50:16.325" v="227914" actId="1076"/>
          <ac:picMkLst>
            <pc:docMk/>
            <pc:sldMk cId="914903450" sldId="1575"/>
            <ac:picMk id="1026" creationId="{3E1D8D14-F81B-214B-B23F-D4440BBFEA37}"/>
          </ac:picMkLst>
        </pc:picChg>
      </pc:sldChg>
      <pc:sldChg chg="delSp modSp add mod modAnim">
        <pc:chgData name="DEWE, HAYLEY L." userId="5cada80b-0f7b-49a5-96b2-656b100ca6c6" providerId="ADAL" clId="{632DF7FE-9916-4FAF-8457-3521400FFCEA}" dt="2026-02-26T11:32:01.801" v="234742"/>
        <pc:sldMkLst>
          <pc:docMk/>
          <pc:sldMk cId="1871366748" sldId="1576"/>
        </pc:sldMkLst>
        <pc:spChg chg="mod">
          <ac:chgData name="DEWE, HAYLEY L." userId="5cada80b-0f7b-49a5-96b2-656b100ca6c6" providerId="ADAL" clId="{632DF7FE-9916-4FAF-8457-3521400FFCEA}" dt="2026-02-26T11:31:58.785" v="234741" actId="20577"/>
          <ac:spMkLst>
            <pc:docMk/>
            <pc:sldMk cId="1871366748" sldId="1576"/>
            <ac:spMk id="3" creationId="{B798F113-BD7F-5F65-2B9C-C445B34EAE08}"/>
          </ac:spMkLst>
        </pc:spChg>
      </pc:sldChg>
      <pc:sldChg chg="delSp modSp add del mod modAnim">
        <pc:chgData name="DEWE, HAYLEY L." userId="5cada80b-0f7b-49a5-96b2-656b100ca6c6" providerId="ADAL" clId="{632DF7FE-9916-4FAF-8457-3521400FFCEA}" dt="2026-03-04T13:14:06.995" v="238497" actId="47"/>
        <pc:sldMkLst>
          <pc:docMk/>
          <pc:sldMk cId="1446225758" sldId="1577"/>
        </pc:sldMkLst>
      </pc:sldChg>
      <pc:sldChg chg="addSp delSp modSp add del mod modAnim">
        <pc:chgData name="DEWE, HAYLEY L." userId="5cada80b-0f7b-49a5-96b2-656b100ca6c6" providerId="ADAL" clId="{632DF7FE-9916-4FAF-8457-3521400FFCEA}" dt="2026-03-04T15:29:51.845" v="244051" actId="47"/>
        <pc:sldMkLst>
          <pc:docMk/>
          <pc:sldMk cId="332318096" sldId="1579"/>
        </pc:sldMkLst>
      </pc:sldChg>
      <pc:sldChg chg="addSp modSp add del mod ord modAnim">
        <pc:chgData name="DEWE, HAYLEY L." userId="5cada80b-0f7b-49a5-96b2-656b100ca6c6" providerId="ADAL" clId="{632DF7FE-9916-4FAF-8457-3521400FFCEA}" dt="2026-03-04T15:29:53.327" v="244052" actId="47"/>
        <pc:sldMkLst>
          <pc:docMk/>
          <pc:sldMk cId="1712863949" sldId="1580"/>
        </pc:sldMkLst>
      </pc:sldChg>
      <pc:sldChg chg="addSp delSp modSp add del mod modAnim">
        <pc:chgData name="DEWE, HAYLEY L." userId="5cada80b-0f7b-49a5-96b2-656b100ca6c6" providerId="ADAL" clId="{632DF7FE-9916-4FAF-8457-3521400FFCEA}" dt="2026-03-05T00:25:23.081" v="253656" actId="47"/>
        <pc:sldMkLst>
          <pc:docMk/>
          <pc:sldMk cId="3196902167" sldId="1581"/>
        </pc:sldMkLst>
        <pc:spChg chg="add mod">
          <ac:chgData name="DEWE, HAYLEY L." userId="5cada80b-0f7b-49a5-96b2-656b100ca6c6" providerId="ADAL" clId="{632DF7FE-9916-4FAF-8457-3521400FFCEA}" dt="2026-03-05T00:13:28.436" v="253306" actId="20577"/>
          <ac:spMkLst>
            <pc:docMk/>
            <pc:sldMk cId="3196902167" sldId="1581"/>
            <ac:spMk id="8" creationId="{8CE10717-7516-0DB9-9DA2-E801D8A5624A}"/>
          </ac:spMkLst>
        </pc:spChg>
        <pc:spChg chg="add mod ord">
          <ac:chgData name="DEWE, HAYLEY L." userId="5cada80b-0f7b-49a5-96b2-656b100ca6c6" providerId="ADAL" clId="{632DF7FE-9916-4FAF-8457-3521400FFCEA}" dt="2026-03-04T11:15:47.162" v="236255" actId="167"/>
          <ac:spMkLst>
            <pc:docMk/>
            <pc:sldMk cId="3196902167" sldId="1581"/>
            <ac:spMk id="11" creationId="{FBFA0ED0-98DD-64A5-1AA0-51FF43F4596D}"/>
          </ac:spMkLst>
        </pc:spChg>
        <pc:picChg chg="add del mod modCrop">
          <ac:chgData name="DEWE, HAYLEY L." userId="5cada80b-0f7b-49a5-96b2-656b100ca6c6" providerId="ADAL" clId="{632DF7FE-9916-4FAF-8457-3521400FFCEA}" dt="2026-03-04T11:12:42.593" v="236216" actId="478"/>
          <ac:picMkLst>
            <pc:docMk/>
            <pc:sldMk cId="3196902167" sldId="1581"/>
            <ac:picMk id="3" creationId="{E05A5034-F9B4-B7E0-919A-2E25AF3219DE}"/>
          </ac:picMkLst>
        </pc:picChg>
        <pc:picChg chg="add mod">
          <ac:chgData name="DEWE, HAYLEY L." userId="5cada80b-0f7b-49a5-96b2-656b100ca6c6" providerId="ADAL" clId="{632DF7FE-9916-4FAF-8457-3521400FFCEA}" dt="2026-03-04T11:15:27.118" v="236249" actId="1076"/>
          <ac:picMkLst>
            <pc:docMk/>
            <pc:sldMk cId="3196902167" sldId="1581"/>
            <ac:picMk id="5" creationId="{1A1465B8-5FD5-FE1A-EA5A-7A367AB8C39E}"/>
          </ac:picMkLst>
        </pc:picChg>
        <pc:picChg chg="add mod modCrop">
          <ac:chgData name="DEWE, HAYLEY L." userId="5cada80b-0f7b-49a5-96b2-656b100ca6c6" providerId="ADAL" clId="{632DF7FE-9916-4FAF-8457-3521400FFCEA}" dt="2026-03-04T11:15:27.118" v="236249" actId="1076"/>
          <ac:picMkLst>
            <pc:docMk/>
            <pc:sldMk cId="3196902167" sldId="1581"/>
            <ac:picMk id="6" creationId="{A2914427-8E14-8C3B-20A7-5724D6A85032}"/>
          </ac:picMkLst>
        </pc:picChg>
        <pc:picChg chg="add del mod">
          <ac:chgData name="DEWE, HAYLEY L." userId="5cada80b-0f7b-49a5-96b2-656b100ca6c6" providerId="ADAL" clId="{632DF7FE-9916-4FAF-8457-3521400FFCEA}" dt="2026-03-04T11:09:27.916" v="235938" actId="478"/>
          <ac:picMkLst>
            <pc:docMk/>
            <pc:sldMk cId="3196902167" sldId="1581"/>
            <ac:picMk id="7" creationId="{A2AE5285-6FFE-36C8-0F60-CC8E0EDA4AC6}"/>
          </ac:picMkLst>
        </pc:picChg>
        <pc:picChg chg="add mod modCrop">
          <ac:chgData name="DEWE, HAYLEY L." userId="5cada80b-0f7b-49a5-96b2-656b100ca6c6" providerId="ADAL" clId="{632DF7FE-9916-4FAF-8457-3521400FFCEA}" dt="2026-03-04T11:15:30.997" v="236250" actId="1076"/>
          <ac:picMkLst>
            <pc:docMk/>
            <pc:sldMk cId="3196902167" sldId="1581"/>
            <ac:picMk id="10" creationId="{73FF072A-7ACE-D8BA-1FC8-3734435716CC}"/>
          </ac:picMkLst>
        </pc:picChg>
        <pc:picChg chg="add mod">
          <ac:chgData name="DEWE, HAYLEY L." userId="5cada80b-0f7b-49a5-96b2-656b100ca6c6" providerId="ADAL" clId="{632DF7FE-9916-4FAF-8457-3521400FFCEA}" dt="2026-03-04T11:15:09.965" v="236246" actId="14100"/>
          <ac:picMkLst>
            <pc:docMk/>
            <pc:sldMk cId="3196902167" sldId="1581"/>
            <ac:picMk id="1026" creationId="{8E6975D5-592B-1B1F-EA1B-12C73549B80C}"/>
          </ac:picMkLst>
        </pc:picChg>
        <pc:picChg chg="add del mod">
          <ac:chgData name="DEWE, HAYLEY L." userId="5cada80b-0f7b-49a5-96b2-656b100ca6c6" providerId="ADAL" clId="{632DF7FE-9916-4FAF-8457-3521400FFCEA}" dt="2026-03-04T11:14:51.671" v="236240" actId="478"/>
          <ac:picMkLst>
            <pc:docMk/>
            <pc:sldMk cId="3196902167" sldId="1581"/>
            <ac:picMk id="1028" creationId="{980B278A-3489-8C62-876A-40C8A95011A6}"/>
          </ac:picMkLst>
        </pc:picChg>
      </pc:sldChg>
      <pc:sldChg chg="delSp modSp add mod modAnim">
        <pc:chgData name="DEWE, HAYLEY L." userId="5cada80b-0f7b-49a5-96b2-656b100ca6c6" providerId="ADAL" clId="{632DF7FE-9916-4FAF-8457-3521400FFCEA}" dt="2026-03-05T00:14:39.513" v="253384"/>
        <pc:sldMkLst>
          <pc:docMk/>
          <pc:sldMk cId="823397272" sldId="1582"/>
        </pc:sldMkLst>
        <pc:spChg chg="mod">
          <ac:chgData name="DEWE, HAYLEY L." userId="5cada80b-0f7b-49a5-96b2-656b100ca6c6" providerId="ADAL" clId="{632DF7FE-9916-4FAF-8457-3521400FFCEA}" dt="2026-03-04T11:31:50.205" v="237237" actId="20577"/>
          <ac:spMkLst>
            <pc:docMk/>
            <pc:sldMk cId="823397272" sldId="1582"/>
            <ac:spMk id="2" creationId="{E4739D1B-235B-735F-015F-B5CCA1F0444E}"/>
          </ac:spMkLst>
        </pc:spChg>
        <pc:spChg chg="mod">
          <ac:chgData name="DEWE, HAYLEY L." userId="5cada80b-0f7b-49a5-96b2-656b100ca6c6" providerId="ADAL" clId="{632DF7FE-9916-4FAF-8457-3521400FFCEA}" dt="2026-03-05T00:09:54.056" v="253111" actId="20577"/>
          <ac:spMkLst>
            <pc:docMk/>
            <pc:sldMk cId="823397272" sldId="1582"/>
            <ac:spMk id="3" creationId="{C2EC815E-6CC9-82C6-A0A6-F8EE861A9A07}"/>
          </ac:spMkLst>
        </pc:spChg>
        <pc:picChg chg="del">
          <ac:chgData name="DEWE, HAYLEY L." userId="5cada80b-0f7b-49a5-96b2-656b100ca6c6" providerId="ADAL" clId="{632DF7FE-9916-4FAF-8457-3521400FFCEA}" dt="2026-03-04T11:31:52.437" v="237238" actId="478"/>
          <ac:picMkLst>
            <pc:docMk/>
            <pc:sldMk cId="823397272" sldId="1582"/>
            <ac:picMk id="6" creationId="{AA0020AC-8F78-364C-54D4-21D6C63B3971}"/>
          </ac:picMkLst>
        </pc:picChg>
        <pc:picChg chg="del">
          <ac:chgData name="DEWE, HAYLEY L." userId="5cada80b-0f7b-49a5-96b2-656b100ca6c6" providerId="ADAL" clId="{632DF7FE-9916-4FAF-8457-3521400FFCEA}" dt="2026-03-04T11:32:33.538" v="237259" actId="478"/>
          <ac:picMkLst>
            <pc:docMk/>
            <pc:sldMk cId="823397272" sldId="1582"/>
            <ac:picMk id="2052" creationId="{D009A607-CDDF-68A4-39D1-6A342268440A}"/>
          </ac:picMkLst>
        </pc:picChg>
      </pc:sldChg>
      <pc:sldChg chg="add del">
        <pc:chgData name="DEWE, HAYLEY L." userId="5cada80b-0f7b-49a5-96b2-656b100ca6c6" providerId="ADAL" clId="{632DF7FE-9916-4FAF-8457-3521400FFCEA}" dt="2026-03-04T14:25:04.963" v="241110" actId="47"/>
        <pc:sldMkLst>
          <pc:docMk/>
          <pc:sldMk cId="755740157" sldId="1583"/>
        </pc:sldMkLst>
      </pc:sldChg>
      <pc:sldChg chg="addSp modSp add del mod">
        <pc:chgData name="DEWE, HAYLEY L." userId="5cada80b-0f7b-49a5-96b2-656b100ca6c6" providerId="ADAL" clId="{632DF7FE-9916-4FAF-8457-3521400FFCEA}" dt="2026-03-05T00:11:01.466" v="253126" actId="47"/>
        <pc:sldMkLst>
          <pc:docMk/>
          <pc:sldMk cId="3437232696" sldId="1584"/>
        </pc:sldMkLst>
        <pc:spChg chg="mod">
          <ac:chgData name="DEWE, HAYLEY L." userId="5cada80b-0f7b-49a5-96b2-656b100ca6c6" providerId="ADAL" clId="{632DF7FE-9916-4FAF-8457-3521400FFCEA}" dt="2026-03-04T14:26:14.223" v="241175" actId="403"/>
          <ac:spMkLst>
            <pc:docMk/>
            <pc:sldMk cId="3437232696" sldId="1584"/>
            <ac:spMk id="2" creationId="{7F40FFC1-8E67-C557-AAE0-11CDE24980E7}"/>
          </ac:spMkLst>
        </pc:spChg>
        <pc:spChg chg="add mod">
          <ac:chgData name="DEWE, HAYLEY L." userId="5cada80b-0f7b-49a5-96b2-656b100ca6c6" providerId="ADAL" clId="{632DF7FE-9916-4FAF-8457-3521400FFCEA}" dt="2026-03-04T13:08:16.552" v="238487" actId="1076"/>
          <ac:spMkLst>
            <pc:docMk/>
            <pc:sldMk cId="3437232696" sldId="1584"/>
            <ac:spMk id="4" creationId="{9C178FB2-7092-FFBC-3CC0-5BECA7230293}"/>
          </ac:spMkLst>
        </pc:spChg>
        <pc:graphicFrameChg chg="mod modGraphic">
          <ac:chgData name="DEWE, HAYLEY L." userId="5cada80b-0f7b-49a5-96b2-656b100ca6c6" providerId="ADAL" clId="{632DF7FE-9916-4FAF-8457-3521400FFCEA}" dt="2026-03-04T11:53:15.566" v="238417" actId="207"/>
          <ac:graphicFrameMkLst>
            <pc:docMk/>
            <pc:sldMk cId="3437232696" sldId="1584"/>
            <ac:graphicFrameMk id="3" creationId="{1A7D1F73-8EB0-5BCB-6646-8CE87E17AD05}"/>
          </ac:graphicFrameMkLst>
        </pc:graphicFrameChg>
      </pc:sldChg>
      <pc:sldChg chg="addSp delSp modSp add del mod delAnim modAnim modNotesTx">
        <pc:chgData name="DEWE, HAYLEY L." userId="5cada80b-0f7b-49a5-96b2-656b100ca6c6" providerId="ADAL" clId="{632DF7FE-9916-4FAF-8457-3521400FFCEA}" dt="2026-03-05T00:25:40.454" v="253663" actId="20577"/>
        <pc:sldMkLst>
          <pc:docMk/>
          <pc:sldMk cId="3107351437" sldId="1585"/>
        </pc:sldMkLst>
        <pc:spChg chg="mod">
          <ac:chgData name="DEWE, HAYLEY L." userId="5cada80b-0f7b-49a5-96b2-656b100ca6c6" providerId="ADAL" clId="{632DF7FE-9916-4FAF-8457-3521400FFCEA}" dt="2026-03-04T14:26:34.198" v="241176" actId="1076"/>
          <ac:spMkLst>
            <pc:docMk/>
            <pc:sldMk cId="3107351437" sldId="1585"/>
            <ac:spMk id="4" creationId="{6DF1F347-1587-9C71-7AB0-54907881E566}"/>
          </ac:spMkLst>
        </pc:spChg>
        <pc:spChg chg="del">
          <ac:chgData name="DEWE, HAYLEY L." userId="5cada80b-0f7b-49a5-96b2-656b100ca6c6" providerId="ADAL" clId="{632DF7FE-9916-4FAF-8457-3521400FFCEA}" dt="2026-03-04T13:16:18.902" v="238553" actId="478"/>
          <ac:spMkLst>
            <pc:docMk/>
            <pc:sldMk cId="3107351437" sldId="1585"/>
            <ac:spMk id="5" creationId="{C7B69A6A-298B-49AC-9C43-D47AC96D4FCB}"/>
          </ac:spMkLst>
        </pc:spChg>
        <pc:spChg chg="add mod">
          <ac:chgData name="DEWE, HAYLEY L." userId="5cada80b-0f7b-49a5-96b2-656b100ca6c6" providerId="ADAL" clId="{632DF7FE-9916-4FAF-8457-3521400FFCEA}" dt="2026-03-05T00:16:01.645" v="253498" actId="20577"/>
          <ac:spMkLst>
            <pc:docMk/>
            <pc:sldMk cId="3107351437" sldId="1585"/>
            <ac:spMk id="7" creationId="{667FEF0E-1FD8-1E81-683A-356E2263E110}"/>
          </ac:spMkLst>
        </pc:spChg>
        <pc:graphicFrameChg chg="add del mod">
          <ac:chgData name="DEWE, HAYLEY L." userId="5cada80b-0f7b-49a5-96b2-656b100ca6c6" providerId="ADAL" clId="{632DF7FE-9916-4FAF-8457-3521400FFCEA}" dt="2026-03-04T13:16:52.086" v="238562" actId="478"/>
          <ac:graphicFrameMkLst>
            <pc:docMk/>
            <pc:sldMk cId="3107351437" sldId="1585"/>
            <ac:graphicFrameMk id="2" creationId="{0F2A6FA2-A331-8BF0-40CA-7A3688A3A1C3}"/>
          </ac:graphicFrameMkLst>
        </pc:graphicFrameChg>
        <pc:graphicFrameChg chg="del mod">
          <ac:chgData name="DEWE, HAYLEY L." userId="5cada80b-0f7b-49a5-96b2-656b100ca6c6" providerId="ADAL" clId="{632DF7FE-9916-4FAF-8457-3521400FFCEA}" dt="2026-03-04T13:27:15.621" v="238587" actId="478"/>
          <ac:graphicFrameMkLst>
            <pc:docMk/>
            <pc:sldMk cId="3107351437" sldId="1585"/>
            <ac:graphicFrameMk id="3" creationId="{5DD6C83F-9FCF-B16D-E27B-64333177F863}"/>
          </ac:graphicFrameMkLst>
        </pc:graphicFrameChg>
      </pc:sldChg>
      <pc:sldChg chg="add del">
        <pc:chgData name="DEWE, HAYLEY L." userId="5cada80b-0f7b-49a5-96b2-656b100ca6c6" providerId="ADAL" clId="{632DF7FE-9916-4FAF-8457-3521400FFCEA}" dt="2026-03-04T14:09:07.765" v="240784" actId="47"/>
        <pc:sldMkLst>
          <pc:docMk/>
          <pc:sldMk cId="199396809" sldId="1586"/>
        </pc:sldMkLst>
      </pc:sldChg>
      <pc:sldChg chg="addSp delSp modSp add mod ord modAnim">
        <pc:chgData name="DEWE, HAYLEY L." userId="5cada80b-0f7b-49a5-96b2-656b100ca6c6" providerId="ADAL" clId="{632DF7FE-9916-4FAF-8457-3521400FFCEA}" dt="2026-03-05T00:17:50.283" v="253541" actId="20577"/>
        <pc:sldMkLst>
          <pc:docMk/>
          <pc:sldMk cId="836458466" sldId="1586"/>
        </pc:sldMkLst>
        <pc:spChg chg="mod">
          <ac:chgData name="DEWE, HAYLEY L." userId="5cada80b-0f7b-49a5-96b2-656b100ca6c6" providerId="ADAL" clId="{632DF7FE-9916-4FAF-8457-3521400FFCEA}" dt="2026-03-04T16:17:51.358" v="245596" actId="207"/>
          <ac:spMkLst>
            <pc:docMk/>
            <pc:sldMk cId="836458466" sldId="1586"/>
            <ac:spMk id="4" creationId="{E064AA63-B947-F424-27BF-53A84C4B5FC6}"/>
          </ac:spMkLst>
        </pc:spChg>
        <pc:spChg chg="add del mod">
          <ac:chgData name="DEWE, HAYLEY L." userId="5cada80b-0f7b-49a5-96b2-656b100ca6c6" providerId="ADAL" clId="{632DF7FE-9916-4FAF-8457-3521400FFCEA}" dt="2026-03-05T00:17:50.283" v="253541" actId="20577"/>
          <ac:spMkLst>
            <pc:docMk/>
            <pc:sldMk cId="836458466" sldId="1586"/>
            <ac:spMk id="7" creationId="{F8668B26-B552-C704-5440-41913FA974EA}"/>
          </ac:spMkLst>
        </pc:spChg>
      </pc:sldChg>
      <pc:sldChg chg="add del">
        <pc:chgData name="DEWE, HAYLEY L." userId="5cada80b-0f7b-49a5-96b2-656b100ca6c6" providerId="ADAL" clId="{632DF7FE-9916-4FAF-8457-3521400FFCEA}" dt="2026-03-04T13:43:49.611" v="239844" actId="47"/>
        <pc:sldMkLst>
          <pc:docMk/>
          <pc:sldMk cId="4222370860" sldId="1586"/>
        </pc:sldMkLst>
      </pc:sldChg>
      <pc:sldChg chg="addSp modSp add del modAnim">
        <pc:chgData name="DEWE, HAYLEY L." userId="5cada80b-0f7b-49a5-96b2-656b100ca6c6" providerId="ADAL" clId="{632DF7FE-9916-4FAF-8457-3521400FFCEA}" dt="2026-03-04T13:16:44.082" v="238558" actId="47"/>
        <pc:sldMkLst>
          <pc:docMk/>
          <pc:sldMk cId="4230332847" sldId="1586"/>
        </pc:sldMkLst>
        <pc:graphicFrameChg chg="add mod">
          <ac:chgData name="DEWE, HAYLEY L." userId="5cada80b-0f7b-49a5-96b2-656b100ca6c6" providerId="ADAL" clId="{632DF7FE-9916-4FAF-8457-3521400FFCEA}" dt="2026-03-04T13:16:35.670" v="238556"/>
          <ac:graphicFrameMkLst>
            <pc:docMk/>
            <pc:sldMk cId="4230332847" sldId="1586"/>
            <ac:graphicFrameMk id="2" creationId="{29298D2A-4903-5125-DEDA-88B810C9F5AF}"/>
          </ac:graphicFrameMkLst>
        </pc:graphicFrameChg>
      </pc:sldChg>
      <pc:sldChg chg="modSp add mod ord modAnim">
        <pc:chgData name="DEWE, HAYLEY L." userId="5cada80b-0f7b-49a5-96b2-656b100ca6c6" providerId="ADAL" clId="{632DF7FE-9916-4FAF-8457-3521400FFCEA}" dt="2026-03-05T00:17:24.459" v="253533"/>
        <pc:sldMkLst>
          <pc:docMk/>
          <pc:sldMk cId="1667560007" sldId="1587"/>
        </pc:sldMkLst>
        <pc:spChg chg="mod">
          <ac:chgData name="DEWE, HAYLEY L." userId="5cada80b-0f7b-49a5-96b2-656b100ca6c6" providerId="ADAL" clId="{632DF7FE-9916-4FAF-8457-3521400FFCEA}" dt="2026-03-04T16:04:28.808" v="245328" actId="1076"/>
          <ac:spMkLst>
            <pc:docMk/>
            <pc:sldMk cId="1667560007" sldId="1587"/>
            <ac:spMk id="2" creationId="{3B6C6EC2-D217-368B-873B-18889DC71452}"/>
          </ac:spMkLst>
        </pc:spChg>
        <pc:spChg chg="mod">
          <ac:chgData name="DEWE, HAYLEY L." userId="5cada80b-0f7b-49a5-96b2-656b100ca6c6" providerId="ADAL" clId="{632DF7FE-9916-4FAF-8457-3521400FFCEA}" dt="2026-03-04T16:09:17.926" v="245473" actId="1076"/>
          <ac:spMkLst>
            <pc:docMk/>
            <pc:sldMk cId="1667560007" sldId="1587"/>
            <ac:spMk id="9" creationId="{941896CC-5BF9-7BAB-B67C-AF96E99A392C}"/>
          </ac:spMkLst>
        </pc:spChg>
      </pc:sldChg>
      <pc:sldChg chg="addSp delSp modSp add del mod modAnim">
        <pc:chgData name="DEWE, HAYLEY L." userId="5cada80b-0f7b-49a5-96b2-656b100ca6c6" providerId="ADAL" clId="{632DF7FE-9916-4FAF-8457-3521400FFCEA}" dt="2026-03-04T14:39:07.151" v="241320" actId="47"/>
        <pc:sldMkLst>
          <pc:docMk/>
          <pc:sldMk cId="1907064104" sldId="1587"/>
        </pc:sldMkLst>
        <pc:spChg chg="del">
          <ac:chgData name="DEWE, HAYLEY L." userId="5cada80b-0f7b-49a5-96b2-656b100ca6c6" providerId="ADAL" clId="{632DF7FE-9916-4FAF-8457-3521400FFCEA}" dt="2026-03-04T14:32:59.958" v="241178" actId="478"/>
          <ac:spMkLst>
            <pc:docMk/>
            <pc:sldMk cId="1907064104" sldId="1587"/>
            <ac:spMk id="4" creationId="{42D3159E-0D6F-71AC-EA1C-111066DED69E}"/>
          </ac:spMkLst>
        </pc:spChg>
        <pc:spChg chg="add mod">
          <ac:chgData name="DEWE, HAYLEY L." userId="5cada80b-0f7b-49a5-96b2-656b100ca6c6" providerId="ADAL" clId="{632DF7FE-9916-4FAF-8457-3521400FFCEA}" dt="2026-03-04T14:38:21.597" v="241302" actId="20577"/>
          <ac:spMkLst>
            <pc:docMk/>
            <pc:sldMk cId="1907064104" sldId="1587"/>
            <ac:spMk id="5" creationId="{1785AEE7-24D2-0189-D51D-CEAC57388A91}"/>
          </ac:spMkLst>
        </pc:spChg>
        <pc:spChg chg="add mod">
          <ac:chgData name="DEWE, HAYLEY L." userId="5cada80b-0f7b-49a5-96b2-656b100ca6c6" providerId="ADAL" clId="{632DF7FE-9916-4FAF-8457-3521400FFCEA}" dt="2026-03-04T14:38:36.901" v="241319" actId="1076"/>
          <ac:spMkLst>
            <pc:docMk/>
            <pc:sldMk cId="1907064104" sldId="1587"/>
            <ac:spMk id="6" creationId="{396CD753-7AC0-21B6-E0DF-D9FB824A245B}"/>
          </ac:spMkLst>
        </pc:spChg>
      </pc:sldChg>
      <pc:sldChg chg="delSp modSp add del mod ord delAnim modAnim">
        <pc:chgData name="DEWE, HAYLEY L." userId="5cada80b-0f7b-49a5-96b2-656b100ca6c6" providerId="ADAL" clId="{632DF7FE-9916-4FAF-8457-3521400FFCEA}" dt="2026-03-04T14:24:18.863" v="241109" actId="47"/>
        <pc:sldMkLst>
          <pc:docMk/>
          <pc:sldMk cId="3115693859" sldId="1587"/>
        </pc:sldMkLst>
        <pc:spChg chg="del mod">
          <ac:chgData name="DEWE, HAYLEY L." userId="5cada80b-0f7b-49a5-96b2-656b100ca6c6" providerId="ADAL" clId="{632DF7FE-9916-4FAF-8457-3521400FFCEA}" dt="2026-03-04T14:19:02.746" v="241100" actId="21"/>
          <ac:spMkLst>
            <pc:docMk/>
            <pc:sldMk cId="3115693859" sldId="1587"/>
            <ac:spMk id="15" creationId="{6F552D63-D42D-168C-2228-31338B9A42EC}"/>
          </ac:spMkLst>
        </pc:spChg>
        <pc:spChg chg="del mod">
          <ac:chgData name="DEWE, HAYLEY L." userId="5cada80b-0f7b-49a5-96b2-656b100ca6c6" providerId="ADAL" clId="{632DF7FE-9916-4FAF-8457-3521400FFCEA}" dt="2026-03-04T14:19:02.746" v="241100" actId="21"/>
          <ac:spMkLst>
            <pc:docMk/>
            <pc:sldMk cId="3115693859" sldId="1587"/>
            <ac:spMk id="16" creationId="{416479E4-B068-FD90-A2E0-5A3698D438C6}"/>
          </ac:spMkLst>
        </pc:spChg>
        <pc:spChg chg="del mod">
          <ac:chgData name="DEWE, HAYLEY L." userId="5cada80b-0f7b-49a5-96b2-656b100ca6c6" providerId="ADAL" clId="{632DF7FE-9916-4FAF-8457-3521400FFCEA}" dt="2026-03-04T14:19:02.746" v="241100" actId="21"/>
          <ac:spMkLst>
            <pc:docMk/>
            <pc:sldMk cId="3115693859" sldId="1587"/>
            <ac:spMk id="17" creationId="{CB745087-B077-E51B-01B3-1204B138DD25}"/>
          </ac:spMkLst>
        </pc:spChg>
        <pc:grpChg chg="del">
          <ac:chgData name="DEWE, HAYLEY L." userId="5cada80b-0f7b-49a5-96b2-656b100ca6c6" providerId="ADAL" clId="{632DF7FE-9916-4FAF-8457-3521400FFCEA}" dt="2026-03-04T14:19:02.746" v="241100" actId="21"/>
          <ac:grpSpMkLst>
            <pc:docMk/>
            <pc:sldMk cId="3115693859" sldId="1587"/>
            <ac:grpSpMk id="6" creationId="{95035C6F-72D2-8A8B-C4C1-1A979FEB73E8}"/>
          </ac:grpSpMkLst>
        </pc:grpChg>
      </pc:sldChg>
      <pc:sldChg chg="add ord">
        <pc:chgData name="DEWE, HAYLEY L." userId="5cada80b-0f7b-49a5-96b2-656b100ca6c6" providerId="ADAL" clId="{632DF7FE-9916-4FAF-8457-3521400FFCEA}" dt="2026-03-04T15:58:17.770" v="245280"/>
        <pc:sldMkLst>
          <pc:docMk/>
          <pc:sldMk cId="1288357406" sldId="1588"/>
        </pc:sldMkLst>
      </pc:sldChg>
      <pc:sldChg chg="add ord">
        <pc:chgData name="DEWE, HAYLEY L." userId="5cada80b-0f7b-49a5-96b2-656b100ca6c6" providerId="ADAL" clId="{632DF7FE-9916-4FAF-8457-3521400FFCEA}" dt="2026-03-05T00:08:58.830" v="253052"/>
        <pc:sldMkLst>
          <pc:docMk/>
          <pc:sldMk cId="2014157295" sldId="1589"/>
        </pc:sldMkLst>
      </pc:sldChg>
      <pc:sldChg chg="add del">
        <pc:chgData name="DEWE, HAYLEY L." userId="5cada80b-0f7b-49a5-96b2-656b100ca6c6" providerId="ADAL" clId="{632DF7FE-9916-4FAF-8457-3521400FFCEA}" dt="2026-03-04T16:19:05.207" v="245645" actId="47"/>
        <pc:sldMkLst>
          <pc:docMk/>
          <pc:sldMk cId="3689851877" sldId="1589"/>
        </pc:sldMkLst>
      </pc:sldChg>
      <pc:sldChg chg="addSp delSp modSp add mod ord">
        <pc:chgData name="DEWE, HAYLEY L." userId="5cada80b-0f7b-49a5-96b2-656b100ca6c6" providerId="ADAL" clId="{632DF7FE-9916-4FAF-8457-3521400FFCEA}" dt="2026-03-05T00:08:25.981" v="253011" actId="20577"/>
        <pc:sldMkLst>
          <pc:docMk/>
          <pc:sldMk cId="4134836917" sldId="1590"/>
        </pc:sldMkLst>
        <pc:spChg chg="mod">
          <ac:chgData name="DEWE, HAYLEY L." userId="5cada80b-0f7b-49a5-96b2-656b100ca6c6" providerId="ADAL" clId="{632DF7FE-9916-4FAF-8457-3521400FFCEA}" dt="2026-03-05T00:08:25.981" v="253011" actId="20577"/>
          <ac:spMkLst>
            <pc:docMk/>
            <pc:sldMk cId="4134836917" sldId="1590"/>
            <ac:spMk id="4" creationId="{4F8F43F2-2EF5-9F17-4A83-E4118618A43C}"/>
          </ac:spMkLst>
        </pc:spChg>
        <pc:picChg chg="add del mod">
          <ac:chgData name="DEWE, HAYLEY L." userId="5cada80b-0f7b-49a5-96b2-656b100ca6c6" providerId="ADAL" clId="{632DF7FE-9916-4FAF-8457-3521400FFCEA}" dt="2026-03-05T00:08:25.382" v="253010" actId="478"/>
          <ac:picMkLst>
            <pc:docMk/>
            <pc:sldMk cId="4134836917" sldId="1590"/>
            <ac:picMk id="5" creationId="{B985EEDB-BE26-F43F-3224-B0FC45B2C2C7}"/>
          </ac:picMkLst>
        </pc:picChg>
      </pc:sldChg>
      <pc:sldChg chg="modSp add mod ord modAnim">
        <pc:chgData name="DEWE, HAYLEY L." userId="5cada80b-0f7b-49a5-96b2-656b100ca6c6" providerId="ADAL" clId="{632DF7FE-9916-4FAF-8457-3521400FFCEA}" dt="2026-03-04T23:32:09.250" v="248868" actId="20577"/>
        <pc:sldMkLst>
          <pc:docMk/>
          <pc:sldMk cId="2187332738" sldId="1591"/>
        </pc:sldMkLst>
        <pc:spChg chg="mod">
          <ac:chgData name="DEWE, HAYLEY L." userId="5cada80b-0f7b-49a5-96b2-656b100ca6c6" providerId="ADAL" clId="{632DF7FE-9916-4FAF-8457-3521400FFCEA}" dt="2026-03-04T23:32:09.250" v="248868" actId="20577"/>
          <ac:spMkLst>
            <pc:docMk/>
            <pc:sldMk cId="2187332738" sldId="1591"/>
            <ac:spMk id="3" creationId="{E4FEE041-D25F-F5D9-10D1-52071C04AA92}"/>
          </ac:spMkLst>
        </pc:spChg>
        <pc:spChg chg="mod">
          <ac:chgData name="DEWE, HAYLEY L." userId="5cada80b-0f7b-49a5-96b2-656b100ca6c6" providerId="ADAL" clId="{632DF7FE-9916-4FAF-8457-3521400FFCEA}" dt="2026-03-04T17:18:42.875" v="248244" actId="20577"/>
          <ac:spMkLst>
            <pc:docMk/>
            <pc:sldMk cId="2187332738" sldId="1591"/>
            <ac:spMk id="4" creationId="{F9BF3CC6-4933-6FCC-A77F-959F2D0BBDAF}"/>
          </ac:spMkLst>
        </pc:spChg>
      </pc:sldChg>
      <pc:sldChg chg="modSp add mod ord modAnim">
        <pc:chgData name="DEWE, HAYLEY L." userId="5cada80b-0f7b-49a5-96b2-656b100ca6c6" providerId="ADAL" clId="{632DF7FE-9916-4FAF-8457-3521400FFCEA}" dt="2026-03-05T00:20:31.129" v="253607"/>
        <pc:sldMkLst>
          <pc:docMk/>
          <pc:sldMk cId="963255941" sldId="1592"/>
        </pc:sldMkLst>
        <pc:spChg chg="mod">
          <ac:chgData name="DEWE, HAYLEY L." userId="5cada80b-0f7b-49a5-96b2-656b100ca6c6" providerId="ADAL" clId="{632DF7FE-9916-4FAF-8457-3521400FFCEA}" dt="2026-03-04T23:58:09.466" v="251719" actId="20577"/>
          <ac:spMkLst>
            <pc:docMk/>
            <pc:sldMk cId="963255941" sldId="1592"/>
            <ac:spMk id="3" creationId="{3BDB83B5-8A56-7027-3E1C-694DC7CBE8D4}"/>
          </ac:spMkLst>
        </pc:spChg>
        <pc:spChg chg="mod">
          <ac:chgData name="DEWE, HAYLEY L." userId="5cada80b-0f7b-49a5-96b2-656b100ca6c6" providerId="ADAL" clId="{632DF7FE-9916-4FAF-8457-3521400FFCEA}" dt="2026-03-04T23:38:48.963" v="249273" actId="113"/>
          <ac:spMkLst>
            <pc:docMk/>
            <pc:sldMk cId="963255941" sldId="1592"/>
            <ac:spMk id="4" creationId="{1F8DE8BD-2448-2288-2155-5DF8FEC0A76B}"/>
          </ac:spMkLst>
        </pc:spChg>
      </pc:sldChg>
      <pc:sldChg chg="modSp add mod modAnim">
        <pc:chgData name="DEWE, HAYLEY L." userId="5cada80b-0f7b-49a5-96b2-656b100ca6c6" providerId="ADAL" clId="{632DF7FE-9916-4FAF-8457-3521400FFCEA}" dt="2026-03-05T00:35:49.114" v="253705" actId="21"/>
        <pc:sldMkLst>
          <pc:docMk/>
          <pc:sldMk cId="2287523330" sldId="1593"/>
        </pc:sldMkLst>
        <pc:spChg chg="mod">
          <ac:chgData name="DEWE, HAYLEY L." userId="5cada80b-0f7b-49a5-96b2-656b100ca6c6" providerId="ADAL" clId="{632DF7FE-9916-4FAF-8457-3521400FFCEA}" dt="2026-03-05T00:35:49.114" v="253705" actId="21"/>
          <ac:spMkLst>
            <pc:docMk/>
            <pc:sldMk cId="2287523330" sldId="1593"/>
            <ac:spMk id="3" creationId="{E61400B0-7CE9-33DC-2A9F-C21B0B7C1E53}"/>
          </ac:spMkLst>
        </pc:spChg>
        <pc:spChg chg="mod">
          <ac:chgData name="DEWE, HAYLEY L." userId="5cada80b-0f7b-49a5-96b2-656b100ca6c6" providerId="ADAL" clId="{632DF7FE-9916-4FAF-8457-3521400FFCEA}" dt="2026-03-04T17:18:50.059" v="248259" actId="20577"/>
          <ac:spMkLst>
            <pc:docMk/>
            <pc:sldMk cId="2287523330" sldId="1593"/>
            <ac:spMk id="4" creationId="{E850E16C-9C18-A852-85B6-11E79CA220A4}"/>
          </ac:spMkLst>
        </pc:spChg>
      </pc:sldChg>
      <pc:sldChg chg="modSp add del mod modAnim">
        <pc:chgData name="DEWE, HAYLEY L." userId="5cada80b-0f7b-49a5-96b2-656b100ca6c6" providerId="ADAL" clId="{632DF7FE-9916-4FAF-8457-3521400FFCEA}" dt="2026-03-05T00:02:17.072" v="252482" actId="47"/>
        <pc:sldMkLst>
          <pc:docMk/>
          <pc:sldMk cId="3710837138" sldId="1594"/>
        </pc:sldMkLst>
        <pc:spChg chg="mod">
          <ac:chgData name="DEWE, HAYLEY L." userId="5cada80b-0f7b-49a5-96b2-656b100ca6c6" providerId="ADAL" clId="{632DF7FE-9916-4FAF-8457-3521400FFCEA}" dt="2026-03-04T23:41:01.234" v="249343" actId="403"/>
          <ac:spMkLst>
            <pc:docMk/>
            <pc:sldMk cId="3710837138" sldId="1594"/>
            <ac:spMk id="3" creationId="{BEC413D6-3CA9-E9EE-FA5A-F7858224846C}"/>
          </ac:spMkLst>
        </pc:spChg>
        <pc:spChg chg="mod">
          <ac:chgData name="DEWE, HAYLEY L." userId="5cada80b-0f7b-49a5-96b2-656b100ca6c6" providerId="ADAL" clId="{632DF7FE-9916-4FAF-8457-3521400FFCEA}" dt="2026-03-04T23:36:49.389" v="249270" actId="20577"/>
          <ac:spMkLst>
            <pc:docMk/>
            <pc:sldMk cId="3710837138" sldId="1594"/>
            <ac:spMk id="4" creationId="{4ABAF6B3-6C24-4429-FD8E-688F215460CC}"/>
          </ac:spMkLst>
        </pc:spChg>
      </pc:sldChg>
      <pc:sldChg chg="modSp add mod ord addAnim delAnim modAnim">
        <pc:chgData name="DEWE, HAYLEY L." userId="5cada80b-0f7b-49a5-96b2-656b100ca6c6" providerId="ADAL" clId="{632DF7FE-9916-4FAF-8457-3521400FFCEA}" dt="2026-03-05T00:35:52.741" v="253708"/>
        <pc:sldMkLst>
          <pc:docMk/>
          <pc:sldMk cId="2179746336" sldId="1595"/>
        </pc:sldMkLst>
        <pc:spChg chg="mod">
          <ac:chgData name="DEWE, HAYLEY L." userId="5cada80b-0f7b-49a5-96b2-656b100ca6c6" providerId="ADAL" clId="{632DF7FE-9916-4FAF-8457-3521400FFCEA}" dt="2026-03-05T00:35:52.741" v="253708"/>
          <ac:spMkLst>
            <pc:docMk/>
            <pc:sldMk cId="2179746336" sldId="1595"/>
            <ac:spMk id="3" creationId="{A41B4390-EBF8-3827-3DF6-BC8A09ABFC05}"/>
          </ac:spMkLst>
        </pc:spChg>
      </pc:sldChg>
      <pc:sldChg chg="modSp add modAnim">
        <pc:chgData name="DEWE, HAYLEY L." userId="5cada80b-0f7b-49a5-96b2-656b100ca6c6" providerId="ADAL" clId="{632DF7FE-9916-4FAF-8457-3521400FFCEA}" dt="2026-03-04T23:50:44.622" v="250415" actId="20577"/>
        <pc:sldMkLst>
          <pc:docMk/>
          <pc:sldMk cId="272425815" sldId="1596"/>
        </pc:sldMkLst>
        <pc:spChg chg="mod">
          <ac:chgData name="DEWE, HAYLEY L." userId="5cada80b-0f7b-49a5-96b2-656b100ca6c6" providerId="ADAL" clId="{632DF7FE-9916-4FAF-8457-3521400FFCEA}" dt="2026-03-04T23:50:44.622" v="250415" actId="20577"/>
          <ac:spMkLst>
            <pc:docMk/>
            <pc:sldMk cId="272425815" sldId="1596"/>
            <ac:spMk id="3" creationId="{66F7E2F9-9951-0B1B-76CC-30D470DFAB77}"/>
          </ac:spMkLst>
        </pc:spChg>
      </pc:sldChg>
      <pc:sldChg chg="modSp add ord modAnim">
        <pc:chgData name="DEWE, HAYLEY L." userId="5cada80b-0f7b-49a5-96b2-656b100ca6c6" providerId="ADAL" clId="{632DF7FE-9916-4FAF-8457-3521400FFCEA}" dt="2026-03-05T00:31:52.247" v="253691" actId="20577"/>
        <pc:sldMkLst>
          <pc:docMk/>
          <pc:sldMk cId="270419291" sldId="1597"/>
        </pc:sldMkLst>
        <pc:spChg chg="mod">
          <ac:chgData name="DEWE, HAYLEY L." userId="5cada80b-0f7b-49a5-96b2-656b100ca6c6" providerId="ADAL" clId="{632DF7FE-9916-4FAF-8457-3521400FFCEA}" dt="2026-03-05T00:31:52.247" v="253691" actId="20577"/>
          <ac:spMkLst>
            <pc:docMk/>
            <pc:sldMk cId="270419291" sldId="1597"/>
            <ac:spMk id="3" creationId="{7FEF9C55-D11D-0509-CC23-18184A9F90B2}"/>
          </ac:spMkLst>
        </pc:spChg>
      </pc:sldChg>
      <pc:sldChg chg="modSp add modAnim">
        <pc:chgData name="DEWE, HAYLEY L." userId="5cada80b-0f7b-49a5-96b2-656b100ca6c6" providerId="ADAL" clId="{632DF7FE-9916-4FAF-8457-3521400FFCEA}" dt="2026-03-05T00:21:11.919" v="253631" actId="20577"/>
        <pc:sldMkLst>
          <pc:docMk/>
          <pc:sldMk cId="2142775376" sldId="1598"/>
        </pc:sldMkLst>
        <pc:spChg chg="mod">
          <ac:chgData name="DEWE, HAYLEY L." userId="5cada80b-0f7b-49a5-96b2-656b100ca6c6" providerId="ADAL" clId="{632DF7FE-9916-4FAF-8457-3521400FFCEA}" dt="2026-03-05T00:21:11.919" v="253631" actId="20577"/>
          <ac:spMkLst>
            <pc:docMk/>
            <pc:sldMk cId="2142775376" sldId="1598"/>
            <ac:spMk id="3" creationId="{1066D7C5-D070-A854-ABC1-A44AF5B73451}"/>
          </ac:spMkLst>
        </pc:spChg>
      </pc:sldChg>
      <pc:sldChg chg="modSp add ord modAnim">
        <pc:chgData name="DEWE, HAYLEY L." userId="5cada80b-0f7b-49a5-96b2-656b100ca6c6" providerId="ADAL" clId="{632DF7FE-9916-4FAF-8457-3521400FFCEA}" dt="2026-03-05T00:34:22.373" v="253702" actId="403"/>
        <pc:sldMkLst>
          <pc:docMk/>
          <pc:sldMk cId="1179435665" sldId="1599"/>
        </pc:sldMkLst>
        <pc:spChg chg="mod">
          <ac:chgData name="DEWE, HAYLEY L." userId="5cada80b-0f7b-49a5-96b2-656b100ca6c6" providerId="ADAL" clId="{632DF7FE-9916-4FAF-8457-3521400FFCEA}" dt="2026-03-05T00:34:22.373" v="253702" actId="403"/>
          <ac:spMkLst>
            <pc:docMk/>
            <pc:sldMk cId="1179435665" sldId="1599"/>
            <ac:spMk id="3" creationId="{AEDE33ED-027C-E930-230B-251494997797}"/>
          </ac:spMkLst>
        </pc:spChg>
      </pc:sldChg>
      <pc:sldChg chg="addSp delSp modSp add del mod delAnim">
        <pc:chgData name="DEWE, HAYLEY L." userId="5cada80b-0f7b-49a5-96b2-656b100ca6c6" providerId="ADAL" clId="{632DF7FE-9916-4FAF-8457-3521400FFCEA}" dt="2026-03-05T00:35:27.281" v="253704" actId="47"/>
        <pc:sldMkLst>
          <pc:docMk/>
          <pc:sldMk cId="3659748148" sldId="1600"/>
        </pc:sldMkLst>
        <pc:spChg chg="del">
          <ac:chgData name="DEWE, HAYLEY L." userId="5cada80b-0f7b-49a5-96b2-656b100ca6c6" providerId="ADAL" clId="{632DF7FE-9916-4FAF-8457-3521400FFCEA}" dt="2026-03-05T00:08:38.245" v="253013" actId="478"/>
          <ac:spMkLst>
            <pc:docMk/>
            <pc:sldMk cId="3659748148" sldId="1600"/>
            <ac:spMk id="3" creationId="{220D6C7B-BDE6-C9E6-9EDC-A926DB5256B9}"/>
          </ac:spMkLst>
        </pc:spChg>
        <pc:spChg chg="del mod">
          <ac:chgData name="DEWE, HAYLEY L." userId="5cada80b-0f7b-49a5-96b2-656b100ca6c6" providerId="ADAL" clId="{632DF7FE-9916-4FAF-8457-3521400FFCEA}" dt="2026-03-05T00:35:18.700" v="253703" actId="478"/>
          <ac:spMkLst>
            <pc:docMk/>
            <pc:sldMk cId="3659748148" sldId="1600"/>
            <ac:spMk id="4" creationId="{B959F086-9EB5-31BB-9087-87CF605F0ABD}"/>
          </ac:spMkLst>
        </pc:spChg>
        <pc:spChg chg="add del mod">
          <ac:chgData name="DEWE, HAYLEY L." userId="5cada80b-0f7b-49a5-96b2-656b100ca6c6" providerId="ADAL" clId="{632DF7FE-9916-4FAF-8457-3521400FFCEA}" dt="2026-03-05T00:08:40.169" v="253014" actId="478"/>
          <ac:spMkLst>
            <pc:docMk/>
            <pc:sldMk cId="3659748148" sldId="1600"/>
            <ac:spMk id="5" creationId="{BDD9A3F8-FAEB-49E8-4EF5-7A1F8A04EC68}"/>
          </ac:spMkLst>
        </pc:spChg>
        <pc:picChg chg="add mod">
          <ac:chgData name="DEWE, HAYLEY L." userId="5cada80b-0f7b-49a5-96b2-656b100ca6c6" providerId="ADAL" clId="{632DF7FE-9916-4FAF-8457-3521400FFCEA}" dt="2026-03-05T00:08:46.473" v="253017" actId="1076"/>
          <ac:picMkLst>
            <pc:docMk/>
            <pc:sldMk cId="3659748148" sldId="1600"/>
            <ac:picMk id="6" creationId="{827D0967-63BF-0BBC-235E-E11FD1E6CEE7}"/>
          </ac:picMkLst>
        </pc:picChg>
      </pc:sldChg>
      <pc:sldChg chg="addSp delSp modSp add mod">
        <pc:chgData name="DEWE, HAYLEY L." userId="5cada80b-0f7b-49a5-96b2-656b100ca6c6" providerId="ADAL" clId="{632DF7FE-9916-4FAF-8457-3521400FFCEA}" dt="2026-03-05T00:26:22.918" v="253664" actId="21"/>
        <pc:sldMkLst>
          <pc:docMk/>
          <pc:sldMk cId="2055645623" sldId="1601"/>
        </pc:sldMkLst>
        <pc:spChg chg="add del mod">
          <ac:chgData name="DEWE, HAYLEY L." userId="5cada80b-0f7b-49a5-96b2-656b100ca6c6" providerId="ADAL" clId="{632DF7FE-9916-4FAF-8457-3521400FFCEA}" dt="2026-03-05T00:26:22.918" v="253664" actId="21"/>
          <ac:spMkLst>
            <pc:docMk/>
            <pc:sldMk cId="2055645623" sldId="1601"/>
            <ac:spMk id="2" creationId="{D872B73C-1523-05CB-2D89-51A9BC7E745E}"/>
          </ac:spMkLst>
        </pc:spChg>
        <pc:graphicFrameChg chg="mod modGraphic">
          <ac:chgData name="DEWE, HAYLEY L." userId="5cada80b-0f7b-49a5-96b2-656b100ca6c6" providerId="ADAL" clId="{632DF7FE-9916-4FAF-8457-3521400FFCEA}" dt="2026-03-05T00:10:55.274" v="253125" actId="207"/>
          <ac:graphicFrameMkLst>
            <pc:docMk/>
            <pc:sldMk cId="2055645623" sldId="1601"/>
            <ac:graphicFrameMk id="3" creationId="{EDCF6B71-F5BB-9C19-DF8C-28348598CB6B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2F359D-F6D2-48BC-9155-C4895717946B}" type="doc">
      <dgm:prSet loTypeId="urn:microsoft.com/office/officeart/2005/8/layout/vList5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GB"/>
        </a:p>
      </dgm:t>
    </dgm:pt>
    <dgm:pt modelId="{798C657A-2ABE-400A-9027-7F9221944AC1}">
      <dgm:prSet phldrT="[Text]" custT="1"/>
      <dgm:spPr/>
      <dgm:t>
        <a:bodyPr/>
        <a:lstStyle/>
        <a:p>
          <a:r>
            <a:rPr lang="en-GB" sz="2300" b="0" dirty="0"/>
            <a:t>Experimental</a:t>
          </a:r>
        </a:p>
      </dgm:t>
    </dgm:pt>
    <dgm:pt modelId="{369D3964-5EAF-45E2-8E6B-533C28D4E09F}" type="parTrans" cxnId="{26EC3BC5-B446-4CAC-879D-E9EB25BD907E}">
      <dgm:prSet/>
      <dgm:spPr/>
      <dgm:t>
        <a:bodyPr/>
        <a:lstStyle/>
        <a:p>
          <a:endParaRPr lang="en-GB" sz="1800"/>
        </a:p>
      </dgm:t>
    </dgm:pt>
    <dgm:pt modelId="{CD627C96-3FF2-4E99-AB03-D8AFF0020414}" type="sibTrans" cxnId="{26EC3BC5-B446-4CAC-879D-E9EB25BD907E}">
      <dgm:prSet/>
      <dgm:spPr/>
      <dgm:t>
        <a:bodyPr/>
        <a:lstStyle/>
        <a:p>
          <a:endParaRPr lang="en-GB" sz="1800"/>
        </a:p>
      </dgm:t>
    </dgm:pt>
    <dgm:pt modelId="{1C76107E-9699-44D6-A9EE-C03746D42528}">
      <dgm:prSet phldrT="[Text]" custT="1"/>
      <dgm:spPr/>
      <dgm:t>
        <a:bodyPr/>
        <a:lstStyle/>
        <a:p>
          <a:r>
            <a:rPr lang="en-GB" sz="2000" dirty="0"/>
            <a:t>Manipulate, control variables</a:t>
          </a:r>
        </a:p>
      </dgm:t>
    </dgm:pt>
    <dgm:pt modelId="{C5BBD767-E284-4FDC-9720-7829F8E41E27}" type="parTrans" cxnId="{9D543142-37FB-4E32-8F8F-776FA73BA0CD}">
      <dgm:prSet/>
      <dgm:spPr/>
      <dgm:t>
        <a:bodyPr/>
        <a:lstStyle/>
        <a:p>
          <a:endParaRPr lang="en-GB" sz="1800"/>
        </a:p>
      </dgm:t>
    </dgm:pt>
    <dgm:pt modelId="{73490F3A-F7CC-4F14-A3A6-4E77706B81A2}" type="sibTrans" cxnId="{9D543142-37FB-4E32-8F8F-776FA73BA0CD}">
      <dgm:prSet/>
      <dgm:spPr/>
      <dgm:t>
        <a:bodyPr/>
        <a:lstStyle/>
        <a:p>
          <a:endParaRPr lang="en-GB" sz="1800"/>
        </a:p>
      </dgm:t>
    </dgm:pt>
    <dgm:pt modelId="{AEB02C10-7A6D-4162-B77E-23AA17392922}">
      <dgm:prSet phldrT="[Text]" custT="1"/>
      <dgm:spPr/>
      <dgm:t>
        <a:bodyPr/>
        <a:lstStyle/>
        <a:p>
          <a:r>
            <a:rPr lang="en-GB" sz="2000" dirty="0"/>
            <a:t>Cause and effect relationships</a:t>
          </a:r>
        </a:p>
      </dgm:t>
    </dgm:pt>
    <dgm:pt modelId="{787D46A5-358C-481D-BE80-02FDEA0FA10A}" type="parTrans" cxnId="{FBB87C9D-4B05-44CA-8480-1B95CDF80550}">
      <dgm:prSet/>
      <dgm:spPr/>
      <dgm:t>
        <a:bodyPr/>
        <a:lstStyle/>
        <a:p>
          <a:endParaRPr lang="en-GB" sz="1800"/>
        </a:p>
      </dgm:t>
    </dgm:pt>
    <dgm:pt modelId="{84185484-FC38-4B7C-9A0A-174422482B4A}" type="sibTrans" cxnId="{FBB87C9D-4B05-44CA-8480-1B95CDF80550}">
      <dgm:prSet/>
      <dgm:spPr/>
      <dgm:t>
        <a:bodyPr/>
        <a:lstStyle/>
        <a:p>
          <a:endParaRPr lang="en-GB" sz="1800"/>
        </a:p>
      </dgm:t>
    </dgm:pt>
    <dgm:pt modelId="{54C100F9-9189-46A4-81D2-07D78DA570D7}">
      <dgm:prSet phldrT="[Text]" custT="1"/>
      <dgm:spPr/>
      <dgm:t>
        <a:bodyPr/>
        <a:lstStyle/>
        <a:p>
          <a:r>
            <a:rPr lang="en-GB" sz="2000" dirty="0"/>
            <a:t>Manipulate, without random assignment</a:t>
          </a:r>
        </a:p>
      </dgm:t>
    </dgm:pt>
    <dgm:pt modelId="{6BECD2B1-068F-4F53-BE71-CE0D038F42B4}" type="parTrans" cxnId="{D45A9E54-F2AE-40E5-8869-5069F525CF65}">
      <dgm:prSet/>
      <dgm:spPr/>
      <dgm:t>
        <a:bodyPr/>
        <a:lstStyle/>
        <a:p>
          <a:endParaRPr lang="en-GB" sz="1800"/>
        </a:p>
      </dgm:t>
    </dgm:pt>
    <dgm:pt modelId="{94942CED-516F-47B7-B095-E6A1B88F0638}" type="sibTrans" cxnId="{D45A9E54-F2AE-40E5-8869-5069F525CF65}">
      <dgm:prSet/>
      <dgm:spPr/>
      <dgm:t>
        <a:bodyPr/>
        <a:lstStyle/>
        <a:p>
          <a:endParaRPr lang="en-GB" sz="1800"/>
        </a:p>
      </dgm:t>
    </dgm:pt>
    <dgm:pt modelId="{5E260BC0-7212-462B-9F76-63B6B0AF2321}">
      <dgm:prSet phldrT="[Text]" custT="1"/>
      <dgm:spPr/>
      <dgm:t>
        <a:bodyPr/>
        <a:lstStyle/>
        <a:p>
          <a:r>
            <a:rPr lang="en-GB" sz="2300" b="0" dirty="0"/>
            <a:t>Non-Experimental </a:t>
          </a:r>
        </a:p>
      </dgm:t>
    </dgm:pt>
    <dgm:pt modelId="{00BAB81C-8737-4E58-8122-550C197EA516}" type="parTrans" cxnId="{53760324-AA27-4B54-B436-CE625A5EEF56}">
      <dgm:prSet/>
      <dgm:spPr/>
      <dgm:t>
        <a:bodyPr/>
        <a:lstStyle/>
        <a:p>
          <a:endParaRPr lang="en-GB" sz="1800"/>
        </a:p>
      </dgm:t>
    </dgm:pt>
    <dgm:pt modelId="{91BF6E79-8465-4A36-9DAE-DB966E5C1ECE}" type="sibTrans" cxnId="{53760324-AA27-4B54-B436-CE625A5EEF56}">
      <dgm:prSet/>
      <dgm:spPr/>
      <dgm:t>
        <a:bodyPr/>
        <a:lstStyle/>
        <a:p>
          <a:endParaRPr lang="en-GB" sz="1800"/>
        </a:p>
      </dgm:t>
    </dgm:pt>
    <dgm:pt modelId="{217E5F7C-1F87-4AA9-BE0C-0AB97B778727}">
      <dgm:prSet phldrT="[Text]" custT="1"/>
      <dgm:spPr/>
      <dgm:t>
        <a:bodyPr/>
        <a:lstStyle/>
        <a:p>
          <a:r>
            <a:rPr lang="en-GB" sz="2000" dirty="0"/>
            <a:t>To observe and describe, no manipulation</a:t>
          </a:r>
          <a:endParaRPr lang="en-GB" sz="2000" u="sng" dirty="0"/>
        </a:p>
      </dgm:t>
    </dgm:pt>
    <dgm:pt modelId="{227EC8F5-7CD9-4BB2-A161-AAE4C6B550ED}" type="parTrans" cxnId="{2BF1F5C5-19D7-4675-BB9B-9D12F3851F8A}">
      <dgm:prSet/>
      <dgm:spPr/>
      <dgm:t>
        <a:bodyPr/>
        <a:lstStyle/>
        <a:p>
          <a:endParaRPr lang="en-GB" sz="1800"/>
        </a:p>
      </dgm:t>
    </dgm:pt>
    <dgm:pt modelId="{C71BB97D-D654-431E-881F-17761C9607B9}" type="sibTrans" cxnId="{2BF1F5C5-19D7-4675-BB9B-9D12F3851F8A}">
      <dgm:prSet/>
      <dgm:spPr/>
      <dgm:t>
        <a:bodyPr/>
        <a:lstStyle/>
        <a:p>
          <a:endParaRPr lang="en-GB" sz="1800"/>
        </a:p>
      </dgm:t>
    </dgm:pt>
    <dgm:pt modelId="{5A1A04F7-B8ED-4DC9-BD4A-45041DBC562A}">
      <dgm:prSet custT="1"/>
      <dgm:spPr/>
      <dgm:t>
        <a:bodyPr/>
        <a:lstStyle/>
        <a:p>
          <a:r>
            <a:rPr lang="en-GB" sz="2400" b="1" dirty="0"/>
            <a:t>Quantitative</a:t>
          </a:r>
          <a:endParaRPr lang="en-GB" sz="1800" b="1" dirty="0"/>
        </a:p>
      </dgm:t>
    </dgm:pt>
    <dgm:pt modelId="{7AC3477B-2C8A-48BE-A5BF-BC709E9EAFC3}" type="parTrans" cxnId="{B073E47B-4E95-43B1-AFEF-20F9B9CC13B1}">
      <dgm:prSet/>
      <dgm:spPr/>
      <dgm:t>
        <a:bodyPr/>
        <a:lstStyle/>
        <a:p>
          <a:endParaRPr lang="en-GB" sz="1800"/>
        </a:p>
      </dgm:t>
    </dgm:pt>
    <dgm:pt modelId="{3C1C535B-95C2-4B75-8918-D00D62C7F459}" type="sibTrans" cxnId="{B073E47B-4E95-43B1-AFEF-20F9B9CC13B1}">
      <dgm:prSet/>
      <dgm:spPr/>
      <dgm:t>
        <a:bodyPr/>
        <a:lstStyle/>
        <a:p>
          <a:endParaRPr lang="en-GB" sz="1800"/>
        </a:p>
      </dgm:t>
    </dgm:pt>
    <dgm:pt modelId="{11FF8FEE-A465-4AD8-92A0-B6704999FCFC}">
      <dgm:prSet phldrT="[Text]" custT="1"/>
      <dgm:spPr/>
      <dgm:t>
        <a:bodyPr/>
        <a:lstStyle/>
        <a:p>
          <a:r>
            <a:rPr lang="en-GB" sz="2300" b="0" dirty="0"/>
            <a:t>Quasi-Experimental</a:t>
          </a:r>
        </a:p>
      </dgm:t>
    </dgm:pt>
    <dgm:pt modelId="{66483D0B-12AD-4428-BCBF-DC62E58DC2FA}" type="sibTrans" cxnId="{04C007B5-9C1B-40F3-8726-3C4BF8966EF3}">
      <dgm:prSet/>
      <dgm:spPr/>
      <dgm:t>
        <a:bodyPr/>
        <a:lstStyle/>
        <a:p>
          <a:endParaRPr lang="en-GB" sz="1800"/>
        </a:p>
      </dgm:t>
    </dgm:pt>
    <dgm:pt modelId="{C443E6D6-69E2-4AF3-B8D4-900487E0B3E9}" type="parTrans" cxnId="{04C007B5-9C1B-40F3-8726-3C4BF8966EF3}">
      <dgm:prSet/>
      <dgm:spPr/>
      <dgm:t>
        <a:bodyPr/>
        <a:lstStyle/>
        <a:p>
          <a:endParaRPr lang="en-GB" sz="1800"/>
        </a:p>
      </dgm:t>
    </dgm:pt>
    <dgm:pt modelId="{AF404CBD-2126-4824-A774-265CAC6BB91A}">
      <dgm:prSet phldrT="[Text]" custT="1"/>
      <dgm:spPr/>
      <dgm:t>
        <a:bodyPr/>
        <a:lstStyle/>
        <a:p>
          <a:r>
            <a:rPr lang="en-GB" sz="2000" dirty="0"/>
            <a:t>Some cause and effect relationships</a:t>
          </a:r>
        </a:p>
      </dgm:t>
    </dgm:pt>
    <dgm:pt modelId="{0BA8B322-1759-41BB-AFC6-1E32D76E58EF}" type="parTrans" cxnId="{FE723C18-D959-48B3-94A2-5C83182B6C04}">
      <dgm:prSet/>
      <dgm:spPr/>
      <dgm:t>
        <a:bodyPr/>
        <a:lstStyle/>
        <a:p>
          <a:endParaRPr lang="en-GB"/>
        </a:p>
      </dgm:t>
    </dgm:pt>
    <dgm:pt modelId="{809EF41A-C969-4482-A682-368C700C024E}" type="sibTrans" cxnId="{FE723C18-D959-48B3-94A2-5C83182B6C04}">
      <dgm:prSet/>
      <dgm:spPr/>
      <dgm:t>
        <a:bodyPr/>
        <a:lstStyle/>
        <a:p>
          <a:endParaRPr lang="en-GB"/>
        </a:p>
      </dgm:t>
    </dgm:pt>
    <dgm:pt modelId="{F83B57E8-B104-4D6C-A54D-F198C55BFF75}">
      <dgm:prSet phldrT="[Text]" custT="1"/>
      <dgm:spPr/>
      <dgm:t>
        <a:bodyPr/>
        <a:lstStyle/>
        <a:p>
          <a:r>
            <a:rPr lang="en-GB" sz="2000" dirty="0"/>
            <a:t>Example: lab experiments</a:t>
          </a:r>
        </a:p>
      </dgm:t>
    </dgm:pt>
    <dgm:pt modelId="{B655FBB9-CE9A-4AC7-A095-D7BF979476B2}" type="parTrans" cxnId="{FF4001AF-830B-408A-9815-D69F43B141C4}">
      <dgm:prSet/>
      <dgm:spPr/>
      <dgm:t>
        <a:bodyPr/>
        <a:lstStyle/>
        <a:p>
          <a:endParaRPr lang="en-GB"/>
        </a:p>
      </dgm:t>
    </dgm:pt>
    <dgm:pt modelId="{D6B4FFB0-2DA3-446A-9C77-A67CFBC1B810}" type="sibTrans" cxnId="{FF4001AF-830B-408A-9815-D69F43B141C4}">
      <dgm:prSet/>
      <dgm:spPr/>
      <dgm:t>
        <a:bodyPr/>
        <a:lstStyle/>
        <a:p>
          <a:endParaRPr lang="en-GB"/>
        </a:p>
      </dgm:t>
    </dgm:pt>
    <dgm:pt modelId="{5FA59C72-7918-4799-89CB-21052E8D2E97}">
      <dgm:prSet phldrT="[Text]" custT="1"/>
      <dgm:spPr/>
      <dgm:t>
        <a:bodyPr/>
        <a:lstStyle/>
        <a:p>
          <a:r>
            <a:rPr lang="en-GB" sz="2000" dirty="0"/>
            <a:t>Example: real-world settings e.g. healthcare</a:t>
          </a:r>
        </a:p>
      </dgm:t>
    </dgm:pt>
    <dgm:pt modelId="{DD456115-4C33-477A-8578-667A8008DE24}" type="parTrans" cxnId="{E2A04BD1-4449-4561-A340-9AB9BC460572}">
      <dgm:prSet/>
      <dgm:spPr/>
      <dgm:t>
        <a:bodyPr/>
        <a:lstStyle/>
        <a:p>
          <a:endParaRPr lang="en-GB"/>
        </a:p>
      </dgm:t>
    </dgm:pt>
    <dgm:pt modelId="{516A0E62-2FC5-4CAC-990B-4D667381A24E}" type="sibTrans" cxnId="{E2A04BD1-4449-4561-A340-9AB9BC460572}">
      <dgm:prSet/>
      <dgm:spPr/>
      <dgm:t>
        <a:bodyPr/>
        <a:lstStyle/>
        <a:p>
          <a:endParaRPr lang="en-GB"/>
        </a:p>
      </dgm:t>
    </dgm:pt>
    <dgm:pt modelId="{BA72F40A-1ED9-43C8-B962-5D2BFBB2FA73}">
      <dgm:prSet phldrT="[Text]" custT="1"/>
      <dgm:spPr/>
      <dgm:t>
        <a:bodyPr/>
        <a:lstStyle/>
        <a:p>
          <a:r>
            <a:rPr lang="en-GB" sz="2000" u="sng" dirty="0"/>
            <a:t>Correlational</a:t>
          </a:r>
          <a:r>
            <a:rPr lang="en-GB" sz="2000" dirty="0"/>
            <a:t> (relation between variables)</a:t>
          </a:r>
        </a:p>
      </dgm:t>
    </dgm:pt>
    <dgm:pt modelId="{6BBBD688-AB59-4350-AFCF-4B5D5902086B}" type="parTrans" cxnId="{C3993083-9504-475E-A0CA-C5081C63EC9B}">
      <dgm:prSet/>
      <dgm:spPr/>
      <dgm:t>
        <a:bodyPr/>
        <a:lstStyle/>
        <a:p>
          <a:endParaRPr lang="en-GB"/>
        </a:p>
      </dgm:t>
    </dgm:pt>
    <dgm:pt modelId="{5E5C6662-09A7-44E9-B403-42736E9C35CE}" type="sibTrans" cxnId="{C3993083-9504-475E-A0CA-C5081C63EC9B}">
      <dgm:prSet/>
      <dgm:spPr/>
      <dgm:t>
        <a:bodyPr/>
        <a:lstStyle/>
        <a:p>
          <a:endParaRPr lang="en-GB"/>
        </a:p>
      </dgm:t>
    </dgm:pt>
    <dgm:pt modelId="{B5F3AC73-2149-48C7-9654-9A6B1C6D42FD}">
      <dgm:prSet phldrT="[Text]" custT="1"/>
      <dgm:spPr/>
      <dgm:t>
        <a:bodyPr/>
        <a:lstStyle/>
        <a:p>
          <a:r>
            <a:rPr lang="en-GB" sz="2000" u="sng" dirty="0"/>
            <a:t>Descriptive</a:t>
          </a:r>
          <a:r>
            <a:rPr lang="en-GB" sz="2000" dirty="0"/>
            <a:t> (characteristics of behaviour)</a:t>
          </a:r>
        </a:p>
      </dgm:t>
    </dgm:pt>
    <dgm:pt modelId="{CCFCA9E1-40AC-4B4E-B64C-E8B18BBA16E0}" type="parTrans" cxnId="{774B41AF-FAC0-456E-94B2-6DADCE64C5E6}">
      <dgm:prSet/>
      <dgm:spPr/>
      <dgm:t>
        <a:bodyPr/>
        <a:lstStyle/>
        <a:p>
          <a:endParaRPr lang="en-GB"/>
        </a:p>
      </dgm:t>
    </dgm:pt>
    <dgm:pt modelId="{82259B59-DB15-4430-AAEE-AE7E98BE3576}" type="sibTrans" cxnId="{774B41AF-FAC0-456E-94B2-6DADCE64C5E6}">
      <dgm:prSet/>
      <dgm:spPr/>
      <dgm:t>
        <a:bodyPr/>
        <a:lstStyle/>
        <a:p>
          <a:endParaRPr lang="en-GB"/>
        </a:p>
      </dgm:t>
    </dgm:pt>
    <dgm:pt modelId="{6D7C76B2-403A-47C0-8971-E68CA7CC2AB9}">
      <dgm:prSet phldrT="[Text]" custT="1"/>
      <dgm:spPr/>
      <dgm:t>
        <a:bodyPr/>
        <a:lstStyle/>
        <a:p>
          <a:r>
            <a:rPr lang="en-GB" sz="2000" u="sng" dirty="0"/>
            <a:t>Survey</a:t>
          </a:r>
          <a:r>
            <a:rPr lang="en-GB" sz="2000" dirty="0"/>
            <a:t> (collect self-report data)</a:t>
          </a:r>
        </a:p>
      </dgm:t>
    </dgm:pt>
    <dgm:pt modelId="{F038ABCC-A7B8-4984-8D07-F258D5FD8E60}" type="parTrans" cxnId="{5F0A26B7-2427-40A9-90AF-307D58B9981E}">
      <dgm:prSet/>
      <dgm:spPr/>
      <dgm:t>
        <a:bodyPr/>
        <a:lstStyle/>
        <a:p>
          <a:endParaRPr lang="en-GB"/>
        </a:p>
      </dgm:t>
    </dgm:pt>
    <dgm:pt modelId="{14F91B6C-8705-4A7C-9CDA-1F56B082BC76}" type="sibTrans" cxnId="{5F0A26B7-2427-40A9-90AF-307D58B9981E}">
      <dgm:prSet/>
      <dgm:spPr/>
      <dgm:t>
        <a:bodyPr/>
        <a:lstStyle/>
        <a:p>
          <a:endParaRPr lang="en-GB"/>
        </a:p>
      </dgm:t>
    </dgm:pt>
    <dgm:pt modelId="{33AD7DB3-CDBC-436E-BB30-EC72CC633FCF}">
      <dgm:prSet phldrT="[Text]" custT="1"/>
      <dgm:spPr/>
      <dgm:t>
        <a:bodyPr/>
        <a:lstStyle/>
        <a:p>
          <a:r>
            <a:rPr lang="en-GB" sz="2000" u="sng" dirty="0"/>
            <a:t>Observational</a:t>
          </a:r>
          <a:r>
            <a:rPr lang="en-GB" sz="2000" dirty="0"/>
            <a:t> (natural settings, numeric)</a:t>
          </a:r>
        </a:p>
      </dgm:t>
    </dgm:pt>
    <dgm:pt modelId="{137CBE64-97B8-4BEC-9EAE-AC77D7B55F79}" type="parTrans" cxnId="{38D20FA9-422E-4D20-9D17-7901355991D4}">
      <dgm:prSet/>
      <dgm:spPr/>
      <dgm:t>
        <a:bodyPr/>
        <a:lstStyle/>
        <a:p>
          <a:endParaRPr lang="en-GB"/>
        </a:p>
      </dgm:t>
    </dgm:pt>
    <dgm:pt modelId="{DBC1C0F0-90FF-468F-8941-A96BBCF38954}" type="sibTrans" cxnId="{38D20FA9-422E-4D20-9D17-7901355991D4}">
      <dgm:prSet/>
      <dgm:spPr/>
      <dgm:t>
        <a:bodyPr/>
        <a:lstStyle/>
        <a:p>
          <a:endParaRPr lang="en-GB"/>
        </a:p>
      </dgm:t>
    </dgm:pt>
    <dgm:pt modelId="{4179F96B-1ADE-4B19-A2AF-4C3B5369299E}">
      <dgm:prSet phldrT="[Text]" custT="1"/>
      <dgm:spPr/>
      <dgm:t>
        <a:bodyPr/>
        <a:lstStyle/>
        <a:p>
          <a:pPr>
            <a:buNone/>
          </a:pPr>
          <a:r>
            <a:rPr lang="en-GB" sz="2000" b="1" u="sng" dirty="0"/>
            <a:t>Subtypes</a:t>
          </a:r>
          <a:r>
            <a:rPr lang="en-GB" sz="2000" u="sng" dirty="0"/>
            <a:t>:</a:t>
          </a:r>
        </a:p>
      </dgm:t>
    </dgm:pt>
    <dgm:pt modelId="{1596261A-D235-441A-8515-A91A5F13D8FF}" type="parTrans" cxnId="{2B94A93A-8224-4FCC-B67A-154273862713}">
      <dgm:prSet/>
      <dgm:spPr/>
      <dgm:t>
        <a:bodyPr/>
        <a:lstStyle/>
        <a:p>
          <a:endParaRPr lang="en-GB"/>
        </a:p>
      </dgm:t>
    </dgm:pt>
    <dgm:pt modelId="{65EF5B2F-2474-4654-8AFB-F3EEF6C66125}" type="sibTrans" cxnId="{2B94A93A-8224-4FCC-B67A-154273862713}">
      <dgm:prSet/>
      <dgm:spPr/>
      <dgm:t>
        <a:bodyPr/>
        <a:lstStyle/>
        <a:p>
          <a:endParaRPr lang="en-GB"/>
        </a:p>
      </dgm:t>
    </dgm:pt>
    <dgm:pt modelId="{347EEE3F-80AB-4987-9DD2-6756649B5ACD}" type="pres">
      <dgm:prSet presAssocID="{102F359D-F6D2-48BC-9155-C4895717946B}" presName="Name0" presStyleCnt="0">
        <dgm:presLayoutVars>
          <dgm:dir/>
          <dgm:animLvl val="lvl"/>
          <dgm:resizeHandles val="exact"/>
        </dgm:presLayoutVars>
      </dgm:prSet>
      <dgm:spPr/>
    </dgm:pt>
    <dgm:pt modelId="{E36D45D2-A7A7-4ADA-85C0-EF2C23473002}" type="pres">
      <dgm:prSet presAssocID="{5A1A04F7-B8ED-4DC9-BD4A-45041DBC562A}" presName="linNode" presStyleCnt="0"/>
      <dgm:spPr/>
    </dgm:pt>
    <dgm:pt modelId="{5F008209-6EBB-4C50-8FB6-8CC08DB9752A}" type="pres">
      <dgm:prSet presAssocID="{5A1A04F7-B8ED-4DC9-BD4A-45041DBC562A}" presName="parentText" presStyleLbl="node1" presStyleIdx="0" presStyleCnt="4" custScaleX="277778" custScaleY="41407">
        <dgm:presLayoutVars>
          <dgm:chMax val="1"/>
          <dgm:bulletEnabled val="1"/>
        </dgm:presLayoutVars>
      </dgm:prSet>
      <dgm:spPr/>
    </dgm:pt>
    <dgm:pt modelId="{97939992-821A-4BFD-8FCD-E4347B35BA8A}" type="pres">
      <dgm:prSet presAssocID="{3C1C535B-95C2-4B75-8918-D00D62C7F459}" presName="sp" presStyleCnt="0"/>
      <dgm:spPr/>
    </dgm:pt>
    <dgm:pt modelId="{A4909C34-6303-4B69-B298-A321F9F9ADCC}" type="pres">
      <dgm:prSet presAssocID="{798C657A-2ABE-400A-9027-7F9221944AC1}" presName="linNode" presStyleCnt="0"/>
      <dgm:spPr/>
    </dgm:pt>
    <dgm:pt modelId="{52DD377E-4B3E-4847-A06F-BDED3CF8A93F}" type="pres">
      <dgm:prSet presAssocID="{798C657A-2ABE-400A-9027-7F9221944AC1}" presName="parentText" presStyleLbl="node1" presStyleIdx="1" presStyleCnt="4" custScaleX="80473" custScaleY="71665">
        <dgm:presLayoutVars>
          <dgm:chMax val="1"/>
          <dgm:bulletEnabled val="1"/>
        </dgm:presLayoutVars>
      </dgm:prSet>
      <dgm:spPr/>
    </dgm:pt>
    <dgm:pt modelId="{BBE8FC3B-BC14-4EB2-B338-ED0E22F77CFD}" type="pres">
      <dgm:prSet presAssocID="{798C657A-2ABE-400A-9027-7F9221944AC1}" presName="descendantText" presStyleLbl="alignAccFollowNode1" presStyleIdx="0" presStyleCnt="3" custScaleX="115022" custScaleY="75589">
        <dgm:presLayoutVars>
          <dgm:bulletEnabled val="1"/>
        </dgm:presLayoutVars>
      </dgm:prSet>
      <dgm:spPr>
        <a:prstGeom prst="roundRect">
          <a:avLst/>
        </a:prstGeom>
      </dgm:spPr>
    </dgm:pt>
    <dgm:pt modelId="{3535B796-4BE0-4BC7-81AF-0E70CA36C01D}" type="pres">
      <dgm:prSet presAssocID="{CD627C96-3FF2-4E99-AB03-D8AFF0020414}" presName="sp" presStyleCnt="0"/>
      <dgm:spPr/>
    </dgm:pt>
    <dgm:pt modelId="{93EC93D2-D688-470C-BC6C-792680B2F1B3}" type="pres">
      <dgm:prSet presAssocID="{11FF8FEE-A465-4AD8-92A0-B6704999FCFC}" presName="linNode" presStyleCnt="0"/>
      <dgm:spPr/>
    </dgm:pt>
    <dgm:pt modelId="{7B9ED911-636C-4F2A-9CFE-6598813DF25B}" type="pres">
      <dgm:prSet presAssocID="{11FF8FEE-A465-4AD8-92A0-B6704999FCFC}" presName="parentText" presStyleLbl="node1" presStyleIdx="2" presStyleCnt="4" custScaleX="81322" custScaleY="61295">
        <dgm:presLayoutVars>
          <dgm:chMax val="1"/>
          <dgm:bulletEnabled val="1"/>
        </dgm:presLayoutVars>
      </dgm:prSet>
      <dgm:spPr/>
    </dgm:pt>
    <dgm:pt modelId="{9E1C77DF-1F03-4448-995C-BB9251236616}" type="pres">
      <dgm:prSet presAssocID="{11FF8FEE-A465-4AD8-92A0-B6704999FCFC}" presName="descendantText" presStyleLbl="alignAccFollowNode1" presStyleIdx="1" presStyleCnt="3" custScaleX="117510" custScaleY="63635">
        <dgm:presLayoutVars>
          <dgm:bulletEnabled val="1"/>
        </dgm:presLayoutVars>
      </dgm:prSet>
      <dgm:spPr>
        <a:prstGeom prst="roundRect">
          <a:avLst/>
        </a:prstGeom>
      </dgm:spPr>
    </dgm:pt>
    <dgm:pt modelId="{AE04A8E8-DD5F-46F7-BE53-CA40B01854D5}" type="pres">
      <dgm:prSet presAssocID="{66483D0B-12AD-4428-BCBF-DC62E58DC2FA}" presName="sp" presStyleCnt="0"/>
      <dgm:spPr/>
    </dgm:pt>
    <dgm:pt modelId="{23819BDC-531A-4FD7-9475-56317739872E}" type="pres">
      <dgm:prSet presAssocID="{5E260BC0-7212-462B-9F76-63B6B0AF2321}" presName="linNode" presStyleCnt="0"/>
      <dgm:spPr/>
    </dgm:pt>
    <dgm:pt modelId="{01089CDB-91AE-42ED-88F4-A9934CBBC8AF}" type="pres">
      <dgm:prSet presAssocID="{5E260BC0-7212-462B-9F76-63B6B0AF2321}" presName="parentText" presStyleLbl="node1" presStyleIdx="3" presStyleCnt="4" custScaleX="81322" custLinFactNeighborX="-1" custLinFactNeighborY="-863">
        <dgm:presLayoutVars>
          <dgm:chMax val="1"/>
          <dgm:bulletEnabled val="1"/>
        </dgm:presLayoutVars>
      </dgm:prSet>
      <dgm:spPr/>
    </dgm:pt>
    <dgm:pt modelId="{2FB568BD-34EE-4EA4-B34A-627B2BE207E8}" type="pres">
      <dgm:prSet presAssocID="{5E260BC0-7212-462B-9F76-63B6B0AF2321}" presName="descendantText" presStyleLbl="alignAccFollowNode1" presStyleIdx="2" presStyleCnt="3" custScaleX="115828" custScaleY="124037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A6999D09-C042-489F-A767-7DB13B832CB8}" type="presOf" srcId="{102F359D-F6D2-48BC-9155-C4895717946B}" destId="{347EEE3F-80AB-4987-9DD2-6756649B5ACD}" srcOrd="0" destOrd="0" presId="urn:microsoft.com/office/officeart/2005/8/layout/vList5"/>
    <dgm:cxn modelId="{4425B90C-80E6-46C3-AB22-451D723043B8}" type="presOf" srcId="{4179F96B-1ADE-4B19-A2AF-4C3B5369299E}" destId="{2FB568BD-34EE-4EA4-B34A-627B2BE207E8}" srcOrd="0" destOrd="1" presId="urn:microsoft.com/office/officeart/2005/8/layout/vList5"/>
    <dgm:cxn modelId="{FE723C18-D959-48B3-94A2-5C83182B6C04}" srcId="{11FF8FEE-A465-4AD8-92A0-B6704999FCFC}" destId="{AF404CBD-2126-4824-A774-265CAC6BB91A}" srcOrd="1" destOrd="0" parTransId="{0BA8B322-1759-41BB-AFC6-1E32D76E58EF}" sibTransId="{809EF41A-C969-4482-A682-368C700C024E}"/>
    <dgm:cxn modelId="{6E376018-E3BB-4C37-B538-71D539D72D71}" type="presOf" srcId="{AF404CBD-2126-4824-A774-265CAC6BB91A}" destId="{9E1C77DF-1F03-4448-995C-BB9251236616}" srcOrd="0" destOrd="1" presId="urn:microsoft.com/office/officeart/2005/8/layout/vList5"/>
    <dgm:cxn modelId="{53760324-AA27-4B54-B436-CE625A5EEF56}" srcId="{102F359D-F6D2-48BC-9155-C4895717946B}" destId="{5E260BC0-7212-462B-9F76-63B6B0AF2321}" srcOrd="3" destOrd="0" parTransId="{00BAB81C-8737-4E58-8122-550C197EA516}" sibTransId="{91BF6E79-8465-4A36-9DAE-DB966E5C1ECE}"/>
    <dgm:cxn modelId="{E03C6B28-188E-44E4-92EC-5D4BA5F83407}" type="presOf" srcId="{798C657A-2ABE-400A-9027-7F9221944AC1}" destId="{52DD377E-4B3E-4847-A06F-BDED3CF8A93F}" srcOrd="0" destOrd="0" presId="urn:microsoft.com/office/officeart/2005/8/layout/vList5"/>
    <dgm:cxn modelId="{2B94A93A-8224-4FCC-B67A-154273862713}" srcId="{5E260BC0-7212-462B-9F76-63B6B0AF2321}" destId="{4179F96B-1ADE-4B19-A2AF-4C3B5369299E}" srcOrd="1" destOrd="0" parTransId="{1596261A-D235-441A-8515-A91A5F13D8FF}" sibTransId="{65EF5B2F-2474-4654-8AFB-F3EEF6C66125}"/>
    <dgm:cxn modelId="{1CDC7160-BA61-4C18-B4D9-C524E5C87556}" type="presOf" srcId="{1C76107E-9699-44D6-A9EE-C03746D42528}" destId="{BBE8FC3B-BC14-4EB2-B338-ED0E22F77CFD}" srcOrd="0" destOrd="0" presId="urn:microsoft.com/office/officeart/2005/8/layout/vList5"/>
    <dgm:cxn modelId="{268E2B41-C196-4BA2-A655-36C993D71E4E}" type="presOf" srcId="{33AD7DB3-CDBC-436E-BB30-EC72CC633FCF}" destId="{2FB568BD-34EE-4EA4-B34A-627B2BE207E8}" srcOrd="0" destOrd="5" presId="urn:microsoft.com/office/officeart/2005/8/layout/vList5"/>
    <dgm:cxn modelId="{49443561-78DE-41F6-850F-4FE83026908B}" type="presOf" srcId="{217E5F7C-1F87-4AA9-BE0C-0AB97B778727}" destId="{2FB568BD-34EE-4EA4-B34A-627B2BE207E8}" srcOrd="0" destOrd="0" presId="urn:microsoft.com/office/officeart/2005/8/layout/vList5"/>
    <dgm:cxn modelId="{9D543142-37FB-4E32-8F8F-776FA73BA0CD}" srcId="{798C657A-2ABE-400A-9027-7F9221944AC1}" destId="{1C76107E-9699-44D6-A9EE-C03746D42528}" srcOrd="0" destOrd="0" parTransId="{C5BBD767-E284-4FDC-9720-7829F8E41E27}" sibTransId="{73490F3A-F7CC-4F14-A3A6-4E77706B81A2}"/>
    <dgm:cxn modelId="{2AB83363-1652-4970-81AF-F59F23942B60}" type="presOf" srcId="{B5F3AC73-2149-48C7-9654-9A6B1C6D42FD}" destId="{2FB568BD-34EE-4EA4-B34A-627B2BE207E8}" srcOrd="0" destOrd="3" presId="urn:microsoft.com/office/officeart/2005/8/layout/vList5"/>
    <dgm:cxn modelId="{56F08065-E373-40D4-9CA2-1FF94B89472E}" type="presOf" srcId="{6D7C76B2-403A-47C0-8971-E68CA7CC2AB9}" destId="{2FB568BD-34EE-4EA4-B34A-627B2BE207E8}" srcOrd="0" destOrd="4" presId="urn:microsoft.com/office/officeart/2005/8/layout/vList5"/>
    <dgm:cxn modelId="{A73F7049-AF24-4C6C-A823-968B1A15B51E}" type="presOf" srcId="{5A1A04F7-B8ED-4DC9-BD4A-45041DBC562A}" destId="{5F008209-6EBB-4C50-8FB6-8CC08DB9752A}" srcOrd="0" destOrd="0" presId="urn:microsoft.com/office/officeart/2005/8/layout/vList5"/>
    <dgm:cxn modelId="{81F2FA6C-4916-4736-94FE-0FDF3AF5A4DB}" type="presOf" srcId="{5FA59C72-7918-4799-89CB-21052E8D2E97}" destId="{9E1C77DF-1F03-4448-995C-BB9251236616}" srcOrd="0" destOrd="2" presId="urn:microsoft.com/office/officeart/2005/8/layout/vList5"/>
    <dgm:cxn modelId="{F2EB2B4E-C0AF-4342-84D1-B31B355F0B79}" type="presOf" srcId="{AEB02C10-7A6D-4162-B77E-23AA17392922}" destId="{BBE8FC3B-BC14-4EB2-B338-ED0E22F77CFD}" srcOrd="0" destOrd="1" presId="urn:microsoft.com/office/officeart/2005/8/layout/vList5"/>
    <dgm:cxn modelId="{23A58B70-F46C-442C-9CF5-7DBFA3375501}" type="presOf" srcId="{5E260BC0-7212-462B-9F76-63B6B0AF2321}" destId="{01089CDB-91AE-42ED-88F4-A9934CBBC8AF}" srcOrd="0" destOrd="0" presId="urn:microsoft.com/office/officeart/2005/8/layout/vList5"/>
    <dgm:cxn modelId="{D45A9E54-F2AE-40E5-8869-5069F525CF65}" srcId="{11FF8FEE-A465-4AD8-92A0-B6704999FCFC}" destId="{54C100F9-9189-46A4-81D2-07D78DA570D7}" srcOrd="0" destOrd="0" parTransId="{6BECD2B1-068F-4F53-BE71-CE0D038F42B4}" sibTransId="{94942CED-516F-47B7-B095-E6A1B88F0638}"/>
    <dgm:cxn modelId="{B073E47B-4E95-43B1-AFEF-20F9B9CC13B1}" srcId="{102F359D-F6D2-48BC-9155-C4895717946B}" destId="{5A1A04F7-B8ED-4DC9-BD4A-45041DBC562A}" srcOrd="0" destOrd="0" parTransId="{7AC3477B-2C8A-48BE-A5BF-BC709E9EAFC3}" sibTransId="{3C1C535B-95C2-4B75-8918-D00D62C7F459}"/>
    <dgm:cxn modelId="{C3993083-9504-475E-A0CA-C5081C63EC9B}" srcId="{5E260BC0-7212-462B-9F76-63B6B0AF2321}" destId="{BA72F40A-1ED9-43C8-B962-5D2BFBB2FA73}" srcOrd="2" destOrd="0" parTransId="{6BBBD688-AB59-4350-AFCF-4B5D5902086B}" sibTransId="{5E5C6662-09A7-44E9-B403-42736E9C35CE}"/>
    <dgm:cxn modelId="{FBB87C9D-4B05-44CA-8480-1B95CDF80550}" srcId="{798C657A-2ABE-400A-9027-7F9221944AC1}" destId="{AEB02C10-7A6D-4162-B77E-23AA17392922}" srcOrd="1" destOrd="0" parTransId="{787D46A5-358C-481D-BE80-02FDEA0FA10A}" sibTransId="{84185484-FC38-4B7C-9A0A-174422482B4A}"/>
    <dgm:cxn modelId="{38D20FA9-422E-4D20-9D17-7901355991D4}" srcId="{5E260BC0-7212-462B-9F76-63B6B0AF2321}" destId="{33AD7DB3-CDBC-436E-BB30-EC72CC633FCF}" srcOrd="5" destOrd="0" parTransId="{137CBE64-97B8-4BEC-9EAE-AC77D7B55F79}" sibTransId="{DBC1C0F0-90FF-468F-8941-A96BBCF38954}"/>
    <dgm:cxn modelId="{FF4001AF-830B-408A-9815-D69F43B141C4}" srcId="{798C657A-2ABE-400A-9027-7F9221944AC1}" destId="{F83B57E8-B104-4D6C-A54D-F198C55BFF75}" srcOrd="2" destOrd="0" parTransId="{B655FBB9-CE9A-4AC7-A095-D7BF979476B2}" sibTransId="{D6B4FFB0-2DA3-446A-9C77-A67CFBC1B810}"/>
    <dgm:cxn modelId="{774B41AF-FAC0-456E-94B2-6DADCE64C5E6}" srcId="{5E260BC0-7212-462B-9F76-63B6B0AF2321}" destId="{B5F3AC73-2149-48C7-9654-9A6B1C6D42FD}" srcOrd="3" destOrd="0" parTransId="{CCFCA9E1-40AC-4B4E-B64C-E8B18BBA16E0}" sibTransId="{82259B59-DB15-4430-AAEE-AE7E98BE3576}"/>
    <dgm:cxn modelId="{CCC14DB3-48C8-47AE-A6C1-9A4B3BD2B1EE}" type="presOf" srcId="{54C100F9-9189-46A4-81D2-07D78DA570D7}" destId="{9E1C77DF-1F03-4448-995C-BB9251236616}" srcOrd="0" destOrd="0" presId="urn:microsoft.com/office/officeart/2005/8/layout/vList5"/>
    <dgm:cxn modelId="{04C007B5-9C1B-40F3-8726-3C4BF8966EF3}" srcId="{102F359D-F6D2-48BC-9155-C4895717946B}" destId="{11FF8FEE-A465-4AD8-92A0-B6704999FCFC}" srcOrd="2" destOrd="0" parTransId="{C443E6D6-69E2-4AF3-B8D4-900487E0B3E9}" sibTransId="{66483D0B-12AD-4428-BCBF-DC62E58DC2FA}"/>
    <dgm:cxn modelId="{5F0A26B7-2427-40A9-90AF-307D58B9981E}" srcId="{5E260BC0-7212-462B-9F76-63B6B0AF2321}" destId="{6D7C76B2-403A-47C0-8971-E68CA7CC2AB9}" srcOrd="4" destOrd="0" parTransId="{F038ABCC-A7B8-4984-8D07-F258D5FD8E60}" sibTransId="{14F91B6C-8705-4A7C-9CDA-1F56B082BC76}"/>
    <dgm:cxn modelId="{26EC3BC5-B446-4CAC-879D-E9EB25BD907E}" srcId="{102F359D-F6D2-48BC-9155-C4895717946B}" destId="{798C657A-2ABE-400A-9027-7F9221944AC1}" srcOrd="1" destOrd="0" parTransId="{369D3964-5EAF-45E2-8E6B-533C28D4E09F}" sibTransId="{CD627C96-3FF2-4E99-AB03-D8AFF0020414}"/>
    <dgm:cxn modelId="{2BF1F5C5-19D7-4675-BB9B-9D12F3851F8A}" srcId="{5E260BC0-7212-462B-9F76-63B6B0AF2321}" destId="{217E5F7C-1F87-4AA9-BE0C-0AB97B778727}" srcOrd="0" destOrd="0" parTransId="{227EC8F5-7CD9-4BB2-A161-AAE4C6B550ED}" sibTransId="{C71BB97D-D654-431E-881F-17761C9607B9}"/>
    <dgm:cxn modelId="{1CDF77CB-6924-4F8A-AD4B-7EA8C7B3A29E}" type="presOf" srcId="{F83B57E8-B104-4D6C-A54D-F198C55BFF75}" destId="{BBE8FC3B-BC14-4EB2-B338-ED0E22F77CFD}" srcOrd="0" destOrd="2" presId="urn:microsoft.com/office/officeart/2005/8/layout/vList5"/>
    <dgm:cxn modelId="{174F11CF-AA9A-4BDA-954C-79B0A584013C}" type="presOf" srcId="{BA72F40A-1ED9-43C8-B962-5D2BFBB2FA73}" destId="{2FB568BD-34EE-4EA4-B34A-627B2BE207E8}" srcOrd="0" destOrd="2" presId="urn:microsoft.com/office/officeart/2005/8/layout/vList5"/>
    <dgm:cxn modelId="{E2A04BD1-4449-4561-A340-9AB9BC460572}" srcId="{11FF8FEE-A465-4AD8-92A0-B6704999FCFC}" destId="{5FA59C72-7918-4799-89CB-21052E8D2E97}" srcOrd="2" destOrd="0" parTransId="{DD456115-4C33-477A-8578-667A8008DE24}" sibTransId="{516A0E62-2FC5-4CAC-990B-4D667381A24E}"/>
    <dgm:cxn modelId="{DC1296E9-E967-41D5-AE27-5E03F23958BA}" type="presOf" srcId="{11FF8FEE-A465-4AD8-92A0-B6704999FCFC}" destId="{7B9ED911-636C-4F2A-9CFE-6598813DF25B}" srcOrd="0" destOrd="0" presId="urn:microsoft.com/office/officeart/2005/8/layout/vList5"/>
    <dgm:cxn modelId="{47F1454C-3C02-4D8A-BF9D-97BF7B5A40A6}" type="presParOf" srcId="{347EEE3F-80AB-4987-9DD2-6756649B5ACD}" destId="{E36D45D2-A7A7-4ADA-85C0-EF2C23473002}" srcOrd="0" destOrd="0" presId="urn:microsoft.com/office/officeart/2005/8/layout/vList5"/>
    <dgm:cxn modelId="{686F1A39-ED7F-41DE-AE7B-5E370620F9EA}" type="presParOf" srcId="{E36D45D2-A7A7-4ADA-85C0-EF2C23473002}" destId="{5F008209-6EBB-4C50-8FB6-8CC08DB9752A}" srcOrd="0" destOrd="0" presId="urn:microsoft.com/office/officeart/2005/8/layout/vList5"/>
    <dgm:cxn modelId="{F2BC5309-CB85-4364-8F33-3F261A7F1697}" type="presParOf" srcId="{347EEE3F-80AB-4987-9DD2-6756649B5ACD}" destId="{97939992-821A-4BFD-8FCD-E4347B35BA8A}" srcOrd="1" destOrd="0" presId="urn:microsoft.com/office/officeart/2005/8/layout/vList5"/>
    <dgm:cxn modelId="{A4390E8E-C8D3-4E6F-9906-01F2CAC2D6C3}" type="presParOf" srcId="{347EEE3F-80AB-4987-9DD2-6756649B5ACD}" destId="{A4909C34-6303-4B69-B298-A321F9F9ADCC}" srcOrd="2" destOrd="0" presId="urn:microsoft.com/office/officeart/2005/8/layout/vList5"/>
    <dgm:cxn modelId="{8908547F-C960-4029-BF21-A1904B6F55DA}" type="presParOf" srcId="{A4909C34-6303-4B69-B298-A321F9F9ADCC}" destId="{52DD377E-4B3E-4847-A06F-BDED3CF8A93F}" srcOrd="0" destOrd="0" presId="urn:microsoft.com/office/officeart/2005/8/layout/vList5"/>
    <dgm:cxn modelId="{0A532482-6A01-4973-A5E4-6E6D9A325925}" type="presParOf" srcId="{A4909C34-6303-4B69-B298-A321F9F9ADCC}" destId="{BBE8FC3B-BC14-4EB2-B338-ED0E22F77CFD}" srcOrd="1" destOrd="0" presId="urn:microsoft.com/office/officeart/2005/8/layout/vList5"/>
    <dgm:cxn modelId="{43B5F4DC-3FAC-459E-B711-22208D2A7C05}" type="presParOf" srcId="{347EEE3F-80AB-4987-9DD2-6756649B5ACD}" destId="{3535B796-4BE0-4BC7-81AF-0E70CA36C01D}" srcOrd="3" destOrd="0" presId="urn:microsoft.com/office/officeart/2005/8/layout/vList5"/>
    <dgm:cxn modelId="{41D49F06-2978-48FB-995B-30BA061D0381}" type="presParOf" srcId="{347EEE3F-80AB-4987-9DD2-6756649B5ACD}" destId="{93EC93D2-D688-470C-BC6C-792680B2F1B3}" srcOrd="4" destOrd="0" presId="urn:microsoft.com/office/officeart/2005/8/layout/vList5"/>
    <dgm:cxn modelId="{91BDE8F2-3A74-4057-808F-6D4C13BE2F4D}" type="presParOf" srcId="{93EC93D2-D688-470C-BC6C-792680B2F1B3}" destId="{7B9ED911-636C-4F2A-9CFE-6598813DF25B}" srcOrd="0" destOrd="0" presId="urn:microsoft.com/office/officeart/2005/8/layout/vList5"/>
    <dgm:cxn modelId="{172F9BC6-3BED-4D38-8184-A72571FDD020}" type="presParOf" srcId="{93EC93D2-D688-470C-BC6C-792680B2F1B3}" destId="{9E1C77DF-1F03-4448-995C-BB9251236616}" srcOrd="1" destOrd="0" presId="urn:microsoft.com/office/officeart/2005/8/layout/vList5"/>
    <dgm:cxn modelId="{78FF1535-27AD-49FF-94D7-320A30333855}" type="presParOf" srcId="{347EEE3F-80AB-4987-9DD2-6756649B5ACD}" destId="{AE04A8E8-DD5F-46F7-BE53-CA40B01854D5}" srcOrd="5" destOrd="0" presId="urn:microsoft.com/office/officeart/2005/8/layout/vList5"/>
    <dgm:cxn modelId="{D6A0D063-C268-473D-A105-1F5E127ADC4F}" type="presParOf" srcId="{347EEE3F-80AB-4987-9DD2-6756649B5ACD}" destId="{23819BDC-531A-4FD7-9475-56317739872E}" srcOrd="6" destOrd="0" presId="urn:microsoft.com/office/officeart/2005/8/layout/vList5"/>
    <dgm:cxn modelId="{ABEFFEB8-2C98-4F88-BDE9-D91FBEEDE2A9}" type="presParOf" srcId="{23819BDC-531A-4FD7-9475-56317739872E}" destId="{01089CDB-91AE-42ED-88F4-A9934CBBC8AF}" srcOrd="0" destOrd="0" presId="urn:microsoft.com/office/officeart/2005/8/layout/vList5"/>
    <dgm:cxn modelId="{7113A54F-4B8C-45EB-865C-814F3F323592}" type="presParOf" srcId="{23819BDC-531A-4FD7-9475-56317739872E}" destId="{2FB568BD-34EE-4EA4-B34A-627B2BE207E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02F359D-F6D2-48BC-9155-C4895717946B}" type="doc">
      <dgm:prSet loTypeId="urn:microsoft.com/office/officeart/2005/8/layout/vList5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GB"/>
        </a:p>
      </dgm:t>
    </dgm:pt>
    <dgm:pt modelId="{798C657A-2ABE-400A-9027-7F9221944AC1}">
      <dgm:prSet phldrT="[Text]" custT="1"/>
      <dgm:spPr/>
      <dgm:t>
        <a:bodyPr/>
        <a:lstStyle/>
        <a:p>
          <a:r>
            <a:rPr lang="en-GB" sz="2300" b="0" dirty="0"/>
            <a:t>Experimental</a:t>
          </a:r>
        </a:p>
      </dgm:t>
    </dgm:pt>
    <dgm:pt modelId="{369D3964-5EAF-45E2-8E6B-533C28D4E09F}" type="parTrans" cxnId="{26EC3BC5-B446-4CAC-879D-E9EB25BD907E}">
      <dgm:prSet/>
      <dgm:spPr/>
      <dgm:t>
        <a:bodyPr/>
        <a:lstStyle/>
        <a:p>
          <a:endParaRPr lang="en-GB" sz="1800"/>
        </a:p>
      </dgm:t>
    </dgm:pt>
    <dgm:pt modelId="{CD627C96-3FF2-4E99-AB03-D8AFF0020414}" type="sibTrans" cxnId="{26EC3BC5-B446-4CAC-879D-E9EB25BD907E}">
      <dgm:prSet/>
      <dgm:spPr/>
      <dgm:t>
        <a:bodyPr/>
        <a:lstStyle/>
        <a:p>
          <a:endParaRPr lang="en-GB" sz="1800"/>
        </a:p>
      </dgm:t>
    </dgm:pt>
    <dgm:pt modelId="{1C76107E-9699-44D6-A9EE-C03746D42528}">
      <dgm:prSet phldrT="[Text]" custT="1"/>
      <dgm:spPr/>
      <dgm:t>
        <a:bodyPr/>
        <a:lstStyle/>
        <a:p>
          <a:r>
            <a:rPr lang="en-GB" sz="2000" dirty="0"/>
            <a:t>Manipulate, control variables</a:t>
          </a:r>
        </a:p>
      </dgm:t>
    </dgm:pt>
    <dgm:pt modelId="{C5BBD767-E284-4FDC-9720-7829F8E41E27}" type="parTrans" cxnId="{9D543142-37FB-4E32-8F8F-776FA73BA0CD}">
      <dgm:prSet/>
      <dgm:spPr/>
      <dgm:t>
        <a:bodyPr/>
        <a:lstStyle/>
        <a:p>
          <a:endParaRPr lang="en-GB" sz="1800"/>
        </a:p>
      </dgm:t>
    </dgm:pt>
    <dgm:pt modelId="{73490F3A-F7CC-4F14-A3A6-4E77706B81A2}" type="sibTrans" cxnId="{9D543142-37FB-4E32-8F8F-776FA73BA0CD}">
      <dgm:prSet/>
      <dgm:spPr/>
      <dgm:t>
        <a:bodyPr/>
        <a:lstStyle/>
        <a:p>
          <a:endParaRPr lang="en-GB" sz="1800"/>
        </a:p>
      </dgm:t>
    </dgm:pt>
    <dgm:pt modelId="{AEB02C10-7A6D-4162-B77E-23AA17392922}">
      <dgm:prSet phldrT="[Text]" custT="1"/>
      <dgm:spPr/>
      <dgm:t>
        <a:bodyPr/>
        <a:lstStyle/>
        <a:p>
          <a:r>
            <a:rPr lang="en-GB" sz="2000" dirty="0"/>
            <a:t>Cause and effect relationships</a:t>
          </a:r>
        </a:p>
      </dgm:t>
    </dgm:pt>
    <dgm:pt modelId="{787D46A5-358C-481D-BE80-02FDEA0FA10A}" type="parTrans" cxnId="{FBB87C9D-4B05-44CA-8480-1B95CDF80550}">
      <dgm:prSet/>
      <dgm:spPr/>
      <dgm:t>
        <a:bodyPr/>
        <a:lstStyle/>
        <a:p>
          <a:endParaRPr lang="en-GB" sz="1800"/>
        </a:p>
      </dgm:t>
    </dgm:pt>
    <dgm:pt modelId="{84185484-FC38-4B7C-9A0A-174422482B4A}" type="sibTrans" cxnId="{FBB87C9D-4B05-44CA-8480-1B95CDF80550}">
      <dgm:prSet/>
      <dgm:spPr/>
      <dgm:t>
        <a:bodyPr/>
        <a:lstStyle/>
        <a:p>
          <a:endParaRPr lang="en-GB" sz="1800"/>
        </a:p>
      </dgm:t>
    </dgm:pt>
    <dgm:pt modelId="{54C100F9-9189-46A4-81D2-07D78DA570D7}">
      <dgm:prSet phldrT="[Text]" custT="1"/>
      <dgm:spPr>
        <a:solidFill>
          <a:schemeClr val="bg1">
            <a:lumMod val="95000"/>
          </a:schemeClr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r>
            <a:rPr lang="en-GB" sz="2000" dirty="0">
              <a:solidFill>
                <a:schemeClr val="bg1">
                  <a:lumMod val="85000"/>
                </a:schemeClr>
              </a:solidFill>
            </a:rPr>
            <a:t>Manipulate, without random assignment</a:t>
          </a:r>
        </a:p>
      </dgm:t>
    </dgm:pt>
    <dgm:pt modelId="{6BECD2B1-068F-4F53-BE71-CE0D038F42B4}" type="parTrans" cxnId="{D45A9E54-F2AE-40E5-8869-5069F525CF65}">
      <dgm:prSet/>
      <dgm:spPr/>
      <dgm:t>
        <a:bodyPr/>
        <a:lstStyle/>
        <a:p>
          <a:endParaRPr lang="en-GB" sz="1800"/>
        </a:p>
      </dgm:t>
    </dgm:pt>
    <dgm:pt modelId="{94942CED-516F-47B7-B095-E6A1B88F0638}" type="sibTrans" cxnId="{D45A9E54-F2AE-40E5-8869-5069F525CF65}">
      <dgm:prSet/>
      <dgm:spPr/>
      <dgm:t>
        <a:bodyPr/>
        <a:lstStyle/>
        <a:p>
          <a:endParaRPr lang="en-GB" sz="1800"/>
        </a:p>
      </dgm:t>
    </dgm:pt>
    <dgm:pt modelId="{5E260BC0-7212-462B-9F76-63B6B0AF2321}">
      <dgm:prSet phldrT="[Text]" custT="1"/>
      <dgm:spPr/>
      <dgm:t>
        <a:bodyPr/>
        <a:lstStyle/>
        <a:p>
          <a:r>
            <a:rPr lang="en-GB" sz="2300" b="0" dirty="0"/>
            <a:t>Non-Experimental </a:t>
          </a:r>
        </a:p>
      </dgm:t>
    </dgm:pt>
    <dgm:pt modelId="{00BAB81C-8737-4E58-8122-550C197EA516}" type="parTrans" cxnId="{53760324-AA27-4B54-B436-CE625A5EEF56}">
      <dgm:prSet/>
      <dgm:spPr/>
      <dgm:t>
        <a:bodyPr/>
        <a:lstStyle/>
        <a:p>
          <a:endParaRPr lang="en-GB" sz="1800"/>
        </a:p>
      </dgm:t>
    </dgm:pt>
    <dgm:pt modelId="{91BF6E79-8465-4A36-9DAE-DB966E5C1ECE}" type="sibTrans" cxnId="{53760324-AA27-4B54-B436-CE625A5EEF56}">
      <dgm:prSet/>
      <dgm:spPr/>
      <dgm:t>
        <a:bodyPr/>
        <a:lstStyle/>
        <a:p>
          <a:endParaRPr lang="en-GB" sz="1800"/>
        </a:p>
      </dgm:t>
    </dgm:pt>
    <dgm:pt modelId="{217E5F7C-1F87-4AA9-BE0C-0AB97B778727}">
      <dgm:prSet phldrT="[Text]" custT="1"/>
      <dgm:spPr/>
      <dgm:t>
        <a:bodyPr/>
        <a:lstStyle/>
        <a:p>
          <a:r>
            <a:rPr lang="en-GB" sz="2000" dirty="0"/>
            <a:t>To observe and describe, no manipulation</a:t>
          </a:r>
          <a:endParaRPr lang="en-GB" sz="2000" u="sng" dirty="0"/>
        </a:p>
      </dgm:t>
    </dgm:pt>
    <dgm:pt modelId="{227EC8F5-7CD9-4BB2-A161-AAE4C6B550ED}" type="parTrans" cxnId="{2BF1F5C5-19D7-4675-BB9B-9D12F3851F8A}">
      <dgm:prSet/>
      <dgm:spPr/>
      <dgm:t>
        <a:bodyPr/>
        <a:lstStyle/>
        <a:p>
          <a:endParaRPr lang="en-GB" sz="1800"/>
        </a:p>
      </dgm:t>
    </dgm:pt>
    <dgm:pt modelId="{C71BB97D-D654-431E-881F-17761C9607B9}" type="sibTrans" cxnId="{2BF1F5C5-19D7-4675-BB9B-9D12F3851F8A}">
      <dgm:prSet/>
      <dgm:spPr/>
      <dgm:t>
        <a:bodyPr/>
        <a:lstStyle/>
        <a:p>
          <a:endParaRPr lang="en-GB" sz="1800"/>
        </a:p>
      </dgm:t>
    </dgm:pt>
    <dgm:pt modelId="{5A1A04F7-B8ED-4DC9-BD4A-45041DBC562A}">
      <dgm:prSet custT="1"/>
      <dgm:spPr/>
      <dgm:t>
        <a:bodyPr/>
        <a:lstStyle/>
        <a:p>
          <a:r>
            <a:rPr lang="en-GB" sz="2400" b="1" dirty="0"/>
            <a:t>Quantitative</a:t>
          </a:r>
          <a:endParaRPr lang="en-GB" sz="1800" b="1" dirty="0"/>
        </a:p>
      </dgm:t>
    </dgm:pt>
    <dgm:pt modelId="{7AC3477B-2C8A-48BE-A5BF-BC709E9EAFC3}" type="parTrans" cxnId="{B073E47B-4E95-43B1-AFEF-20F9B9CC13B1}">
      <dgm:prSet/>
      <dgm:spPr/>
      <dgm:t>
        <a:bodyPr/>
        <a:lstStyle/>
        <a:p>
          <a:endParaRPr lang="en-GB" sz="1800"/>
        </a:p>
      </dgm:t>
    </dgm:pt>
    <dgm:pt modelId="{3C1C535B-95C2-4B75-8918-D00D62C7F459}" type="sibTrans" cxnId="{B073E47B-4E95-43B1-AFEF-20F9B9CC13B1}">
      <dgm:prSet/>
      <dgm:spPr/>
      <dgm:t>
        <a:bodyPr/>
        <a:lstStyle/>
        <a:p>
          <a:endParaRPr lang="en-GB" sz="1800"/>
        </a:p>
      </dgm:t>
    </dgm:pt>
    <dgm:pt modelId="{11FF8FEE-A465-4AD8-92A0-B6704999FCFC}">
      <dgm:prSet phldrT="[Text]" custT="1"/>
      <dgm:spPr>
        <a:solidFill>
          <a:schemeClr val="bg1">
            <a:lumMod val="95000"/>
          </a:schemeClr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r>
            <a:rPr lang="en-GB" sz="2300" b="0" dirty="0">
              <a:solidFill>
                <a:schemeClr val="bg1">
                  <a:lumMod val="85000"/>
                </a:schemeClr>
              </a:solidFill>
            </a:rPr>
            <a:t>Quasi-Experimental</a:t>
          </a:r>
        </a:p>
      </dgm:t>
    </dgm:pt>
    <dgm:pt modelId="{66483D0B-12AD-4428-BCBF-DC62E58DC2FA}" type="sibTrans" cxnId="{04C007B5-9C1B-40F3-8726-3C4BF8966EF3}">
      <dgm:prSet/>
      <dgm:spPr/>
      <dgm:t>
        <a:bodyPr/>
        <a:lstStyle/>
        <a:p>
          <a:endParaRPr lang="en-GB" sz="1800"/>
        </a:p>
      </dgm:t>
    </dgm:pt>
    <dgm:pt modelId="{C443E6D6-69E2-4AF3-B8D4-900487E0B3E9}" type="parTrans" cxnId="{04C007B5-9C1B-40F3-8726-3C4BF8966EF3}">
      <dgm:prSet/>
      <dgm:spPr/>
      <dgm:t>
        <a:bodyPr/>
        <a:lstStyle/>
        <a:p>
          <a:endParaRPr lang="en-GB" sz="1800"/>
        </a:p>
      </dgm:t>
    </dgm:pt>
    <dgm:pt modelId="{AF404CBD-2126-4824-A774-265CAC6BB91A}">
      <dgm:prSet phldrT="[Text]" custT="1"/>
      <dgm:spPr>
        <a:solidFill>
          <a:schemeClr val="bg1">
            <a:lumMod val="95000"/>
          </a:schemeClr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r>
            <a:rPr lang="en-GB" sz="2000" dirty="0">
              <a:solidFill>
                <a:schemeClr val="bg1">
                  <a:lumMod val="85000"/>
                </a:schemeClr>
              </a:solidFill>
            </a:rPr>
            <a:t>Some cause and effect relationships</a:t>
          </a:r>
        </a:p>
      </dgm:t>
    </dgm:pt>
    <dgm:pt modelId="{0BA8B322-1759-41BB-AFC6-1E32D76E58EF}" type="parTrans" cxnId="{FE723C18-D959-48B3-94A2-5C83182B6C04}">
      <dgm:prSet/>
      <dgm:spPr/>
      <dgm:t>
        <a:bodyPr/>
        <a:lstStyle/>
        <a:p>
          <a:endParaRPr lang="en-GB"/>
        </a:p>
      </dgm:t>
    </dgm:pt>
    <dgm:pt modelId="{809EF41A-C969-4482-A682-368C700C024E}" type="sibTrans" cxnId="{FE723C18-D959-48B3-94A2-5C83182B6C04}">
      <dgm:prSet/>
      <dgm:spPr/>
      <dgm:t>
        <a:bodyPr/>
        <a:lstStyle/>
        <a:p>
          <a:endParaRPr lang="en-GB"/>
        </a:p>
      </dgm:t>
    </dgm:pt>
    <dgm:pt modelId="{F83B57E8-B104-4D6C-A54D-F198C55BFF75}">
      <dgm:prSet phldrT="[Text]" custT="1"/>
      <dgm:spPr/>
      <dgm:t>
        <a:bodyPr/>
        <a:lstStyle/>
        <a:p>
          <a:r>
            <a:rPr lang="en-GB" sz="2000" dirty="0"/>
            <a:t>Example: lab experiments</a:t>
          </a:r>
        </a:p>
      </dgm:t>
    </dgm:pt>
    <dgm:pt modelId="{B655FBB9-CE9A-4AC7-A095-D7BF979476B2}" type="parTrans" cxnId="{FF4001AF-830B-408A-9815-D69F43B141C4}">
      <dgm:prSet/>
      <dgm:spPr/>
      <dgm:t>
        <a:bodyPr/>
        <a:lstStyle/>
        <a:p>
          <a:endParaRPr lang="en-GB"/>
        </a:p>
      </dgm:t>
    </dgm:pt>
    <dgm:pt modelId="{D6B4FFB0-2DA3-446A-9C77-A67CFBC1B810}" type="sibTrans" cxnId="{FF4001AF-830B-408A-9815-D69F43B141C4}">
      <dgm:prSet/>
      <dgm:spPr/>
      <dgm:t>
        <a:bodyPr/>
        <a:lstStyle/>
        <a:p>
          <a:endParaRPr lang="en-GB"/>
        </a:p>
      </dgm:t>
    </dgm:pt>
    <dgm:pt modelId="{5FA59C72-7918-4799-89CB-21052E8D2E97}">
      <dgm:prSet phldrT="[Text]" custT="1"/>
      <dgm:spPr>
        <a:solidFill>
          <a:schemeClr val="bg1">
            <a:lumMod val="95000"/>
          </a:schemeClr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r>
            <a:rPr lang="en-GB" sz="2000" dirty="0">
              <a:solidFill>
                <a:schemeClr val="bg1">
                  <a:lumMod val="85000"/>
                </a:schemeClr>
              </a:solidFill>
            </a:rPr>
            <a:t>Example: real-world settings e.g. healthcare</a:t>
          </a:r>
        </a:p>
      </dgm:t>
    </dgm:pt>
    <dgm:pt modelId="{DD456115-4C33-477A-8578-667A8008DE24}" type="parTrans" cxnId="{E2A04BD1-4449-4561-A340-9AB9BC460572}">
      <dgm:prSet/>
      <dgm:spPr/>
      <dgm:t>
        <a:bodyPr/>
        <a:lstStyle/>
        <a:p>
          <a:endParaRPr lang="en-GB"/>
        </a:p>
      </dgm:t>
    </dgm:pt>
    <dgm:pt modelId="{516A0E62-2FC5-4CAC-990B-4D667381A24E}" type="sibTrans" cxnId="{E2A04BD1-4449-4561-A340-9AB9BC460572}">
      <dgm:prSet/>
      <dgm:spPr/>
      <dgm:t>
        <a:bodyPr/>
        <a:lstStyle/>
        <a:p>
          <a:endParaRPr lang="en-GB"/>
        </a:p>
      </dgm:t>
    </dgm:pt>
    <dgm:pt modelId="{BA72F40A-1ED9-43C8-B962-5D2BFBB2FA73}">
      <dgm:prSet phldrT="[Text]" custT="1"/>
      <dgm:spPr/>
      <dgm:t>
        <a:bodyPr/>
        <a:lstStyle/>
        <a:p>
          <a:r>
            <a:rPr lang="en-GB" sz="2000" u="sng" dirty="0"/>
            <a:t>Correlational</a:t>
          </a:r>
          <a:r>
            <a:rPr lang="en-GB" sz="2000" dirty="0"/>
            <a:t> (relation between variables)</a:t>
          </a:r>
        </a:p>
      </dgm:t>
    </dgm:pt>
    <dgm:pt modelId="{6BBBD688-AB59-4350-AFCF-4B5D5902086B}" type="parTrans" cxnId="{C3993083-9504-475E-A0CA-C5081C63EC9B}">
      <dgm:prSet/>
      <dgm:spPr/>
      <dgm:t>
        <a:bodyPr/>
        <a:lstStyle/>
        <a:p>
          <a:endParaRPr lang="en-GB"/>
        </a:p>
      </dgm:t>
    </dgm:pt>
    <dgm:pt modelId="{5E5C6662-09A7-44E9-B403-42736E9C35CE}" type="sibTrans" cxnId="{C3993083-9504-475E-A0CA-C5081C63EC9B}">
      <dgm:prSet/>
      <dgm:spPr/>
      <dgm:t>
        <a:bodyPr/>
        <a:lstStyle/>
        <a:p>
          <a:endParaRPr lang="en-GB"/>
        </a:p>
      </dgm:t>
    </dgm:pt>
    <dgm:pt modelId="{B5F3AC73-2149-48C7-9654-9A6B1C6D42FD}">
      <dgm:prSet phldrT="[Text]" custT="1"/>
      <dgm:spPr/>
      <dgm:t>
        <a:bodyPr/>
        <a:lstStyle/>
        <a:p>
          <a:r>
            <a:rPr lang="en-GB" sz="2000" u="sng" dirty="0"/>
            <a:t>Descriptive</a:t>
          </a:r>
          <a:r>
            <a:rPr lang="en-GB" sz="2000" dirty="0"/>
            <a:t> (characteristics of behaviour)</a:t>
          </a:r>
        </a:p>
      </dgm:t>
    </dgm:pt>
    <dgm:pt modelId="{CCFCA9E1-40AC-4B4E-B64C-E8B18BBA16E0}" type="parTrans" cxnId="{774B41AF-FAC0-456E-94B2-6DADCE64C5E6}">
      <dgm:prSet/>
      <dgm:spPr/>
      <dgm:t>
        <a:bodyPr/>
        <a:lstStyle/>
        <a:p>
          <a:endParaRPr lang="en-GB"/>
        </a:p>
      </dgm:t>
    </dgm:pt>
    <dgm:pt modelId="{82259B59-DB15-4430-AAEE-AE7E98BE3576}" type="sibTrans" cxnId="{774B41AF-FAC0-456E-94B2-6DADCE64C5E6}">
      <dgm:prSet/>
      <dgm:spPr/>
      <dgm:t>
        <a:bodyPr/>
        <a:lstStyle/>
        <a:p>
          <a:endParaRPr lang="en-GB"/>
        </a:p>
      </dgm:t>
    </dgm:pt>
    <dgm:pt modelId="{6D7C76B2-403A-47C0-8971-E68CA7CC2AB9}">
      <dgm:prSet phldrT="[Text]" custT="1"/>
      <dgm:spPr/>
      <dgm:t>
        <a:bodyPr/>
        <a:lstStyle/>
        <a:p>
          <a:r>
            <a:rPr lang="en-GB" sz="2000" u="sng" dirty="0"/>
            <a:t>Survey</a:t>
          </a:r>
          <a:r>
            <a:rPr lang="en-GB" sz="2000" dirty="0"/>
            <a:t> (collect self-report data)</a:t>
          </a:r>
        </a:p>
      </dgm:t>
    </dgm:pt>
    <dgm:pt modelId="{F038ABCC-A7B8-4984-8D07-F258D5FD8E60}" type="parTrans" cxnId="{5F0A26B7-2427-40A9-90AF-307D58B9981E}">
      <dgm:prSet/>
      <dgm:spPr/>
      <dgm:t>
        <a:bodyPr/>
        <a:lstStyle/>
        <a:p>
          <a:endParaRPr lang="en-GB"/>
        </a:p>
      </dgm:t>
    </dgm:pt>
    <dgm:pt modelId="{14F91B6C-8705-4A7C-9CDA-1F56B082BC76}" type="sibTrans" cxnId="{5F0A26B7-2427-40A9-90AF-307D58B9981E}">
      <dgm:prSet/>
      <dgm:spPr/>
      <dgm:t>
        <a:bodyPr/>
        <a:lstStyle/>
        <a:p>
          <a:endParaRPr lang="en-GB"/>
        </a:p>
      </dgm:t>
    </dgm:pt>
    <dgm:pt modelId="{33AD7DB3-CDBC-436E-BB30-EC72CC633FCF}">
      <dgm:prSet phldrT="[Text]" custT="1"/>
      <dgm:spPr/>
      <dgm:t>
        <a:bodyPr/>
        <a:lstStyle/>
        <a:p>
          <a:r>
            <a:rPr lang="en-GB" sz="2000" u="sng" dirty="0">
              <a:solidFill>
                <a:schemeClr val="bg1">
                  <a:lumMod val="85000"/>
                </a:schemeClr>
              </a:solidFill>
            </a:rPr>
            <a:t>Observational</a:t>
          </a:r>
          <a:r>
            <a:rPr lang="en-GB" sz="2000" dirty="0">
              <a:solidFill>
                <a:schemeClr val="bg1">
                  <a:lumMod val="85000"/>
                </a:schemeClr>
              </a:solidFill>
            </a:rPr>
            <a:t> (natural settings, numeric)</a:t>
          </a:r>
        </a:p>
      </dgm:t>
    </dgm:pt>
    <dgm:pt modelId="{137CBE64-97B8-4BEC-9EAE-AC77D7B55F79}" type="parTrans" cxnId="{38D20FA9-422E-4D20-9D17-7901355991D4}">
      <dgm:prSet/>
      <dgm:spPr/>
      <dgm:t>
        <a:bodyPr/>
        <a:lstStyle/>
        <a:p>
          <a:endParaRPr lang="en-GB"/>
        </a:p>
      </dgm:t>
    </dgm:pt>
    <dgm:pt modelId="{DBC1C0F0-90FF-468F-8941-A96BBCF38954}" type="sibTrans" cxnId="{38D20FA9-422E-4D20-9D17-7901355991D4}">
      <dgm:prSet/>
      <dgm:spPr/>
      <dgm:t>
        <a:bodyPr/>
        <a:lstStyle/>
        <a:p>
          <a:endParaRPr lang="en-GB"/>
        </a:p>
      </dgm:t>
    </dgm:pt>
    <dgm:pt modelId="{4179F96B-1ADE-4B19-A2AF-4C3B5369299E}">
      <dgm:prSet phldrT="[Text]" custT="1"/>
      <dgm:spPr/>
      <dgm:t>
        <a:bodyPr/>
        <a:lstStyle/>
        <a:p>
          <a:pPr>
            <a:buNone/>
          </a:pPr>
          <a:r>
            <a:rPr lang="en-GB" sz="2000" b="1" u="sng" dirty="0"/>
            <a:t>Subtypes</a:t>
          </a:r>
          <a:r>
            <a:rPr lang="en-GB" sz="2000" u="sng" dirty="0"/>
            <a:t>:</a:t>
          </a:r>
        </a:p>
      </dgm:t>
    </dgm:pt>
    <dgm:pt modelId="{1596261A-D235-441A-8515-A91A5F13D8FF}" type="parTrans" cxnId="{2B94A93A-8224-4FCC-B67A-154273862713}">
      <dgm:prSet/>
      <dgm:spPr/>
      <dgm:t>
        <a:bodyPr/>
        <a:lstStyle/>
        <a:p>
          <a:endParaRPr lang="en-GB"/>
        </a:p>
      </dgm:t>
    </dgm:pt>
    <dgm:pt modelId="{65EF5B2F-2474-4654-8AFB-F3EEF6C66125}" type="sibTrans" cxnId="{2B94A93A-8224-4FCC-B67A-154273862713}">
      <dgm:prSet/>
      <dgm:spPr/>
      <dgm:t>
        <a:bodyPr/>
        <a:lstStyle/>
        <a:p>
          <a:endParaRPr lang="en-GB"/>
        </a:p>
      </dgm:t>
    </dgm:pt>
    <dgm:pt modelId="{347EEE3F-80AB-4987-9DD2-6756649B5ACD}" type="pres">
      <dgm:prSet presAssocID="{102F359D-F6D2-48BC-9155-C4895717946B}" presName="Name0" presStyleCnt="0">
        <dgm:presLayoutVars>
          <dgm:dir/>
          <dgm:animLvl val="lvl"/>
          <dgm:resizeHandles val="exact"/>
        </dgm:presLayoutVars>
      </dgm:prSet>
      <dgm:spPr/>
    </dgm:pt>
    <dgm:pt modelId="{E36D45D2-A7A7-4ADA-85C0-EF2C23473002}" type="pres">
      <dgm:prSet presAssocID="{5A1A04F7-B8ED-4DC9-BD4A-45041DBC562A}" presName="linNode" presStyleCnt="0"/>
      <dgm:spPr/>
    </dgm:pt>
    <dgm:pt modelId="{5F008209-6EBB-4C50-8FB6-8CC08DB9752A}" type="pres">
      <dgm:prSet presAssocID="{5A1A04F7-B8ED-4DC9-BD4A-45041DBC562A}" presName="parentText" presStyleLbl="node1" presStyleIdx="0" presStyleCnt="4" custScaleX="277778" custScaleY="41407">
        <dgm:presLayoutVars>
          <dgm:chMax val="1"/>
          <dgm:bulletEnabled val="1"/>
        </dgm:presLayoutVars>
      </dgm:prSet>
      <dgm:spPr/>
    </dgm:pt>
    <dgm:pt modelId="{97939992-821A-4BFD-8FCD-E4347B35BA8A}" type="pres">
      <dgm:prSet presAssocID="{3C1C535B-95C2-4B75-8918-D00D62C7F459}" presName="sp" presStyleCnt="0"/>
      <dgm:spPr/>
    </dgm:pt>
    <dgm:pt modelId="{A4909C34-6303-4B69-B298-A321F9F9ADCC}" type="pres">
      <dgm:prSet presAssocID="{798C657A-2ABE-400A-9027-7F9221944AC1}" presName="linNode" presStyleCnt="0"/>
      <dgm:spPr/>
    </dgm:pt>
    <dgm:pt modelId="{52DD377E-4B3E-4847-A06F-BDED3CF8A93F}" type="pres">
      <dgm:prSet presAssocID="{798C657A-2ABE-400A-9027-7F9221944AC1}" presName="parentText" presStyleLbl="node1" presStyleIdx="1" presStyleCnt="4" custScaleX="80473" custScaleY="71665">
        <dgm:presLayoutVars>
          <dgm:chMax val="1"/>
          <dgm:bulletEnabled val="1"/>
        </dgm:presLayoutVars>
      </dgm:prSet>
      <dgm:spPr/>
    </dgm:pt>
    <dgm:pt modelId="{BBE8FC3B-BC14-4EB2-B338-ED0E22F77CFD}" type="pres">
      <dgm:prSet presAssocID="{798C657A-2ABE-400A-9027-7F9221944AC1}" presName="descendantText" presStyleLbl="alignAccFollowNode1" presStyleIdx="0" presStyleCnt="3" custScaleX="115022" custScaleY="75589">
        <dgm:presLayoutVars>
          <dgm:bulletEnabled val="1"/>
        </dgm:presLayoutVars>
      </dgm:prSet>
      <dgm:spPr>
        <a:prstGeom prst="roundRect">
          <a:avLst/>
        </a:prstGeom>
      </dgm:spPr>
    </dgm:pt>
    <dgm:pt modelId="{3535B796-4BE0-4BC7-81AF-0E70CA36C01D}" type="pres">
      <dgm:prSet presAssocID="{CD627C96-3FF2-4E99-AB03-D8AFF0020414}" presName="sp" presStyleCnt="0"/>
      <dgm:spPr/>
    </dgm:pt>
    <dgm:pt modelId="{93EC93D2-D688-470C-BC6C-792680B2F1B3}" type="pres">
      <dgm:prSet presAssocID="{11FF8FEE-A465-4AD8-92A0-B6704999FCFC}" presName="linNode" presStyleCnt="0"/>
      <dgm:spPr/>
    </dgm:pt>
    <dgm:pt modelId="{7B9ED911-636C-4F2A-9CFE-6598813DF25B}" type="pres">
      <dgm:prSet presAssocID="{11FF8FEE-A465-4AD8-92A0-B6704999FCFC}" presName="parentText" presStyleLbl="node1" presStyleIdx="2" presStyleCnt="4" custScaleX="81322" custScaleY="61295">
        <dgm:presLayoutVars>
          <dgm:chMax val="1"/>
          <dgm:bulletEnabled val="1"/>
        </dgm:presLayoutVars>
      </dgm:prSet>
      <dgm:spPr/>
    </dgm:pt>
    <dgm:pt modelId="{9E1C77DF-1F03-4448-995C-BB9251236616}" type="pres">
      <dgm:prSet presAssocID="{11FF8FEE-A465-4AD8-92A0-B6704999FCFC}" presName="descendantText" presStyleLbl="alignAccFollowNode1" presStyleIdx="1" presStyleCnt="3" custScaleX="117510" custScaleY="63635">
        <dgm:presLayoutVars>
          <dgm:bulletEnabled val="1"/>
        </dgm:presLayoutVars>
      </dgm:prSet>
      <dgm:spPr>
        <a:prstGeom prst="roundRect">
          <a:avLst/>
        </a:prstGeom>
      </dgm:spPr>
    </dgm:pt>
    <dgm:pt modelId="{AE04A8E8-DD5F-46F7-BE53-CA40B01854D5}" type="pres">
      <dgm:prSet presAssocID="{66483D0B-12AD-4428-BCBF-DC62E58DC2FA}" presName="sp" presStyleCnt="0"/>
      <dgm:spPr/>
    </dgm:pt>
    <dgm:pt modelId="{23819BDC-531A-4FD7-9475-56317739872E}" type="pres">
      <dgm:prSet presAssocID="{5E260BC0-7212-462B-9F76-63B6B0AF2321}" presName="linNode" presStyleCnt="0"/>
      <dgm:spPr/>
    </dgm:pt>
    <dgm:pt modelId="{01089CDB-91AE-42ED-88F4-A9934CBBC8AF}" type="pres">
      <dgm:prSet presAssocID="{5E260BC0-7212-462B-9F76-63B6B0AF2321}" presName="parentText" presStyleLbl="node1" presStyleIdx="3" presStyleCnt="4" custScaleX="81322" custLinFactNeighborX="-1" custLinFactNeighborY="-863">
        <dgm:presLayoutVars>
          <dgm:chMax val="1"/>
          <dgm:bulletEnabled val="1"/>
        </dgm:presLayoutVars>
      </dgm:prSet>
      <dgm:spPr/>
    </dgm:pt>
    <dgm:pt modelId="{2FB568BD-34EE-4EA4-B34A-627B2BE207E8}" type="pres">
      <dgm:prSet presAssocID="{5E260BC0-7212-462B-9F76-63B6B0AF2321}" presName="descendantText" presStyleLbl="alignAccFollowNode1" presStyleIdx="2" presStyleCnt="3" custScaleX="115828" custScaleY="124037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A6999D09-C042-489F-A767-7DB13B832CB8}" type="presOf" srcId="{102F359D-F6D2-48BC-9155-C4895717946B}" destId="{347EEE3F-80AB-4987-9DD2-6756649B5ACD}" srcOrd="0" destOrd="0" presId="urn:microsoft.com/office/officeart/2005/8/layout/vList5"/>
    <dgm:cxn modelId="{4425B90C-80E6-46C3-AB22-451D723043B8}" type="presOf" srcId="{4179F96B-1ADE-4B19-A2AF-4C3B5369299E}" destId="{2FB568BD-34EE-4EA4-B34A-627B2BE207E8}" srcOrd="0" destOrd="1" presId="urn:microsoft.com/office/officeart/2005/8/layout/vList5"/>
    <dgm:cxn modelId="{FE723C18-D959-48B3-94A2-5C83182B6C04}" srcId="{11FF8FEE-A465-4AD8-92A0-B6704999FCFC}" destId="{AF404CBD-2126-4824-A774-265CAC6BB91A}" srcOrd="1" destOrd="0" parTransId="{0BA8B322-1759-41BB-AFC6-1E32D76E58EF}" sibTransId="{809EF41A-C969-4482-A682-368C700C024E}"/>
    <dgm:cxn modelId="{6E376018-E3BB-4C37-B538-71D539D72D71}" type="presOf" srcId="{AF404CBD-2126-4824-A774-265CAC6BB91A}" destId="{9E1C77DF-1F03-4448-995C-BB9251236616}" srcOrd="0" destOrd="1" presId="urn:microsoft.com/office/officeart/2005/8/layout/vList5"/>
    <dgm:cxn modelId="{53760324-AA27-4B54-B436-CE625A5EEF56}" srcId="{102F359D-F6D2-48BC-9155-C4895717946B}" destId="{5E260BC0-7212-462B-9F76-63B6B0AF2321}" srcOrd="3" destOrd="0" parTransId="{00BAB81C-8737-4E58-8122-550C197EA516}" sibTransId="{91BF6E79-8465-4A36-9DAE-DB966E5C1ECE}"/>
    <dgm:cxn modelId="{E03C6B28-188E-44E4-92EC-5D4BA5F83407}" type="presOf" srcId="{798C657A-2ABE-400A-9027-7F9221944AC1}" destId="{52DD377E-4B3E-4847-A06F-BDED3CF8A93F}" srcOrd="0" destOrd="0" presId="urn:microsoft.com/office/officeart/2005/8/layout/vList5"/>
    <dgm:cxn modelId="{2B94A93A-8224-4FCC-B67A-154273862713}" srcId="{5E260BC0-7212-462B-9F76-63B6B0AF2321}" destId="{4179F96B-1ADE-4B19-A2AF-4C3B5369299E}" srcOrd="1" destOrd="0" parTransId="{1596261A-D235-441A-8515-A91A5F13D8FF}" sibTransId="{65EF5B2F-2474-4654-8AFB-F3EEF6C66125}"/>
    <dgm:cxn modelId="{1CDC7160-BA61-4C18-B4D9-C524E5C87556}" type="presOf" srcId="{1C76107E-9699-44D6-A9EE-C03746D42528}" destId="{BBE8FC3B-BC14-4EB2-B338-ED0E22F77CFD}" srcOrd="0" destOrd="0" presId="urn:microsoft.com/office/officeart/2005/8/layout/vList5"/>
    <dgm:cxn modelId="{268E2B41-C196-4BA2-A655-36C993D71E4E}" type="presOf" srcId="{33AD7DB3-CDBC-436E-BB30-EC72CC633FCF}" destId="{2FB568BD-34EE-4EA4-B34A-627B2BE207E8}" srcOrd="0" destOrd="5" presId="urn:microsoft.com/office/officeart/2005/8/layout/vList5"/>
    <dgm:cxn modelId="{49443561-78DE-41F6-850F-4FE83026908B}" type="presOf" srcId="{217E5F7C-1F87-4AA9-BE0C-0AB97B778727}" destId="{2FB568BD-34EE-4EA4-B34A-627B2BE207E8}" srcOrd="0" destOrd="0" presId="urn:microsoft.com/office/officeart/2005/8/layout/vList5"/>
    <dgm:cxn modelId="{9D543142-37FB-4E32-8F8F-776FA73BA0CD}" srcId="{798C657A-2ABE-400A-9027-7F9221944AC1}" destId="{1C76107E-9699-44D6-A9EE-C03746D42528}" srcOrd="0" destOrd="0" parTransId="{C5BBD767-E284-4FDC-9720-7829F8E41E27}" sibTransId="{73490F3A-F7CC-4F14-A3A6-4E77706B81A2}"/>
    <dgm:cxn modelId="{2AB83363-1652-4970-81AF-F59F23942B60}" type="presOf" srcId="{B5F3AC73-2149-48C7-9654-9A6B1C6D42FD}" destId="{2FB568BD-34EE-4EA4-B34A-627B2BE207E8}" srcOrd="0" destOrd="3" presId="urn:microsoft.com/office/officeart/2005/8/layout/vList5"/>
    <dgm:cxn modelId="{56F08065-E373-40D4-9CA2-1FF94B89472E}" type="presOf" srcId="{6D7C76B2-403A-47C0-8971-E68CA7CC2AB9}" destId="{2FB568BD-34EE-4EA4-B34A-627B2BE207E8}" srcOrd="0" destOrd="4" presId="urn:microsoft.com/office/officeart/2005/8/layout/vList5"/>
    <dgm:cxn modelId="{A73F7049-AF24-4C6C-A823-968B1A15B51E}" type="presOf" srcId="{5A1A04F7-B8ED-4DC9-BD4A-45041DBC562A}" destId="{5F008209-6EBB-4C50-8FB6-8CC08DB9752A}" srcOrd="0" destOrd="0" presId="urn:microsoft.com/office/officeart/2005/8/layout/vList5"/>
    <dgm:cxn modelId="{81F2FA6C-4916-4736-94FE-0FDF3AF5A4DB}" type="presOf" srcId="{5FA59C72-7918-4799-89CB-21052E8D2E97}" destId="{9E1C77DF-1F03-4448-995C-BB9251236616}" srcOrd="0" destOrd="2" presId="urn:microsoft.com/office/officeart/2005/8/layout/vList5"/>
    <dgm:cxn modelId="{F2EB2B4E-C0AF-4342-84D1-B31B355F0B79}" type="presOf" srcId="{AEB02C10-7A6D-4162-B77E-23AA17392922}" destId="{BBE8FC3B-BC14-4EB2-B338-ED0E22F77CFD}" srcOrd="0" destOrd="1" presId="urn:microsoft.com/office/officeart/2005/8/layout/vList5"/>
    <dgm:cxn modelId="{23A58B70-F46C-442C-9CF5-7DBFA3375501}" type="presOf" srcId="{5E260BC0-7212-462B-9F76-63B6B0AF2321}" destId="{01089CDB-91AE-42ED-88F4-A9934CBBC8AF}" srcOrd="0" destOrd="0" presId="urn:microsoft.com/office/officeart/2005/8/layout/vList5"/>
    <dgm:cxn modelId="{D45A9E54-F2AE-40E5-8869-5069F525CF65}" srcId="{11FF8FEE-A465-4AD8-92A0-B6704999FCFC}" destId="{54C100F9-9189-46A4-81D2-07D78DA570D7}" srcOrd="0" destOrd="0" parTransId="{6BECD2B1-068F-4F53-BE71-CE0D038F42B4}" sibTransId="{94942CED-516F-47B7-B095-E6A1B88F0638}"/>
    <dgm:cxn modelId="{B073E47B-4E95-43B1-AFEF-20F9B9CC13B1}" srcId="{102F359D-F6D2-48BC-9155-C4895717946B}" destId="{5A1A04F7-B8ED-4DC9-BD4A-45041DBC562A}" srcOrd="0" destOrd="0" parTransId="{7AC3477B-2C8A-48BE-A5BF-BC709E9EAFC3}" sibTransId="{3C1C535B-95C2-4B75-8918-D00D62C7F459}"/>
    <dgm:cxn modelId="{C3993083-9504-475E-A0CA-C5081C63EC9B}" srcId="{5E260BC0-7212-462B-9F76-63B6B0AF2321}" destId="{BA72F40A-1ED9-43C8-B962-5D2BFBB2FA73}" srcOrd="2" destOrd="0" parTransId="{6BBBD688-AB59-4350-AFCF-4B5D5902086B}" sibTransId="{5E5C6662-09A7-44E9-B403-42736E9C35CE}"/>
    <dgm:cxn modelId="{FBB87C9D-4B05-44CA-8480-1B95CDF80550}" srcId="{798C657A-2ABE-400A-9027-7F9221944AC1}" destId="{AEB02C10-7A6D-4162-B77E-23AA17392922}" srcOrd="1" destOrd="0" parTransId="{787D46A5-358C-481D-BE80-02FDEA0FA10A}" sibTransId="{84185484-FC38-4B7C-9A0A-174422482B4A}"/>
    <dgm:cxn modelId="{38D20FA9-422E-4D20-9D17-7901355991D4}" srcId="{5E260BC0-7212-462B-9F76-63B6B0AF2321}" destId="{33AD7DB3-CDBC-436E-BB30-EC72CC633FCF}" srcOrd="5" destOrd="0" parTransId="{137CBE64-97B8-4BEC-9EAE-AC77D7B55F79}" sibTransId="{DBC1C0F0-90FF-468F-8941-A96BBCF38954}"/>
    <dgm:cxn modelId="{FF4001AF-830B-408A-9815-D69F43B141C4}" srcId="{798C657A-2ABE-400A-9027-7F9221944AC1}" destId="{F83B57E8-B104-4D6C-A54D-F198C55BFF75}" srcOrd="2" destOrd="0" parTransId="{B655FBB9-CE9A-4AC7-A095-D7BF979476B2}" sibTransId="{D6B4FFB0-2DA3-446A-9C77-A67CFBC1B810}"/>
    <dgm:cxn modelId="{774B41AF-FAC0-456E-94B2-6DADCE64C5E6}" srcId="{5E260BC0-7212-462B-9F76-63B6B0AF2321}" destId="{B5F3AC73-2149-48C7-9654-9A6B1C6D42FD}" srcOrd="3" destOrd="0" parTransId="{CCFCA9E1-40AC-4B4E-B64C-E8B18BBA16E0}" sibTransId="{82259B59-DB15-4430-AAEE-AE7E98BE3576}"/>
    <dgm:cxn modelId="{CCC14DB3-48C8-47AE-A6C1-9A4B3BD2B1EE}" type="presOf" srcId="{54C100F9-9189-46A4-81D2-07D78DA570D7}" destId="{9E1C77DF-1F03-4448-995C-BB9251236616}" srcOrd="0" destOrd="0" presId="urn:microsoft.com/office/officeart/2005/8/layout/vList5"/>
    <dgm:cxn modelId="{04C007B5-9C1B-40F3-8726-3C4BF8966EF3}" srcId="{102F359D-F6D2-48BC-9155-C4895717946B}" destId="{11FF8FEE-A465-4AD8-92A0-B6704999FCFC}" srcOrd="2" destOrd="0" parTransId="{C443E6D6-69E2-4AF3-B8D4-900487E0B3E9}" sibTransId="{66483D0B-12AD-4428-BCBF-DC62E58DC2FA}"/>
    <dgm:cxn modelId="{5F0A26B7-2427-40A9-90AF-307D58B9981E}" srcId="{5E260BC0-7212-462B-9F76-63B6B0AF2321}" destId="{6D7C76B2-403A-47C0-8971-E68CA7CC2AB9}" srcOrd="4" destOrd="0" parTransId="{F038ABCC-A7B8-4984-8D07-F258D5FD8E60}" sibTransId="{14F91B6C-8705-4A7C-9CDA-1F56B082BC76}"/>
    <dgm:cxn modelId="{26EC3BC5-B446-4CAC-879D-E9EB25BD907E}" srcId="{102F359D-F6D2-48BC-9155-C4895717946B}" destId="{798C657A-2ABE-400A-9027-7F9221944AC1}" srcOrd="1" destOrd="0" parTransId="{369D3964-5EAF-45E2-8E6B-533C28D4E09F}" sibTransId="{CD627C96-3FF2-4E99-AB03-D8AFF0020414}"/>
    <dgm:cxn modelId="{2BF1F5C5-19D7-4675-BB9B-9D12F3851F8A}" srcId="{5E260BC0-7212-462B-9F76-63B6B0AF2321}" destId="{217E5F7C-1F87-4AA9-BE0C-0AB97B778727}" srcOrd="0" destOrd="0" parTransId="{227EC8F5-7CD9-4BB2-A161-AAE4C6B550ED}" sibTransId="{C71BB97D-D654-431E-881F-17761C9607B9}"/>
    <dgm:cxn modelId="{1CDF77CB-6924-4F8A-AD4B-7EA8C7B3A29E}" type="presOf" srcId="{F83B57E8-B104-4D6C-A54D-F198C55BFF75}" destId="{BBE8FC3B-BC14-4EB2-B338-ED0E22F77CFD}" srcOrd="0" destOrd="2" presId="urn:microsoft.com/office/officeart/2005/8/layout/vList5"/>
    <dgm:cxn modelId="{174F11CF-AA9A-4BDA-954C-79B0A584013C}" type="presOf" srcId="{BA72F40A-1ED9-43C8-B962-5D2BFBB2FA73}" destId="{2FB568BD-34EE-4EA4-B34A-627B2BE207E8}" srcOrd="0" destOrd="2" presId="urn:microsoft.com/office/officeart/2005/8/layout/vList5"/>
    <dgm:cxn modelId="{E2A04BD1-4449-4561-A340-9AB9BC460572}" srcId="{11FF8FEE-A465-4AD8-92A0-B6704999FCFC}" destId="{5FA59C72-7918-4799-89CB-21052E8D2E97}" srcOrd="2" destOrd="0" parTransId="{DD456115-4C33-477A-8578-667A8008DE24}" sibTransId="{516A0E62-2FC5-4CAC-990B-4D667381A24E}"/>
    <dgm:cxn modelId="{DC1296E9-E967-41D5-AE27-5E03F23958BA}" type="presOf" srcId="{11FF8FEE-A465-4AD8-92A0-B6704999FCFC}" destId="{7B9ED911-636C-4F2A-9CFE-6598813DF25B}" srcOrd="0" destOrd="0" presId="urn:microsoft.com/office/officeart/2005/8/layout/vList5"/>
    <dgm:cxn modelId="{47F1454C-3C02-4D8A-BF9D-97BF7B5A40A6}" type="presParOf" srcId="{347EEE3F-80AB-4987-9DD2-6756649B5ACD}" destId="{E36D45D2-A7A7-4ADA-85C0-EF2C23473002}" srcOrd="0" destOrd="0" presId="urn:microsoft.com/office/officeart/2005/8/layout/vList5"/>
    <dgm:cxn modelId="{686F1A39-ED7F-41DE-AE7B-5E370620F9EA}" type="presParOf" srcId="{E36D45D2-A7A7-4ADA-85C0-EF2C23473002}" destId="{5F008209-6EBB-4C50-8FB6-8CC08DB9752A}" srcOrd="0" destOrd="0" presId="urn:microsoft.com/office/officeart/2005/8/layout/vList5"/>
    <dgm:cxn modelId="{F2BC5309-CB85-4364-8F33-3F261A7F1697}" type="presParOf" srcId="{347EEE3F-80AB-4987-9DD2-6756649B5ACD}" destId="{97939992-821A-4BFD-8FCD-E4347B35BA8A}" srcOrd="1" destOrd="0" presId="urn:microsoft.com/office/officeart/2005/8/layout/vList5"/>
    <dgm:cxn modelId="{A4390E8E-C8D3-4E6F-9906-01F2CAC2D6C3}" type="presParOf" srcId="{347EEE3F-80AB-4987-9DD2-6756649B5ACD}" destId="{A4909C34-6303-4B69-B298-A321F9F9ADCC}" srcOrd="2" destOrd="0" presId="urn:microsoft.com/office/officeart/2005/8/layout/vList5"/>
    <dgm:cxn modelId="{8908547F-C960-4029-BF21-A1904B6F55DA}" type="presParOf" srcId="{A4909C34-6303-4B69-B298-A321F9F9ADCC}" destId="{52DD377E-4B3E-4847-A06F-BDED3CF8A93F}" srcOrd="0" destOrd="0" presId="urn:microsoft.com/office/officeart/2005/8/layout/vList5"/>
    <dgm:cxn modelId="{0A532482-6A01-4973-A5E4-6E6D9A325925}" type="presParOf" srcId="{A4909C34-6303-4B69-B298-A321F9F9ADCC}" destId="{BBE8FC3B-BC14-4EB2-B338-ED0E22F77CFD}" srcOrd="1" destOrd="0" presId="urn:microsoft.com/office/officeart/2005/8/layout/vList5"/>
    <dgm:cxn modelId="{43B5F4DC-3FAC-459E-B711-22208D2A7C05}" type="presParOf" srcId="{347EEE3F-80AB-4987-9DD2-6756649B5ACD}" destId="{3535B796-4BE0-4BC7-81AF-0E70CA36C01D}" srcOrd="3" destOrd="0" presId="urn:microsoft.com/office/officeart/2005/8/layout/vList5"/>
    <dgm:cxn modelId="{41D49F06-2978-48FB-995B-30BA061D0381}" type="presParOf" srcId="{347EEE3F-80AB-4987-9DD2-6756649B5ACD}" destId="{93EC93D2-D688-470C-BC6C-792680B2F1B3}" srcOrd="4" destOrd="0" presId="urn:microsoft.com/office/officeart/2005/8/layout/vList5"/>
    <dgm:cxn modelId="{91BDE8F2-3A74-4057-808F-6D4C13BE2F4D}" type="presParOf" srcId="{93EC93D2-D688-470C-BC6C-792680B2F1B3}" destId="{7B9ED911-636C-4F2A-9CFE-6598813DF25B}" srcOrd="0" destOrd="0" presId="urn:microsoft.com/office/officeart/2005/8/layout/vList5"/>
    <dgm:cxn modelId="{172F9BC6-3BED-4D38-8184-A72571FDD020}" type="presParOf" srcId="{93EC93D2-D688-470C-BC6C-792680B2F1B3}" destId="{9E1C77DF-1F03-4448-995C-BB9251236616}" srcOrd="1" destOrd="0" presId="urn:microsoft.com/office/officeart/2005/8/layout/vList5"/>
    <dgm:cxn modelId="{78FF1535-27AD-49FF-94D7-320A30333855}" type="presParOf" srcId="{347EEE3F-80AB-4987-9DD2-6756649B5ACD}" destId="{AE04A8E8-DD5F-46F7-BE53-CA40B01854D5}" srcOrd="5" destOrd="0" presId="urn:microsoft.com/office/officeart/2005/8/layout/vList5"/>
    <dgm:cxn modelId="{D6A0D063-C268-473D-A105-1F5E127ADC4F}" type="presParOf" srcId="{347EEE3F-80AB-4987-9DD2-6756649B5ACD}" destId="{23819BDC-531A-4FD7-9475-56317739872E}" srcOrd="6" destOrd="0" presId="urn:microsoft.com/office/officeart/2005/8/layout/vList5"/>
    <dgm:cxn modelId="{ABEFFEB8-2C98-4F88-BDE9-D91FBEEDE2A9}" type="presParOf" srcId="{23819BDC-531A-4FD7-9475-56317739872E}" destId="{01089CDB-91AE-42ED-88F4-A9934CBBC8AF}" srcOrd="0" destOrd="0" presId="urn:microsoft.com/office/officeart/2005/8/layout/vList5"/>
    <dgm:cxn modelId="{7113A54F-4B8C-45EB-865C-814F3F323592}" type="presParOf" srcId="{23819BDC-531A-4FD7-9475-56317739872E}" destId="{2FB568BD-34EE-4EA4-B34A-627B2BE207E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02F359D-F6D2-48BC-9155-C4895717946B}" type="doc">
      <dgm:prSet loTypeId="urn:microsoft.com/office/officeart/2005/8/layout/vList5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798C657A-2ABE-400A-9027-7F9221944AC1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GB" sz="2300" b="1" dirty="0">
              <a:solidFill>
                <a:schemeClr val="bg1"/>
              </a:solidFill>
            </a:rPr>
            <a:t>Nominal Data</a:t>
          </a:r>
        </a:p>
      </dgm:t>
    </dgm:pt>
    <dgm:pt modelId="{369D3964-5EAF-45E2-8E6B-533C28D4E09F}" type="parTrans" cxnId="{26EC3BC5-B446-4CAC-879D-E9EB25BD907E}">
      <dgm:prSet/>
      <dgm:spPr/>
      <dgm:t>
        <a:bodyPr/>
        <a:lstStyle/>
        <a:p>
          <a:endParaRPr lang="en-GB" sz="1800"/>
        </a:p>
      </dgm:t>
    </dgm:pt>
    <dgm:pt modelId="{CD627C96-3FF2-4E99-AB03-D8AFF0020414}" type="sibTrans" cxnId="{26EC3BC5-B446-4CAC-879D-E9EB25BD907E}">
      <dgm:prSet/>
      <dgm:spPr/>
      <dgm:t>
        <a:bodyPr/>
        <a:lstStyle/>
        <a:p>
          <a:endParaRPr lang="en-GB" sz="1800"/>
        </a:p>
      </dgm:t>
    </dgm:pt>
    <dgm:pt modelId="{1C76107E-9699-44D6-A9EE-C03746D42528}">
      <dgm:prSet phldrT="[Text]" custT="1"/>
      <dgm:spPr/>
      <dgm:t>
        <a:bodyPr/>
        <a:lstStyle/>
        <a:p>
          <a:r>
            <a:rPr lang="en-GB" sz="1700" dirty="0"/>
            <a:t>Categorical (labels) e.g. nationality</a:t>
          </a:r>
        </a:p>
      </dgm:t>
    </dgm:pt>
    <dgm:pt modelId="{C5BBD767-E284-4FDC-9720-7829F8E41E27}" type="parTrans" cxnId="{9D543142-37FB-4E32-8F8F-776FA73BA0CD}">
      <dgm:prSet/>
      <dgm:spPr/>
      <dgm:t>
        <a:bodyPr/>
        <a:lstStyle/>
        <a:p>
          <a:endParaRPr lang="en-GB" sz="1800"/>
        </a:p>
      </dgm:t>
    </dgm:pt>
    <dgm:pt modelId="{73490F3A-F7CC-4F14-A3A6-4E77706B81A2}" type="sibTrans" cxnId="{9D543142-37FB-4E32-8F8F-776FA73BA0CD}">
      <dgm:prSet/>
      <dgm:spPr/>
      <dgm:t>
        <a:bodyPr/>
        <a:lstStyle/>
        <a:p>
          <a:endParaRPr lang="en-GB" sz="1800"/>
        </a:p>
      </dgm:t>
    </dgm:pt>
    <dgm:pt modelId="{11FF8FEE-A465-4AD8-92A0-B6704999FCFC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GB" sz="2300" b="1" dirty="0">
              <a:solidFill>
                <a:schemeClr val="bg1"/>
              </a:solidFill>
            </a:rPr>
            <a:t>Ordinal Data</a:t>
          </a:r>
        </a:p>
      </dgm:t>
    </dgm:pt>
    <dgm:pt modelId="{C443E6D6-69E2-4AF3-B8D4-900487E0B3E9}" type="parTrans" cxnId="{04C007B5-9C1B-40F3-8726-3C4BF8966EF3}">
      <dgm:prSet/>
      <dgm:spPr/>
      <dgm:t>
        <a:bodyPr/>
        <a:lstStyle/>
        <a:p>
          <a:endParaRPr lang="en-GB" sz="1800"/>
        </a:p>
      </dgm:t>
    </dgm:pt>
    <dgm:pt modelId="{66483D0B-12AD-4428-BCBF-DC62E58DC2FA}" type="sibTrans" cxnId="{04C007B5-9C1B-40F3-8726-3C4BF8966EF3}">
      <dgm:prSet/>
      <dgm:spPr/>
      <dgm:t>
        <a:bodyPr/>
        <a:lstStyle/>
        <a:p>
          <a:endParaRPr lang="en-GB" sz="1800"/>
        </a:p>
      </dgm:t>
    </dgm:pt>
    <dgm:pt modelId="{54C100F9-9189-46A4-81D2-07D78DA570D7}">
      <dgm:prSet phldrT="[Text]" custT="1"/>
      <dgm:spPr/>
      <dgm:t>
        <a:bodyPr/>
        <a:lstStyle/>
        <a:p>
          <a:r>
            <a:rPr lang="en-GB" sz="1700" dirty="0"/>
            <a:t>Categories (labels) e.g., pain severity.</a:t>
          </a:r>
        </a:p>
      </dgm:t>
    </dgm:pt>
    <dgm:pt modelId="{6BECD2B1-068F-4F53-BE71-CE0D038F42B4}" type="parTrans" cxnId="{D45A9E54-F2AE-40E5-8869-5069F525CF65}">
      <dgm:prSet/>
      <dgm:spPr/>
      <dgm:t>
        <a:bodyPr/>
        <a:lstStyle/>
        <a:p>
          <a:endParaRPr lang="en-GB" sz="1800"/>
        </a:p>
      </dgm:t>
    </dgm:pt>
    <dgm:pt modelId="{94942CED-516F-47B7-B095-E6A1B88F0638}" type="sibTrans" cxnId="{D45A9E54-F2AE-40E5-8869-5069F525CF65}">
      <dgm:prSet/>
      <dgm:spPr/>
      <dgm:t>
        <a:bodyPr/>
        <a:lstStyle/>
        <a:p>
          <a:endParaRPr lang="en-GB" sz="1800"/>
        </a:p>
      </dgm:t>
    </dgm:pt>
    <dgm:pt modelId="{5E260BC0-7212-462B-9F76-63B6B0AF2321}">
      <dgm:prSet phldrT="[Text]" custT="1"/>
      <dgm:spPr>
        <a:solidFill>
          <a:schemeClr val="accent4"/>
        </a:solidFill>
      </dgm:spPr>
      <dgm:t>
        <a:bodyPr/>
        <a:lstStyle/>
        <a:p>
          <a:r>
            <a:rPr lang="en-GB" sz="2300" b="1" dirty="0">
              <a:solidFill>
                <a:schemeClr val="bg1"/>
              </a:solidFill>
            </a:rPr>
            <a:t>Interval Data</a:t>
          </a:r>
        </a:p>
      </dgm:t>
    </dgm:pt>
    <dgm:pt modelId="{00BAB81C-8737-4E58-8122-550C197EA516}" type="parTrans" cxnId="{53760324-AA27-4B54-B436-CE625A5EEF56}">
      <dgm:prSet/>
      <dgm:spPr/>
      <dgm:t>
        <a:bodyPr/>
        <a:lstStyle/>
        <a:p>
          <a:endParaRPr lang="en-GB" sz="1800"/>
        </a:p>
      </dgm:t>
    </dgm:pt>
    <dgm:pt modelId="{91BF6E79-8465-4A36-9DAE-DB966E5C1ECE}" type="sibTrans" cxnId="{53760324-AA27-4B54-B436-CE625A5EEF56}">
      <dgm:prSet/>
      <dgm:spPr/>
      <dgm:t>
        <a:bodyPr/>
        <a:lstStyle/>
        <a:p>
          <a:endParaRPr lang="en-GB" sz="1800"/>
        </a:p>
      </dgm:t>
    </dgm:pt>
    <dgm:pt modelId="{217E5F7C-1F87-4AA9-BE0C-0AB97B778727}">
      <dgm:prSet phldrT="[Text]" custT="1"/>
      <dgm:spPr/>
      <dgm:t>
        <a:bodyPr/>
        <a:lstStyle/>
        <a:p>
          <a:r>
            <a:rPr lang="en-GB" sz="1700" dirty="0"/>
            <a:t>Numerical values </a:t>
          </a:r>
        </a:p>
      </dgm:t>
    </dgm:pt>
    <dgm:pt modelId="{227EC8F5-7CD9-4BB2-A161-AAE4C6B550ED}" type="parTrans" cxnId="{2BF1F5C5-19D7-4675-BB9B-9D12F3851F8A}">
      <dgm:prSet/>
      <dgm:spPr/>
      <dgm:t>
        <a:bodyPr/>
        <a:lstStyle/>
        <a:p>
          <a:endParaRPr lang="en-GB" sz="1800"/>
        </a:p>
      </dgm:t>
    </dgm:pt>
    <dgm:pt modelId="{C71BB97D-D654-431E-881F-17761C9607B9}" type="sibTrans" cxnId="{2BF1F5C5-19D7-4675-BB9B-9D12F3851F8A}">
      <dgm:prSet/>
      <dgm:spPr/>
      <dgm:t>
        <a:bodyPr/>
        <a:lstStyle/>
        <a:p>
          <a:endParaRPr lang="en-GB" sz="1800"/>
        </a:p>
      </dgm:t>
    </dgm:pt>
    <dgm:pt modelId="{5A1A04F7-B8ED-4DC9-BD4A-45041DBC562A}">
      <dgm:prSet custT="1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GB" sz="2000" b="1" dirty="0"/>
            <a:t>Quantitative</a:t>
          </a:r>
          <a:endParaRPr lang="en-GB" sz="1800" b="1" dirty="0"/>
        </a:p>
      </dgm:t>
    </dgm:pt>
    <dgm:pt modelId="{7AC3477B-2C8A-48BE-A5BF-BC709E9EAFC3}" type="parTrans" cxnId="{B073E47B-4E95-43B1-AFEF-20F9B9CC13B1}">
      <dgm:prSet/>
      <dgm:spPr/>
      <dgm:t>
        <a:bodyPr/>
        <a:lstStyle/>
        <a:p>
          <a:endParaRPr lang="en-GB" sz="1800"/>
        </a:p>
      </dgm:t>
    </dgm:pt>
    <dgm:pt modelId="{3C1C535B-95C2-4B75-8918-D00D62C7F459}" type="sibTrans" cxnId="{B073E47B-4E95-43B1-AFEF-20F9B9CC13B1}">
      <dgm:prSet/>
      <dgm:spPr/>
      <dgm:t>
        <a:bodyPr/>
        <a:lstStyle/>
        <a:p>
          <a:endParaRPr lang="en-GB" sz="1800"/>
        </a:p>
      </dgm:t>
    </dgm:pt>
    <dgm:pt modelId="{EDD1790A-FFC8-4B43-A406-5C8A959A614D}">
      <dgm:prSet custT="1"/>
      <dgm:spPr>
        <a:solidFill>
          <a:schemeClr val="accent5"/>
        </a:solidFill>
      </dgm:spPr>
      <dgm:t>
        <a:bodyPr/>
        <a:lstStyle/>
        <a:p>
          <a:r>
            <a:rPr lang="en-GB" sz="2300" b="1" dirty="0">
              <a:solidFill>
                <a:schemeClr val="bg1"/>
              </a:solidFill>
            </a:rPr>
            <a:t>Ratio Data</a:t>
          </a:r>
        </a:p>
      </dgm:t>
    </dgm:pt>
    <dgm:pt modelId="{CED8277F-2D8F-483F-BCDF-CC5B590EE3C3}" type="parTrans" cxnId="{4C990450-B41C-47D2-BEBF-D736C9F409AF}">
      <dgm:prSet/>
      <dgm:spPr/>
      <dgm:t>
        <a:bodyPr/>
        <a:lstStyle/>
        <a:p>
          <a:endParaRPr lang="en-GB"/>
        </a:p>
      </dgm:t>
    </dgm:pt>
    <dgm:pt modelId="{58AE465F-DB9B-4741-B80E-26689BC310E0}" type="sibTrans" cxnId="{4C990450-B41C-47D2-BEBF-D736C9F409AF}">
      <dgm:prSet/>
      <dgm:spPr/>
      <dgm:t>
        <a:bodyPr/>
        <a:lstStyle/>
        <a:p>
          <a:endParaRPr lang="en-GB"/>
        </a:p>
      </dgm:t>
    </dgm:pt>
    <dgm:pt modelId="{F790788B-1171-4BAA-AB36-A62513C99AE3}">
      <dgm:prSet custT="1"/>
      <dgm:spPr/>
      <dgm:t>
        <a:bodyPr/>
        <a:lstStyle/>
        <a:p>
          <a:r>
            <a:rPr lang="en-GB" sz="1700" dirty="0"/>
            <a:t>Numerical values</a:t>
          </a:r>
        </a:p>
      </dgm:t>
    </dgm:pt>
    <dgm:pt modelId="{A187F6B0-D433-4951-AC51-D7018421DD35}" type="parTrans" cxnId="{B54AE3DA-B76F-44EB-8875-0B58915EC329}">
      <dgm:prSet/>
      <dgm:spPr/>
      <dgm:t>
        <a:bodyPr/>
        <a:lstStyle/>
        <a:p>
          <a:endParaRPr lang="en-GB"/>
        </a:p>
      </dgm:t>
    </dgm:pt>
    <dgm:pt modelId="{69436FFE-1DC8-4383-9306-DD680D4D50C1}" type="sibTrans" cxnId="{B54AE3DA-B76F-44EB-8875-0B58915EC329}">
      <dgm:prSet/>
      <dgm:spPr/>
      <dgm:t>
        <a:bodyPr/>
        <a:lstStyle/>
        <a:p>
          <a:endParaRPr lang="en-GB"/>
        </a:p>
      </dgm:t>
    </dgm:pt>
    <dgm:pt modelId="{C0176A21-143C-418C-9EA4-C579C331A14C}">
      <dgm:prSet custT="1"/>
      <dgm:spPr/>
      <dgm:t>
        <a:bodyPr/>
        <a:lstStyle/>
        <a:p>
          <a:r>
            <a:rPr lang="en-GB" sz="1700" b="1" dirty="0"/>
            <a:t>Parametric and Non-parametric</a:t>
          </a:r>
        </a:p>
      </dgm:t>
    </dgm:pt>
    <dgm:pt modelId="{0A8A9365-2B1E-4D3C-896A-42F5B598717B}" type="parTrans" cxnId="{C2818BEE-D439-4D1F-B5B7-FDF53EB4BDD8}">
      <dgm:prSet/>
      <dgm:spPr/>
      <dgm:t>
        <a:bodyPr/>
        <a:lstStyle/>
        <a:p>
          <a:endParaRPr lang="en-GB"/>
        </a:p>
      </dgm:t>
    </dgm:pt>
    <dgm:pt modelId="{7CB28B06-544E-444A-87E8-220B5CF72291}" type="sibTrans" cxnId="{C2818BEE-D439-4D1F-B5B7-FDF53EB4BDD8}">
      <dgm:prSet/>
      <dgm:spPr/>
      <dgm:t>
        <a:bodyPr/>
        <a:lstStyle/>
        <a:p>
          <a:endParaRPr lang="en-GB"/>
        </a:p>
      </dgm:t>
    </dgm:pt>
    <dgm:pt modelId="{719E4F81-DAD5-4BF5-8AB8-5E4D9E03997D}">
      <dgm:prSet phldrT="[Text]" custT="1"/>
      <dgm:spPr/>
      <dgm:t>
        <a:bodyPr/>
        <a:lstStyle/>
        <a:p>
          <a:r>
            <a:rPr lang="en-GB" sz="1700" b="1" dirty="0"/>
            <a:t>Non-parametric tests </a:t>
          </a:r>
        </a:p>
      </dgm:t>
    </dgm:pt>
    <dgm:pt modelId="{58354C1A-E2A5-4283-B4AA-F3650A10B463}" type="parTrans" cxnId="{049A0F4F-7011-452D-8551-3E7149ECE083}">
      <dgm:prSet/>
      <dgm:spPr/>
      <dgm:t>
        <a:bodyPr/>
        <a:lstStyle/>
        <a:p>
          <a:endParaRPr lang="en-GB"/>
        </a:p>
      </dgm:t>
    </dgm:pt>
    <dgm:pt modelId="{DABC3058-F76E-455B-82A0-6CD9431EF48E}" type="sibTrans" cxnId="{049A0F4F-7011-452D-8551-3E7149ECE083}">
      <dgm:prSet/>
      <dgm:spPr/>
      <dgm:t>
        <a:bodyPr/>
        <a:lstStyle/>
        <a:p>
          <a:endParaRPr lang="en-GB"/>
        </a:p>
      </dgm:t>
    </dgm:pt>
    <dgm:pt modelId="{76B874F0-EEC1-4C9D-B826-C287EA000F24}">
      <dgm:prSet phldrT="[Text]" custT="1"/>
      <dgm:spPr/>
      <dgm:t>
        <a:bodyPr/>
        <a:lstStyle/>
        <a:p>
          <a:r>
            <a:rPr lang="en-GB" sz="1700" dirty="0"/>
            <a:t>No natural order or ranking</a:t>
          </a:r>
        </a:p>
      </dgm:t>
    </dgm:pt>
    <dgm:pt modelId="{9A392757-E396-432E-ABAD-DFDF4D04722D}" type="parTrans" cxnId="{278A4EB0-8676-4037-8D7D-C5D307B1DC85}">
      <dgm:prSet/>
      <dgm:spPr/>
      <dgm:t>
        <a:bodyPr/>
        <a:lstStyle/>
        <a:p>
          <a:endParaRPr lang="en-GB"/>
        </a:p>
      </dgm:t>
    </dgm:pt>
    <dgm:pt modelId="{558B7830-25CC-4C41-B09A-846B17AC2AAC}" type="sibTrans" cxnId="{278A4EB0-8676-4037-8D7D-C5D307B1DC85}">
      <dgm:prSet/>
      <dgm:spPr/>
      <dgm:t>
        <a:bodyPr/>
        <a:lstStyle/>
        <a:p>
          <a:endParaRPr lang="en-GB"/>
        </a:p>
      </dgm:t>
    </dgm:pt>
    <dgm:pt modelId="{8EC7C00D-3577-4BF2-BF1C-1FB88E75C83E}">
      <dgm:prSet phldrT="[Text]" custT="1"/>
      <dgm:spPr/>
      <dgm:t>
        <a:bodyPr/>
        <a:lstStyle/>
        <a:p>
          <a:r>
            <a:rPr lang="en-GB" sz="1700" dirty="0"/>
            <a:t>Ranked categories - intervals typically not meaningful or equal. But </a:t>
          </a:r>
          <a:r>
            <a:rPr lang="en-GB" sz="1700" i="1" dirty="0"/>
            <a:t>depends</a:t>
          </a:r>
        </a:p>
      </dgm:t>
    </dgm:pt>
    <dgm:pt modelId="{9583D4F2-5D30-4C19-9E4A-404C6A3A2124}" type="parTrans" cxnId="{F0FAAAB3-3E05-43CC-BAB6-5C3B0E9967AA}">
      <dgm:prSet/>
      <dgm:spPr/>
      <dgm:t>
        <a:bodyPr/>
        <a:lstStyle/>
        <a:p>
          <a:endParaRPr lang="en-GB"/>
        </a:p>
      </dgm:t>
    </dgm:pt>
    <dgm:pt modelId="{D5CB3E41-E0D1-461C-BA3D-62EC35AF6545}" type="sibTrans" cxnId="{F0FAAAB3-3E05-43CC-BAB6-5C3B0E9967AA}">
      <dgm:prSet/>
      <dgm:spPr/>
      <dgm:t>
        <a:bodyPr/>
        <a:lstStyle/>
        <a:p>
          <a:endParaRPr lang="en-GB"/>
        </a:p>
      </dgm:t>
    </dgm:pt>
    <dgm:pt modelId="{FEB4C7A0-1944-4861-BF1A-3BB88627F757}">
      <dgm:prSet phldrT="[Text]" custT="1"/>
      <dgm:spPr/>
      <dgm:t>
        <a:bodyPr/>
        <a:lstStyle/>
        <a:p>
          <a:r>
            <a:rPr lang="en-GB" sz="1700" dirty="0"/>
            <a:t>Meaningful and equal intervals</a:t>
          </a:r>
        </a:p>
      </dgm:t>
    </dgm:pt>
    <dgm:pt modelId="{19E87A97-6E6A-41F6-8DB3-A92FB3FA0B86}" type="parTrans" cxnId="{18AA1D16-D55E-40B9-8B37-2FC4DF95F900}">
      <dgm:prSet/>
      <dgm:spPr/>
      <dgm:t>
        <a:bodyPr/>
        <a:lstStyle/>
        <a:p>
          <a:endParaRPr lang="en-GB"/>
        </a:p>
      </dgm:t>
    </dgm:pt>
    <dgm:pt modelId="{3451DE93-C441-4FBE-89A5-87595792037A}" type="sibTrans" cxnId="{18AA1D16-D55E-40B9-8B37-2FC4DF95F900}">
      <dgm:prSet/>
      <dgm:spPr/>
      <dgm:t>
        <a:bodyPr/>
        <a:lstStyle/>
        <a:p>
          <a:endParaRPr lang="en-GB"/>
        </a:p>
      </dgm:t>
    </dgm:pt>
    <dgm:pt modelId="{E41902EF-D4D9-4DD3-977D-E56963A656FE}">
      <dgm:prSet phldrT="[Text]" custT="1"/>
      <dgm:spPr/>
      <dgm:t>
        <a:bodyPr/>
        <a:lstStyle/>
        <a:p>
          <a:r>
            <a:rPr lang="en-GB" sz="1700" dirty="0"/>
            <a:t>No ‘true zero’</a:t>
          </a:r>
        </a:p>
      </dgm:t>
    </dgm:pt>
    <dgm:pt modelId="{EB0E1191-BC05-4B8D-B6BA-4C5C834E8A4C}" type="parTrans" cxnId="{ECD9DA21-24FF-4794-AE79-1811F33891C6}">
      <dgm:prSet/>
      <dgm:spPr/>
      <dgm:t>
        <a:bodyPr/>
        <a:lstStyle/>
        <a:p>
          <a:endParaRPr lang="en-GB"/>
        </a:p>
      </dgm:t>
    </dgm:pt>
    <dgm:pt modelId="{4E0706BF-6E5D-4BB4-991E-EA74EBB8DD94}" type="sibTrans" cxnId="{ECD9DA21-24FF-4794-AE79-1811F33891C6}">
      <dgm:prSet/>
      <dgm:spPr/>
      <dgm:t>
        <a:bodyPr/>
        <a:lstStyle/>
        <a:p>
          <a:endParaRPr lang="en-GB"/>
        </a:p>
      </dgm:t>
    </dgm:pt>
    <dgm:pt modelId="{F5F96FA3-EDBA-4BB6-B312-3646B4DC3F0C}">
      <dgm:prSet phldrT="[Text]" custT="1"/>
      <dgm:spPr/>
      <dgm:t>
        <a:bodyPr/>
        <a:lstStyle/>
        <a:p>
          <a:r>
            <a:rPr lang="en-GB" sz="1700" b="1" dirty="0"/>
            <a:t>Parametric tests and Non-parametric </a:t>
          </a:r>
          <a:endParaRPr lang="en-GB" sz="1700" dirty="0"/>
        </a:p>
      </dgm:t>
    </dgm:pt>
    <dgm:pt modelId="{AF2C808D-F56F-4A84-AD9F-E632B58AEE2D}" type="parTrans" cxnId="{C28A0C81-7F82-4C88-899A-073967C79CBE}">
      <dgm:prSet/>
      <dgm:spPr/>
      <dgm:t>
        <a:bodyPr/>
        <a:lstStyle/>
        <a:p>
          <a:endParaRPr lang="en-GB"/>
        </a:p>
      </dgm:t>
    </dgm:pt>
    <dgm:pt modelId="{04FF62E7-EBE3-451B-B2A3-19985BAF8AE2}" type="sibTrans" cxnId="{C28A0C81-7F82-4C88-899A-073967C79CBE}">
      <dgm:prSet/>
      <dgm:spPr/>
      <dgm:t>
        <a:bodyPr/>
        <a:lstStyle/>
        <a:p>
          <a:endParaRPr lang="en-GB"/>
        </a:p>
      </dgm:t>
    </dgm:pt>
    <dgm:pt modelId="{D0B0852B-B9C8-4A3B-9121-895289FD7F77}">
      <dgm:prSet custT="1"/>
      <dgm:spPr/>
      <dgm:t>
        <a:bodyPr/>
        <a:lstStyle/>
        <a:p>
          <a:r>
            <a:rPr lang="en-GB" sz="1700" dirty="0"/>
            <a:t>Meaningful and equal intervals</a:t>
          </a:r>
        </a:p>
      </dgm:t>
    </dgm:pt>
    <dgm:pt modelId="{4ABF8C40-2D73-4A14-B444-44CE6C0F6F82}" type="parTrans" cxnId="{1E177A84-9361-479C-B32D-3A4163403B27}">
      <dgm:prSet/>
      <dgm:spPr/>
      <dgm:t>
        <a:bodyPr/>
        <a:lstStyle/>
        <a:p>
          <a:endParaRPr lang="en-GB"/>
        </a:p>
      </dgm:t>
    </dgm:pt>
    <dgm:pt modelId="{C7B2B5E4-AB8E-49ED-A918-C39B01F1761D}" type="sibTrans" cxnId="{1E177A84-9361-479C-B32D-3A4163403B27}">
      <dgm:prSet/>
      <dgm:spPr/>
      <dgm:t>
        <a:bodyPr/>
        <a:lstStyle/>
        <a:p>
          <a:endParaRPr lang="en-GB"/>
        </a:p>
      </dgm:t>
    </dgm:pt>
    <dgm:pt modelId="{FA82E42C-2424-4E43-AA9A-895674741EA5}">
      <dgm:prSet custT="1"/>
      <dgm:spPr/>
      <dgm:t>
        <a:bodyPr/>
        <a:lstStyle/>
        <a:p>
          <a:r>
            <a:rPr lang="en-GB" sz="1700" dirty="0"/>
            <a:t>True zero: zero means none, absence</a:t>
          </a:r>
        </a:p>
      </dgm:t>
    </dgm:pt>
    <dgm:pt modelId="{7BA43970-BFD3-4BCD-AA02-623F3BC0342D}" type="parTrans" cxnId="{CAF73333-616C-4E2A-811E-E03673AD66FF}">
      <dgm:prSet/>
      <dgm:spPr/>
      <dgm:t>
        <a:bodyPr/>
        <a:lstStyle/>
        <a:p>
          <a:endParaRPr lang="en-GB"/>
        </a:p>
      </dgm:t>
    </dgm:pt>
    <dgm:pt modelId="{4C7D361C-1D8B-4940-A7C4-C6C2DBAC805F}" type="sibTrans" cxnId="{CAF73333-616C-4E2A-811E-E03673AD66FF}">
      <dgm:prSet/>
      <dgm:spPr/>
      <dgm:t>
        <a:bodyPr/>
        <a:lstStyle/>
        <a:p>
          <a:endParaRPr lang="en-GB"/>
        </a:p>
      </dgm:t>
    </dgm:pt>
    <dgm:pt modelId="{077D4153-208B-4931-8DC4-C8009CF8DD05}">
      <dgm:prSet phldrT="[Text]" custT="1"/>
      <dgm:spPr/>
      <dgm:t>
        <a:bodyPr/>
        <a:lstStyle/>
        <a:p>
          <a:r>
            <a:rPr lang="en-GB" sz="1700" b="1" dirty="0"/>
            <a:t>Non-parametric tests (or </a:t>
          </a:r>
          <a:r>
            <a:rPr lang="en-GB" sz="1700" b="1" i="1" dirty="0"/>
            <a:t>parametric</a:t>
          </a:r>
          <a:r>
            <a:rPr lang="en-GB" sz="1700" b="1" dirty="0"/>
            <a:t>)</a:t>
          </a:r>
          <a:endParaRPr lang="en-GB" sz="1700" dirty="0"/>
        </a:p>
      </dgm:t>
    </dgm:pt>
    <dgm:pt modelId="{B256C832-C4DC-47CD-B168-84E27839B461}" type="parTrans" cxnId="{61434D0E-30F9-47F5-B47E-2F37496F9B74}">
      <dgm:prSet/>
      <dgm:spPr/>
      <dgm:t>
        <a:bodyPr/>
        <a:lstStyle/>
        <a:p>
          <a:endParaRPr lang="en-GB"/>
        </a:p>
      </dgm:t>
    </dgm:pt>
    <dgm:pt modelId="{D83FFA3E-DF71-40B0-93C1-6D69914D1BBA}" type="sibTrans" cxnId="{61434D0E-30F9-47F5-B47E-2F37496F9B74}">
      <dgm:prSet/>
      <dgm:spPr/>
      <dgm:t>
        <a:bodyPr/>
        <a:lstStyle/>
        <a:p>
          <a:endParaRPr lang="en-GB"/>
        </a:p>
      </dgm:t>
    </dgm:pt>
    <dgm:pt modelId="{347EEE3F-80AB-4987-9DD2-6756649B5ACD}" type="pres">
      <dgm:prSet presAssocID="{102F359D-F6D2-48BC-9155-C4895717946B}" presName="Name0" presStyleCnt="0">
        <dgm:presLayoutVars>
          <dgm:dir/>
          <dgm:animLvl val="lvl"/>
          <dgm:resizeHandles val="exact"/>
        </dgm:presLayoutVars>
      </dgm:prSet>
      <dgm:spPr/>
    </dgm:pt>
    <dgm:pt modelId="{E36D45D2-A7A7-4ADA-85C0-EF2C23473002}" type="pres">
      <dgm:prSet presAssocID="{5A1A04F7-B8ED-4DC9-BD4A-45041DBC562A}" presName="linNode" presStyleCnt="0"/>
      <dgm:spPr/>
    </dgm:pt>
    <dgm:pt modelId="{5F008209-6EBB-4C50-8FB6-8CC08DB9752A}" type="pres">
      <dgm:prSet presAssocID="{5A1A04F7-B8ED-4DC9-BD4A-45041DBC562A}" presName="parentText" presStyleLbl="node1" presStyleIdx="0" presStyleCnt="5" custScaleX="277778" custScaleY="41407">
        <dgm:presLayoutVars>
          <dgm:chMax val="1"/>
          <dgm:bulletEnabled val="1"/>
        </dgm:presLayoutVars>
      </dgm:prSet>
      <dgm:spPr/>
    </dgm:pt>
    <dgm:pt modelId="{97939992-821A-4BFD-8FCD-E4347B35BA8A}" type="pres">
      <dgm:prSet presAssocID="{3C1C535B-95C2-4B75-8918-D00D62C7F459}" presName="sp" presStyleCnt="0"/>
      <dgm:spPr/>
    </dgm:pt>
    <dgm:pt modelId="{A4909C34-6303-4B69-B298-A321F9F9ADCC}" type="pres">
      <dgm:prSet presAssocID="{798C657A-2ABE-400A-9027-7F9221944AC1}" presName="linNode" presStyleCnt="0"/>
      <dgm:spPr/>
    </dgm:pt>
    <dgm:pt modelId="{52DD377E-4B3E-4847-A06F-BDED3CF8A93F}" type="pres">
      <dgm:prSet presAssocID="{798C657A-2ABE-400A-9027-7F9221944AC1}" presName="parentText" presStyleLbl="node1" presStyleIdx="1" presStyleCnt="5" custScaleX="114521">
        <dgm:presLayoutVars>
          <dgm:chMax val="1"/>
          <dgm:bulletEnabled val="1"/>
        </dgm:presLayoutVars>
      </dgm:prSet>
      <dgm:spPr/>
    </dgm:pt>
    <dgm:pt modelId="{BBE8FC3B-BC14-4EB2-B338-ED0E22F77CFD}" type="pres">
      <dgm:prSet presAssocID="{798C657A-2ABE-400A-9027-7F9221944AC1}" presName="descendantText" presStyleLbl="alignAccFollowNode1" presStyleIdx="0" presStyleCnt="4" custScaleX="89114" custScaleY="105416">
        <dgm:presLayoutVars>
          <dgm:bulletEnabled val="1"/>
        </dgm:presLayoutVars>
      </dgm:prSet>
      <dgm:spPr/>
    </dgm:pt>
    <dgm:pt modelId="{3535B796-4BE0-4BC7-81AF-0E70CA36C01D}" type="pres">
      <dgm:prSet presAssocID="{CD627C96-3FF2-4E99-AB03-D8AFF0020414}" presName="sp" presStyleCnt="0"/>
      <dgm:spPr/>
    </dgm:pt>
    <dgm:pt modelId="{93EC93D2-D688-470C-BC6C-792680B2F1B3}" type="pres">
      <dgm:prSet presAssocID="{11FF8FEE-A465-4AD8-92A0-B6704999FCFC}" presName="linNode" presStyleCnt="0"/>
      <dgm:spPr/>
    </dgm:pt>
    <dgm:pt modelId="{7B9ED911-636C-4F2A-9CFE-6598813DF25B}" type="pres">
      <dgm:prSet presAssocID="{11FF8FEE-A465-4AD8-92A0-B6704999FCFC}" presName="parentText" presStyleLbl="node1" presStyleIdx="2" presStyleCnt="5" custScaleX="126059">
        <dgm:presLayoutVars>
          <dgm:chMax val="1"/>
          <dgm:bulletEnabled val="1"/>
        </dgm:presLayoutVars>
      </dgm:prSet>
      <dgm:spPr/>
    </dgm:pt>
    <dgm:pt modelId="{9E1C77DF-1F03-4448-995C-BB9251236616}" type="pres">
      <dgm:prSet presAssocID="{11FF8FEE-A465-4AD8-92A0-B6704999FCFC}" presName="descendantText" presStyleLbl="alignAccFollowNode1" presStyleIdx="1" presStyleCnt="4" custScaleY="97676">
        <dgm:presLayoutVars>
          <dgm:bulletEnabled val="1"/>
        </dgm:presLayoutVars>
      </dgm:prSet>
      <dgm:spPr/>
    </dgm:pt>
    <dgm:pt modelId="{AE04A8E8-DD5F-46F7-BE53-CA40B01854D5}" type="pres">
      <dgm:prSet presAssocID="{66483D0B-12AD-4428-BCBF-DC62E58DC2FA}" presName="sp" presStyleCnt="0"/>
      <dgm:spPr/>
    </dgm:pt>
    <dgm:pt modelId="{23819BDC-531A-4FD7-9475-56317739872E}" type="pres">
      <dgm:prSet presAssocID="{5E260BC0-7212-462B-9F76-63B6B0AF2321}" presName="linNode" presStyleCnt="0"/>
      <dgm:spPr/>
    </dgm:pt>
    <dgm:pt modelId="{01089CDB-91AE-42ED-88F4-A9934CBBC8AF}" type="pres">
      <dgm:prSet presAssocID="{5E260BC0-7212-462B-9F76-63B6B0AF2321}" presName="parentText" presStyleLbl="node1" presStyleIdx="3" presStyleCnt="5" custScaleX="126059">
        <dgm:presLayoutVars>
          <dgm:chMax val="1"/>
          <dgm:bulletEnabled val="1"/>
        </dgm:presLayoutVars>
      </dgm:prSet>
      <dgm:spPr/>
    </dgm:pt>
    <dgm:pt modelId="{2FB568BD-34EE-4EA4-B34A-627B2BE207E8}" type="pres">
      <dgm:prSet presAssocID="{5E260BC0-7212-462B-9F76-63B6B0AF2321}" presName="descendantText" presStyleLbl="alignAccFollowNode1" presStyleIdx="2" presStyleCnt="4" custScaleY="112895">
        <dgm:presLayoutVars>
          <dgm:bulletEnabled val="1"/>
        </dgm:presLayoutVars>
      </dgm:prSet>
      <dgm:spPr/>
    </dgm:pt>
    <dgm:pt modelId="{BC8C07DA-C23F-4576-A6EE-17C8A6A4C3F2}" type="pres">
      <dgm:prSet presAssocID="{91BF6E79-8465-4A36-9DAE-DB966E5C1ECE}" presName="sp" presStyleCnt="0"/>
      <dgm:spPr/>
    </dgm:pt>
    <dgm:pt modelId="{A741211C-9828-4462-AA2B-0CFBF1FD1E95}" type="pres">
      <dgm:prSet presAssocID="{EDD1790A-FFC8-4B43-A406-5C8A959A614D}" presName="linNode" presStyleCnt="0"/>
      <dgm:spPr/>
    </dgm:pt>
    <dgm:pt modelId="{EB874D15-B20D-4A82-802F-E2F88828A8B2}" type="pres">
      <dgm:prSet presAssocID="{EDD1790A-FFC8-4B43-A406-5C8A959A614D}" presName="parentText" presStyleLbl="node1" presStyleIdx="4" presStyleCnt="5" custScaleX="126096">
        <dgm:presLayoutVars>
          <dgm:chMax val="1"/>
          <dgm:bulletEnabled val="1"/>
        </dgm:presLayoutVars>
      </dgm:prSet>
      <dgm:spPr/>
    </dgm:pt>
    <dgm:pt modelId="{0D7A37BE-D300-4EAC-BCCB-C69514A5D9E4}" type="pres">
      <dgm:prSet presAssocID="{EDD1790A-FFC8-4B43-A406-5C8A959A614D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A6999D09-C042-489F-A767-7DB13B832CB8}" type="presOf" srcId="{102F359D-F6D2-48BC-9155-C4895717946B}" destId="{347EEE3F-80AB-4987-9DD2-6756649B5ACD}" srcOrd="0" destOrd="0" presId="urn:microsoft.com/office/officeart/2005/8/layout/vList5"/>
    <dgm:cxn modelId="{61434D0E-30F9-47F5-B47E-2F37496F9B74}" srcId="{11FF8FEE-A465-4AD8-92A0-B6704999FCFC}" destId="{077D4153-208B-4931-8DC4-C8009CF8DD05}" srcOrd="2" destOrd="0" parTransId="{B256C832-C4DC-47CD-B168-84E27839B461}" sibTransId="{D83FFA3E-DF71-40B0-93C1-6D69914D1BBA}"/>
    <dgm:cxn modelId="{18AA1D16-D55E-40B9-8B37-2FC4DF95F900}" srcId="{5E260BC0-7212-462B-9F76-63B6B0AF2321}" destId="{FEB4C7A0-1944-4861-BF1A-3BB88627F757}" srcOrd="1" destOrd="0" parTransId="{19E87A97-6E6A-41F6-8DB3-A92FB3FA0B86}" sibTransId="{3451DE93-C441-4FBE-89A5-87595792037A}"/>
    <dgm:cxn modelId="{ECD9DA21-24FF-4794-AE79-1811F33891C6}" srcId="{5E260BC0-7212-462B-9F76-63B6B0AF2321}" destId="{E41902EF-D4D9-4DD3-977D-E56963A656FE}" srcOrd="2" destOrd="0" parTransId="{EB0E1191-BC05-4B8D-B6BA-4C5C834E8A4C}" sibTransId="{4E0706BF-6E5D-4BB4-991E-EA74EBB8DD94}"/>
    <dgm:cxn modelId="{53760324-AA27-4B54-B436-CE625A5EEF56}" srcId="{102F359D-F6D2-48BC-9155-C4895717946B}" destId="{5E260BC0-7212-462B-9F76-63B6B0AF2321}" srcOrd="3" destOrd="0" parTransId="{00BAB81C-8737-4E58-8122-550C197EA516}" sibTransId="{91BF6E79-8465-4A36-9DAE-DB966E5C1ECE}"/>
    <dgm:cxn modelId="{E03C6B28-188E-44E4-92EC-5D4BA5F83407}" type="presOf" srcId="{798C657A-2ABE-400A-9027-7F9221944AC1}" destId="{52DD377E-4B3E-4847-A06F-BDED3CF8A93F}" srcOrd="0" destOrd="0" presId="urn:microsoft.com/office/officeart/2005/8/layout/vList5"/>
    <dgm:cxn modelId="{CAF73333-616C-4E2A-811E-E03673AD66FF}" srcId="{EDD1790A-FFC8-4B43-A406-5C8A959A614D}" destId="{FA82E42C-2424-4E43-AA9A-895674741EA5}" srcOrd="2" destOrd="0" parTransId="{7BA43970-BFD3-4BCD-AA02-623F3BC0342D}" sibTransId="{4C7D361C-1D8B-4940-A7C4-C6C2DBAC805F}"/>
    <dgm:cxn modelId="{1CDC7160-BA61-4C18-B4D9-C524E5C87556}" type="presOf" srcId="{1C76107E-9699-44D6-A9EE-C03746D42528}" destId="{BBE8FC3B-BC14-4EB2-B338-ED0E22F77CFD}" srcOrd="0" destOrd="0" presId="urn:microsoft.com/office/officeart/2005/8/layout/vList5"/>
    <dgm:cxn modelId="{49443561-78DE-41F6-850F-4FE83026908B}" type="presOf" srcId="{217E5F7C-1F87-4AA9-BE0C-0AB97B778727}" destId="{2FB568BD-34EE-4EA4-B34A-627B2BE207E8}" srcOrd="0" destOrd="0" presId="urn:microsoft.com/office/officeart/2005/8/layout/vList5"/>
    <dgm:cxn modelId="{9D543142-37FB-4E32-8F8F-776FA73BA0CD}" srcId="{798C657A-2ABE-400A-9027-7F9221944AC1}" destId="{1C76107E-9699-44D6-A9EE-C03746D42528}" srcOrd="0" destOrd="0" parTransId="{C5BBD767-E284-4FDC-9720-7829F8E41E27}" sibTransId="{73490F3A-F7CC-4F14-A3A6-4E77706B81A2}"/>
    <dgm:cxn modelId="{C371E663-5265-42A9-8948-87AED1334CCD}" type="presOf" srcId="{F5F96FA3-EDBA-4BB6-B312-3646B4DC3F0C}" destId="{2FB568BD-34EE-4EA4-B34A-627B2BE207E8}" srcOrd="0" destOrd="3" presId="urn:microsoft.com/office/officeart/2005/8/layout/vList5"/>
    <dgm:cxn modelId="{A73F7049-AF24-4C6C-A823-968B1A15B51E}" type="presOf" srcId="{5A1A04F7-B8ED-4DC9-BD4A-45041DBC562A}" destId="{5F008209-6EBB-4C50-8FB6-8CC08DB9752A}" srcOrd="0" destOrd="0" presId="urn:microsoft.com/office/officeart/2005/8/layout/vList5"/>
    <dgm:cxn modelId="{6841454A-BE02-4381-8B25-42DA6A3E7DDF}" type="presOf" srcId="{F790788B-1171-4BAA-AB36-A62513C99AE3}" destId="{0D7A37BE-D300-4EAC-BCCB-C69514A5D9E4}" srcOrd="0" destOrd="0" presId="urn:microsoft.com/office/officeart/2005/8/layout/vList5"/>
    <dgm:cxn modelId="{049A0F4F-7011-452D-8551-3E7149ECE083}" srcId="{798C657A-2ABE-400A-9027-7F9221944AC1}" destId="{719E4F81-DAD5-4BF5-8AB8-5E4D9E03997D}" srcOrd="2" destOrd="0" parTransId="{58354C1A-E2A5-4283-B4AA-F3650A10B463}" sibTransId="{DABC3058-F76E-455B-82A0-6CD9431EF48E}"/>
    <dgm:cxn modelId="{4C990450-B41C-47D2-BEBF-D736C9F409AF}" srcId="{102F359D-F6D2-48BC-9155-C4895717946B}" destId="{EDD1790A-FFC8-4B43-A406-5C8A959A614D}" srcOrd="4" destOrd="0" parTransId="{CED8277F-2D8F-483F-BCDF-CC5B590EE3C3}" sibTransId="{58AE465F-DB9B-4741-B80E-26689BC310E0}"/>
    <dgm:cxn modelId="{23A58B70-F46C-442C-9CF5-7DBFA3375501}" type="presOf" srcId="{5E260BC0-7212-462B-9F76-63B6B0AF2321}" destId="{01089CDB-91AE-42ED-88F4-A9934CBBC8AF}" srcOrd="0" destOrd="0" presId="urn:microsoft.com/office/officeart/2005/8/layout/vList5"/>
    <dgm:cxn modelId="{D45A9E54-F2AE-40E5-8869-5069F525CF65}" srcId="{11FF8FEE-A465-4AD8-92A0-B6704999FCFC}" destId="{54C100F9-9189-46A4-81D2-07D78DA570D7}" srcOrd="0" destOrd="0" parTransId="{6BECD2B1-068F-4F53-BE71-CE0D038F42B4}" sibTransId="{94942CED-516F-47B7-B095-E6A1B88F0638}"/>
    <dgm:cxn modelId="{A500CB75-9EEE-4064-9FE3-E2DE5E9319AA}" type="presOf" srcId="{FEB4C7A0-1944-4861-BF1A-3BB88627F757}" destId="{2FB568BD-34EE-4EA4-B34A-627B2BE207E8}" srcOrd="0" destOrd="1" presId="urn:microsoft.com/office/officeart/2005/8/layout/vList5"/>
    <dgm:cxn modelId="{07B53E58-C3E2-42C3-A6B1-90C64328B9A8}" type="presOf" srcId="{8EC7C00D-3577-4BF2-BF1C-1FB88E75C83E}" destId="{9E1C77DF-1F03-4448-995C-BB9251236616}" srcOrd="0" destOrd="1" presId="urn:microsoft.com/office/officeart/2005/8/layout/vList5"/>
    <dgm:cxn modelId="{B073E47B-4E95-43B1-AFEF-20F9B9CC13B1}" srcId="{102F359D-F6D2-48BC-9155-C4895717946B}" destId="{5A1A04F7-B8ED-4DC9-BD4A-45041DBC562A}" srcOrd="0" destOrd="0" parTransId="{7AC3477B-2C8A-48BE-A5BF-BC709E9EAFC3}" sibTransId="{3C1C535B-95C2-4B75-8918-D00D62C7F459}"/>
    <dgm:cxn modelId="{C28A0C81-7F82-4C88-899A-073967C79CBE}" srcId="{5E260BC0-7212-462B-9F76-63B6B0AF2321}" destId="{F5F96FA3-EDBA-4BB6-B312-3646B4DC3F0C}" srcOrd="3" destOrd="0" parTransId="{AF2C808D-F56F-4A84-AD9F-E632B58AEE2D}" sibTransId="{04FF62E7-EBE3-451B-B2A3-19985BAF8AE2}"/>
    <dgm:cxn modelId="{1E177A84-9361-479C-B32D-3A4163403B27}" srcId="{EDD1790A-FFC8-4B43-A406-5C8A959A614D}" destId="{D0B0852B-B9C8-4A3B-9121-895289FD7F77}" srcOrd="1" destOrd="0" parTransId="{4ABF8C40-2D73-4A14-B444-44CE6C0F6F82}" sibTransId="{C7B2B5E4-AB8E-49ED-A918-C39B01F1761D}"/>
    <dgm:cxn modelId="{9146F194-02A6-4842-9B44-2C3025CF27F8}" type="presOf" srcId="{D0B0852B-B9C8-4A3B-9121-895289FD7F77}" destId="{0D7A37BE-D300-4EAC-BCCB-C69514A5D9E4}" srcOrd="0" destOrd="1" presId="urn:microsoft.com/office/officeart/2005/8/layout/vList5"/>
    <dgm:cxn modelId="{10D8CE97-DB9C-47CA-ABB3-BC6746AE27F5}" type="presOf" srcId="{E41902EF-D4D9-4DD3-977D-E56963A656FE}" destId="{2FB568BD-34EE-4EA4-B34A-627B2BE207E8}" srcOrd="0" destOrd="2" presId="urn:microsoft.com/office/officeart/2005/8/layout/vList5"/>
    <dgm:cxn modelId="{26EE939B-C63C-4959-9EB7-14F15F9CEFA8}" type="presOf" srcId="{077D4153-208B-4931-8DC4-C8009CF8DD05}" destId="{9E1C77DF-1F03-4448-995C-BB9251236616}" srcOrd="0" destOrd="2" presId="urn:microsoft.com/office/officeart/2005/8/layout/vList5"/>
    <dgm:cxn modelId="{E2F937A5-9D6D-4C1A-839F-DF8CC0AE2FE1}" type="presOf" srcId="{EDD1790A-FFC8-4B43-A406-5C8A959A614D}" destId="{EB874D15-B20D-4A82-802F-E2F88828A8B2}" srcOrd="0" destOrd="0" presId="urn:microsoft.com/office/officeart/2005/8/layout/vList5"/>
    <dgm:cxn modelId="{19D621A6-AC1B-4774-88AA-7A7084D71343}" type="presOf" srcId="{76B874F0-EEC1-4C9D-B826-C287EA000F24}" destId="{BBE8FC3B-BC14-4EB2-B338-ED0E22F77CFD}" srcOrd="0" destOrd="1" presId="urn:microsoft.com/office/officeart/2005/8/layout/vList5"/>
    <dgm:cxn modelId="{278A4EB0-8676-4037-8D7D-C5D307B1DC85}" srcId="{798C657A-2ABE-400A-9027-7F9221944AC1}" destId="{76B874F0-EEC1-4C9D-B826-C287EA000F24}" srcOrd="1" destOrd="0" parTransId="{9A392757-E396-432E-ABAD-DFDF4D04722D}" sibTransId="{558B7830-25CC-4C41-B09A-846B17AC2AAC}"/>
    <dgm:cxn modelId="{CCC14DB3-48C8-47AE-A6C1-9A4B3BD2B1EE}" type="presOf" srcId="{54C100F9-9189-46A4-81D2-07D78DA570D7}" destId="{9E1C77DF-1F03-4448-995C-BB9251236616}" srcOrd="0" destOrd="0" presId="urn:microsoft.com/office/officeart/2005/8/layout/vList5"/>
    <dgm:cxn modelId="{F0FAAAB3-3E05-43CC-BAB6-5C3B0E9967AA}" srcId="{11FF8FEE-A465-4AD8-92A0-B6704999FCFC}" destId="{8EC7C00D-3577-4BF2-BF1C-1FB88E75C83E}" srcOrd="1" destOrd="0" parTransId="{9583D4F2-5D30-4C19-9E4A-404C6A3A2124}" sibTransId="{D5CB3E41-E0D1-461C-BA3D-62EC35AF6545}"/>
    <dgm:cxn modelId="{04C007B5-9C1B-40F3-8726-3C4BF8966EF3}" srcId="{102F359D-F6D2-48BC-9155-C4895717946B}" destId="{11FF8FEE-A465-4AD8-92A0-B6704999FCFC}" srcOrd="2" destOrd="0" parTransId="{C443E6D6-69E2-4AF3-B8D4-900487E0B3E9}" sibTransId="{66483D0B-12AD-4428-BCBF-DC62E58DC2FA}"/>
    <dgm:cxn modelId="{D32A3CC1-8CAC-4A67-B302-0D6907F56A9E}" type="presOf" srcId="{719E4F81-DAD5-4BF5-8AB8-5E4D9E03997D}" destId="{BBE8FC3B-BC14-4EB2-B338-ED0E22F77CFD}" srcOrd="0" destOrd="2" presId="urn:microsoft.com/office/officeart/2005/8/layout/vList5"/>
    <dgm:cxn modelId="{26EC3BC5-B446-4CAC-879D-E9EB25BD907E}" srcId="{102F359D-F6D2-48BC-9155-C4895717946B}" destId="{798C657A-2ABE-400A-9027-7F9221944AC1}" srcOrd="1" destOrd="0" parTransId="{369D3964-5EAF-45E2-8E6B-533C28D4E09F}" sibTransId="{CD627C96-3FF2-4E99-AB03-D8AFF0020414}"/>
    <dgm:cxn modelId="{2BF1F5C5-19D7-4675-BB9B-9D12F3851F8A}" srcId="{5E260BC0-7212-462B-9F76-63B6B0AF2321}" destId="{217E5F7C-1F87-4AA9-BE0C-0AB97B778727}" srcOrd="0" destOrd="0" parTransId="{227EC8F5-7CD9-4BB2-A161-AAE4C6B550ED}" sibTransId="{C71BB97D-D654-431E-881F-17761C9607B9}"/>
    <dgm:cxn modelId="{4FAE83DA-CB28-4CB4-AFD1-73504B7D7A89}" type="presOf" srcId="{FA82E42C-2424-4E43-AA9A-895674741EA5}" destId="{0D7A37BE-D300-4EAC-BCCB-C69514A5D9E4}" srcOrd="0" destOrd="2" presId="urn:microsoft.com/office/officeart/2005/8/layout/vList5"/>
    <dgm:cxn modelId="{B54AE3DA-B76F-44EB-8875-0B58915EC329}" srcId="{EDD1790A-FFC8-4B43-A406-5C8A959A614D}" destId="{F790788B-1171-4BAA-AB36-A62513C99AE3}" srcOrd="0" destOrd="0" parTransId="{A187F6B0-D433-4951-AC51-D7018421DD35}" sibTransId="{69436FFE-1DC8-4383-9306-DD680D4D50C1}"/>
    <dgm:cxn modelId="{DC1296E9-E967-41D5-AE27-5E03F23958BA}" type="presOf" srcId="{11FF8FEE-A465-4AD8-92A0-B6704999FCFC}" destId="{7B9ED911-636C-4F2A-9CFE-6598813DF25B}" srcOrd="0" destOrd="0" presId="urn:microsoft.com/office/officeart/2005/8/layout/vList5"/>
    <dgm:cxn modelId="{C2818BEE-D439-4D1F-B5B7-FDF53EB4BDD8}" srcId="{EDD1790A-FFC8-4B43-A406-5C8A959A614D}" destId="{C0176A21-143C-418C-9EA4-C579C331A14C}" srcOrd="3" destOrd="0" parTransId="{0A8A9365-2B1E-4D3C-896A-42F5B598717B}" sibTransId="{7CB28B06-544E-444A-87E8-220B5CF72291}"/>
    <dgm:cxn modelId="{9A561CFC-81C7-4B19-B065-4B3F3DBA3BB3}" type="presOf" srcId="{C0176A21-143C-418C-9EA4-C579C331A14C}" destId="{0D7A37BE-D300-4EAC-BCCB-C69514A5D9E4}" srcOrd="0" destOrd="3" presId="urn:microsoft.com/office/officeart/2005/8/layout/vList5"/>
    <dgm:cxn modelId="{47F1454C-3C02-4D8A-BF9D-97BF7B5A40A6}" type="presParOf" srcId="{347EEE3F-80AB-4987-9DD2-6756649B5ACD}" destId="{E36D45D2-A7A7-4ADA-85C0-EF2C23473002}" srcOrd="0" destOrd="0" presId="urn:microsoft.com/office/officeart/2005/8/layout/vList5"/>
    <dgm:cxn modelId="{686F1A39-ED7F-41DE-AE7B-5E370620F9EA}" type="presParOf" srcId="{E36D45D2-A7A7-4ADA-85C0-EF2C23473002}" destId="{5F008209-6EBB-4C50-8FB6-8CC08DB9752A}" srcOrd="0" destOrd="0" presId="urn:microsoft.com/office/officeart/2005/8/layout/vList5"/>
    <dgm:cxn modelId="{F2BC5309-CB85-4364-8F33-3F261A7F1697}" type="presParOf" srcId="{347EEE3F-80AB-4987-9DD2-6756649B5ACD}" destId="{97939992-821A-4BFD-8FCD-E4347B35BA8A}" srcOrd="1" destOrd="0" presId="urn:microsoft.com/office/officeart/2005/8/layout/vList5"/>
    <dgm:cxn modelId="{A4390E8E-C8D3-4E6F-9906-01F2CAC2D6C3}" type="presParOf" srcId="{347EEE3F-80AB-4987-9DD2-6756649B5ACD}" destId="{A4909C34-6303-4B69-B298-A321F9F9ADCC}" srcOrd="2" destOrd="0" presId="urn:microsoft.com/office/officeart/2005/8/layout/vList5"/>
    <dgm:cxn modelId="{8908547F-C960-4029-BF21-A1904B6F55DA}" type="presParOf" srcId="{A4909C34-6303-4B69-B298-A321F9F9ADCC}" destId="{52DD377E-4B3E-4847-A06F-BDED3CF8A93F}" srcOrd="0" destOrd="0" presId="urn:microsoft.com/office/officeart/2005/8/layout/vList5"/>
    <dgm:cxn modelId="{0A532482-6A01-4973-A5E4-6E6D9A325925}" type="presParOf" srcId="{A4909C34-6303-4B69-B298-A321F9F9ADCC}" destId="{BBE8FC3B-BC14-4EB2-B338-ED0E22F77CFD}" srcOrd="1" destOrd="0" presId="urn:microsoft.com/office/officeart/2005/8/layout/vList5"/>
    <dgm:cxn modelId="{43B5F4DC-3FAC-459E-B711-22208D2A7C05}" type="presParOf" srcId="{347EEE3F-80AB-4987-9DD2-6756649B5ACD}" destId="{3535B796-4BE0-4BC7-81AF-0E70CA36C01D}" srcOrd="3" destOrd="0" presId="urn:microsoft.com/office/officeart/2005/8/layout/vList5"/>
    <dgm:cxn modelId="{41D49F06-2978-48FB-995B-30BA061D0381}" type="presParOf" srcId="{347EEE3F-80AB-4987-9DD2-6756649B5ACD}" destId="{93EC93D2-D688-470C-BC6C-792680B2F1B3}" srcOrd="4" destOrd="0" presId="urn:microsoft.com/office/officeart/2005/8/layout/vList5"/>
    <dgm:cxn modelId="{91BDE8F2-3A74-4057-808F-6D4C13BE2F4D}" type="presParOf" srcId="{93EC93D2-D688-470C-BC6C-792680B2F1B3}" destId="{7B9ED911-636C-4F2A-9CFE-6598813DF25B}" srcOrd="0" destOrd="0" presId="urn:microsoft.com/office/officeart/2005/8/layout/vList5"/>
    <dgm:cxn modelId="{172F9BC6-3BED-4D38-8184-A72571FDD020}" type="presParOf" srcId="{93EC93D2-D688-470C-BC6C-792680B2F1B3}" destId="{9E1C77DF-1F03-4448-995C-BB9251236616}" srcOrd="1" destOrd="0" presId="urn:microsoft.com/office/officeart/2005/8/layout/vList5"/>
    <dgm:cxn modelId="{78FF1535-27AD-49FF-94D7-320A30333855}" type="presParOf" srcId="{347EEE3F-80AB-4987-9DD2-6756649B5ACD}" destId="{AE04A8E8-DD5F-46F7-BE53-CA40B01854D5}" srcOrd="5" destOrd="0" presId="urn:microsoft.com/office/officeart/2005/8/layout/vList5"/>
    <dgm:cxn modelId="{D6A0D063-C268-473D-A105-1F5E127ADC4F}" type="presParOf" srcId="{347EEE3F-80AB-4987-9DD2-6756649B5ACD}" destId="{23819BDC-531A-4FD7-9475-56317739872E}" srcOrd="6" destOrd="0" presId="urn:microsoft.com/office/officeart/2005/8/layout/vList5"/>
    <dgm:cxn modelId="{ABEFFEB8-2C98-4F88-BDE9-D91FBEEDE2A9}" type="presParOf" srcId="{23819BDC-531A-4FD7-9475-56317739872E}" destId="{01089CDB-91AE-42ED-88F4-A9934CBBC8AF}" srcOrd="0" destOrd="0" presId="urn:microsoft.com/office/officeart/2005/8/layout/vList5"/>
    <dgm:cxn modelId="{7113A54F-4B8C-45EB-865C-814F3F323592}" type="presParOf" srcId="{23819BDC-531A-4FD7-9475-56317739872E}" destId="{2FB568BD-34EE-4EA4-B34A-627B2BE207E8}" srcOrd="1" destOrd="0" presId="urn:microsoft.com/office/officeart/2005/8/layout/vList5"/>
    <dgm:cxn modelId="{422E8C61-843F-4278-BA3C-E35181CB212F}" type="presParOf" srcId="{347EEE3F-80AB-4987-9DD2-6756649B5ACD}" destId="{BC8C07DA-C23F-4576-A6EE-17C8A6A4C3F2}" srcOrd="7" destOrd="0" presId="urn:microsoft.com/office/officeart/2005/8/layout/vList5"/>
    <dgm:cxn modelId="{6047D09B-025A-4812-85BE-09157D2F7A97}" type="presParOf" srcId="{347EEE3F-80AB-4987-9DD2-6756649B5ACD}" destId="{A741211C-9828-4462-AA2B-0CFBF1FD1E95}" srcOrd="8" destOrd="0" presId="urn:microsoft.com/office/officeart/2005/8/layout/vList5"/>
    <dgm:cxn modelId="{E7F320E6-D240-410B-BB27-4446628A64F6}" type="presParOf" srcId="{A741211C-9828-4462-AA2B-0CFBF1FD1E95}" destId="{EB874D15-B20D-4A82-802F-E2F88828A8B2}" srcOrd="0" destOrd="0" presId="urn:microsoft.com/office/officeart/2005/8/layout/vList5"/>
    <dgm:cxn modelId="{01B59A18-11B9-4616-A3B9-7622373255F7}" type="presParOf" srcId="{A741211C-9828-4462-AA2B-0CFBF1FD1E95}" destId="{0D7A37BE-D300-4EAC-BCCB-C69514A5D9E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008209-6EBB-4C50-8FB6-8CC08DB9752A}">
      <dsp:nvSpPr>
        <dsp:cNvPr id="0" name=""/>
        <dsp:cNvSpPr/>
      </dsp:nvSpPr>
      <dsp:spPr>
        <a:xfrm>
          <a:off x="307" y="3072"/>
          <a:ext cx="8598360" cy="827073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Quantitative</a:t>
          </a:r>
          <a:endParaRPr lang="en-GB" sz="1800" b="1" kern="1200" dirty="0"/>
        </a:p>
      </dsp:txBody>
      <dsp:txXfrm>
        <a:off x="40681" y="43446"/>
        <a:ext cx="8517612" cy="746325"/>
      </dsp:txXfrm>
    </dsp:sp>
    <dsp:sp modelId="{BBE8FC3B-BC14-4EB2-B338-ED0E22F77CFD}">
      <dsp:nvSpPr>
        <dsp:cNvPr id="0" name=""/>
        <dsp:cNvSpPr/>
      </dsp:nvSpPr>
      <dsp:spPr>
        <a:xfrm rot="5400000">
          <a:off x="4913926" y="-1441713"/>
          <a:ext cx="1207866" cy="6174916"/>
        </a:xfrm>
        <a:prstGeom prst="round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Manipulate, control variables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Cause and effect relationships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Example: lab experiments</a:t>
          </a:r>
        </a:p>
      </dsp:txBody>
      <dsp:txXfrm rot="-5400000">
        <a:off x="2489364" y="1100775"/>
        <a:ext cx="6056990" cy="1089940"/>
      </dsp:txXfrm>
    </dsp:sp>
    <dsp:sp modelId="{52DD377E-4B3E-4847-A06F-BDED3CF8A93F}">
      <dsp:nvSpPr>
        <dsp:cNvPr id="0" name=""/>
        <dsp:cNvSpPr/>
      </dsp:nvSpPr>
      <dsp:spPr>
        <a:xfrm>
          <a:off x="307" y="930017"/>
          <a:ext cx="2430093" cy="1431454"/>
        </a:xfrm>
        <a:prstGeom prst="roundRect">
          <a:avLst/>
        </a:prstGeom>
        <a:solidFill>
          <a:schemeClr val="accent1">
            <a:shade val="80000"/>
            <a:hueOff val="148730"/>
            <a:satOff val="-3019"/>
            <a:lumOff val="1022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0" kern="1200" dirty="0"/>
            <a:t>Experimental</a:t>
          </a:r>
        </a:p>
      </dsp:txBody>
      <dsp:txXfrm>
        <a:off x="70185" y="999895"/>
        <a:ext cx="2290337" cy="1291698"/>
      </dsp:txXfrm>
    </dsp:sp>
    <dsp:sp modelId="{9E1C77DF-1F03-4448-995C-BB9251236616}">
      <dsp:nvSpPr>
        <dsp:cNvPr id="0" name=""/>
        <dsp:cNvSpPr/>
      </dsp:nvSpPr>
      <dsp:spPr>
        <a:xfrm rot="5400000">
          <a:off x="5000674" y="-23847"/>
          <a:ext cx="1016849" cy="6194704"/>
        </a:xfrm>
        <a:prstGeom prst="round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Manipulate, without random assignment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Some cause and effect relationships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Example: real-world settings e.g. healthcare</a:t>
          </a:r>
        </a:p>
      </dsp:txBody>
      <dsp:txXfrm rot="-5400000">
        <a:off x="2461385" y="2614718"/>
        <a:ext cx="6095428" cy="917573"/>
      </dsp:txXfrm>
    </dsp:sp>
    <dsp:sp modelId="{7B9ED911-636C-4F2A-9CFE-6598813DF25B}">
      <dsp:nvSpPr>
        <dsp:cNvPr id="0" name=""/>
        <dsp:cNvSpPr/>
      </dsp:nvSpPr>
      <dsp:spPr>
        <a:xfrm>
          <a:off x="307" y="2461343"/>
          <a:ext cx="2411439" cy="1224321"/>
        </a:xfrm>
        <a:prstGeom prst="roundRect">
          <a:avLst/>
        </a:prstGeom>
        <a:solidFill>
          <a:schemeClr val="accent1">
            <a:shade val="80000"/>
            <a:hueOff val="297461"/>
            <a:satOff val="-6039"/>
            <a:lumOff val="2045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0" kern="1200" dirty="0"/>
            <a:t>Quasi-Experimental</a:t>
          </a:r>
        </a:p>
      </dsp:txBody>
      <dsp:txXfrm>
        <a:off x="60073" y="2521109"/>
        <a:ext cx="2291907" cy="1104789"/>
      </dsp:txXfrm>
    </dsp:sp>
    <dsp:sp modelId="{2FB568BD-34EE-4EA4-B34A-627B2BE207E8}">
      <dsp:nvSpPr>
        <dsp:cNvPr id="0" name=""/>
        <dsp:cNvSpPr/>
      </dsp:nvSpPr>
      <dsp:spPr>
        <a:xfrm rot="5400000">
          <a:off x="4529506" y="1700077"/>
          <a:ext cx="1982036" cy="6168341"/>
        </a:xfrm>
        <a:prstGeom prst="round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To observe and describe, no manipulation</a:t>
          </a:r>
          <a:endParaRPr lang="en-GB" sz="2000" u="sng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000" b="1" u="sng" kern="1200" dirty="0"/>
            <a:t>Subtypes</a:t>
          </a:r>
          <a:r>
            <a:rPr lang="en-GB" sz="2000" u="sng" kern="1200" dirty="0"/>
            <a:t>: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u="sng" kern="1200" dirty="0"/>
            <a:t>Correlational</a:t>
          </a:r>
          <a:r>
            <a:rPr lang="en-GB" sz="2000" kern="1200" dirty="0"/>
            <a:t> (relation between variables)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u="sng" kern="1200" dirty="0"/>
            <a:t>Descriptive</a:t>
          </a:r>
          <a:r>
            <a:rPr lang="en-GB" sz="2000" kern="1200" dirty="0"/>
            <a:t> (characteristics of behaviour)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u="sng" kern="1200" dirty="0"/>
            <a:t>Survey</a:t>
          </a:r>
          <a:r>
            <a:rPr lang="en-GB" sz="2000" kern="1200" dirty="0"/>
            <a:t> (collect self-report data)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u="sng" kern="1200" dirty="0"/>
            <a:t>Observational</a:t>
          </a:r>
          <a:r>
            <a:rPr lang="en-GB" sz="2000" kern="1200" dirty="0"/>
            <a:t> (natural settings, numeric)</a:t>
          </a:r>
        </a:p>
      </dsp:txBody>
      <dsp:txXfrm rot="-5400000">
        <a:off x="2533109" y="3889984"/>
        <a:ext cx="5974831" cy="1788526"/>
      </dsp:txXfrm>
    </dsp:sp>
    <dsp:sp modelId="{01089CDB-91AE-42ED-88F4-A9934CBBC8AF}">
      <dsp:nvSpPr>
        <dsp:cNvPr id="0" name=""/>
        <dsp:cNvSpPr/>
      </dsp:nvSpPr>
      <dsp:spPr>
        <a:xfrm>
          <a:off x="254" y="3768298"/>
          <a:ext cx="2436045" cy="1997424"/>
        </a:xfrm>
        <a:prstGeom prst="roundRect">
          <a:avLst/>
        </a:prstGeom>
        <a:solidFill>
          <a:schemeClr val="accent1">
            <a:shade val="80000"/>
            <a:hueOff val="446191"/>
            <a:satOff val="-9058"/>
            <a:lumOff val="3067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0" kern="1200" dirty="0"/>
            <a:t>Non-Experimental </a:t>
          </a:r>
        </a:p>
      </dsp:txBody>
      <dsp:txXfrm>
        <a:off x="97760" y="3865804"/>
        <a:ext cx="2241033" cy="18024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008209-6EBB-4C50-8FB6-8CC08DB9752A}">
      <dsp:nvSpPr>
        <dsp:cNvPr id="0" name=""/>
        <dsp:cNvSpPr/>
      </dsp:nvSpPr>
      <dsp:spPr>
        <a:xfrm>
          <a:off x="307" y="3072"/>
          <a:ext cx="8598360" cy="827073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Quantitative</a:t>
          </a:r>
          <a:endParaRPr lang="en-GB" sz="1800" b="1" kern="1200" dirty="0"/>
        </a:p>
      </dsp:txBody>
      <dsp:txXfrm>
        <a:off x="40681" y="43446"/>
        <a:ext cx="8517612" cy="746325"/>
      </dsp:txXfrm>
    </dsp:sp>
    <dsp:sp modelId="{BBE8FC3B-BC14-4EB2-B338-ED0E22F77CFD}">
      <dsp:nvSpPr>
        <dsp:cNvPr id="0" name=""/>
        <dsp:cNvSpPr/>
      </dsp:nvSpPr>
      <dsp:spPr>
        <a:xfrm rot="5400000">
          <a:off x="4913926" y="-1441713"/>
          <a:ext cx="1207866" cy="6174916"/>
        </a:xfrm>
        <a:prstGeom prst="round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Manipulate, control variables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Cause and effect relationships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Example: lab experiments</a:t>
          </a:r>
        </a:p>
      </dsp:txBody>
      <dsp:txXfrm rot="-5400000">
        <a:off x="2489364" y="1100775"/>
        <a:ext cx="6056990" cy="1089940"/>
      </dsp:txXfrm>
    </dsp:sp>
    <dsp:sp modelId="{52DD377E-4B3E-4847-A06F-BDED3CF8A93F}">
      <dsp:nvSpPr>
        <dsp:cNvPr id="0" name=""/>
        <dsp:cNvSpPr/>
      </dsp:nvSpPr>
      <dsp:spPr>
        <a:xfrm>
          <a:off x="307" y="930017"/>
          <a:ext cx="2430093" cy="1431454"/>
        </a:xfrm>
        <a:prstGeom prst="roundRect">
          <a:avLst/>
        </a:prstGeom>
        <a:solidFill>
          <a:schemeClr val="accent1">
            <a:shade val="80000"/>
            <a:hueOff val="148730"/>
            <a:satOff val="-3019"/>
            <a:lumOff val="1022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0" kern="1200" dirty="0"/>
            <a:t>Experimental</a:t>
          </a:r>
        </a:p>
      </dsp:txBody>
      <dsp:txXfrm>
        <a:off x="70185" y="999895"/>
        <a:ext cx="2290337" cy="1291698"/>
      </dsp:txXfrm>
    </dsp:sp>
    <dsp:sp modelId="{9E1C77DF-1F03-4448-995C-BB9251236616}">
      <dsp:nvSpPr>
        <dsp:cNvPr id="0" name=""/>
        <dsp:cNvSpPr/>
      </dsp:nvSpPr>
      <dsp:spPr>
        <a:xfrm rot="5400000">
          <a:off x="5000674" y="-23847"/>
          <a:ext cx="1016849" cy="6194704"/>
        </a:xfrm>
        <a:prstGeom prst="roundRect">
          <a:avLst/>
        </a:prstGeom>
        <a:solidFill>
          <a:schemeClr val="bg1">
            <a:lumMod val="95000"/>
          </a:schemeClr>
        </a:solidFill>
        <a:ln w="15875" cap="flat" cmpd="sng" algn="ctr">
          <a:solidFill>
            <a:schemeClr val="bg1">
              <a:lumMod val="9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>
              <a:solidFill>
                <a:schemeClr val="bg1">
                  <a:lumMod val="85000"/>
                </a:schemeClr>
              </a:solidFill>
            </a:rPr>
            <a:t>Manipulate, without random assignment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>
              <a:solidFill>
                <a:schemeClr val="bg1">
                  <a:lumMod val="85000"/>
                </a:schemeClr>
              </a:solidFill>
            </a:rPr>
            <a:t>Some cause and effect relationships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>
              <a:solidFill>
                <a:schemeClr val="bg1">
                  <a:lumMod val="85000"/>
                </a:schemeClr>
              </a:solidFill>
            </a:rPr>
            <a:t>Example: real-world settings e.g. healthcare</a:t>
          </a:r>
        </a:p>
      </dsp:txBody>
      <dsp:txXfrm rot="-5400000">
        <a:off x="2461385" y="2614718"/>
        <a:ext cx="6095428" cy="917573"/>
      </dsp:txXfrm>
    </dsp:sp>
    <dsp:sp modelId="{7B9ED911-636C-4F2A-9CFE-6598813DF25B}">
      <dsp:nvSpPr>
        <dsp:cNvPr id="0" name=""/>
        <dsp:cNvSpPr/>
      </dsp:nvSpPr>
      <dsp:spPr>
        <a:xfrm>
          <a:off x="307" y="2461343"/>
          <a:ext cx="2411439" cy="1224321"/>
        </a:xfrm>
        <a:prstGeom prst="roundRect">
          <a:avLst/>
        </a:prstGeom>
        <a:solidFill>
          <a:schemeClr val="bg1">
            <a:lumMod val="95000"/>
          </a:schemeClr>
        </a:solidFill>
        <a:ln w="15875" cap="flat" cmpd="sng" algn="ctr">
          <a:solidFill>
            <a:schemeClr val="bg1">
              <a:lumMod val="9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0" kern="1200" dirty="0">
              <a:solidFill>
                <a:schemeClr val="bg1">
                  <a:lumMod val="85000"/>
                </a:schemeClr>
              </a:solidFill>
            </a:rPr>
            <a:t>Quasi-Experimental</a:t>
          </a:r>
        </a:p>
      </dsp:txBody>
      <dsp:txXfrm>
        <a:off x="60073" y="2521109"/>
        <a:ext cx="2291907" cy="1104789"/>
      </dsp:txXfrm>
    </dsp:sp>
    <dsp:sp modelId="{2FB568BD-34EE-4EA4-B34A-627B2BE207E8}">
      <dsp:nvSpPr>
        <dsp:cNvPr id="0" name=""/>
        <dsp:cNvSpPr/>
      </dsp:nvSpPr>
      <dsp:spPr>
        <a:xfrm rot="5400000">
          <a:off x="4529506" y="1700077"/>
          <a:ext cx="1982036" cy="6168341"/>
        </a:xfrm>
        <a:prstGeom prst="round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To observe and describe, no manipulation</a:t>
          </a:r>
          <a:endParaRPr lang="en-GB" sz="2000" u="sng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000" b="1" u="sng" kern="1200" dirty="0"/>
            <a:t>Subtypes</a:t>
          </a:r>
          <a:r>
            <a:rPr lang="en-GB" sz="2000" u="sng" kern="1200" dirty="0"/>
            <a:t>: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u="sng" kern="1200" dirty="0"/>
            <a:t>Correlational</a:t>
          </a:r>
          <a:r>
            <a:rPr lang="en-GB" sz="2000" kern="1200" dirty="0"/>
            <a:t> (relation between variables)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u="sng" kern="1200" dirty="0"/>
            <a:t>Descriptive</a:t>
          </a:r>
          <a:r>
            <a:rPr lang="en-GB" sz="2000" kern="1200" dirty="0"/>
            <a:t> (characteristics of behaviour)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u="sng" kern="1200" dirty="0"/>
            <a:t>Survey</a:t>
          </a:r>
          <a:r>
            <a:rPr lang="en-GB" sz="2000" kern="1200" dirty="0"/>
            <a:t> (collect self-report data)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u="sng" kern="1200" dirty="0">
              <a:solidFill>
                <a:schemeClr val="bg1">
                  <a:lumMod val="85000"/>
                </a:schemeClr>
              </a:solidFill>
            </a:rPr>
            <a:t>Observational</a:t>
          </a:r>
          <a:r>
            <a:rPr lang="en-GB" sz="2000" kern="1200" dirty="0">
              <a:solidFill>
                <a:schemeClr val="bg1">
                  <a:lumMod val="85000"/>
                </a:schemeClr>
              </a:solidFill>
            </a:rPr>
            <a:t> (natural settings, numeric)</a:t>
          </a:r>
        </a:p>
      </dsp:txBody>
      <dsp:txXfrm rot="-5400000">
        <a:off x="2533109" y="3889984"/>
        <a:ext cx="5974831" cy="1788526"/>
      </dsp:txXfrm>
    </dsp:sp>
    <dsp:sp modelId="{01089CDB-91AE-42ED-88F4-A9934CBBC8AF}">
      <dsp:nvSpPr>
        <dsp:cNvPr id="0" name=""/>
        <dsp:cNvSpPr/>
      </dsp:nvSpPr>
      <dsp:spPr>
        <a:xfrm>
          <a:off x="254" y="3768298"/>
          <a:ext cx="2436045" cy="1997424"/>
        </a:xfrm>
        <a:prstGeom prst="roundRect">
          <a:avLst/>
        </a:prstGeom>
        <a:solidFill>
          <a:schemeClr val="accent1">
            <a:shade val="80000"/>
            <a:hueOff val="446191"/>
            <a:satOff val="-9058"/>
            <a:lumOff val="3067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0" kern="1200" dirty="0"/>
            <a:t>Non-Experimental </a:t>
          </a:r>
        </a:p>
      </dsp:txBody>
      <dsp:txXfrm>
        <a:off x="97760" y="3865804"/>
        <a:ext cx="2241033" cy="18024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008209-6EBB-4C50-8FB6-8CC08DB9752A}">
      <dsp:nvSpPr>
        <dsp:cNvPr id="0" name=""/>
        <dsp:cNvSpPr/>
      </dsp:nvSpPr>
      <dsp:spPr>
        <a:xfrm>
          <a:off x="227" y="2350"/>
          <a:ext cx="6961474" cy="520100"/>
        </a:xfrm>
        <a:prstGeom prst="roundRect">
          <a:avLst/>
        </a:prstGeom>
        <a:solidFill>
          <a:schemeClr val="accent3">
            <a:lumMod val="60000"/>
            <a:lumOff val="4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Quantitative</a:t>
          </a:r>
          <a:endParaRPr lang="en-GB" sz="1800" b="1" kern="1200" dirty="0"/>
        </a:p>
      </dsp:txBody>
      <dsp:txXfrm>
        <a:off x="25616" y="27739"/>
        <a:ext cx="6910696" cy="469322"/>
      </dsp:txXfrm>
    </dsp:sp>
    <dsp:sp modelId="{BBE8FC3B-BC14-4EB2-B338-ED0E22F77CFD}">
      <dsp:nvSpPr>
        <dsp:cNvPr id="0" name=""/>
        <dsp:cNvSpPr/>
      </dsp:nvSpPr>
      <dsp:spPr>
        <a:xfrm rot="5400000">
          <a:off x="4330544" y="-773817"/>
          <a:ext cx="1059278" cy="3974212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/>
            <a:t>Categorical (labels) e.g. nationality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/>
            <a:t>No natural order or ranking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b="1" kern="1200" dirty="0"/>
            <a:t>Non-parametric tests </a:t>
          </a:r>
        </a:p>
      </dsp:txBody>
      <dsp:txXfrm rot="-5400000">
        <a:off x="2873077" y="735360"/>
        <a:ext cx="3922502" cy="955858"/>
      </dsp:txXfrm>
    </dsp:sp>
    <dsp:sp modelId="{52DD377E-4B3E-4847-A06F-BDED3CF8A93F}">
      <dsp:nvSpPr>
        <dsp:cNvPr id="0" name=""/>
        <dsp:cNvSpPr/>
      </dsp:nvSpPr>
      <dsp:spPr>
        <a:xfrm>
          <a:off x="227" y="585254"/>
          <a:ext cx="2872849" cy="1256069"/>
        </a:xfrm>
        <a:prstGeom prst="roundRect">
          <a:avLst/>
        </a:prstGeom>
        <a:solidFill>
          <a:schemeClr val="accent2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 dirty="0">
              <a:solidFill>
                <a:schemeClr val="bg1"/>
              </a:solidFill>
            </a:rPr>
            <a:t>Nominal Data</a:t>
          </a:r>
        </a:p>
      </dsp:txBody>
      <dsp:txXfrm>
        <a:off x="61543" y="646570"/>
        <a:ext cx="2750217" cy="1133437"/>
      </dsp:txXfrm>
    </dsp:sp>
    <dsp:sp modelId="{9E1C77DF-1F03-4448-995C-BB9251236616}">
      <dsp:nvSpPr>
        <dsp:cNvPr id="0" name=""/>
        <dsp:cNvSpPr/>
      </dsp:nvSpPr>
      <dsp:spPr>
        <a:xfrm rot="5400000">
          <a:off x="4438226" y="493941"/>
          <a:ext cx="981502" cy="4076440"/>
        </a:xfrm>
        <a:prstGeom prst="round2SameRect">
          <a:avLst/>
        </a:prstGeom>
        <a:solidFill>
          <a:schemeClr val="accent3">
            <a:tint val="40000"/>
            <a:alpha val="90000"/>
            <a:hueOff val="-576454"/>
            <a:satOff val="-4294"/>
            <a:lumOff val="-242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-576454"/>
              <a:satOff val="-4294"/>
              <a:lumOff val="-24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/>
            <a:t>Categories (labels) e.g., pain severity.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/>
            <a:t>Ranked categories - intervals typically not meaningful or equal. But </a:t>
          </a:r>
          <a:r>
            <a:rPr lang="en-GB" sz="1700" i="1" kern="1200" dirty="0"/>
            <a:t>depends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b="1" kern="1200" dirty="0"/>
            <a:t>Non-parametric tests (or </a:t>
          </a:r>
          <a:r>
            <a:rPr lang="en-GB" sz="1700" b="1" i="1" kern="1200" dirty="0"/>
            <a:t>parametric</a:t>
          </a:r>
          <a:r>
            <a:rPr lang="en-GB" sz="1700" b="1" kern="1200" dirty="0"/>
            <a:t>)</a:t>
          </a:r>
          <a:endParaRPr lang="en-GB" sz="1700" kern="1200" dirty="0"/>
        </a:p>
      </dsp:txBody>
      <dsp:txXfrm rot="-5400000">
        <a:off x="2890758" y="2089323"/>
        <a:ext cx="4028527" cy="885676"/>
      </dsp:txXfrm>
    </dsp:sp>
    <dsp:sp modelId="{7B9ED911-636C-4F2A-9CFE-6598813DF25B}">
      <dsp:nvSpPr>
        <dsp:cNvPr id="0" name=""/>
        <dsp:cNvSpPr/>
      </dsp:nvSpPr>
      <dsp:spPr>
        <a:xfrm>
          <a:off x="227" y="1904127"/>
          <a:ext cx="2890529" cy="1256069"/>
        </a:xfrm>
        <a:prstGeom prst="roundRect">
          <a:avLst/>
        </a:prstGeom>
        <a:solidFill>
          <a:schemeClr val="accent3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 dirty="0">
              <a:solidFill>
                <a:schemeClr val="bg1"/>
              </a:solidFill>
            </a:rPr>
            <a:t>Ordinal Data</a:t>
          </a:r>
        </a:p>
      </dsp:txBody>
      <dsp:txXfrm>
        <a:off x="61543" y="1965443"/>
        <a:ext cx="2767897" cy="1133437"/>
      </dsp:txXfrm>
    </dsp:sp>
    <dsp:sp modelId="{2FB568BD-34EE-4EA4-B34A-627B2BE207E8}">
      <dsp:nvSpPr>
        <dsp:cNvPr id="0" name=""/>
        <dsp:cNvSpPr/>
      </dsp:nvSpPr>
      <dsp:spPr>
        <a:xfrm rot="5400000">
          <a:off x="4361762" y="1812814"/>
          <a:ext cx="1134431" cy="4076440"/>
        </a:xfrm>
        <a:prstGeom prst="round2SameRect">
          <a:avLst/>
        </a:prstGeom>
        <a:solidFill>
          <a:schemeClr val="accent3">
            <a:tint val="40000"/>
            <a:alpha val="90000"/>
            <a:hueOff val="-1152907"/>
            <a:satOff val="-8589"/>
            <a:lumOff val="-484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-1152907"/>
              <a:satOff val="-8589"/>
              <a:lumOff val="-4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/>
            <a:t>Numerical values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/>
            <a:t>Meaningful and equal intervals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/>
            <a:t>No ‘true zero’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b="1" kern="1200" dirty="0"/>
            <a:t>Parametric tests and Non-parametric </a:t>
          </a:r>
          <a:endParaRPr lang="en-GB" sz="1700" kern="1200" dirty="0"/>
        </a:p>
      </dsp:txBody>
      <dsp:txXfrm rot="-5400000">
        <a:off x="2890758" y="3339196"/>
        <a:ext cx="4021062" cy="1023675"/>
      </dsp:txXfrm>
    </dsp:sp>
    <dsp:sp modelId="{01089CDB-91AE-42ED-88F4-A9934CBBC8AF}">
      <dsp:nvSpPr>
        <dsp:cNvPr id="0" name=""/>
        <dsp:cNvSpPr/>
      </dsp:nvSpPr>
      <dsp:spPr>
        <a:xfrm>
          <a:off x="227" y="3222999"/>
          <a:ext cx="2890529" cy="1256069"/>
        </a:xfrm>
        <a:prstGeom prst="roundRect">
          <a:avLst/>
        </a:prstGeom>
        <a:solidFill>
          <a:schemeClr val="accent4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 dirty="0">
              <a:solidFill>
                <a:schemeClr val="bg1"/>
              </a:solidFill>
            </a:rPr>
            <a:t>Interval Data</a:t>
          </a:r>
        </a:p>
      </dsp:txBody>
      <dsp:txXfrm>
        <a:off x="61543" y="3284315"/>
        <a:ext cx="2767897" cy="1133437"/>
      </dsp:txXfrm>
    </dsp:sp>
    <dsp:sp modelId="{0D7A37BE-D300-4EAC-BCCB-C69514A5D9E4}">
      <dsp:nvSpPr>
        <dsp:cNvPr id="0" name=""/>
        <dsp:cNvSpPr/>
      </dsp:nvSpPr>
      <dsp:spPr>
        <a:xfrm rot="5400000">
          <a:off x="4427398" y="3131686"/>
          <a:ext cx="1004855" cy="4076440"/>
        </a:xfrm>
        <a:prstGeom prst="round2SameRect">
          <a:avLst/>
        </a:prstGeom>
        <a:solidFill>
          <a:schemeClr val="accent3">
            <a:tint val="40000"/>
            <a:alpha val="90000"/>
            <a:hueOff val="-1729361"/>
            <a:satOff val="-12883"/>
            <a:lumOff val="-726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-1729361"/>
              <a:satOff val="-12883"/>
              <a:lumOff val="-7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/>
            <a:t>Numerical values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/>
            <a:t>Meaningful and equal intervals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/>
            <a:t>True zero: zero means none, absence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b="1" kern="1200" dirty="0"/>
            <a:t>Parametric and Non-parametric</a:t>
          </a:r>
        </a:p>
      </dsp:txBody>
      <dsp:txXfrm rot="-5400000">
        <a:off x="2891606" y="4716532"/>
        <a:ext cx="4027387" cy="906749"/>
      </dsp:txXfrm>
    </dsp:sp>
    <dsp:sp modelId="{EB874D15-B20D-4A82-802F-E2F88828A8B2}">
      <dsp:nvSpPr>
        <dsp:cNvPr id="0" name=""/>
        <dsp:cNvSpPr/>
      </dsp:nvSpPr>
      <dsp:spPr>
        <a:xfrm>
          <a:off x="227" y="4541872"/>
          <a:ext cx="2891378" cy="1256069"/>
        </a:xfrm>
        <a:prstGeom prst="roundRect">
          <a:avLst/>
        </a:prstGeom>
        <a:solidFill>
          <a:schemeClr val="accent5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 dirty="0">
              <a:solidFill>
                <a:schemeClr val="bg1"/>
              </a:solidFill>
            </a:rPr>
            <a:t>Ratio Data</a:t>
          </a:r>
        </a:p>
      </dsp:txBody>
      <dsp:txXfrm>
        <a:off x="61543" y="4603188"/>
        <a:ext cx="2768746" cy="11334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24543-6094-4172-A2C7-7DFF1C579B9D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21B416-F7FB-4E18-878D-8E410099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138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7774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1A1A1-9ECD-4E0D-C60B-6F4E2E6D7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69C435-ABC6-6133-C325-CE254FDEB1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EA0D2B-C7DA-55F4-8F34-62A9A48F69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84C2B-5EA1-2F0F-70DE-492CA2C787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4635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71136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49104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51267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A01BB-3582-A453-09B7-B966F02FD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3054008-608C-0B07-FA18-3F2CD5713A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en-GB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37B68A69-1BC0-8822-8588-AC9CBB3409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A8ADB48-BA12-F7D3-89F2-D7E9200E89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B530B7-CA49-455B-8AB9-6EB635F13FD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49568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2D17E-D297-4B21-7EC6-FABBB06FF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FA440BD-3FEF-DD5A-1F49-E6C1F3DF13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en-GB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A94C67EF-98FB-1E2E-029E-FB89B7E08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ACF67BA-CDBA-CE10-5A51-63EC01A494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B530B7-CA49-455B-8AB9-6EB635F13FD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5256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6AD84-25FA-781E-7A3F-44C4B01A3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DD2764-A95E-2D5C-8505-C66F8152CA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F3D6AF-81CA-17E8-E836-55AB4CA11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53C4F-7E3E-FEC1-84BA-68ECF23E48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33248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59513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B90DA-DBA6-5467-C9F2-37997D84B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86991C-D4CD-BA2C-5CD4-6BDFE9474F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66988F-D5E9-A587-C523-B4804B0C1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4FA75-1EA0-84D5-C3E8-1B053E2B41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20400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None/>
              <a:tabLst>
                <a:tab pos="914400" algn="l"/>
              </a:tabLst>
            </a:pPr>
            <a:endParaRPr lang="en-GB" sz="1200" kern="100" dirty="0">
              <a:effectLst/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8547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33BAA-4550-1EB2-79A0-3C4F50451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F621A1-0DE7-5E30-6637-E959B9715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3093A0-E06F-41B2-3117-A7C8AF782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None/>
              <a:tabLst>
                <a:tab pos="914400" algn="l"/>
              </a:tabLst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5EC84-E547-DAB5-27CE-D27C1690D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7635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49104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604A4-771F-3D48-AE0F-85FF323F4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78B6FA-CAD1-1199-068F-B42D4BAC9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A2BC7C-8814-AFC9-6D6E-E116CFF401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B701F-A03B-1C07-E999-290B681A52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38177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en-GB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1FB530B7-CA49-455B-8AB9-6EB635F13FD8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12311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D31DE-5886-3498-C481-B0692EF26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557DE5-202D-14F0-A755-8DCF0E9096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A42349-3C32-A549-40DB-B2DA346B6F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None/>
              <a:tabLst>
                <a:tab pos="914400" algn="l"/>
              </a:tabLst>
            </a:pP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None/>
              <a:tabLst>
                <a:tab pos="914400" algn="l"/>
              </a:tabLst>
            </a:pPr>
            <a:endParaRPr lang="en-GB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None/>
              <a:tabLst>
                <a:tab pos="914400" algn="l"/>
              </a:tabLst>
            </a:pPr>
            <a:endParaRPr lang="en-GB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None/>
              <a:tabLst>
                <a:tab pos="914400" algn="l"/>
              </a:tabLst>
            </a:pPr>
            <a:endParaRPr lang="en-GB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None/>
              <a:tabLst>
                <a:tab pos="914400" algn="l"/>
              </a:tabLst>
            </a:pPr>
            <a:endParaRPr lang="en-GB" sz="1200" kern="100" dirty="0">
              <a:effectLst/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None/>
              <a:tabLst>
                <a:tab pos="914400" algn="l"/>
              </a:tabLst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73CB9-332F-1456-8463-984F2B5371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25365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04ECF-A2B0-B5D7-3B4C-F936E1DE5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B56751-1531-7838-4FFF-A86EEA7977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70885C-3E4A-CD6C-5C75-60DE2D7DD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A0FFF-ECDE-7704-6FAD-809B10EE45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36976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754DC-671B-CE41-21E6-B30A55A59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6237018-5A90-7A63-0CBC-A3073E7288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en-GB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BC033B86-1C0B-5287-8649-9A0DA3591B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EF51583-1B91-EC56-95F0-D85E20F2EF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B530B7-CA49-455B-8AB9-6EB635F13FD8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93901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3E7A5-8815-9D38-C074-AB09CC940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FF31EF3-D5C8-619A-D703-D266DD02C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en-GB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A748698E-E63C-FE33-1C37-7ED4B8849D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EE87BB7-8729-0077-C514-7B76252D7E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B530B7-CA49-455B-8AB9-6EB635F13FD8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51453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E162F-C121-BE02-161B-5018896B1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98280FE-6BA8-BD03-5AC9-002B769FF1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en-GB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B8FE95B-1DFA-FD4D-0066-AD2EB2DC1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B0E3D78-FC70-D1B5-331D-89E53B0366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B530B7-CA49-455B-8AB9-6EB635F13FD8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64526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30B6E-AC16-F0A6-215D-4A1431B20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4E5222-1ED5-008F-D5D5-EFFCE8EE2B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43157C-5FE1-014F-9B43-0029D62443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F308C-3F2A-C540-9E2B-2E27F6632D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05289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E717D-5E1A-0BB6-7480-A19FC4606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53243C-405A-99B7-6B14-1F07C18C79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5D417D-E5C7-CC87-697E-E1A7DE9B0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69A10-8645-CBDF-9162-BBC9584236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2496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8279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1197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9351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03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0535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7540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1502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7043733F-D14F-42BC-9C5A-8BC178B1A6BF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21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067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0395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9676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043733F-D14F-42BC-9C5A-8BC178B1A6BF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2761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7000">
              <a:schemeClr val="bg2">
                <a:lumMod val="75000"/>
              </a:schemeClr>
            </a:gs>
            <a:gs pos="0">
              <a:schemeClr val="bg2">
                <a:lumMod val="50000"/>
              </a:schemeClr>
            </a:gs>
            <a:gs pos="74000">
              <a:schemeClr val="bg2">
                <a:lumMod val="60000"/>
                <a:lumOff val="40000"/>
              </a:schemeClr>
            </a:gs>
            <a:gs pos="83000">
              <a:schemeClr val="bg2">
                <a:lumMod val="40000"/>
                <a:lumOff val="60000"/>
              </a:schemeClr>
            </a:gs>
            <a:gs pos="100000">
              <a:schemeClr val="bg2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2011C802-73B3-2DD2-A025-149276778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2101" y="569369"/>
            <a:ext cx="7099797" cy="4325175"/>
          </a:xfrm>
        </p:spPr>
        <p:txBody>
          <a:bodyPr>
            <a:normAutofit/>
          </a:bodyPr>
          <a:lstStyle/>
          <a:p>
            <a:pPr algn="ctr"/>
            <a:endParaRPr lang="en-US" sz="4400" b="1" dirty="0">
              <a:solidFill>
                <a:schemeClr val="tx2"/>
              </a:solidFill>
            </a:endParaRPr>
          </a:p>
          <a:p>
            <a:pPr algn="ctr"/>
            <a:r>
              <a:rPr lang="en-US" sz="4400" b="1" dirty="0">
                <a:solidFill>
                  <a:schemeClr val="tx1"/>
                </a:solidFill>
              </a:rPr>
              <a:t>IPR Term 2 Week 8</a:t>
            </a:r>
          </a:p>
          <a:p>
            <a:pPr algn="ctr"/>
            <a:r>
              <a:rPr lang="en-US" sz="4000" b="1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4000" b="1" dirty="0">
                <a:solidFill>
                  <a:schemeClr val="tx1"/>
                </a:solidFill>
              </a:rPr>
              <a:t>Bringing it all together</a:t>
            </a:r>
          </a:p>
          <a:p>
            <a:pPr algn="ctr"/>
            <a:r>
              <a:rPr lang="en-US" sz="4000" b="1" dirty="0">
                <a:solidFill>
                  <a:schemeClr val="tx1"/>
                </a:solidFill>
              </a:rPr>
              <a:t>&amp; Lab report writing FAQS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CEFCF7-B991-F689-C975-DEEA3454D308}"/>
              </a:ext>
            </a:extLst>
          </p:cNvPr>
          <p:cNvSpPr txBox="1">
            <a:spLocks/>
          </p:cNvSpPr>
          <p:nvPr/>
        </p:nvSpPr>
        <p:spPr>
          <a:xfrm>
            <a:off x="671370" y="5427211"/>
            <a:ext cx="6620968" cy="8614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GB" dirty="0">
                <a:solidFill>
                  <a:schemeClr val="tx1"/>
                </a:solidFill>
              </a:rPr>
              <a:t>Dr Hayley Dewe </a:t>
            </a:r>
          </a:p>
          <a:p>
            <a:r>
              <a:rPr lang="en-GB" dirty="0">
                <a:solidFill>
                  <a:schemeClr val="tx1"/>
                </a:solidFill>
              </a:rPr>
              <a:t>(Assistant Professor)</a:t>
            </a:r>
          </a:p>
        </p:txBody>
      </p:sp>
    </p:spTree>
    <p:extLst>
      <p:ext uri="{BB962C8B-B14F-4D97-AF65-F5344CB8AC3E}">
        <p14:creationId xmlns:p14="http://schemas.microsoft.com/office/powerpoint/2010/main" val="621895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0A1AEBD-01BB-F9F4-BC94-58DFEB53A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54245C3-45E4-59AA-074B-3FE100DDBD4A}"/>
              </a:ext>
            </a:extLst>
          </p:cNvPr>
          <p:cNvSpPr txBox="1">
            <a:spLocks/>
          </p:cNvSpPr>
          <p:nvPr/>
        </p:nvSpPr>
        <p:spPr>
          <a:xfrm>
            <a:off x="1980046" y="0"/>
            <a:ext cx="5806526" cy="9183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Announcements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A7DA80F-64D5-246B-6BB0-B05A9698EA09}"/>
              </a:ext>
            </a:extLst>
          </p:cNvPr>
          <p:cNvSpPr txBox="1">
            <a:spLocks/>
          </p:cNvSpPr>
          <p:nvPr/>
        </p:nvSpPr>
        <p:spPr>
          <a:xfrm>
            <a:off x="368300" y="766034"/>
            <a:ext cx="8153400" cy="5936102"/>
          </a:xfrm>
          <a:prstGeom prst="roundRect">
            <a:avLst>
              <a:gd name="adj" fmla="val 1858"/>
            </a:avLst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l">
              <a:buClrTx/>
            </a:pPr>
            <a:r>
              <a:rPr lang="en-GB" sz="2400" b="1" dirty="0"/>
              <a:t>Reminder to read (and use) the Discussion boards</a:t>
            </a:r>
          </a:p>
          <a:p>
            <a:pPr algn="l">
              <a:buClrTx/>
            </a:pPr>
            <a:r>
              <a:rPr lang="en-GB" sz="2400" b="1" dirty="0"/>
              <a:t>Summative Lab report </a:t>
            </a:r>
            <a:endParaRPr lang="en-GB" sz="2400" dirty="0"/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000" b="1" dirty="0">
                <a:solidFill>
                  <a:srgbClr val="FF0000"/>
                </a:solidFill>
                <a:latin typeface="+mn-lt"/>
              </a:rPr>
              <a:t>Due 16</a:t>
            </a:r>
            <a:r>
              <a:rPr lang="en-GB" sz="2000" b="1" baseline="30000" dirty="0">
                <a:solidFill>
                  <a:srgbClr val="FF0000"/>
                </a:solidFill>
                <a:latin typeface="+mn-lt"/>
              </a:rPr>
              <a:t>th</a:t>
            </a:r>
            <a:r>
              <a:rPr lang="en-GB" sz="2000" b="1" dirty="0">
                <a:solidFill>
                  <a:srgbClr val="FF0000"/>
                </a:solidFill>
                <a:latin typeface="+mn-lt"/>
              </a:rPr>
              <a:t> March 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000" dirty="0">
                <a:latin typeface="+mn-lt"/>
              </a:rPr>
              <a:t>Refer to Lecture 7, the assessment brief and use the </a:t>
            </a:r>
            <a:r>
              <a:rPr lang="en-GB" sz="2000" b="1" dirty="0">
                <a:latin typeface="+mn-lt"/>
              </a:rPr>
              <a:t>template</a:t>
            </a:r>
            <a:r>
              <a:rPr lang="en-GB" sz="2000" dirty="0">
                <a:latin typeface="+mn-lt"/>
              </a:rPr>
              <a:t>!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000" dirty="0">
                <a:latin typeface="+mn-lt"/>
              </a:rPr>
              <a:t>I’ll also go over some common FAQS today</a:t>
            </a:r>
          </a:p>
          <a:p>
            <a:pPr algn="l">
              <a:buClrTx/>
            </a:pPr>
            <a:endParaRPr lang="en-GB" sz="2400" b="1" dirty="0">
              <a:latin typeface="+mn-lt"/>
            </a:endParaRPr>
          </a:p>
          <a:p>
            <a:pPr algn="l">
              <a:buClrTx/>
            </a:pPr>
            <a:r>
              <a:rPr lang="en-GB" sz="2400" b="1" dirty="0"/>
              <a:t>Q&amp;A Drop-in (for anything)</a:t>
            </a:r>
          </a:p>
          <a:p>
            <a:pPr marL="342900" indent="-342900" algn="l">
              <a:buClrTx/>
              <a:buFont typeface="Wingdings" panose="05000000000000000000" pitchFamily="2" charset="2"/>
              <a:buChar char="q"/>
            </a:pPr>
            <a:r>
              <a:rPr lang="en-GB" sz="2000" dirty="0">
                <a:latin typeface="+mn-lt"/>
              </a:rPr>
              <a:t>Friday 6th (RH0007) 3-4pm</a:t>
            </a:r>
          </a:p>
          <a:p>
            <a:pPr marL="342900" indent="-342900" algn="l">
              <a:buClrTx/>
              <a:buFont typeface="Wingdings" panose="05000000000000000000" pitchFamily="2" charset="2"/>
              <a:buChar char="q"/>
            </a:pPr>
            <a:r>
              <a:rPr lang="en-GB" sz="2000" dirty="0">
                <a:latin typeface="+mn-lt"/>
              </a:rPr>
              <a:t>Then one more left: Friday 20</a:t>
            </a:r>
            <a:r>
              <a:rPr lang="en-GB" sz="2000" baseline="30000" dirty="0">
                <a:latin typeface="+mn-lt"/>
              </a:rPr>
              <a:t>th</a:t>
            </a:r>
            <a:r>
              <a:rPr lang="en-GB" sz="2000" dirty="0">
                <a:latin typeface="+mn-lt"/>
              </a:rPr>
              <a:t> (RH0007) 3-4pm</a:t>
            </a:r>
          </a:p>
          <a:p>
            <a:pPr algn="l">
              <a:buClrTx/>
            </a:pPr>
            <a:endParaRPr lang="en-GB" sz="2400" dirty="0"/>
          </a:p>
          <a:p>
            <a:pPr algn="l">
              <a:buClrTx/>
            </a:pPr>
            <a:r>
              <a:rPr lang="en-GB" sz="2400" b="1" dirty="0"/>
              <a:t>Last practicals are running this week – so make the most of it!</a:t>
            </a:r>
          </a:p>
          <a:p>
            <a:pPr algn="l">
              <a:buClrTx/>
            </a:pPr>
            <a:r>
              <a:rPr lang="en-GB" sz="2400" b="1" dirty="0"/>
              <a:t>Exam date: TBC</a:t>
            </a:r>
            <a:r>
              <a:rPr lang="en-GB" sz="2400" i="1" dirty="0">
                <a:latin typeface="+mn-lt"/>
              </a:rPr>
              <a:t>								</a:t>
            </a:r>
            <a:endParaRPr lang="en-GB" i="1" dirty="0">
              <a:latin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93719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FED8D49-6DBF-16AE-CC2E-8FC33433D719}"/>
              </a:ext>
            </a:extLst>
          </p:cNvPr>
          <p:cNvSpPr txBox="1">
            <a:spLocks/>
          </p:cNvSpPr>
          <p:nvPr/>
        </p:nvSpPr>
        <p:spPr>
          <a:xfrm>
            <a:off x="1780173" y="195007"/>
            <a:ext cx="5806526" cy="8276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sz="4000" dirty="0">
                <a:solidFill>
                  <a:srgbClr val="0070C0"/>
                </a:solidFill>
                <a:latin typeface="Gill Sans MT" panose="020B0502020104020203" pitchFamily="34" charset="0"/>
              </a:rPr>
              <a:t>Learning Outcomes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0A6FCE1-807F-78AF-7A22-954415E2EDD2}"/>
              </a:ext>
            </a:extLst>
          </p:cNvPr>
          <p:cNvSpPr txBox="1">
            <a:spLocks/>
          </p:cNvSpPr>
          <p:nvPr/>
        </p:nvSpPr>
        <p:spPr>
          <a:xfrm>
            <a:off x="622853" y="1080170"/>
            <a:ext cx="8226374" cy="5284406"/>
          </a:xfrm>
          <a:prstGeom prst="roundRect">
            <a:avLst>
              <a:gd name="adj" fmla="val 1858"/>
            </a:avLst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To consolidate the inferential statistics tests we have covered so far.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Understand the key differences between them and what each one represents (when to use what)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Key assumptions for each test, and when to use parametric vs non-parametric versions.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Knowledge and experience in running </a:t>
            </a:r>
            <a:r>
              <a:rPr lang="en-GB" sz="2400" b="1" dirty="0">
                <a:latin typeface="+mn-lt"/>
              </a:rPr>
              <a:t>all</a:t>
            </a:r>
            <a:r>
              <a:rPr lang="en-GB" sz="2400" dirty="0">
                <a:latin typeface="+mn-lt"/>
              </a:rPr>
              <a:t> tests using JASP software, writing them up and interpreting the results.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b="1" dirty="0">
                <a:solidFill>
                  <a:srgbClr val="FF0000"/>
                </a:solidFill>
                <a:latin typeface="+mn-lt"/>
              </a:rPr>
              <a:t>Online content: Worksheet Activity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365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B8676F2-4335-7184-8F2C-C2727F9C7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331" y="796898"/>
            <a:ext cx="7812148" cy="4575202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300" dirty="0">
                <a:solidFill>
                  <a:schemeClr val="tx1"/>
                </a:solidFill>
              </a:rPr>
              <a:t>Lesson Outline</a:t>
            </a:r>
          </a:p>
          <a:p>
            <a:pPr marL="0" indent="0">
              <a:buNone/>
            </a:pPr>
            <a:endParaRPr lang="en-GB" b="1" dirty="0">
              <a:solidFill>
                <a:srgbClr val="1477B4"/>
              </a:solidFill>
            </a:endParaRP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What’s left this term</a:t>
            </a: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What tests we’ve covered</a:t>
            </a: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Tips for writing the Summative Lab report (key info from last week)</a:t>
            </a: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FAQs / Q&amp;A</a:t>
            </a: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b="1" dirty="0">
                <a:solidFill>
                  <a:srgbClr val="FF0000"/>
                </a:solidFill>
              </a:rPr>
              <a:t>Online content: </a:t>
            </a:r>
            <a:r>
              <a:rPr lang="en-GB" sz="2400" dirty="0">
                <a:solidFill>
                  <a:schemeClr val="tx1"/>
                </a:solidFill>
              </a:rPr>
              <a:t>Worksheet activity</a:t>
            </a:r>
          </a:p>
          <a:p>
            <a:pPr marL="457200" indent="-457200">
              <a:buClrTx/>
              <a:buFont typeface="+mj-lt"/>
              <a:buAutoNum type="arabicPeriod"/>
            </a:pPr>
            <a:endParaRPr lang="en-GB" sz="2400" dirty="0">
              <a:solidFill>
                <a:schemeClr val="tx1"/>
              </a:solidFill>
            </a:endParaRPr>
          </a:p>
          <a:p>
            <a:pPr marL="457200" indent="-457200">
              <a:buClrTx/>
              <a:buFont typeface="+mj-lt"/>
              <a:buAutoNum type="arabicPeriod"/>
            </a:pPr>
            <a:endParaRPr lang="en-GB" sz="2400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1076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2011C802-73B3-2DD2-A025-149276778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54532" y="1157225"/>
            <a:ext cx="2936325" cy="5152416"/>
          </a:xfrm>
          <a:noFill/>
        </p:spPr>
        <p:txBody>
          <a:bodyPr>
            <a:noAutofit/>
          </a:bodyPr>
          <a:lstStyle/>
          <a:p>
            <a:endParaRPr lang="en-US" sz="3200" b="1" dirty="0">
              <a:solidFill>
                <a:schemeClr val="tx1"/>
              </a:solidFill>
            </a:endParaRPr>
          </a:p>
          <a:p>
            <a:pPr marL="514350" indent="-514350">
              <a:buAutoNum type="arabicPeriod"/>
            </a:pPr>
            <a:r>
              <a:rPr lang="en-US" sz="3200" b="1" dirty="0">
                <a:solidFill>
                  <a:schemeClr val="tx1"/>
                </a:solidFill>
              </a:rPr>
              <a:t>What’s left this term…</a:t>
            </a:r>
          </a:p>
          <a:p>
            <a:pPr marL="514350" indent="-514350">
              <a:buAutoNum type="arabicPeriod"/>
            </a:pPr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3" name="Picture 6" descr="See the source image">
            <a:extLst>
              <a:ext uri="{FF2B5EF4-FFF2-40B4-BE49-F238E27FC236}">
                <a16:creationId xmlns:a16="http://schemas.microsoft.com/office/drawing/2014/main" id="{EE932BE7-5F26-31EA-4CAD-BC83AE34F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7" r="26769"/>
          <a:stretch/>
        </p:blipFill>
        <p:spPr bwMode="auto">
          <a:xfrm>
            <a:off x="20" y="10"/>
            <a:ext cx="56611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3770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D29E6A2-B56A-465F-2583-2DB1D463B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4FD8327-66B7-6D3D-6D53-C121AC02507D}"/>
              </a:ext>
            </a:extLst>
          </p:cNvPr>
          <p:cNvSpPr/>
          <p:nvPr/>
        </p:nvSpPr>
        <p:spPr>
          <a:xfrm>
            <a:off x="330199" y="898671"/>
            <a:ext cx="8721659" cy="511614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GB" sz="2200" dirty="0">
                <a:ea typeface="Calibri" panose="020F0502020204030204" pitchFamily="34" charset="0"/>
                <a:cs typeface="Times New Roman" panose="02020603050405020304" pitchFamily="18" charset="0"/>
              </a:rPr>
              <a:t>This is your final full teaching Term! 						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GB" sz="2200" b="1" u="sng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Term 2</a:t>
            </a:r>
            <a:r>
              <a:rPr lang="en-GB" sz="2200" u="sng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GB" sz="2200" b="1" u="sng" dirty="0">
                <a:ea typeface="Calibri" panose="020F0502020204030204" pitchFamily="34" charset="0"/>
                <a:cs typeface="Times New Roman" panose="02020603050405020304" pitchFamily="18" charset="0"/>
              </a:rPr>
              <a:t>Week 8 </a:t>
            </a:r>
            <a:r>
              <a:rPr lang="en-GB" sz="2200" dirty="0">
                <a:ea typeface="Calibri" panose="020F0502020204030204" pitchFamily="34" charset="0"/>
                <a:cs typeface="Times New Roman" panose="02020603050405020304" pitchFamily="18" charset="0"/>
              </a:rPr>
              <a:t>(today): Bringing it all together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GB" sz="2200" b="1" u="sng" dirty="0">
                <a:ea typeface="Calibri" panose="020F0502020204030204" pitchFamily="34" charset="0"/>
                <a:cs typeface="Times New Roman" panose="02020603050405020304" pitchFamily="18" charset="0"/>
              </a:rPr>
              <a:t>Week 9</a:t>
            </a:r>
            <a:r>
              <a:rPr lang="en-GB" sz="2200" dirty="0">
                <a:ea typeface="Calibri" panose="020F0502020204030204" pitchFamily="34" charset="0"/>
                <a:cs typeface="Times New Roman" panose="02020603050405020304" pitchFamily="18" charset="0"/>
              </a:rPr>
              <a:t>: Exam revision – all you need to know for the exam, tips and advice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GB" sz="2200" b="1" u="sng" dirty="0">
                <a:ea typeface="Calibri" panose="020F0502020204030204" pitchFamily="34" charset="0"/>
                <a:cs typeface="Times New Roman" panose="02020603050405020304" pitchFamily="18" charset="0"/>
              </a:rPr>
              <a:t>Week 10</a:t>
            </a:r>
            <a:r>
              <a:rPr lang="en-GB" sz="2200" dirty="0">
                <a:ea typeface="Calibri" panose="020F0502020204030204" pitchFamily="34" charset="0"/>
                <a:cs typeface="Times New Roman" panose="02020603050405020304" pitchFamily="18" charset="0"/>
              </a:rPr>
              <a:t>: Class test (2)</a:t>
            </a:r>
          </a:p>
          <a:p>
            <a:pPr marL="800100" lvl="1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200" dirty="0">
                <a:ea typeface="Calibri" panose="020F0502020204030204" pitchFamily="34" charset="0"/>
                <a:cs typeface="Times New Roman" panose="02020603050405020304" pitchFamily="18" charset="0"/>
              </a:rPr>
              <a:t>MCQs</a:t>
            </a:r>
          </a:p>
          <a:p>
            <a:pPr marL="800100" lvl="1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200" dirty="0">
                <a:ea typeface="Calibri" panose="020F0502020204030204" pitchFamily="34" charset="0"/>
                <a:cs typeface="Times New Roman" panose="02020603050405020304" pitchFamily="18" charset="0"/>
              </a:rPr>
              <a:t>Same as Class test (1) in terms of rules, format, logistics etc.</a:t>
            </a:r>
          </a:p>
          <a:p>
            <a:pPr marL="800100" lvl="1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200" dirty="0">
                <a:ea typeface="Calibri" panose="020F0502020204030204" pitchFamily="34" charset="0"/>
                <a:cs typeface="Times New Roman" panose="02020603050405020304" pitchFamily="18" charset="0"/>
              </a:rPr>
              <a:t>Some of you may finish early again – bring something to read (or sit and chill) but don’t use laptops. </a:t>
            </a:r>
          </a:p>
          <a:p>
            <a:pPr marL="800100" lvl="1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200" dirty="0">
                <a:ea typeface="Calibri" panose="020F0502020204030204" pitchFamily="34" charset="0"/>
                <a:cs typeface="Times New Roman" panose="02020603050405020304" pitchFamily="18" charset="0"/>
              </a:rPr>
              <a:t>Mainly on Term 2 content </a:t>
            </a:r>
          </a:p>
          <a:p>
            <a:pPr marL="800100" lvl="1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200" dirty="0">
                <a:ea typeface="Calibri" panose="020F0502020204030204" pitchFamily="34" charset="0"/>
                <a:cs typeface="Times New Roman" panose="02020603050405020304" pitchFamily="18" charset="0"/>
              </a:rPr>
              <a:t>But need knowledge and understanding of Term 1 (e.g. what is significance)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641D26D-7D34-9E70-0E3A-5B5A9A566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756" y="214554"/>
            <a:ext cx="7812148" cy="911397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000" dirty="0">
                <a:solidFill>
                  <a:schemeClr val="tx1"/>
                </a:solidFill>
                <a:latin typeface="+mj-lt"/>
              </a:rPr>
              <a:t>What’s left in </a:t>
            </a:r>
            <a:r>
              <a:rPr lang="en-GB" sz="4000" b="1" dirty="0">
                <a:solidFill>
                  <a:srgbClr val="0070C0"/>
                </a:solidFill>
                <a:latin typeface="+mj-lt"/>
              </a:rPr>
              <a:t>Term 2</a:t>
            </a:r>
          </a:p>
        </p:txBody>
      </p:sp>
      <p:pic>
        <p:nvPicPr>
          <p:cNvPr id="2052" name="Picture 4" descr="See the source image">
            <a:extLst>
              <a:ext uri="{FF2B5EF4-FFF2-40B4-BE49-F238E27FC236}">
                <a16:creationId xmlns:a16="http://schemas.microsoft.com/office/drawing/2014/main" id="{721340AE-62DE-7A13-A834-7ECBFC025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902546"/>
            <a:ext cx="446810" cy="446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7E7925-681B-B541-CBB2-62A3474241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080" y="848987"/>
            <a:ext cx="2261824" cy="136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782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7691692-D1A4-DD2E-297B-DC7BA524F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2EC815E-6CC9-82C6-A0A6-F8EE861A9A07}"/>
              </a:ext>
            </a:extLst>
          </p:cNvPr>
          <p:cNvSpPr/>
          <p:nvPr/>
        </p:nvSpPr>
        <p:spPr>
          <a:xfrm>
            <a:off x="422341" y="877889"/>
            <a:ext cx="8721659" cy="38754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GB" sz="2200" dirty="0">
                <a:ea typeface="Calibri" panose="020F0502020204030204" pitchFamily="34" charset="0"/>
                <a:cs typeface="Times New Roman" panose="02020603050405020304" pitchFamily="18" charset="0"/>
              </a:rPr>
              <a:t>Term 3 generally runs a little differently: no taught lectures, practicals, tutorials or drop-ins! 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GB" sz="2200" dirty="0">
                <a:ea typeface="Calibri" panose="020F0502020204030204" pitchFamily="34" charset="0"/>
                <a:cs typeface="Times New Roman" panose="02020603050405020304" pitchFamily="18" charset="0"/>
              </a:rPr>
              <a:t>Just revision sessions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endParaRPr lang="en-GB" sz="22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GB" sz="2200" b="1" u="sng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IPR Term 3</a:t>
            </a:r>
            <a:r>
              <a:rPr lang="en-GB" sz="2200" u="sng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GB" sz="2200" b="1" u="sng" dirty="0">
                <a:ea typeface="Calibri" panose="020F0502020204030204" pitchFamily="34" charset="0"/>
                <a:cs typeface="Times New Roman" panose="02020603050405020304" pitchFamily="18" charset="0"/>
              </a:rPr>
              <a:t>Week 1 (01/05/25)</a:t>
            </a:r>
            <a:r>
              <a:rPr lang="en-GB" sz="2200" dirty="0">
                <a:ea typeface="Calibri" panose="020F0502020204030204" pitchFamily="34" charset="0"/>
                <a:cs typeface="Times New Roman" panose="02020603050405020304" pitchFamily="18" charset="0"/>
              </a:rPr>
              <a:t>: Revision lecture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endParaRPr lang="en-GB" sz="22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GB" sz="2200" dirty="0">
                <a:ea typeface="Calibri" panose="020F0502020204030204" pitchFamily="34" charset="0"/>
                <a:cs typeface="Times New Roman" panose="02020603050405020304" pitchFamily="18" charset="0"/>
              </a:rPr>
              <a:t>Exam date: TBC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GB" sz="2200" dirty="0">
                <a:ea typeface="Calibri" panose="020F0502020204030204" pitchFamily="34" charset="0"/>
                <a:cs typeface="Times New Roman" panose="02020603050405020304" pitchFamily="18" charset="0"/>
              </a:rPr>
              <a:t>Revision advice, tips for the exam, Q&amp;A or worksheets etc.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4739D1B-235B-735F-015F-B5CCA1F04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756" y="214554"/>
            <a:ext cx="7812148" cy="911397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000" dirty="0">
                <a:solidFill>
                  <a:schemeClr val="tx1"/>
                </a:solidFill>
                <a:latin typeface="+mj-lt"/>
              </a:rPr>
              <a:t>What’s left in </a:t>
            </a:r>
            <a:r>
              <a:rPr lang="en-GB" sz="4000" b="1" dirty="0">
                <a:solidFill>
                  <a:srgbClr val="0070C0"/>
                </a:solidFill>
                <a:latin typeface="+mj-lt"/>
              </a:rPr>
              <a:t>Term 3</a:t>
            </a:r>
          </a:p>
        </p:txBody>
      </p:sp>
    </p:spTree>
    <p:extLst>
      <p:ext uri="{BB962C8B-B14F-4D97-AF65-F5344CB8AC3E}">
        <p14:creationId xmlns:p14="http://schemas.microsoft.com/office/powerpoint/2010/main" val="823397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FE43E-E23D-C08A-C984-FD62782AD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9571509C-F1DC-E342-C32D-1CFE7AD9E7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2653" y="852792"/>
            <a:ext cx="3235229" cy="5152416"/>
          </a:xfrm>
          <a:noFill/>
        </p:spPr>
        <p:txBody>
          <a:bodyPr>
            <a:noAutofit/>
          </a:bodyPr>
          <a:lstStyle/>
          <a:p>
            <a:endParaRPr lang="en-US" sz="3200" b="1" dirty="0">
              <a:solidFill>
                <a:schemeClr val="tx1"/>
              </a:solidFill>
            </a:endParaRPr>
          </a:p>
          <a:p>
            <a:r>
              <a:rPr lang="en-US" sz="3200" b="1" dirty="0">
                <a:solidFill>
                  <a:schemeClr val="tx1"/>
                </a:solidFill>
              </a:rPr>
              <a:t>2. What Tests we’ve covered</a:t>
            </a:r>
          </a:p>
          <a:p>
            <a:r>
              <a:rPr lang="en-US" sz="3200" b="1" dirty="0">
                <a:solidFill>
                  <a:schemeClr val="tx1"/>
                </a:solidFill>
              </a:rPr>
              <a:t>(quantitative)</a:t>
            </a:r>
          </a:p>
        </p:txBody>
      </p:sp>
      <p:pic>
        <p:nvPicPr>
          <p:cNvPr id="3" name="Picture 6" descr="See the source image">
            <a:extLst>
              <a:ext uri="{FF2B5EF4-FFF2-40B4-BE49-F238E27FC236}">
                <a16:creationId xmlns:a16="http://schemas.microsoft.com/office/drawing/2014/main" id="{2D4B4AA6-5014-1F2D-620F-44F312EED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7" r="26769"/>
          <a:stretch/>
        </p:blipFill>
        <p:spPr bwMode="auto">
          <a:xfrm>
            <a:off x="20" y="10"/>
            <a:ext cx="56611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0182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D6E84DC-2A83-3A88-E983-F24DD5F251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9060367"/>
              </p:ext>
            </p:extLst>
          </p:nvPr>
        </p:nvGraphicFramePr>
        <p:xfrm>
          <a:off x="268620" y="895204"/>
          <a:ext cx="8606759" cy="5786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239EB27B-71DC-6957-EF82-59CFFA78D7FC}"/>
              </a:ext>
            </a:extLst>
          </p:cNvPr>
          <p:cNvSpPr txBox="1">
            <a:spLocks/>
          </p:cNvSpPr>
          <p:nvPr/>
        </p:nvSpPr>
        <p:spPr>
          <a:xfrm>
            <a:off x="1394522" y="176762"/>
            <a:ext cx="6641596" cy="143688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3600" dirty="0">
                <a:solidFill>
                  <a:schemeClr val="tx1"/>
                </a:solidFill>
              </a:rPr>
              <a:t>Types of Research Designs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72B73C-1523-05CB-2D89-51A9BC7E745E}"/>
              </a:ext>
            </a:extLst>
          </p:cNvPr>
          <p:cNvSpPr txBox="1"/>
          <p:nvPr/>
        </p:nvSpPr>
        <p:spPr>
          <a:xfrm rot="21240892">
            <a:off x="311854" y="299236"/>
            <a:ext cx="1799505" cy="923330"/>
          </a:xfrm>
          <a:prstGeom prst="rect">
            <a:avLst/>
          </a:prstGeom>
          <a:solidFill>
            <a:srgbClr val="CCFFFF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Hint: Don’t forget Qual! More next week</a:t>
            </a:r>
          </a:p>
        </p:txBody>
      </p:sp>
    </p:spTree>
    <p:extLst>
      <p:ext uri="{BB962C8B-B14F-4D97-AF65-F5344CB8AC3E}">
        <p14:creationId xmlns:p14="http://schemas.microsoft.com/office/powerpoint/2010/main" val="1585753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BC7E666-B4E7-DBB8-56CD-6FE893991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DCF6B71-F5BB-9C19-DF8C-28348598CB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7341139"/>
              </p:ext>
            </p:extLst>
          </p:nvPr>
        </p:nvGraphicFramePr>
        <p:xfrm>
          <a:off x="268620" y="895204"/>
          <a:ext cx="8606759" cy="5786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A44CB902-CC12-4A93-F118-9EEF3A88F0B1}"/>
              </a:ext>
            </a:extLst>
          </p:cNvPr>
          <p:cNvSpPr txBox="1">
            <a:spLocks/>
          </p:cNvSpPr>
          <p:nvPr/>
        </p:nvSpPr>
        <p:spPr>
          <a:xfrm>
            <a:off x="1394522" y="176762"/>
            <a:ext cx="6641596" cy="143688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3600" dirty="0">
                <a:solidFill>
                  <a:schemeClr val="tx1"/>
                </a:solidFill>
              </a:rPr>
              <a:t>Types of Research Designs</a:t>
            </a:r>
          </a:p>
        </p:txBody>
      </p:sp>
    </p:spTree>
    <p:extLst>
      <p:ext uri="{BB962C8B-B14F-4D97-AF65-F5344CB8AC3E}">
        <p14:creationId xmlns:p14="http://schemas.microsoft.com/office/powerpoint/2010/main" val="2055645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DF1F347-1587-9C71-7AB0-54907881E566}"/>
              </a:ext>
            </a:extLst>
          </p:cNvPr>
          <p:cNvSpPr txBox="1">
            <a:spLocks/>
          </p:cNvSpPr>
          <p:nvPr/>
        </p:nvSpPr>
        <p:spPr>
          <a:xfrm>
            <a:off x="665926" y="193964"/>
            <a:ext cx="7812148" cy="703755"/>
          </a:xfrm>
          <a:prstGeom prst="rect">
            <a:avLst/>
          </a:prstGeom>
          <a:noFill/>
        </p:spPr>
        <p:txBody>
          <a:bodyPr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300" dirty="0"/>
              <a:t>Assumption checks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7FEF0E-1FD8-1E81-683A-356E2263E110}"/>
              </a:ext>
            </a:extLst>
          </p:cNvPr>
          <p:cNvSpPr txBox="1"/>
          <p:nvPr/>
        </p:nvSpPr>
        <p:spPr>
          <a:xfrm>
            <a:off x="267629" y="897719"/>
            <a:ext cx="8787161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GB" sz="2000" dirty="0"/>
              <a:t>Each test has its own assumptions – we check these are met (or that most are met) to run the test. </a:t>
            </a:r>
          </a:p>
          <a:p>
            <a:pPr lvl="0" defTabSz="914400">
              <a:defRPr/>
            </a:pPr>
            <a:endParaRPr lang="en-GB" sz="2000" dirty="0"/>
          </a:p>
          <a:p>
            <a:pPr lvl="0" defTabSz="914400">
              <a:defRPr/>
            </a:pPr>
            <a:r>
              <a:rPr lang="en-GB" sz="2000" dirty="0"/>
              <a:t>If assumptions are met, we run a standard version of the analysis test = </a:t>
            </a:r>
            <a:r>
              <a:rPr lang="en-GB" sz="2000" b="1" dirty="0">
                <a:solidFill>
                  <a:srgbClr val="7030A0"/>
                </a:solidFill>
              </a:rPr>
              <a:t>Parametric tests.</a:t>
            </a:r>
          </a:p>
          <a:p>
            <a:pPr lvl="0" defTabSz="914400">
              <a:defRPr/>
            </a:pPr>
            <a:endParaRPr lang="en-GB" sz="2000" dirty="0"/>
          </a:p>
          <a:p>
            <a:pPr defTabSz="914400">
              <a:defRPr/>
            </a:pPr>
            <a:r>
              <a:rPr lang="en-GB" sz="2000" dirty="0"/>
              <a:t>If assumptions are not met = we use </a:t>
            </a:r>
            <a:r>
              <a:rPr lang="en-GB" sz="2000" b="1" dirty="0">
                <a:solidFill>
                  <a:srgbClr val="D29956"/>
                </a:solidFill>
              </a:rPr>
              <a:t>Non-Parametric</a:t>
            </a:r>
            <a:r>
              <a:rPr lang="en-GB" sz="2000" b="1" dirty="0">
                <a:solidFill>
                  <a:srgbClr val="FF0000"/>
                </a:solidFill>
              </a:rPr>
              <a:t> </a:t>
            </a:r>
            <a:r>
              <a:rPr lang="en-GB" sz="2000" dirty="0"/>
              <a:t>versions of the tests (less strict version, fewer assumptions to meet).</a:t>
            </a:r>
          </a:p>
          <a:p>
            <a:pPr defTabSz="914400">
              <a:defRPr/>
            </a:pPr>
            <a:endParaRPr lang="en-GB" sz="2000" dirty="0"/>
          </a:p>
          <a:p>
            <a:pPr defTabSz="914400">
              <a:defRPr/>
            </a:pPr>
            <a:r>
              <a:rPr lang="en-GB" sz="2000" dirty="0"/>
              <a:t>Parametric isn’t ‘better’ than Non-Parametric. You can use either - as long as it’s justified! </a:t>
            </a:r>
          </a:p>
          <a:p>
            <a:pPr defTabSz="914400">
              <a:defRPr/>
            </a:pPr>
            <a:endParaRPr lang="en-GB" sz="2000" b="1" i="1" dirty="0"/>
          </a:p>
          <a:p>
            <a:pPr defTabSz="914400">
              <a:defRPr/>
            </a:pPr>
            <a:r>
              <a:rPr lang="en-GB" sz="2000" b="1" i="1" dirty="0"/>
              <a:t>How seriously do we take assumptions?</a:t>
            </a:r>
          </a:p>
          <a:p>
            <a:pPr defTabSz="914400">
              <a:defRPr/>
            </a:pPr>
            <a:r>
              <a:rPr lang="en-GB" sz="2000" dirty="0"/>
              <a:t>They’re all important to note / check but:</a:t>
            </a:r>
          </a:p>
          <a:p>
            <a:pPr marL="285750" indent="-285750" defTabSz="914400">
              <a:buFontTx/>
              <a:buChar char="-"/>
              <a:defRPr/>
            </a:pPr>
            <a:r>
              <a:rPr lang="en-GB" sz="2000" dirty="0"/>
              <a:t>You don’t </a:t>
            </a:r>
            <a:r>
              <a:rPr lang="en-GB" sz="2000" i="1" dirty="0"/>
              <a:t>always</a:t>
            </a:r>
            <a:r>
              <a:rPr lang="en-GB" sz="2000" dirty="0"/>
              <a:t> have to follow it stringently – ‘approximately met’, exceptions</a:t>
            </a:r>
          </a:p>
          <a:p>
            <a:pPr marL="285750" indent="-285750" defTabSz="914400">
              <a:buFontTx/>
              <a:buChar char="-"/>
              <a:defRPr/>
            </a:pPr>
            <a:r>
              <a:rPr lang="en-GB" sz="2000" dirty="0"/>
              <a:t>Researcher ‘common sense’ - look at the data shape, how ‘normal’ it is </a:t>
            </a:r>
          </a:p>
          <a:p>
            <a:pPr marL="285750" indent="-285750" defTabSz="914400">
              <a:buFontTx/>
              <a:buChar char="-"/>
              <a:defRPr/>
            </a:pPr>
            <a:r>
              <a:rPr lang="en-GB" sz="2000" dirty="0"/>
              <a:t>Small violations don’t typically impact results </a:t>
            </a:r>
          </a:p>
          <a:p>
            <a:pPr marL="285750" indent="-285750" defTabSz="914400">
              <a:buFontTx/>
              <a:buChar char="-"/>
              <a:defRPr/>
            </a:pPr>
            <a:r>
              <a:rPr lang="en-GB" sz="2000" dirty="0"/>
              <a:t>Some assumptions matter more than others (e.g. normality)</a:t>
            </a:r>
          </a:p>
          <a:p>
            <a:pPr marL="285750" indent="-285750" defTabSz="914400">
              <a:buFontTx/>
              <a:buChar char="-"/>
              <a:defRPr/>
            </a:pPr>
            <a:r>
              <a:rPr lang="en-GB" sz="2000" dirty="0"/>
              <a:t>Most parametric tests are pretty robust if you have large sample sizes.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107351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44F4D18-724B-55FF-EB2C-87DEB77DB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FB80EE0-691A-8EDD-FCDE-B49EF07BEE0A}"/>
              </a:ext>
            </a:extLst>
          </p:cNvPr>
          <p:cNvGraphicFramePr/>
          <p:nvPr/>
        </p:nvGraphicFramePr>
        <p:xfrm>
          <a:off x="245326" y="880947"/>
          <a:ext cx="6968274" cy="58002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24163F4-1D02-3419-D008-7668639275DB}"/>
              </a:ext>
            </a:extLst>
          </p:cNvPr>
          <p:cNvSpPr txBox="1">
            <a:spLocks/>
          </p:cNvSpPr>
          <p:nvPr/>
        </p:nvSpPr>
        <p:spPr>
          <a:xfrm>
            <a:off x="996767" y="193964"/>
            <a:ext cx="7812148" cy="703755"/>
          </a:xfrm>
          <a:prstGeom prst="rect">
            <a:avLst/>
          </a:prstGeom>
          <a:noFill/>
        </p:spPr>
        <p:txBody>
          <a:bodyPr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300" dirty="0"/>
              <a:t>Levels of Measurement (Data)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1D7BBE6-C7AE-B193-3CFC-A445A0175BF5}"/>
              </a:ext>
            </a:extLst>
          </p:cNvPr>
          <p:cNvGrpSpPr/>
          <p:nvPr/>
        </p:nvGrpSpPr>
        <p:grpSpPr>
          <a:xfrm>
            <a:off x="7315201" y="1613646"/>
            <a:ext cx="1751014" cy="966993"/>
            <a:chOff x="48" y="4510960"/>
            <a:chExt cx="2338335" cy="1247520"/>
          </a:xfrm>
          <a:solidFill>
            <a:srgbClr val="2683C6"/>
          </a:solidFill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B3910585-03A6-76A0-8BC6-9D6A0AE44D5D}"/>
                </a:ext>
              </a:extLst>
            </p:cNvPr>
            <p:cNvSpPr/>
            <p:nvPr/>
          </p:nvSpPr>
          <p:spPr>
            <a:xfrm>
              <a:off x="48" y="4510960"/>
              <a:ext cx="2338335" cy="1247520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shade val="80000"/>
                <a:hueOff val="-275241"/>
                <a:satOff val="6663"/>
                <a:lumOff val="27121"/>
                <a:alphaOff val="0"/>
              </a:schemeClr>
            </a:fillRef>
            <a:effectRef idx="0">
              <a:schemeClr val="accent2">
                <a:shade val="80000"/>
                <a:hueOff val="-275241"/>
                <a:satOff val="6663"/>
                <a:lumOff val="27121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sz="1600">
                <a:solidFill>
                  <a:schemeClr val="tx1"/>
                </a:solidFill>
              </a:endParaRPr>
            </a:p>
          </p:txBody>
        </p:sp>
        <p:sp>
          <p:nvSpPr>
            <p:cNvPr id="12" name="Rectangle: Rounded Corners 4">
              <a:extLst>
                <a:ext uri="{FF2B5EF4-FFF2-40B4-BE49-F238E27FC236}">
                  <a16:creationId xmlns:a16="http://schemas.microsoft.com/office/drawing/2014/main" id="{F36CF9AA-0F5F-1866-BC16-54EE64DADBDA}"/>
                </a:ext>
              </a:extLst>
            </p:cNvPr>
            <p:cNvSpPr txBox="1"/>
            <p:nvPr/>
          </p:nvSpPr>
          <p:spPr>
            <a:xfrm>
              <a:off x="60946" y="4510961"/>
              <a:ext cx="2216538" cy="1156499"/>
            </a:xfrm>
            <a:prstGeom prst="round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43815" rIns="87630" bIns="43815" numCol="1" spcCol="1270" anchor="ctr" anchorCtr="0">
              <a:noAutofit/>
            </a:bodyPr>
            <a:lstStyle/>
            <a:p>
              <a:pPr marL="0" lvl="0" indent="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600" b="1" dirty="0">
                  <a:solidFill>
                    <a:schemeClr val="bg1"/>
                  </a:solidFill>
                </a:rPr>
                <a:t>TEST: </a:t>
              </a:r>
              <a:r>
                <a:rPr lang="en-GB" sz="1600" dirty="0">
                  <a:solidFill>
                    <a:schemeClr val="bg1"/>
                  </a:solidFill>
                </a:rPr>
                <a:t>Chi-square test</a:t>
              </a:r>
              <a:endParaRPr lang="en-GB" sz="1600" kern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: Rounded Corners 4">
            <a:extLst>
              <a:ext uri="{FF2B5EF4-FFF2-40B4-BE49-F238E27FC236}">
                <a16:creationId xmlns:a16="http://schemas.microsoft.com/office/drawing/2014/main" id="{176E10A7-DEA1-62F9-17F3-CDA6B2329F21}"/>
              </a:ext>
            </a:extLst>
          </p:cNvPr>
          <p:cNvSpPr txBox="1"/>
          <p:nvPr/>
        </p:nvSpPr>
        <p:spPr>
          <a:xfrm>
            <a:off x="7298046" y="2947938"/>
            <a:ext cx="1719481" cy="966993"/>
          </a:xfrm>
          <a:prstGeom prst="roundRect">
            <a:avLst/>
          </a:prstGeom>
          <a:solidFill>
            <a:srgbClr val="28C4CC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43815" rIns="87630" bIns="43815" numCol="1" spcCol="1270" anchor="ctr" anchorCtr="0">
            <a:noAutofit/>
          </a:bodyPr>
          <a:lstStyle/>
          <a:p>
            <a:pPr lvl="0"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1600" b="1" dirty="0">
                <a:solidFill>
                  <a:schemeClr val="bg1"/>
                </a:solidFill>
              </a:rPr>
              <a:t>TEST: </a:t>
            </a:r>
            <a:r>
              <a:rPr lang="en-GB" sz="1600" dirty="0">
                <a:solidFill>
                  <a:schemeClr val="bg1"/>
                </a:solidFill>
              </a:rPr>
              <a:t>Typically, non-parametric (t-tests or correlation)</a:t>
            </a:r>
            <a:endParaRPr lang="en-GB" sz="1600" kern="1200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4">
            <a:extLst>
              <a:ext uri="{FF2B5EF4-FFF2-40B4-BE49-F238E27FC236}">
                <a16:creationId xmlns:a16="http://schemas.microsoft.com/office/drawing/2014/main" id="{823799D1-03AA-F1F8-E8AE-339C3EB798B3}"/>
              </a:ext>
            </a:extLst>
          </p:cNvPr>
          <p:cNvSpPr txBox="1"/>
          <p:nvPr/>
        </p:nvSpPr>
        <p:spPr>
          <a:xfrm>
            <a:off x="7315201" y="4244384"/>
            <a:ext cx="1719481" cy="966993"/>
          </a:xfrm>
          <a:prstGeom prst="roundRect">
            <a:avLst/>
          </a:prstGeom>
          <a:solidFill>
            <a:srgbClr val="42BA97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43815" rIns="87630" bIns="43815" numCol="1" spcCol="1270" anchor="ctr" anchorCtr="0">
            <a:noAutofit/>
          </a:bodyPr>
          <a:lstStyle/>
          <a:p>
            <a:pPr lvl="0"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1600" b="1" dirty="0">
                <a:solidFill>
                  <a:schemeClr val="bg1"/>
                </a:solidFill>
              </a:rPr>
              <a:t>TEST: </a:t>
            </a:r>
            <a:r>
              <a:rPr lang="en-GB" sz="1600" dirty="0">
                <a:solidFill>
                  <a:schemeClr val="bg1"/>
                </a:solidFill>
              </a:rPr>
              <a:t>t-tests, correlation</a:t>
            </a:r>
            <a:endParaRPr lang="en-GB" sz="1600" kern="1200" dirty="0">
              <a:solidFill>
                <a:schemeClr val="bg1"/>
              </a:solidFill>
            </a:endParaRPr>
          </a:p>
        </p:txBody>
      </p:sp>
      <p:sp>
        <p:nvSpPr>
          <p:cNvPr id="18" name="Rectangle: Rounded Corners 4">
            <a:extLst>
              <a:ext uri="{FF2B5EF4-FFF2-40B4-BE49-F238E27FC236}">
                <a16:creationId xmlns:a16="http://schemas.microsoft.com/office/drawing/2014/main" id="{6E190F82-6179-3954-E6E2-A5225A8E5C9F}"/>
              </a:ext>
            </a:extLst>
          </p:cNvPr>
          <p:cNvSpPr txBox="1"/>
          <p:nvPr/>
        </p:nvSpPr>
        <p:spPr>
          <a:xfrm>
            <a:off x="7343650" y="5540830"/>
            <a:ext cx="1673878" cy="966993"/>
          </a:xfrm>
          <a:prstGeom prst="roundRect">
            <a:avLst/>
          </a:prstGeom>
          <a:solidFill>
            <a:srgbClr val="3E8853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43815" rIns="87630" bIns="43815" numCol="1" spcCol="1270" anchor="ctr" anchorCtr="0">
            <a:noAutofit/>
          </a:bodyPr>
          <a:lstStyle/>
          <a:p>
            <a:pPr lvl="0"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1600" b="1" dirty="0">
                <a:solidFill>
                  <a:schemeClr val="bg1"/>
                </a:solidFill>
              </a:rPr>
              <a:t>TEST: </a:t>
            </a:r>
            <a:r>
              <a:rPr lang="en-GB" sz="1600" dirty="0">
                <a:solidFill>
                  <a:schemeClr val="bg1"/>
                </a:solidFill>
              </a:rPr>
              <a:t>t-tests, correlation</a:t>
            </a:r>
            <a:endParaRPr lang="en-GB" sz="1600" kern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357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F008209-6EBB-4C50-8FB6-8CC08DB975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2DD377E-4B3E-4847-A06F-BDED3CF8A9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BE8FC3B-BC14-4EB2-B338-ED0E22F77C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B9ED911-636C-4F2A-9CFE-6598813DF2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E1C77DF-1F03-4448-995C-BB92512366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1089CDB-91AE-42ED-88F4-A9934CBBC8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FB568BD-34EE-4EA4-B34A-627B2BE207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B874D15-B20D-4A82-802F-E2F88828A8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D7A37BE-D300-4EAC-BCCB-C69514A5D9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  <p:bldP spid="13" grpId="0" animBg="1"/>
      <p:bldP spid="14" grpId="0" animBg="1"/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B8676F2-4335-7184-8F2C-C2727F9C7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594" y="925550"/>
            <a:ext cx="8731405" cy="5465089"/>
          </a:xfrm>
          <a:noFill/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chemeClr val="accent2"/>
                </a:solidFill>
              </a:rPr>
              <a:t>Chi-square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ysClr val="windowText" lastClr="000000"/>
                </a:solidFill>
              </a:rPr>
              <a:t>When you have </a:t>
            </a:r>
            <a:r>
              <a:rPr lang="en-GB" sz="2000" b="1" dirty="0">
                <a:solidFill>
                  <a:sysClr val="windowText" lastClr="000000"/>
                </a:solidFill>
              </a:rPr>
              <a:t>two categorical </a:t>
            </a:r>
            <a:r>
              <a:rPr lang="en-GB" sz="2000" dirty="0">
                <a:solidFill>
                  <a:sysClr val="windowText" lastClr="000000"/>
                </a:solidFill>
              </a:rPr>
              <a:t>variables (e.g., groups, conditions).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ysClr val="windowText" lastClr="000000"/>
                </a:solidFill>
              </a:rPr>
              <a:t>You’re analysing frequencies (counts).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2000" u="sng" dirty="0">
                <a:solidFill>
                  <a:sysClr val="windowText" lastClr="000000"/>
                </a:solidFill>
              </a:rPr>
              <a:t>Definition</a:t>
            </a:r>
            <a:r>
              <a:rPr lang="en-GB" sz="2000" dirty="0">
                <a:solidFill>
                  <a:sysClr val="windowText" lastClr="000000"/>
                </a:solidFill>
              </a:rPr>
              <a:t>: tests whether two categorical variables are related, or to compare observed data to expected frequencies.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GB" sz="2000" b="1" dirty="0">
              <a:solidFill>
                <a:schemeClr val="bg2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chemeClr val="accent2"/>
                </a:solidFill>
              </a:rPr>
              <a:t>Correlation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ysClr val="windowText" lastClr="000000"/>
                </a:solidFill>
              </a:rPr>
              <a:t>If you </a:t>
            </a:r>
            <a:r>
              <a:rPr lang="en-GB" sz="2000" b="1" dirty="0">
                <a:solidFill>
                  <a:sysClr val="windowText" lastClr="000000"/>
                </a:solidFill>
              </a:rPr>
              <a:t>DON’T</a:t>
            </a:r>
            <a:r>
              <a:rPr lang="en-GB" sz="2000" dirty="0">
                <a:solidFill>
                  <a:sysClr val="windowText" lastClr="000000"/>
                </a:solidFill>
              </a:rPr>
              <a:t> have groups (no IV/DV).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ysClr val="windowText" lastClr="000000"/>
                </a:solidFill>
              </a:rPr>
              <a:t>When you have </a:t>
            </a:r>
            <a:r>
              <a:rPr lang="en-GB" sz="2000" b="1" dirty="0">
                <a:solidFill>
                  <a:sysClr val="windowText" lastClr="000000"/>
                </a:solidFill>
              </a:rPr>
              <a:t>two continuous</a:t>
            </a:r>
            <a:r>
              <a:rPr lang="en-GB" sz="2000" dirty="0">
                <a:solidFill>
                  <a:sysClr val="windowText" lastClr="000000"/>
                </a:solidFill>
              </a:rPr>
              <a:t> variables.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2000" u="sng" dirty="0">
                <a:solidFill>
                  <a:sysClr val="windowText" lastClr="000000"/>
                </a:solidFill>
              </a:rPr>
              <a:t>Definition</a:t>
            </a:r>
            <a:r>
              <a:rPr lang="en-GB" sz="2000" dirty="0">
                <a:solidFill>
                  <a:sysClr val="windowText" lastClr="000000"/>
                </a:solidFill>
              </a:rPr>
              <a:t>: assesses the relationship (strength and direction) between two continuous variables.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GB" sz="2000" dirty="0">
              <a:solidFill>
                <a:sysClr val="windowText" lastClr="000000"/>
              </a:solidFill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GB" sz="2000" dirty="0">
              <a:solidFill>
                <a:sysClr val="windowText" lastClr="000000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chemeClr val="accent2"/>
                </a:solidFill>
              </a:rPr>
              <a:t>T-tests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ysClr val="windowText" lastClr="000000"/>
                </a:solidFill>
              </a:rPr>
              <a:t>When you have </a:t>
            </a:r>
            <a:r>
              <a:rPr lang="en-GB" sz="2000" b="1" dirty="0">
                <a:solidFill>
                  <a:sysClr val="windowText" lastClr="000000"/>
                </a:solidFill>
              </a:rPr>
              <a:t>two</a:t>
            </a:r>
            <a:r>
              <a:rPr lang="en-GB" sz="2000" dirty="0">
                <a:solidFill>
                  <a:sysClr val="windowText" lastClr="000000"/>
                </a:solidFill>
              </a:rPr>
              <a:t> groups (naturally occurring or experimental conditions /IV).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ysClr val="windowText" lastClr="000000"/>
                </a:solidFill>
              </a:rPr>
              <a:t>Your outcome variable is </a:t>
            </a:r>
            <a:r>
              <a:rPr lang="en-GB" sz="2000" b="1" dirty="0">
                <a:solidFill>
                  <a:sysClr val="windowText" lastClr="000000"/>
                </a:solidFill>
              </a:rPr>
              <a:t>continuous </a:t>
            </a:r>
            <a:r>
              <a:rPr lang="en-GB" sz="2000" dirty="0">
                <a:solidFill>
                  <a:sysClr val="windowText" lastClr="000000"/>
                </a:solidFill>
              </a:rPr>
              <a:t>(called a DV).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ysClr val="windowText" lastClr="000000"/>
                </a:solidFill>
              </a:rPr>
              <a:t>That is: you have </a:t>
            </a:r>
            <a:r>
              <a:rPr lang="en-GB" sz="2000" b="1" dirty="0">
                <a:solidFill>
                  <a:sysClr val="windowText" lastClr="000000"/>
                </a:solidFill>
              </a:rPr>
              <a:t>one categorical </a:t>
            </a:r>
            <a:r>
              <a:rPr lang="en-GB" sz="2000" dirty="0">
                <a:solidFill>
                  <a:sysClr val="windowText" lastClr="000000"/>
                </a:solidFill>
              </a:rPr>
              <a:t>variable and </a:t>
            </a:r>
            <a:r>
              <a:rPr lang="en-GB" sz="2000" b="1" dirty="0">
                <a:solidFill>
                  <a:sysClr val="windowText" lastClr="000000"/>
                </a:solidFill>
              </a:rPr>
              <a:t>one</a:t>
            </a:r>
            <a:r>
              <a:rPr lang="en-GB" sz="2000" dirty="0">
                <a:solidFill>
                  <a:sysClr val="windowText" lastClr="000000"/>
                </a:solidFill>
              </a:rPr>
              <a:t> </a:t>
            </a:r>
            <a:r>
              <a:rPr lang="en-GB" sz="2000" b="1" dirty="0">
                <a:solidFill>
                  <a:sysClr val="windowText" lastClr="000000"/>
                </a:solidFill>
              </a:rPr>
              <a:t>continuous</a:t>
            </a:r>
            <a:r>
              <a:rPr lang="en-GB" sz="2000" dirty="0">
                <a:solidFill>
                  <a:sysClr val="windowText" lastClr="000000"/>
                </a:solidFill>
              </a:rPr>
              <a:t> variable.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2000" u="sng" dirty="0">
                <a:solidFill>
                  <a:sysClr val="windowText" lastClr="000000"/>
                </a:solidFill>
              </a:rPr>
              <a:t>Definition</a:t>
            </a:r>
            <a:r>
              <a:rPr lang="en-GB" sz="2000" dirty="0">
                <a:solidFill>
                  <a:sysClr val="windowText" lastClr="000000"/>
                </a:solidFill>
              </a:rPr>
              <a:t>: whether there is a difference between the means of two groups.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B10CBBA-6AC7-68C8-9D3C-DD6BC7A85607}"/>
              </a:ext>
            </a:extLst>
          </p:cNvPr>
          <p:cNvSpPr txBox="1">
            <a:spLocks/>
          </p:cNvSpPr>
          <p:nvPr/>
        </p:nvSpPr>
        <p:spPr>
          <a:xfrm>
            <a:off x="872222" y="115483"/>
            <a:ext cx="7812148" cy="703755"/>
          </a:xfrm>
          <a:prstGeom prst="rect">
            <a:avLst/>
          </a:prstGeom>
          <a:noFill/>
        </p:spPr>
        <p:txBody>
          <a:bodyPr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300" dirty="0"/>
              <a:t>When to use each test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1360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50EC3A3-C163-860B-ABD0-25C6ECE26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1896CC-5BF9-7BAB-B67C-AF96E99A3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083" y="796129"/>
            <a:ext cx="8842917" cy="5649275"/>
          </a:xfrm>
          <a:noFill/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b="1" dirty="0">
                <a:solidFill>
                  <a:schemeClr val="accent2"/>
                </a:solidFill>
              </a:rPr>
              <a:t>Chi-square</a:t>
            </a: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b="1" dirty="0">
                <a:solidFill>
                  <a:sysClr val="windowText" lastClr="000000"/>
                </a:solidFill>
              </a:rPr>
              <a:t>Goodness of Fit test (non-parametric): </a:t>
            </a:r>
            <a:r>
              <a:rPr lang="en-GB" sz="2000" dirty="0">
                <a:solidFill>
                  <a:sysClr val="windowText" lastClr="000000"/>
                </a:solidFill>
              </a:rPr>
              <a:t>compare</a:t>
            </a:r>
            <a:r>
              <a:rPr lang="en-GB" sz="2000" b="1" dirty="0">
                <a:solidFill>
                  <a:sysClr val="windowText" lastClr="000000"/>
                </a:solidFill>
              </a:rPr>
              <a:t> one</a:t>
            </a:r>
            <a:r>
              <a:rPr lang="en-GB" sz="2000" b="0" dirty="0">
                <a:solidFill>
                  <a:sysClr val="windowText" lastClr="000000"/>
                </a:solidFill>
              </a:rPr>
              <a:t> variable to known/expected population.</a:t>
            </a: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b="1" dirty="0">
                <a:solidFill>
                  <a:sysClr val="windowText" lastClr="000000"/>
                </a:solidFill>
              </a:rPr>
              <a:t>Test of Association (non-parametric): </a:t>
            </a:r>
            <a:r>
              <a:rPr lang="en-GB" sz="2000" dirty="0">
                <a:solidFill>
                  <a:sysClr val="windowText" lastClr="000000"/>
                </a:solidFill>
              </a:rPr>
              <a:t>compare if </a:t>
            </a:r>
            <a:r>
              <a:rPr lang="en-GB" sz="2000" b="1" dirty="0">
                <a:solidFill>
                  <a:sysClr val="windowText" lastClr="000000"/>
                </a:solidFill>
              </a:rPr>
              <a:t>two </a:t>
            </a:r>
            <a:r>
              <a:rPr lang="en-GB" sz="2000" dirty="0">
                <a:solidFill>
                  <a:sysClr val="windowText" lastClr="000000"/>
                </a:solidFill>
              </a:rPr>
              <a:t>variables are independent.</a:t>
            </a:r>
          </a:p>
          <a:p>
            <a:pPr marL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b="1" dirty="0">
                <a:solidFill>
                  <a:schemeClr val="accent2"/>
                </a:solidFill>
              </a:rPr>
              <a:t>Correlation</a:t>
            </a: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b="1" dirty="0">
                <a:solidFill>
                  <a:sysClr val="windowText" lastClr="000000"/>
                </a:solidFill>
              </a:rPr>
              <a:t>Pearsons’s r (parametric): </a:t>
            </a:r>
            <a:r>
              <a:rPr lang="en-GB" sz="2000" dirty="0">
                <a:solidFill>
                  <a:sysClr val="windowText" lastClr="000000"/>
                </a:solidFill>
              </a:rPr>
              <a:t>relationship between </a:t>
            </a:r>
            <a:r>
              <a:rPr lang="en-GB" sz="2000" b="1" dirty="0">
                <a:solidFill>
                  <a:sysClr val="windowText" lastClr="000000"/>
                </a:solidFill>
              </a:rPr>
              <a:t>two </a:t>
            </a:r>
            <a:r>
              <a:rPr lang="en-GB" sz="2000" dirty="0">
                <a:solidFill>
                  <a:sysClr val="windowText" lastClr="000000"/>
                </a:solidFill>
              </a:rPr>
              <a:t>variables.</a:t>
            </a: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b="1" dirty="0">
                <a:solidFill>
                  <a:sysClr val="windowText" lastClr="000000"/>
                </a:solidFill>
              </a:rPr>
              <a:t>Spearman’s rho (non-parametric): </a:t>
            </a:r>
            <a:r>
              <a:rPr lang="en-GB" sz="2000" dirty="0">
                <a:solidFill>
                  <a:sysClr val="windowText" lastClr="000000"/>
                </a:solidFill>
              </a:rPr>
              <a:t>relationship between </a:t>
            </a:r>
            <a:r>
              <a:rPr lang="en-GB" sz="2000" b="1" dirty="0">
                <a:solidFill>
                  <a:sysClr val="windowText" lastClr="000000"/>
                </a:solidFill>
              </a:rPr>
              <a:t>two </a:t>
            </a:r>
            <a:r>
              <a:rPr lang="en-GB" sz="2000" dirty="0">
                <a:solidFill>
                  <a:sysClr val="windowText" lastClr="000000"/>
                </a:solidFill>
              </a:rPr>
              <a:t>variables.</a:t>
            </a:r>
            <a:endParaRPr lang="en-GB" sz="2000" b="1" dirty="0">
              <a:solidFill>
                <a:sysClr val="windowText" lastClr="000000"/>
              </a:solidFill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b="1" dirty="0">
                <a:solidFill>
                  <a:schemeClr val="accent2"/>
                </a:solidFill>
              </a:rPr>
              <a:t>T-tests</a:t>
            </a: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b="1" dirty="0">
                <a:solidFill>
                  <a:sysClr val="windowText" lastClr="000000"/>
                </a:solidFill>
              </a:rPr>
              <a:t>One samples t-test (parametric): </a:t>
            </a:r>
            <a:r>
              <a:rPr lang="en-GB" sz="2000" dirty="0">
                <a:solidFill>
                  <a:sysClr val="windowText" lastClr="000000"/>
                </a:solidFill>
              </a:rPr>
              <a:t>compare</a:t>
            </a:r>
            <a:r>
              <a:rPr lang="en-GB" sz="2000" b="1" dirty="0">
                <a:solidFill>
                  <a:sysClr val="windowText" lastClr="000000"/>
                </a:solidFill>
              </a:rPr>
              <a:t> one </a:t>
            </a:r>
            <a:r>
              <a:rPr lang="en-GB" sz="2000" dirty="0">
                <a:solidFill>
                  <a:sysClr val="windowText" lastClr="000000"/>
                </a:solidFill>
              </a:rPr>
              <a:t>sample to known/expected population.</a:t>
            </a: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b="1" dirty="0">
                <a:solidFill>
                  <a:sysClr val="windowText" lastClr="000000"/>
                </a:solidFill>
              </a:rPr>
              <a:t>Paired samples t-test (parametric): </a:t>
            </a:r>
            <a:r>
              <a:rPr lang="en-GB" sz="2000" dirty="0">
                <a:solidFill>
                  <a:sysClr val="windowText" lastClr="000000"/>
                </a:solidFill>
              </a:rPr>
              <a:t>compare</a:t>
            </a:r>
            <a:r>
              <a:rPr lang="en-GB" sz="2000" b="1" dirty="0">
                <a:solidFill>
                  <a:sysClr val="windowText" lastClr="000000"/>
                </a:solidFill>
              </a:rPr>
              <a:t> two</a:t>
            </a:r>
            <a:r>
              <a:rPr lang="en-GB" sz="2000" dirty="0">
                <a:solidFill>
                  <a:sysClr val="windowText" lastClr="000000"/>
                </a:solidFill>
              </a:rPr>
              <a:t> related conditions (matched).</a:t>
            </a: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b="1" dirty="0">
                <a:solidFill>
                  <a:sysClr val="windowText" lastClr="000000"/>
                </a:solidFill>
              </a:rPr>
              <a:t>Wilcoxon-signed rank test (non-parametric): </a:t>
            </a:r>
            <a:r>
              <a:rPr lang="en-GB" sz="2000" dirty="0">
                <a:solidFill>
                  <a:sysClr val="windowText" lastClr="000000"/>
                </a:solidFill>
              </a:rPr>
              <a:t>compare</a:t>
            </a:r>
            <a:r>
              <a:rPr lang="en-GB" sz="2000" b="1" dirty="0">
                <a:solidFill>
                  <a:sysClr val="windowText" lastClr="000000"/>
                </a:solidFill>
              </a:rPr>
              <a:t> </a:t>
            </a:r>
            <a:r>
              <a:rPr lang="en-GB" sz="2000" dirty="0">
                <a:solidFill>
                  <a:sysClr val="windowText" lastClr="000000"/>
                </a:solidFill>
              </a:rPr>
              <a:t>paired or one-sample data</a:t>
            </a: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b="1" dirty="0">
                <a:solidFill>
                  <a:sysClr val="windowText" lastClr="000000"/>
                </a:solidFill>
              </a:rPr>
              <a:t>Independent samples t-test (parametric): </a:t>
            </a:r>
            <a:r>
              <a:rPr lang="en-GB" sz="2000" dirty="0">
                <a:solidFill>
                  <a:sysClr val="windowText" lastClr="000000"/>
                </a:solidFill>
              </a:rPr>
              <a:t>compare </a:t>
            </a:r>
            <a:r>
              <a:rPr lang="en-GB" sz="2000" b="1" dirty="0">
                <a:solidFill>
                  <a:sysClr val="windowText" lastClr="000000"/>
                </a:solidFill>
              </a:rPr>
              <a:t>two different </a:t>
            </a:r>
            <a:r>
              <a:rPr lang="en-GB" sz="2000" dirty="0">
                <a:solidFill>
                  <a:sysClr val="windowText" lastClr="000000"/>
                </a:solidFill>
              </a:rPr>
              <a:t>groups. </a:t>
            </a: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b="1" dirty="0">
                <a:solidFill>
                  <a:sysClr val="windowText" lastClr="000000"/>
                </a:solidFill>
              </a:rPr>
              <a:t>Mann-Whitney U test (non-parametric): </a:t>
            </a:r>
            <a:r>
              <a:rPr lang="en-GB" sz="2000" dirty="0">
                <a:solidFill>
                  <a:sysClr val="windowText" lastClr="000000"/>
                </a:solidFill>
              </a:rPr>
              <a:t>compare </a:t>
            </a:r>
            <a:r>
              <a:rPr lang="en-GB" sz="2000" b="1" dirty="0">
                <a:solidFill>
                  <a:sysClr val="windowText" lastClr="000000"/>
                </a:solidFill>
              </a:rPr>
              <a:t>two different </a:t>
            </a:r>
            <a:r>
              <a:rPr lang="en-GB" sz="2000" dirty="0">
                <a:solidFill>
                  <a:sysClr val="windowText" lastClr="000000"/>
                </a:solidFill>
              </a:rPr>
              <a:t>groups.</a:t>
            </a:r>
            <a:endParaRPr lang="en-GB" sz="2000" b="1" dirty="0">
              <a:solidFill>
                <a:sysClr val="windowText" lastClr="000000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B6C6EC2-D217-368B-873B-18889DC71452}"/>
              </a:ext>
            </a:extLst>
          </p:cNvPr>
          <p:cNvSpPr txBox="1">
            <a:spLocks/>
          </p:cNvSpPr>
          <p:nvPr/>
        </p:nvSpPr>
        <p:spPr>
          <a:xfrm>
            <a:off x="816467" y="0"/>
            <a:ext cx="7812148" cy="703755"/>
          </a:xfrm>
          <a:prstGeom prst="rect">
            <a:avLst/>
          </a:prstGeom>
          <a:noFill/>
        </p:spPr>
        <p:txBody>
          <a:bodyPr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300" dirty="0"/>
              <a:t>When to use each test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67560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Connecteur droit 36"/>
          <p:cNvCxnSpPr>
            <a:cxnSpLocks/>
          </p:cNvCxnSpPr>
          <p:nvPr/>
        </p:nvCxnSpPr>
        <p:spPr>
          <a:xfrm flipH="1">
            <a:off x="2791576" y="155269"/>
            <a:ext cx="684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/>
          <p:cNvCxnSpPr>
            <a:cxnSpLocks/>
          </p:cNvCxnSpPr>
          <p:nvPr/>
        </p:nvCxnSpPr>
        <p:spPr>
          <a:xfrm flipH="1">
            <a:off x="6238895" y="156248"/>
            <a:ext cx="150713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ZoneTexte 38"/>
          <p:cNvSpPr txBox="1"/>
          <p:nvPr/>
        </p:nvSpPr>
        <p:spPr>
          <a:xfrm>
            <a:off x="1957238" y="2507767"/>
            <a:ext cx="686693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Two</a:t>
            </a:r>
          </a:p>
        </p:txBody>
      </p:sp>
      <p:sp>
        <p:nvSpPr>
          <p:cNvPr id="35" name="Losange 34"/>
          <p:cNvSpPr/>
          <p:nvPr/>
        </p:nvSpPr>
        <p:spPr>
          <a:xfrm>
            <a:off x="3406601" y="11833"/>
            <a:ext cx="3336809" cy="34186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What type of data do you have?</a:t>
            </a:r>
          </a:p>
        </p:txBody>
      </p:sp>
      <p:cxnSp>
        <p:nvCxnSpPr>
          <p:cNvPr id="99" name="Connecteur droit 26">
            <a:extLst>
              <a:ext uri="{FF2B5EF4-FFF2-40B4-BE49-F238E27FC236}">
                <a16:creationId xmlns:a16="http://schemas.microsoft.com/office/drawing/2014/main" id="{4CE32244-E71B-71F7-BB89-3FCDD5928592}"/>
              </a:ext>
            </a:extLst>
          </p:cNvPr>
          <p:cNvCxnSpPr>
            <a:cxnSpLocks/>
          </p:cNvCxnSpPr>
          <p:nvPr/>
        </p:nvCxnSpPr>
        <p:spPr>
          <a:xfrm flipH="1">
            <a:off x="3029895" y="4647345"/>
            <a:ext cx="468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eur droit 26">
            <a:extLst>
              <a:ext uri="{FF2B5EF4-FFF2-40B4-BE49-F238E27FC236}">
                <a16:creationId xmlns:a16="http://schemas.microsoft.com/office/drawing/2014/main" id="{63C36A54-22BA-C08D-61FD-A8CB8605E279}"/>
              </a:ext>
            </a:extLst>
          </p:cNvPr>
          <p:cNvCxnSpPr>
            <a:cxnSpLocks/>
          </p:cNvCxnSpPr>
          <p:nvPr/>
        </p:nvCxnSpPr>
        <p:spPr>
          <a:xfrm flipH="1">
            <a:off x="232586" y="4663541"/>
            <a:ext cx="468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itle 1">
            <a:extLst>
              <a:ext uri="{FF2B5EF4-FFF2-40B4-BE49-F238E27FC236}">
                <a16:creationId xmlns:a16="http://schemas.microsoft.com/office/drawing/2014/main" id="{F76C19F4-0C18-7FBF-F22E-9552D03B1A50}"/>
              </a:ext>
            </a:extLst>
          </p:cNvPr>
          <p:cNvSpPr txBox="1">
            <a:spLocks/>
          </p:cNvSpPr>
          <p:nvPr/>
        </p:nvSpPr>
        <p:spPr>
          <a:xfrm>
            <a:off x="99866" y="38543"/>
            <a:ext cx="1857372" cy="335570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1800" b="1" dirty="0">
                <a:solidFill>
                  <a:srgbClr val="0070C0"/>
                </a:solidFill>
              </a:rPr>
              <a:t>Tests Flowchart</a:t>
            </a:r>
          </a:p>
        </p:txBody>
      </p:sp>
      <p:sp>
        <p:nvSpPr>
          <p:cNvPr id="53" name="ZoneTexte 25">
            <a:extLst>
              <a:ext uri="{FF2B5EF4-FFF2-40B4-BE49-F238E27FC236}">
                <a16:creationId xmlns:a16="http://schemas.microsoft.com/office/drawing/2014/main" id="{35AA6BAF-7CED-C605-CC65-A77CCEDB05E7}"/>
              </a:ext>
            </a:extLst>
          </p:cNvPr>
          <p:cNvSpPr txBox="1"/>
          <p:nvPr/>
        </p:nvSpPr>
        <p:spPr>
          <a:xfrm>
            <a:off x="700586" y="4529827"/>
            <a:ext cx="2329309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Who are the participants?</a:t>
            </a:r>
          </a:p>
        </p:txBody>
      </p:sp>
      <p:sp>
        <p:nvSpPr>
          <p:cNvPr id="164" name="ZoneTexte 25">
            <a:extLst>
              <a:ext uri="{FF2B5EF4-FFF2-40B4-BE49-F238E27FC236}">
                <a16:creationId xmlns:a16="http://schemas.microsoft.com/office/drawing/2014/main" id="{3A6BB951-FEB8-5058-0B67-BA3A51D57803}"/>
              </a:ext>
            </a:extLst>
          </p:cNvPr>
          <p:cNvSpPr txBox="1"/>
          <p:nvPr/>
        </p:nvSpPr>
        <p:spPr>
          <a:xfrm>
            <a:off x="5952190" y="3423166"/>
            <a:ext cx="1567899" cy="578882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Chi-Square Goodness of fit</a:t>
            </a:r>
          </a:p>
        </p:txBody>
      </p:sp>
      <p:sp>
        <p:nvSpPr>
          <p:cNvPr id="2" name="ZoneTexte 25">
            <a:extLst>
              <a:ext uri="{FF2B5EF4-FFF2-40B4-BE49-F238E27FC236}">
                <a16:creationId xmlns:a16="http://schemas.microsoft.com/office/drawing/2014/main" id="{073DE872-B5D0-7DE8-AA05-DA706AFD4DAB}"/>
              </a:ext>
            </a:extLst>
          </p:cNvPr>
          <p:cNvSpPr txBox="1"/>
          <p:nvPr/>
        </p:nvSpPr>
        <p:spPr>
          <a:xfrm>
            <a:off x="7166477" y="433248"/>
            <a:ext cx="1178943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Categorical</a:t>
            </a:r>
          </a:p>
        </p:txBody>
      </p:sp>
      <p:cxnSp>
        <p:nvCxnSpPr>
          <p:cNvPr id="3" name="Connecteur droit avec flèche 27">
            <a:extLst>
              <a:ext uri="{FF2B5EF4-FFF2-40B4-BE49-F238E27FC236}">
                <a16:creationId xmlns:a16="http://schemas.microsoft.com/office/drawing/2014/main" id="{B261C309-81E5-696A-5C65-E131C83131E3}"/>
              </a:ext>
            </a:extLst>
          </p:cNvPr>
          <p:cNvCxnSpPr>
            <a:cxnSpLocks/>
          </p:cNvCxnSpPr>
          <p:nvPr/>
        </p:nvCxnSpPr>
        <p:spPr>
          <a:xfrm>
            <a:off x="7746027" y="155052"/>
            <a:ext cx="0" cy="288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25">
            <a:extLst>
              <a:ext uri="{FF2B5EF4-FFF2-40B4-BE49-F238E27FC236}">
                <a16:creationId xmlns:a16="http://schemas.microsoft.com/office/drawing/2014/main" id="{91985482-3F9F-C6AD-84AE-62FF40BBF387}"/>
              </a:ext>
            </a:extLst>
          </p:cNvPr>
          <p:cNvSpPr txBox="1"/>
          <p:nvPr/>
        </p:nvSpPr>
        <p:spPr>
          <a:xfrm>
            <a:off x="2213426" y="437789"/>
            <a:ext cx="1178943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Continuous</a:t>
            </a:r>
          </a:p>
        </p:txBody>
      </p:sp>
      <p:sp>
        <p:nvSpPr>
          <p:cNvPr id="18" name="ZoneTexte 38">
            <a:extLst>
              <a:ext uri="{FF2B5EF4-FFF2-40B4-BE49-F238E27FC236}">
                <a16:creationId xmlns:a16="http://schemas.microsoft.com/office/drawing/2014/main" id="{B2EF772B-5D49-54C9-20D2-0FDD7795A383}"/>
              </a:ext>
            </a:extLst>
          </p:cNvPr>
          <p:cNvSpPr txBox="1"/>
          <p:nvPr/>
        </p:nvSpPr>
        <p:spPr>
          <a:xfrm>
            <a:off x="995388" y="1478951"/>
            <a:ext cx="1218038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Differences</a:t>
            </a:r>
          </a:p>
        </p:txBody>
      </p:sp>
      <p:sp>
        <p:nvSpPr>
          <p:cNvPr id="19" name="ZoneTexte 38">
            <a:extLst>
              <a:ext uri="{FF2B5EF4-FFF2-40B4-BE49-F238E27FC236}">
                <a16:creationId xmlns:a16="http://schemas.microsoft.com/office/drawing/2014/main" id="{EAB99AAC-3D9A-B96A-349C-1EF12068DDDA}"/>
              </a:ext>
            </a:extLst>
          </p:cNvPr>
          <p:cNvSpPr txBox="1"/>
          <p:nvPr/>
        </p:nvSpPr>
        <p:spPr>
          <a:xfrm>
            <a:off x="3562248" y="1469242"/>
            <a:ext cx="1218040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Relationships</a:t>
            </a:r>
          </a:p>
        </p:txBody>
      </p:sp>
      <p:sp>
        <p:nvSpPr>
          <p:cNvPr id="20" name="ZoneTexte 38">
            <a:extLst>
              <a:ext uri="{FF2B5EF4-FFF2-40B4-BE49-F238E27FC236}">
                <a16:creationId xmlns:a16="http://schemas.microsoft.com/office/drawing/2014/main" id="{80EAF141-CA27-AABD-E4B6-C903BC3A790C}"/>
              </a:ext>
            </a:extLst>
          </p:cNvPr>
          <p:cNvSpPr txBox="1"/>
          <p:nvPr/>
        </p:nvSpPr>
        <p:spPr>
          <a:xfrm>
            <a:off x="7136959" y="1461990"/>
            <a:ext cx="1218041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Associations</a:t>
            </a:r>
          </a:p>
        </p:txBody>
      </p:sp>
      <p:cxnSp>
        <p:nvCxnSpPr>
          <p:cNvPr id="24" name="Connecteur droit avec flèche 27">
            <a:extLst>
              <a:ext uri="{FF2B5EF4-FFF2-40B4-BE49-F238E27FC236}">
                <a16:creationId xmlns:a16="http://schemas.microsoft.com/office/drawing/2014/main" id="{41FF28AE-8E68-E513-6705-116E8C3EC8C5}"/>
              </a:ext>
            </a:extLst>
          </p:cNvPr>
          <p:cNvCxnSpPr>
            <a:cxnSpLocks/>
          </p:cNvCxnSpPr>
          <p:nvPr/>
        </p:nvCxnSpPr>
        <p:spPr>
          <a:xfrm>
            <a:off x="7755948" y="1189717"/>
            <a:ext cx="0" cy="2462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37">
            <a:extLst>
              <a:ext uri="{FF2B5EF4-FFF2-40B4-BE49-F238E27FC236}">
                <a16:creationId xmlns:a16="http://schemas.microsoft.com/office/drawing/2014/main" id="{32318DE5-0BF9-5234-C2B8-EAC19C526919}"/>
              </a:ext>
            </a:extLst>
          </p:cNvPr>
          <p:cNvCxnSpPr>
            <a:cxnSpLocks/>
          </p:cNvCxnSpPr>
          <p:nvPr/>
        </p:nvCxnSpPr>
        <p:spPr>
          <a:xfrm>
            <a:off x="1604407" y="1213120"/>
            <a:ext cx="0" cy="2515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ZoneTexte 25">
            <a:extLst>
              <a:ext uri="{FF2B5EF4-FFF2-40B4-BE49-F238E27FC236}">
                <a16:creationId xmlns:a16="http://schemas.microsoft.com/office/drawing/2014/main" id="{A5DE831A-2217-71A9-68F4-1EE6D02A250C}"/>
              </a:ext>
            </a:extLst>
          </p:cNvPr>
          <p:cNvSpPr txBox="1"/>
          <p:nvPr/>
        </p:nvSpPr>
        <p:spPr>
          <a:xfrm>
            <a:off x="6559203" y="2539618"/>
            <a:ext cx="689979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One</a:t>
            </a:r>
          </a:p>
        </p:txBody>
      </p:sp>
      <p:sp>
        <p:nvSpPr>
          <p:cNvPr id="45" name="ZoneTexte 25">
            <a:extLst>
              <a:ext uri="{FF2B5EF4-FFF2-40B4-BE49-F238E27FC236}">
                <a16:creationId xmlns:a16="http://schemas.microsoft.com/office/drawing/2014/main" id="{09D02409-6D9C-5D52-C104-92547010B9A7}"/>
              </a:ext>
            </a:extLst>
          </p:cNvPr>
          <p:cNvSpPr txBox="1"/>
          <p:nvPr/>
        </p:nvSpPr>
        <p:spPr>
          <a:xfrm>
            <a:off x="8083611" y="2525463"/>
            <a:ext cx="689979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Two</a:t>
            </a:r>
          </a:p>
        </p:txBody>
      </p:sp>
      <p:cxnSp>
        <p:nvCxnSpPr>
          <p:cNvPr id="46" name="Connecteur droit avec flèche 27">
            <a:extLst>
              <a:ext uri="{FF2B5EF4-FFF2-40B4-BE49-F238E27FC236}">
                <a16:creationId xmlns:a16="http://schemas.microsoft.com/office/drawing/2014/main" id="{43B3266F-4914-9A05-F4FB-C0AB43C5E3E1}"/>
              </a:ext>
            </a:extLst>
          </p:cNvPr>
          <p:cNvCxnSpPr>
            <a:cxnSpLocks/>
          </p:cNvCxnSpPr>
          <p:nvPr/>
        </p:nvCxnSpPr>
        <p:spPr>
          <a:xfrm>
            <a:off x="8400683" y="2273463"/>
            <a:ext cx="0" cy="252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ZoneTexte 25">
            <a:extLst>
              <a:ext uri="{FF2B5EF4-FFF2-40B4-BE49-F238E27FC236}">
                <a16:creationId xmlns:a16="http://schemas.microsoft.com/office/drawing/2014/main" id="{D579F7B5-AC3C-D37B-94C1-B799944B4A7B}"/>
              </a:ext>
            </a:extLst>
          </p:cNvPr>
          <p:cNvSpPr txBox="1"/>
          <p:nvPr/>
        </p:nvSpPr>
        <p:spPr>
          <a:xfrm>
            <a:off x="837770" y="2525464"/>
            <a:ext cx="689979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One</a:t>
            </a:r>
          </a:p>
        </p:txBody>
      </p:sp>
      <p:cxnSp>
        <p:nvCxnSpPr>
          <p:cNvPr id="49" name="Connecteur droit avec flèche 27">
            <a:extLst>
              <a:ext uri="{FF2B5EF4-FFF2-40B4-BE49-F238E27FC236}">
                <a16:creationId xmlns:a16="http://schemas.microsoft.com/office/drawing/2014/main" id="{69DA2393-C4DD-3972-9669-6FBDD4D75753}"/>
              </a:ext>
            </a:extLst>
          </p:cNvPr>
          <p:cNvCxnSpPr>
            <a:cxnSpLocks/>
          </p:cNvCxnSpPr>
          <p:nvPr/>
        </p:nvCxnSpPr>
        <p:spPr>
          <a:xfrm>
            <a:off x="6897968" y="2273463"/>
            <a:ext cx="0" cy="252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avec flèche 27">
            <a:extLst>
              <a:ext uri="{FF2B5EF4-FFF2-40B4-BE49-F238E27FC236}">
                <a16:creationId xmlns:a16="http://schemas.microsoft.com/office/drawing/2014/main" id="{CB19A6D4-B941-43BD-6A8E-9F82BAD43719}"/>
              </a:ext>
            </a:extLst>
          </p:cNvPr>
          <p:cNvCxnSpPr>
            <a:cxnSpLocks/>
          </p:cNvCxnSpPr>
          <p:nvPr/>
        </p:nvCxnSpPr>
        <p:spPr>
          <a:xfrm>
            <a:off x="1201703" y="2255767"/>
            <a:ext cx="0" cy="252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avec flèche 27">
            <a:extLst>
              <a:ext uri="{FF2B5EF4-FFF2-40B4-BE49-F238E27FC236}">
                <a16:creationId xmlns:a16="http://schemas.microsoft.com/office/drawing/2014/main" id="{58993759-E2A1-A139-0263-E690EBCD7112}"/>
              </a:ext>
            </a:extLst>
          </p:cNvPr>
          <p:cNvCxnSpPr>
            <a:cxnSpLocks/>
          </p:cNvCxnSpPr>
          <p:nvPr/>
        </p:nvCxnSpPr>
        <p:spPr>
          <a:xfrm>
            <a:off x="2275169" y="2255767"/>
            <a:ext cx="0" cy="252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avec flèche 27">
            <a:extLst>
              <a:ext uri="{FF2B5EF4-FFF2-40B4-BE49-F238E27FC236}">
                <a16:creationId xmlns:a16="http://schemas.microsoft.com/office/drawing/2014/main" id="{E2A8CE1B-A7FB-C80D-C754-4AF45FB29DD1}"/>
              </a:ext>
            </a:extLst>
          </p:cNvPr>
          <p:cNvCxnSpPr>
            <a:cxnSpLocks/>
          </p:cNvCxnSpPr>
          <p:nvPr/>
        </p:nvCxnSpPr>
        <p:spPr>
          <a:xfrm>
            <a:off x="2275169" y="2805122"/>
            <a:ext cx="0" cy="169759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avec flèche 27">
            <a:extLst>
              <a:ext uri="{FF2B5EF4-FFF2-40B4-BE49-F238E27FC236}">
                <a16:creationId xmlns:a16="http://schemas.microsoft.com/office/drawing/2014/main" id="{CC542862-1950-16E3-0E96-F3D786202B6C}"/>
              </a:ext>
            </a:extLst>
          </p:cNvPr>
          <p:cNvCxnSpPr>
            <a:cxnSpLocks/>
          </p:cNvCxnSpPr>
          <p:nvPr/>
        </p:nvCxnSpPr>
        <p:spPr>
          <a:xfrm>
            <a:off x="1201703" y="2832228"/>
            <a:ext cx="0" cy="252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avec flèche 27">
            <a:extLst>
              <a:ext uri="{FF2B5EF4-FFF2-40B4-BE49-F238E27FC236}">
                <a16:creationId xmlns:a16="http://schemas.microsoft.com/office/drawing/2014/main" id="{599D8CA0-271B-7FAA-3FA4-3923E91717DD}"/>
              </a:ext>
            </a:extLst>
          </p:cNvPr>
          <p:cNvCxnSpPr>
            <a:cxnSpLocks/>
          </p:cNvCxnSpPr>
          <p:nvPr/>
        </p:nvCxnSpPr>
        <p:spPr>
          <a:xfrm>
            <a:off x="7745682" y="728193"/>
            <a:ext cx="0" cy="2462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eur droit avec flèche 27">
            <a:extLst>
              <a:ext uri="{FF2B5EF4-FFF2-40B4-BE49-F238E27FC236}">
                <a16:creationId xmlns:a16="http://schemas.microsoft.com/office/drawing/2014/main" id="{326799C8-FB23-7628-6BDC-1753E9E5CA94}"/>
              </a:ext>
            </a:extLst>
          </p:cNvPr>
          <p:cNvCxnSpPr>
            <a:cxnSpLocks/>
          </p:cNvCxnSpPr>
          <p:nvPr/>
        </p:nvCxnSpPr>
        <p:spPr>
          <a:xfrm>
            <a:off x="2774049" y="741025"/>
            <a:ext cx="0" cy="2462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avec flèche 27">
            <a:extLst>
              <a:ext uri="{FF2B5EF4-FFF2-40B4-BE49-F238E27FC236}">
                <a16:creationId xmlns:a16="http://schemas.microsoft.com/office/drawing/2014/main" id="{F3B0BD90-EE2A-F056-E147-8A12595F4213}"/>
              </a:ext>
            </a:extLst>
          </p:cNvPr>
          <p:cNvCxnSpPr>
            <a:cxnSpLocks/>
          </p:cNvCxnSpPr>
          <p:nvPr/>
        </p:nvCxnSpPr>
        <p:spPr>
          <a:xfrm>
            <a:off x="4171268" y="1213120"/>
            <a:ext cx="0" cy="252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Losange 34">
            <a:extLst>
              <a:ext uri="{FF2B5EF4-FFF2-40B4-BE49-F238E27FC236}">
                <a16:creationId xmlns:a16="http://schemas.microsoft.com/office/drawing/2014/main" id="{878AFDB9-4128-8877-4B25-9F9425686646}"/>
              </a:ext>
            </a:extLst>
          </p:cNvPr>
          <p:cNvSpPr/>
          <p:nvPr/>
        </p:nvSpPr>
        <p:spPr>
          <a:xfrm>
            <a:off x="1201703" y="1009144"/>
            <a:ext cx="3289515" cy="21882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What is your RQ / design?</a:t>
            </a:r>
          </a:p>
        </p:txBody>
      </p:sp>
      <p:cxnSp>
        <p:nvCxnSpPr>
          <p:cNvPr id="73" name="Connecteur droit avec flèche 27">
            <a:extLst>
              <a:ext uri="{FF2B5EF4-FFF2-40B4-BE49-F238E27FC236}">
                <a16:creationId xmlns:a16="http://schemas.microsoft.com/office/drawing/2014/main" id="{06322D1A-E410-E109-8F6B-3A6EA67BCADB}"/>
              </a:ext>
            </a:extLst>
          </p:cNvPr>
          <p:cNvCxnSpPr>
            <a:cxnSpLocks/>
          </p:cNvCxnSpPr>
          <p:nvPr/>
        </p:nvCxnSpPr>
        <p:spPr>
          <a:xfrm>
            <a:off x="7754294" y="1760476"/>
            <a:ext cx="0" cy="1992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avec flèche 27">
            <a:extLst>
              <a:ext uri="{FF2B5EF4-FFF2-40B4-BE49-F238E27FC236}">
                <a16:creationId xmlns:a16="http://schemas.microsoft.com/office/drawing/2014/main" id="{9FEB10A8-56D5-3905-219C-07DF73F8451F}"/>
              </a:ext>
            </a:extLst>
          </p:cNvPr>
          <p:cNvCxnSpPr>
            <a:cxnSpLocks/>
          </p:cNvCxnSpPr>
          <p:nvPr/>
        </p:nvCxnSpPr>
        <p:spPr>
          <a:xfrm>
            <a:off x="4171268" y="1784603"/>
            <a:ext cx="0" cy="252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avec flèche 27">
            <a:extLst>
              <a:ext uri="{FF2B5EF4-FFF2-40B4-BE49-F238E27FC236}">
                <a16:creationId xmlns:a16="http://schemas.microsoft.com/office/drawing/2014/main" id="{8543E739-F545-984C-3C47-D8E93012A76B}"/>
              </a:ext>
            </a:extLst>
          </p:cNvPr>
          <p:cNvCxnSpPr>
            <a:cxnSpLocks/>
          </p:cNvCxnSpPr>
          <p:nvPr/>
        </p:nvCxnSpPr>
        <p:spPr>
          <a:xfrm>
            <a:off x="1604407" y="1784603"/>
            <a:ext cx="0" cy="252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à coins arrondis 31">
            <a:extLst>
              <a:ext uri="{FF2B5EF4-FFF2-40B4-BE49-F238E27FC236}">
                <a16:creationId xmlns:a16="http://schemas.microsoft.com/office/drawing/2014/main" id="{563C2BB3-0E9B-BAFD-3344-F197A598F307}"/>
              </a:ext>
            </a:extLst>
          </p:cNvPr>
          <p:cNvSpPr/>
          <p:nvPr/>
        </p:nvSpPr>
        <p:spPr>
          <a:xfrm>
            <a:off x="7334866" y="6201009"/>
            <a:ext cx="1603542" cy="461665"/>
          </a:xfrm>
          <a:prstGeom prst="round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Non-Parametric tests / equivalents</a:t>
            </a:r>
          </a:p>
        </p:txBody>
      </p:sp>
      <p:sp>
        <p:nvSpPr>
          <p:cNvPr id="82" name="ZoneTexte 25">
            <a:extLst>
              <a:ext uri="{FF2B5EF4-FFF2-40B4-BE49-F238E27FC236}">
                <a16:creationId xmlns:a16="http://schemas.microsoft.com/office/drawing/2014/main" id="{A2FC750F-4541-7BC0-B4B2-7B27E7FBFABE}"/>
              </a:ext>
            </a:extLst>
          </p:cNvPr>
          <p:cNvSpPr txBox="1"/>
          <p:nvPr/>
        </p:nvSpPr>
        <p:spPr>
          <a:xfrm>
            <a:off x="7576101" y="3419016"/>
            <a:ext cx="1567899" cy="578882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Chi-Square Test of Association</a:t>
            </a:r>
          </a:p>
        </p:txBody>
      </p:sp>
      <p:sp>
        <p:nvSpPr>
          <p:cNvPr id="87" name="ZoneTexte 25">
            <a:extLst>
              <a:ext uri="{FF2B5EF4-FFF2-40B4-BE49-F238E27FC236}">
                <a16:creationId xmlns:a16="http://schemas.microsoft.com/office/drawing/2014/main" id="{B406A92D-9DF0-8915-7CF9-E2883E08A7C5}"/>
              </a:ext>
            </a:extLst>
          </p:cNvPr>
          <p:cNvSpPr txBox="1"/>
          <p:nvPr/>
        </p:nvSpPr>
        <p:spPr>
          <a:xfrm>
            <a:off x="3829573" y="2575599"/>
            <a:ext cx="689979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Two</a:t>
            </a:r>
          </a:p>
        </p:txBody>
      </p:sp>
      <p:cxnSp>
        <p:nvCxnSpPr>
          <p:cNvPr id="88" name="Connecteur droit avec flèche 27">
            <a:extLst>
              <a:ext uri="{FF2B5EF4-FFF2-40B4-BE49-F238E27FC236}">
                <a16:creationId xmlns:a16="http://schemas.microsoft.com/office/drawing/2014/main" id="{F301F811-21D5-91D7-3B24-6F7FD4BD37FA}"/>
              </a:ext>
            </a:extLst>
          </p:cNvPr>
          <p:cNvCxnSpPr>
            <a:cxnSpLocks/>
          </p:cNvCxnSpPr>
          <p:nvPr/>
        </p:nvCxnSpPr>
        <p:spPr>
          <a:xfrm>
            <a:off x="4161065" y="2312165"/>
            <a:ext cx="0" cy="252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ZoneTexte 25">
            <a:extLst>
              <a:ext uri="{FF2B5EF4-FFF2-40B4-BE49-F238E27FC236}">
                <a16:creationId xmlns:a16="http://schemas.microsoft.com/office/drawing/2014/main" id="{6D2521AD-55A7-56DB-AC30-0321445844FC}"/>
              </a:ext>
            </a:extLst>
          </p:cNvPr>
          <p:cNvSpPr txBox="1"/>
          <p:nvPr/>
        </p:nvSpPr>
        <p:spPr>
          <a:xfrm>
            <a:off x="3226911" y="3239191"/>
            <a:ext cx="1960592" cy="340519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Pearson’s correlation </a:t>
            </a:r>
          </a:p>
        </p:txBody>
      </p:sp>
      <p:sp>
        <p:nvSpPr>
          <p:cNvPr id="92" name="Rectangle à coins arrondis 31">
            <a:extLst>
              <a:ext uri="{FF2B5EF4-FFF2-40B4-BE49-F238E27FC236}">
                <a16:creationId xmlns:a16="http://schemas.microsoft.com/office/drawing/2014/main" id="{E2D0AD4F-6BD2-AD86-CF23-BA543DDD1079}"/>
              </a:ext>
            </a:extLst>
          </p:cNvPr>
          <p:cNvSpPr/>
          <p:nvPr/>
        </p:nvSpPr>
        <p:spPr>
          <a:xfrm>
            <a:off x="3084023" y="3619281"/>
            <a:ext cx="2246368" cy="578882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Spearman’s correlation</a:t>
            </a:r>
          </a:p>
          <a:p>
            <a:pPr algn="ctr"/>
            <a:r>
              <a:rPr lang="en-GB" sz="1050" i="1" dirty="0">
                <a:solidFill>
                  <a:schemeClr val="tx1"/>
                </a:solidFill>
              </a:rPr>
              <a:t>(ordinal or non-normal continuous) </a:t>
            </a:r>
          </a:p>
        </p:txBody>
      </p:sp>
      <p:sp>
        <p:nvSpPr>
          <p:cNvPr id="94" name="ZoneTexte 25">
            <a:extLst>
              <a:ext uri="{FF2B5EF4-FFF2-40B4-BE49-F238E27FC236}">
                <a16:creationId xmlns:a16="http://schemas.microsoft.com/office/drawing/2014/main" id="{6D2B1798-F0CE-CD15-78B5-0DD797577DE5}"/>
              </a:ext>
            </a:extLst>
          </p:cNvPr>
          <p:cNvSpPr txBox="1"/>
          <p:nvPr/>
        </p:nvSpPr>
        <p:spPr>
          <a:xfrm>
            <a:off x="475508" y="3147635"/>
            <a:ext cx="1567899" cy="34051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One-Sample t-test</a:t>
            </a:r>
          </a:p>
        </p:txBody>
      </p:sp>
      <p:sp>
        <p:nvSpPr>
          <p:cNvPr id="95" name="Rectangle à coins arrondis 31">
            <a:extLst>
              <a:ext uri="{FF2B5EF4-FFF2-40B4-BE49-F238E27FC236}">
                <a16:creationId xmlns:a16="http://schemas.microsoft.com/office/drawing/2014/main" id="{A5C04585-01DF-E35C-A9E5-DCF0EDA91F89}"/>
              </a:ext>
            </a:extLst>
          </p:cNvPr>
          <p:cNvSpPr/>
          <p:nvPr/>
        </p:nvSpPr>
        <p:spPr>
          <a:xfrm>
            <a:off x="484756" y="3545945"/>
            <a:ext cx="1567899" cy="46106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Wilcoxon signed rank test </a:t>
            </a:r>
          </a:p>
        </p:txBody>
      </p:sp>
      <p:cxnSp>
        <p:nvCxnSpPr>
          <p:cNvPr id="98" name="Connecteur droit avec flèche 42">
            <a:extLst>
              <a:ext uri="{FF2B5EF4-FFF2-40B4-BE49-F238E27FC236}">
                <a16:creationId xmlns:a16="http://schemas.microsoft.com/office/drawing/2014/main" id="{AE995AAF-49DA-8FF2-701E-1C032374C1ED}"/>
              </a:ext>
            </a:extLst>
          </p:cNvPr>
          <p:cNvCxnSpPr>
            <a:cxnSpLocks/>
          </p:cNvCxnSpPr>
          <p:nvPr/>
        </p:nvCxnSpPr>
        <p:spPr>
          <a:xfrm>
            <a:off x="3497895" y="4657335"/>
            <a:ext cx="0" cy="25200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eur droit avec flèche 42">
            <a:extLst>
              <a:ext uri="{FF2B5EF4-FFF2-40B4-BE49-F238E27FC236}">
                <a16:creationId xmlns:a16="http://schemas.microsoft.com/office/drawing/2014/main" id="{18FFAC04-0CD7-094C-E7C7-6F58DB51DE8C}"/>
              </a:ext>
            </a:extLst>
          </p:cNvPr>
          <p:cNvCxnSpPr>
            <a:cxnSpLocks/>
          </p:cNvCxnSpPr>
          <p:nvPr/>
        </p:nvCxnSpPr>
        <p:spPr>
          <a:xfrm>
            <a:off x="231298" y="4657335"/>
            <a:ext cx="0" cy="25200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eur droit avec flèche 27">
            <a:extLst>
              <a:ext uri="{FF2B5EF4-FFF2-40B4-BE49-F238E27FC236}">
                <a16:creationId xmlns:a16="http://schemas.microsoft.com/office/drawing/2014/main" id="{72352F02-2258-216D-8A54-CD012EA7281D}"/>
              </a:ext>
            </a:extLst>
          </p:cNvPr>
          <p:cNvCxnSpPr>
            <a:cxnSpLocks/>
          </p:cNvCxnSpPr>
          <p:nvPr/>
        </p:nvCxnSpPr>
        <p:spPr>
          <a:xfrm>
            <a:off x="4161065" y="2883376"/>
            <a:ext cx="0" cy="324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eur droit avec flèche 27">
            <a:extLst>
              <a:ext uri="{FF2B5EF4-FFF2-40B4-BE49-F238E27FC236}">
                <a16:creationId xmlns:a16="http://schemas.microsoft.com/office/drawing/2014/main" id="{9BB67276-83F4-34B2-7E2B-46421C06B26B}"/>
              </a:ext>
            </a:extLst>
          </p:cNvPr>
          <p:cNvCxnSpPr>
            <a:cxnSpLocks/>
          </p:cNvCxnSpPr>
          <p:nvPr/>
        </p:nvCxnSpPr>
        <p:spPr>
          <a:xfrm>
            <a:off x="6870051" y="2853846"/>
            <a:ext cx="0" cy="540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eur droit avec flèche 27">
            <a:extLst>
              <a:ext uri="{FF2B5EF4-FFF2-40B4-BE49-F238E27FC236}">
                <a16:creationId xmlns:a16="http://schemas.microsoft.com/office/drawing/2014/main" id="{AFF32A6B-D411-2F76-EAE8-944F7D91D8C4}"/>
              </a:ext>
            </a:extLst>
          </p:cNvPr>
          <p:cNvCxnSpPr>
            <a:cxnSpLocks/>
          </p:cNvCxnSpPr>
          <p:nvPr/>
        </p:nvCxnSpPr>
        <p:spPr>
          <a:xfrm>
            <a:off x="3497895" y="5379455"/>
            <a:ext cx="0" cy="4968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ZoneTexte 25">
            <a:extLst>
              <a:ext uri="{FF2B5EF4-FFF2-40B4-BE49-F238E27FC236}">
                <a16:creationId xmlns:a16="http://schemas.microsoft.com/office/drawing/2014/main" id="{A3458BD7-B1E6-7DE7-0AEE-6B98DFCE388B}"/>
              </a:ext>
            </a:extLst>
          </p:cNvPr>
          <p:cNvSpPr txBox="1"/>
          <p:nvPr/>
        </p:nvSpPr>
        <p:spPr>
          <a:xfrm>
            <a:off x="2505511" y="5922118"/>
            <a:ext cx="1940129" cy="340519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Independent t-test</a:t>
            </a:r>
          </a:p>
        </p:txBody>
      </p:sp>
      <p:sp>
        <p:nvSpPr>
          <p:cNvPr id="116" name="Rectangle à coins arrondis 31">
            <a:extLst>
              <a:ext uri="{FF2B5EF4-FFF2-40B4-BE49-F238E27FC236}">
                <a16:creationId xmlns:a16="http://schemas.microsoft.com/office/drawing/2014/main" id="{43FF3247-D906-2993-32FF-F26B93DCC83D}"/>
              </a:ext>
            </a:extLst>
          </p:cNvPr>
          <p:cNvSpPr/>
          <p:nvPr/>
        </p:nvSpPr>
        <p:spPr>
          <a:xfrm>
            <a:off x="2505511" y="6302208"/>
            <a:ext cx="1940129" cy="360466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Mann-Whitney U test </a:t>
            </a:r>
          </a:p>
        </p:txBody>
      </p:sp>
      <p:cxnSp>
        <p:nvCxnSpPr>
          <p:cNvPr id="117" name="Connecteur droit avec flèche 27">
            <a:extLst>
              <a:ext uri="{FF2B5EF4-FFF2-40B4-BE49-F238E27FC236}">
                <a16:creationId xmlns:a16="http://schemas.microsoft.com/office/drawing/2014/main" id="{AC9D118B-6D32-DC21-7B13-9BA9FA386940}"/>
              </a:ext>
            </a:extLst>
          </p:cNvPr>
          <p:cNvCxnSpPr>
            <a:cxnSpLocks/>
          </p:cNvCxnSpPr>
          <p:nvPr/>
        </p:nvCxnSpPr>
        <p:spPr>
          <a:xfrm>
            <a:off x="866828" y="5379455"/>
            <a:ext cx="0" cy="4968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ZoneTexte 25">
            <a:extLst>
              <a:ext uri="{FF2B5EF4-FFF2-40B4-BE49-F238E27FC236}">
                <a16:creationId xmlns:a16="http://schemas.microsoft.com/office/drawing/2014/main" id="{F38A3F73-0FEF-476A-B5D3-48EC96C59627}"/>
              </a:ext>
            </a:extLst>
          </p:cNvPr>
          <p:cNvSpPr txBox="1"/>
          <p:nvPr/>
        </p:nvSpPr>
        <p:spPr>
          <a:xfrm>
            <a:off x="96982" y="5884933"/>
            <a:ext cx="1567899" cy="34051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Paired t-test</a:t>
            </a:r>
          </a:p>
        </p:txBody>
      </p:sp>
      <p:sp>
        <p:nvSpPr>
          <p:cNvPr id="119" name="Rectangle à coins arrondis 31">
            <a:extLst>
              <a:ext uri="{FF2B5EF4-FFF2-40B4-BE49-F238E27FC236}">
                <a16:creationId xmlns:a16="http://schemas.microsoft.com/office/drawing/2014/main" id="{81BB6ACC-6E7D-1DF2-4A6E-2445C23966C7}"/>
              </a:ext>
            </a:extLst>
          </p:cNvPr>
          <p:cNvSpPr/>
          <p:nvPr/>
        </p:nvSpPr>
        <p:spPr>
          <a:xfrm>
            <a:off x="89769" y="6278072"/>
            <a:ext cx="1567899" cy="46106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Wilcoxon signed rank test </a:t>
            </a:r>
          </a:p>
        </p:txBody>
      </p:sp>
      <p:sp>
        <p:nvSpPr>
          <p:cNvPr id="125" name="Losange 34">
            <a:extLst>
              <a:ext uri="{FF2B5EF4-FFF2-40B4-BE49-F238E27FC236}">
                <a16:creationId xmlns:a16="http://schemas.microsoft.com/office/drawing/2014/main" id="{FD620E0B-A834-B530-D375-C88AF09B3B17}"/>
              </a:ext>
            </a:extLst>
          </p:cNvPr>
          <p:cNvSpPr/>
          <p:nvPr/>
        </p:nvSpPr>
        <p:spPr>
          <a:xfrm>
            <a:off x="6369952" y="974423"/>
            <a:ext cx="2737660" cy="215294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What is your RQ / design?</a:t>
            </a:r>
          </a:p>
        </p:txBody>
      </p:sp>
      <p:sp>
        <p:nvSpPr>
          <p:cNvPr id="126" name="Losange 34">
            <a:extLst>
              <a:ext uri="{FF2B5EF4-FFF2-40B4-BE49-F238E27FC236}">
                <a16:creationId xmlns:a16="http://schemas.microsoft.com/office/drawing/2014/main" id="{BBF4CA42-745D-39B5-65F6-EC4819DC68F3}"/>
              </a:ext>
            </a:extLst>
          </p:cNvPr>
          <p:cNvSpPr/>
          <p:nvPr/>
        </p:nvSpPr>
        <p:spPr>
          <a:xfrm>
            <a:off x="6489293" y="2013873"/>
            <a:ext cx="2284298" cy="259589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How many variables?</a:t>
            </a:r>
          </a:p>
        </p:txBody>
      </p:sp>
      <p:cxnSp>
        <p:nvCxnSpPr>
          <p:cNvPr id="128" name="Connecteur droit avec flèche 27">
            <a:extLst>
              <a:ext uri="{FF2B5EF4-FFF2-40B4-BE49-F238E27FC236}">
                <a16:creationId xmlns:a16="http://schemas.microsoft.com/office/drawing/2014/main" id="{9F8F9212-A9F5-1B9C-3CA6-717093AB7C92}"/>
              </a:ext>
            </a:extLst>
          </p:cNvPr>
          <p:cNvCxnSpPr>
            <a:cxnSpLocks/>
          </p:cNvCxnSpPr>
          <p:nvPr/>
        </p:nvCxnSpPr>
        <p:spPr>
          <a:xfrm>
            <a:off x="8400683" y="2847395"/>
            <a:ext cx="0" cy="540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eur droit avec flèche 27">
            <a:extLst>
              <a:ext uri="{FF2B5EF4-FFF2-40B4-BE49-F238E27FC236}">
                <a16:creationId xmlns:a16="http://schemas.microsoft.com/office/drawing/2014/main" id="{E9F16D08-9478-FF35-AD01-B534011F43E9}"/>
              </a:ext>
            </a:extLst>
          </p:cNvPr>
          <p:cNvCxnSpPr>
            <a:cxnSpLocks/>
          </p:cNvCxnSpPr>
          <p:nvPr/>
        </p:nvCxnSpPr>
        <p:spPr>
          <a:xfrm>
            <a:off x="2791576" y="145248"/>
            <a:ext cx="0" cy="288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Losange 34">
            <a:extLst>
              <a:ext uri="{FF2B5EF4-FFF2-40B4-BE49-F238E27FC236}">
                <a16:creationId xmlns:a16="http://schemas.microsoft.com/office/drawing/2014/main" id="{4E11D2CC-AC29-78B8-2E22-F572F005DD38}"/>
              </a:ext>
            </a:extLst>
          </p:cNvPr>
          <p:cNvSpPr/>
          <p:nvPr/>
        </p:nvSpPr>
        <p:spPr>
          <a:xfrm>
            <a:off x="3251201" y="2039747"/>
            <a:ext cx="1960592" cy="259589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How many variables?</a:t>
            </a:r>
          </a:p>
        </p:txBody>
      </p:sp>
      <p:sp>
        <p:nvSpPr>
          <p:cNvPr id="72" name="Rectangle à coins arrondis 44">
            <a:extLst>
              <a:ext uri="{FF2B5EF4-FFF2-40B4-BE49-F238E27FC236}">
                <a16:creationId xmlns:a16="http://schemas.microsoft.com/office/drawing/2014/main" id="{56D27FEE-2E6D-9850-C1ED-750698F739B6}"/>
              </a:ext>
            </a:extLst>
          </p:cNvPr>
          <p:cNvSpPr/>
          <p:nvPr/>
        </p:nvSpPr>
        <p:spPr>
          <a:xfrm>
            <a:off x="0" y="4934424"/>
            <a:ext cx="1814980" cy="50742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Same</a:t>
            </a:r>
            <a:r>
              <a:rPr lang="en-GB" sz="1400" dirty="0">
                <a:solidFill>
                  <a:schemeClr val="tx1"/>
                </a:solidFill>
              </a:rPr>
              <a:t> participants in each condition</a:t>
            </a:r>
          </a:p>
        </p:txBody>
      </p:sp>
      <p:sp>
        <p:nvSpPr>
          <p:cNvPr id="75" name="Rectangle à coins arrondis 21">
            <a:extLst>
              <a:ext uri="{FF2B5EF4-FFF2-40B4-BE49-F238E27FC236}">
                <a16:creationId xmlns:a16="http://schemas.microsoft.com/office/drawing/2014/main" id="{977C6A84-9489-B610-3786-DE88693758F3}"/>
              </a:ext>
            </a:extLst>
          </p:cNvPr>
          <p:cNvSpPr/>
          <p:nvPr/>
        </p:nvSpPr>
        <p:spPr>
          <a:xfrm>
            <a:off x="2525972" y="4934988"/>
            <a:ext cx="1814980" cy="46105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Different</a:t>
            </a:r>
            <a:r>
              <a:rPr lang="en-GB" sz="1400" dirty="0">
                <a:solidFill>
                  <a:schemeClr val="tx1"/>
                </a:solidFill>
              </a:rPr>
              <a:t> participants in each condition</a:t>
            </a:r>
          </a:p>
        </p:txBody>
      </p:sp>
      <p:sp>
        <p:nvSpPr>
          <p:cNvPr id="11" name="Losange 34">
            <a:extLst>
              <a:ext uri="{FF2B5EF4-FFF2-40B4-BE49-F238E27FC236}">
                <a16:creationId xmlns:a16="http://schemas.microsoft.com/office/drawing/2014/main" id="{FB4AE7E7-B132-DC4A-729D-636D49EECE14}"/>
              </a:ext>
            </a:extLst>
          </p:cNvPr>
          <p:cNvSpPr/>
          <p:nvPr/>
        </p:nvSpPr>
        <p:spPr>
          <a:xfrm>
            <a:off x="669319" y="2075943"/>
            <a:ext cx="1960593" cy="235469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How many variables?</a:t>
            </a:r>
          </a:p>
        </p:txBody>
      </p:sp>
    </p:spTree>
    <p:extLst>
      <p:ext uri="{BB962C8B-B14F-4D97-AF65-F5344CB8AC3E}">
        <p14:creationId xmlns:p14="http://schemas.microsoft.com/office/powerpoint/2010/main" val="3257675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53" grpId="0" animBg="1"/>
      <p:bldP spid="164" grpId="0" animBg="1"/>
      <p:bldP spid="2" grpId="0" animBg="1"/>
      <p:bldP spid="4" grpId="0" animBg="1"/>
      <p:bldP spid="18" grpId="0" animBg="1"/>
      <p:bldP spid="19" grpId="0" animBg="1"/>
      <p:bldP spid="20" grpId="0" animBg="1"/>
      <p:bldP spid="33" grpId="0" animBg="1"/>
      <p:bldP spid="45" grpId="0" animBg="1"/>
      <p:bldP spid="48" grpId="0" animBg="1"/>
      <p:bldP spid="30" grpId="0" animBg="1"/>
      <p:bldP spid="82" grpId="0" animBg="1"/>
      <p:bldP spid="87" grpId="0" animBg="1"/>
      <p:bldP spid="91" grpId="0" animBg="1"/>
      <p:bldP spid="92" grpId="0" animBg="1"/>
      <p:bldP spid="94" grpId="0" animBg="1"/>
      <p:bldP spid="95" grpId="0" animBg="1"/>
      <p:bldP spid="115" grpId="0" animBg="1"/>
      <p:bldP spid="116" grpId="0" animBg="1"/>
      <p:bldP spid="118" grpId="0" animBg="1"/>
      <p:bldP spid="119" grpId="0" animBg="1"/>
      <p:bldP spid="125" grpId="0" animBg="1"/>
      <p:bldP spid="126" grpId="0" animBg="1"/>
      <p:bldP spid="133" grpId="0" animBg="1"/>
      <p:bldP spid="72" grpId="0" animBg="1"/>
      <p:bldP spid="75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B5783-D1F8-D973-DE54-79D9F174B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064AA63-B947-F424-27BF-53A84C4B5FC6}"/>
              </a:ext>
            </a:extLst>
          </p:cNvPr>
          <p:cNvSpPr txBox="1">
            <a:spLocks/>
          </p:cNvSpPr>
          <p:nvPr/>
        </p:nvSpPr>
        <p:spPr>
          <a:xfrm>
            <a:off x="665926" y="33503"/>
            <a:ext cx="7812148" cy="703755"/>
          </a:xfrm>
          <a:prstGeom prst="rect">
            <a:avLst/>
          </a:prstGeom>
          <a:noFill/>
        </p:spPr>
        <p:txBody>
          <a:bodyPr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300" dirty="0">
                <a:solidFill>
                  <a:schemeClr val="accent2"/>
                </a:solidFill>
              </a:rPr>
              <a:t>Writing up </a:t>
            </a:r>
            <a:r>
              <a:rPr lang="en-GB" sz="4300" dirty="0"/>
              <a:t>each test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668B26-B552-C704-5440-41913FA974EA}"/>
              </a:ext>
            </a:extLst>
          </p:cNvPr>
          <p:cNvSpPr txBox="1"/>
          <p:nvPr/>
        </p:nvSpPr>
        <p:spPr>
          <a:xfrm>
            <a:off x="579863" y="660477"/>
            <a:ext cx="834111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GB" sz="2000" dirty="0"/>
              <a:t>Remember there are general Checklists about how to write up results…</a:t>
            </a:r>
          </a:p>
          <a:p>
            <a:pPr lvl="0" defTabSz="914400">
              <a:defRPr/>
            </a:pPr>
            <a:r>
              <a:rPr lang="en-GB" sz="2000" dirty="0"/>
              <a:t>But in general, you should:</a:t>
            </a:r>
          </a:p>
          <a:p>
            <a:pPr marL="285750" lvl="0" indent="-285750" defTabSz="914400">
              <a:buFont typeface="Arial" panose="020B0604020202020204" pitchFamily="34" charset="0"/>
              <a:buChar char="•"/>
              <a:defRPr/>
            </a:pPr>
            <a:r>
              <a:rPr lang="en-GB" sz="2000" dirty="0"/>
              <a:t>Report the </a:t>
            </a:r>
            <a:r>
              <a:rPr lang="en-GB" sz="2000" b="1" dirty="0">
                <a:solidFill>
                  <a:schemeClr val="accent2"/>
                </a:solidFill>
              </a:rPr>
              <a:t>LINE</a:t>
            </a:r>
            <a:r>
              <a:rPr lang="en-GB" sz="2000" dirty="0"/>
              <a:t> of results taken from the analysis output (it’s slightly different across tests).</a:t>
            </a:r>
          </a:p>
          <a:p>
            <a:pPr marL="285750" lvl="0" indent="-285750" defTabSz="914400">
              <a:buFont typeface="Arial" panose="020B0604020202020204" pitchFamily="34" charset="0"/>
              <a:buChar char="•"/>
              <a:defRPr/>
            </a:pPr>
            <a:r>
              <a:rPr lang="en-GB" sz="2000" dirty="0"/>
              <a:t>Interpret the p-value – is it significant or not?</a:t>
            </a:r>
          </a:p>
          <a:p>
            <a:pPr marL="285750" lvl="0" indent="-285750" defTabSz="914400">
              <a:buFont typeface="Arial" panose="020B0604020202020204" pitchFamily="34" charset="0"/>
              <a:buChar char="•"/>
              <a:defRPr/>
            </a:pPr>
            <a:r>
              <a:rPr lang="en-GB" sz="2000" dirty="0"/>
              <a:t>Interpret the finding in relation to your research question and variables – what does a significant / non-significant result mean? </a:t>
            </a:r>
          </a:p>
          <a:p>
            <a:pPr marL="285750" indent="-285750" defTabSz="914400">
              <a:buFont typeface="Arial" panose="020B0604020202020204" pitchFamily="34" charset="0"/>
              <a:buChar char="•"/>
              <a:defRPr/>
            </a:pPr>
            <a:r>
              <a:rPr lang="en-GB" sz="2000" dirty="0"/>
              <a:t>Refer to effect sizes where applicable – for added context.</a:t>
            </a:r>
          </a:p>
          <a:p>
            <a:pPr marL="285750" lvl="0" indent="-285750" defTabSz="914400">
              <a:buFont typeface="Arial" panose="020B0604020202020204" pitchFamily="34" charset="0"/>
              <a:buChar char="•"/>
              <a:defRPr/>
            </a:pPr>
            <a:r>
              <a:rPr lang="en-GB" sz="2000" dirty="0"/>
              <a:t>Refer to relevant descriptives where applicable – for added context.</a:t>
            </a:r>
          </a:p>
          <a:p>
            <a:pPr marL="285750" lvl="0" indent="-285750" defTabSz="914400">
              <a:buFont typeface="Arial" panose="020B0604020202020204" pitchFamily="34" charset="0"/>
              <a:buChar char="•"/>
              <a:defRPr/>
            </a:pPr>
            <a:r>
              <a:rPr lang="en-GB" sz="2000" dirty="0"/>
              <a:t>Use an </a:t>
            </a:r>
            <a:r>
              <a:rPr lang="en-GB" sz="2000" i="1" dirty="0"/>
              <a:t>appropriate*</a:t>
            </a:r>
            <a:r>
              <a:rPr lang="en-GB" sz="2000" dirty="0"/>
              <a:t> Figure to display your main result.</a:t>
            </a:r>
          </a:p>
          <a:p>
            <a:pPr marL="285750" lvl="0" indent="-285750" defTabSz="914400">
              <a:buFont typeface="Arial" panose="020B0604020202020204" pitchFamily="34" charset="0"/>
              <a:buChar char="•"/>
              <a:defRPr/>
            </a:pPr>
            <a:r>
              <a:rPr lang="en-GB" sz="2000" dirty="0"/>
              <a:t>Recommended: use a table to show </a:t>
            </a:r>
            <a:r>
              <a:rPr lang="en-GB" sz="2000" i="1" dirty="0"/>
              <a:t>appropriate*</a:t>
            </a:r>
            <a:r>
              <a:rPr lang="en-GB" sz="2000" dirty="0"/>
              <a:t> descriptives, or results if applicable.</a:t>
            </a:r>
          </a:p>
          <a:p>
            <a:pPr marL="285750" indent="-285750" defTabSz="914400">
              <a:buFont typeface="Arial" panose="020B0604020202020204" pitchFamily="34" charset="0"/>
              <a:buChar char="•"/>
              <a:defRPr/>
            </a:pPr>
            <a:r>
              <a:rPr lang="en-GB" sz="2000" dirty="0"/>
              <a:t>Use APA formatting.</a:t>
            </a:r>
          </a:p>
          <a:p>
            <a:pPr marL="285750" lvl="0" indent="-285750" defTabSz="914400">
              <a:buFont typeface="Arial" panose="020B0604020202020204" pitchFamily="34" charset="0"/>
              <a:buChar char="•"/>
              <a:defRPr/>
            </a:pPr>
            <a:r>
              <a:rPr lang="en-GB" sz="2000" dirty="0"/>
              <a:t>Avoid pasting directly from JASP unless you edit it. E.g. edit table, change the axis labels or titles on the Figure.</a:t>
            </a:r>
          </a:p>
          <a:p>
            <a:pPr marL="285750" lvl="0" indent="-285750" defTabSz="914400">
              <a:buFont typeface="Arial" panose="020B0604020202020204" pitchFamily="34" charset="0"/>
              <a:buChar char="•"/>
              <a:defRPr/>
            </a:pPr>
            <a:endParaRPr lang="en-GB" sz="2000" dirty="0"/>
          </a:p>
          <a:p>
            <a:pPr lvl="0" defTabSz="914400">
              <a:defRPr/>
            </a:pPr>
            <a:r>
              <a:rPr lang="en-GB" sz="2000" i="1" dirty="0"/>
              <a:t>*appropriate for the type of test / design used</a:t>
            </a:r>
          </a:p>
          <a:p>
            <a:pPr lvl="0" defTabSz="914400">
              <a:defRPr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836458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257FB-1D34-09F8-2482-E3669C54B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FF43B742-AB97-87B3-AD1D-8F4AB88F7C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2654" y="852792"/>
            <a:ext cx="3238946" cy="5152416"/>
          </a:xfrm>
          <a:noFill/>
        </p:spPr>
        <p:txBody>
          <a:bodyPr>
            <a:noAutofit/>
          </a:bodyPr>
          <a:lstStyle/>
          <a:p>
            <a:endParaRPr lang="en-US" sz="3200" b="1" dirty="0">
              <a:solidFill>
                <a:schemeClr val="tx1"/>
              </a:solidFill>
            </a:endParaRPr>
          </a:p>
          <a:p>
            <a:r>
              <a:rPr lang="en-US" sz="3200" b="1" dirty="0">
                <a:solidFill>
                  <a:schemeClr val="tx1"/>
                </a:solidFill>
              </a:rPr>
              <a:t>3. Tips for writing up the lab report </a:t>
            </a:r>
          </a:p>
          <a:p>
            <a:r>
              <a:rPr lang="en-US" sz="3200" b="1" dirty="0">
                <a:solidFill>
                  <a:schemeClr val="tx1"/>
                </a:solidFill>
              </a:rPr>
              <a:t>(from last week)</a:t>
            </a:r>
          </a:p>
        </p:txBody>
      </p:sp>
      <p:pic>
        <p:nvPicPr>
          <p:cNvPr id="3" name="Picture 6" descr="See the source image">
            <a:extLst>
              <a:ext uri="{FF2B5EF4-FFF2-40B4-BE49-F238E27FC236}">
                <a16:creationId xmlns:a16="http://schemas.microsoft.com/office/drawing/2014/main" id="{1E9606B8-80AA-5342-2417-4DCAD5600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7" r="26769"/>
          <a:stretch/>
        </p:blipFill>
        <p:spPr bwMode="auto">
          <a:xfrm>
            <a:off x="20" y="10"/>
            <a:ext cx="56611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172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9931F6E-25D2-5CA8-F180-6E7BCFFD8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A9CDAE9-9AE8-8325-C288-8B9036CF7001}"/>
              </a:ext>
            </a:extLst>
          </p:cNvPr>
          <p:cNvSpPr/>
          <p:nvPr/>
        </p:nvSpPr>
        <p:spPr>
          <a:xfrm>
            <a:off x="482599" y="546100"/>
            <a:ext cx="8661401" cy="627992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GB" sz="22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Tips</a:t>
            </a:r>
            <a:r>
              <a:rPr lang="en-GB" sz="2200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Briefly interpret statistically e.g., Group A is higher on X than Group B and reference effect size e.g. small. </a:t>
            </a:r>
          </a:p>
          <a:p>
            <a:pPr marL="342900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Keep conceptual/psychological interpretation for the Discussion.</a:t>
            </a:r>
          </a:p>
          <a:p>
            <a:pPr marL="342900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Remember rules on copying from JASP! Tables/Figures need to be edited to fit APA style (e.g. remove redundant info, labels, numbering).</a:t>
            </a:r>
          </a:p>
          <a:p>
            <a:pPr marL="342900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Number all Tables and Figures and give them a title </a:t>
            </a:r>
            <a:r>
              <a:rPr lang="en-GB" sz="2200" i="1" dirty="0">
                <a:solidFill>
                  <a:schemeClr val="accent2"/>
                </a:solidFill>
              </a:rPr>
              <a:t>– they have their own counts</a:t>
            </a:r>
          </a:p>
          <a:p>
            <a:pPr marL="342900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Always refer to Tables/Figures in text </a:t>
            </a:r>
            <a:r>
              <a:rPr lang="en-GB" sz="2200" i="1" dirty="0"/>
              <a:t>first</a:t>
            </a:r>
            <a:r>
              <a:rPr lang="en-GB" sz="2200" dirty="0"/>
              <a:t>. No need to duplicate info.</a:t>
            </a:r>
          </a:p>
          <a:p>
            <a:pPr marL="342900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Present results in a logical order consistent with your hypotheses.</a:t>
            </a:r>
          </a:p>
          <a:p>
            <a:pPr marL="342900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Guide the reader – tell them what you’re doing!</a:t>
            </a:r>
          </a:p>
          <a:p>
            <a:pPr marL="342900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Don’t forget effect sizes! – </a:t>
            </a:r>
            <a:r>
              <a:rPr lang="en-GB" sz="2200" dirty="0">
                <a:solidFill>
                  <a:schemeClr val="accent2"/>
                </a:solidFill>
              </a:rPr>
              <a:t>values</a:t>
            </a:r>
            <a:r>
              <a:rPr lang="en-GB" sz="2200" dirty="0"/>
              <a:t> and interpret them e.g. small or large.</a:t>
            </a:r>
          </a:p>
          <a:p>
            <a:pPr marL="342900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Don’t include any redundant / extra analyses or checks (e.g. no histograms / distributions showing outliers etc.)</a:t>
            </a:r>
          </a:p>
          <a:p>
            <a:pPr marL="342900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Don’t include your raw data file.</a:t>
            </a:r>
            <a:endParaRPr lang="en-GB" sz="22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8904328-DB7C-21CF-4240-DDE32F44D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926" y="152400"/>
            <a:ext cx="7812148" cy="787401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000" dirty="0">
                <a:solidFill>
                  <a:schemeClr val="tx1"/>
                </a:solidFill>
                <a:latin typeface="+mj-lt"/>
              </a:rPr>
              <a:t>Writing the Results</a:t>
            </a:r>
          </a:p>
        </p:txBody>
      </p:sp>
    </p:spTree>
    <p:extLst>
      <p:ext uri="{BB962C8B-B14F-4D97-AF65-F5344CB8AC3E}">
        <p14:creationId xmlns:p14="http://schemas.microsoft.com/office/powerpoint/2010/main" val="3395533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74FC4B2-6558-DB45-DA75-1746B7C53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504D8A-BDD5-6EF7-53A4-BBD955AA7C95}"/>
              </a:ext>
            </a:extLst>
          </p:cNvPr>
          <p:cNvSpPr/>
          <p:nvPr/>
        </p:nvSpPr>
        <p:spPr>
          <a:xfrm>
            <a:off x="317499" y="818654"/>
            <a:ext cx="8721659" cy="571002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GB" sz="20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Tips if you got a </a:t>
            </a:r>
            <a:r>
              <a:rPr lang="en-GB" sz="2000" b="1" u="sng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significant</a:t>
            </a:r>
            <a:r>
              <a:rPr lang="en-GB" sz="20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result:</a:t>
            </a:r>
          </a:p>
          <a:p>
            <a:pPr marL="342900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ea typeface="Calibri" panose="020F0502020204030204" pitchFamily="34" charset="0"/>
                <a:cs typeface="Times New Roman" panose="02020603050405020304" pitchFamily="18" charset="0"/>
              </a:rPr>
              <a:t>You may have replicated previous research (</a:t>
            </a:r>
            <a:r>
              <a:rPr lang="en-GB" sz="2000" i="1" dirty="0">
                <a:ea typeface="Calibri" panose="020F0502020204030204" pitchFamily="34" charset="0"/>
                <a:cs typeface="Times New Roman" panose="02020603050405020304" pitchFamily="18" charset="0"/>
              </a:rPr>
              <a:t>yay</a:t>
            </a:r>
            <a:r>
              <a:rPr lang="en-GB" sz="2000" dirty="0">
                <a:ea typeface="Calibri" panose="020F0502020204030204" pitchFamily="34" charset="0"/>
                <a:cs typeface="Times New Roman" panose="02020603050405020304" pitchFamily="18" charset="0"/>
              </a:rPr>
              <a:t>) so you can state that.</a:t>
            </a:r>
          </a:p>
          <a:p>
            <a:pPr marL="342900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ea typeface="Calibri" panose="020F0502020204030204" pitchFamily="34" charset="0"/>
                <a:cs typeface="Times New Roman" panose="02020603050405020304" pitchFamily="18" charset="0"/>
              </a:rPr>
              <a:t>Can you find evidence that supports your findings and elaborate – what does your study add / extend? </a:t>
            </a:r>
          </a:p>
          <a:p>
            <a:pPr marL="342900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ea typeface="Calibri" panose="020F0502020204030204" pitchFamily="34" charset="0"/>
                <a:cs typeface="Times New Roman" panose="02020603050405020304" pitchFamily="18" charset="0"/>
              </a:rPr>
              <a:t>Have you replicated findings under new / extended conditions (e.g. sample?)</a:t>
            </a:r>
          </a:p>
          <a:p>
            <a:pPr marL="342900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ea typeface="Calibri" panose="020F0502020204030204" pitchFamily="34" charset="0"/>
                <a:cs typeface="Times New Roman" panose="02020603050405020304" pitchFamily="18" charset="0"/>
              </a:rPr>
              <a:t>How large was your effect? Is it meaningful?</a:t>
            </a:r>
          </a:p>
          <a:p>
            <a:pPr marL="342900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ea typeface="Calibri" panose="020F0502020204030204" pitchFamily="34" charset="0"/>
                <a:cs typeface="Times New Roman" panose="02020603050405020304" pitchFamily="18" charset="0"/>
              </a:rPr>
              <a:t>Did any other study find the opposite / is it still mixed/contested?</a:t>
            </a:r>
          </a:p>
          <a:p>
            <a:pPr marL="342900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Widen your argument to address implications or issues with current research / theories or approaches.</a:t>
            </a:r>
          </a:p>
          <a:p>
            <a:pPr marL="342900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ea typeface="Calibri" panose="020F0502020204030204" pitchFamily="34" charset="0"/>
                <a:cs typeface="Times New Roman" panose="02020603050405020304" pitchFamily="18" charset="0"/>
              </a:rPr>
              <a:t>If you were to run your study again, what would you do differently (what would it show / have other studies looked at similar? </a:t>
            </a:r>
          </a:p>
          <a:p>
            <a:pPr marL="342900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ea typeface="Calibri" panose="020F0502020204030204" pitchFamily="34" charset="0"/>
                <a:cs typeface="Times New Roman" panose="02020603050405020304" pitchFamily="18" charset="0"/>
              </a:rPr>
              <a:t>Or, is there another possible interpretation or explanation for this result? What other studies could be done to see if this effect truly exists? Remember, for these, you need evidence/citations (not your opinions).</a:t>
            </a:r>
          </a:p>
          <a:p>
            <a:pPr marL="342900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20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E254C54-14DC-18F6-1087-9E6AF0319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54" y="132853"/>
            <a:ext cx="7812148" cy="787401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000" dirty="0">
                <a:solidFill>
                  <a:schemeClr val="tx1"/>
                </a:solidFill>
                <a:latin typeface="+mj-lt"/>
              </a:rPr>
              <a:t>Writing the Discussion</a:t>
            </a:r>
          </a:p>
        </p:txBody>
      </p:sp>
    </p:spTree>
    <p:extLst>
      <p:ext uri="{BB962C8B-B14F-4D97-AF65-F5344CB8AC3E}">
        <p14:creationId xmlns:p14="http://schemas.microsoft.com/office/powerpoint/2010/main" val="458312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45503DD-D01F-5CEE-554B-87593BF6B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C32DEC7-03D3-7EEC-DBE5-D855787B9DF5}"/>
              </a:ext>
            </a:extLst>
          </p:cNvPr>
          <p:cNvSpPr/>
          <p:nvPr/>
        </p:nvSpPr>
        <p:spPr>
          <a:xfrm>
            <a:off x="317499" y="818654"/>
            <a:ext cx="8721659" cy="555613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GB" sz="20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Tips if you got a </a:t>
            </a:r>
            <a:r>
              <a:rPr lang="en-GB" sz="2000" b="1" u="sng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non-significant</a:t>
            </a:r>
            <a:r>
              <a:rPr lang="en-GB" sz="20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result:</a:t>
            </a:r>
          </a:p>
          <a:p>
            <a:pPr marL="342900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You failed to find an effect: why do you think findings differ from previous literature? </a:t>
            </a:r>
          </a:p>
          <a:p>
            <a:pPr marL="342900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Think about your sample, the measures themselves (as demos, did they miss things out?) or how data collection ran in the room</a:t>
            </a:r>
          </a:p>
          <a:p>
            <a:pPr marL="342900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Has anyone else (e.g. new studies) also failed to find an effect? Or had weaker effect sizes? </a:t>
            </a:r>
          </a:p>
          <a:p>
            <a:pPr marL="342900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You can also introduce new studies to bring up “conditions” or “caveats” for the significant findings.</a:t>
            </a:r>
          </a:p>
          <a:p>
            <a:pPr marL="342900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Perhaps the area is a little mixed, or perhaps the effect does not exist?</a:t>
            </a:r>
          </a:p>
          <a:p>
            <a:pPr marL="342900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Widen your argument to address implications or issues with current research / theories or approaches.</a:t>
            </a:r>
          </a:p>
          <a:p>
            <a:pPr marL="342900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If you were to run the study again, what would you do differently? Do you think running it again would produce the same result? Remember, for these, you need evidence/citations (not your opinions).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507C2F5-E1CC-6A83-D56B-A6121EBD6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54" y="132853"/>
            <a:ext cx="7812148" cy="787401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000" dirty="0">
                <a:solidFill>
                  <a:schemeClr val="tx1"/>
                </a:solidFill>
                <a:latin typeface="+mj-lt"/>
              </a:rPr>
              <a:t>Writing the Discussion</a:t>
            </a:r>
          </a:p>
        </p:txBody>
      </p:sp>
    </p:spTree>
    <p:extLst>
      <p:ext uri="{BB962C8B-B14F-4D97-AF65-F5344CB8AC3E}">
        <p14:creationId xmlns:p14="http://schemas.microsoft.com/office/powerpoint/2010/main" val="350520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204DA-DBB2-154F-CF47-5DB1895B2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3CCF0-A23B-67F4-C1B5-27C8E3266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5529" y="1002453"/>
            <a:ext cx="3948771" cy="5144348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Keep it clear and simple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Avoid unnecessary complex language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Avoid verbose language – using more words than are needed to express something.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Goal to communicate ideas effectively.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Make it a smooth, ‘easy-read’.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Keep it factual and concise.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Explain points in full – don’t assume the reader knows what you’re talking about ;) – </a:t>
            </a:r>
            <a:r>
              <a:rPr lang="en-GB" i="1" dirty="0">
                <a:solidFill>
                  <a:schemeClr val="tx1"/>
                </a:solidFill>
              </a:rPr>
              <a:t>guide</a:t>
            </a:r>
            <a:r>
              <a:rPr lang="en-GB" dirty="0">
                <a:solidFill>
                  <a:schemeClr val="tx1"/>
                </a:solidFill>
              </a:rPr>
              <a:t> them through your thought process.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466F7C0-1376-F006-B0EA-59532000C764}"/>
              </a:ext>
            </a:extLst>
          </p:cNvPr>
          <p:cNvSpPr txBox="1">
            <a:spLocks/>
          </p:cNvSpPr>
          <p:nvPr/>
        </p:nvSpPr>
        <p:spPr>
          <a:xfrm>
            <a:off x="772254" y="132853"/>
            <a:ext cx="7812148" cy="787401"/>
          </a:xfrm>
          <a:prstGeom prst="rect">
            <a:avLst/>
          </a:prstGeom>
          <a:noFill/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en-GB" sz="4000" dirty="0">
                <a:solidFill>
                  <a:schemeClr val="tx1"/>
                </a:solidFill>
                <a:latin typeface="+mj-lt"/>
              </a:rPr>
              <a:t>General Advice / Tips</a:t>
            </a:r>
          </a:p>
        </p:txBody>
      </p:sp>
      <p:pic>
        <p:nvPicPr>
          <p:cNvPr id="1026" name="Picture 2" descr="Buzz Lightyear : r/IncreasinglyVerbose">
            <a:extLst>
              <a:ext uri="{FF2B5EF4-FFF2-40B4-BE49-F238E27FC236}">
                <a16:creationId xmlns:a16="http://schemas.microsoft.com/office/drawing/2014/main" id="{3E1D8D14-F81B-214B-B23F-D4440BBFEA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00" y="1136226"/>
            <a:ext cx="4915829" cy="4585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49034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E6157-B122-9086-C15A-39B53D45C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8F113-BD7F-5F65-2B9C-C445B34EA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55" y="1002453"/>
            <a:ext cx="8232046" cy="5144348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0070C0"/>
                </a:solidFill>
              </a:rPr>
              <a:t>Think about your reader…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Assume the reader only has a general understanding of psychology…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dirty="0">
              <a:solidFill>
                <a:schemeClr val="tx1"/>
              </a:solidFill>
            </a:endParaRP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i.e., you don’t typically need to define general or popular terms like ‘attention’ or ‘anxiety’, or even what a ‘reaction time’ or ‘average’ is.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b="1" dirty="0">
              <a:solidFill>
                <a:schemeClr val="tx1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0070C0"/>
                </a:solidFill>
              </a:rPr>
              <a:t>But assume they don’t know about anything about your study / it’s measures.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b="1" dirty="0">
              <a:solidFill>
                <a:srgbClr val="0070C0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0070C0"/>
                </a:solidFill>
              </a:rPr>
              <a:t> So, you DO need to define and describe everything else e.g.,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Describe paradigms (e.g. Rubber Hand Illusion).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Describe measures / variables (e.g. Questionnaires).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Describe the studies you cite (assume the reader hasn’t read them).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Describe your method and how you carried out the study.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70C0"/>
                </a:solidFill>
              </a:rPr>
              <a:t>General rule: </a:t>
            </a:r>
            <a:r>
              <a:rPr lang="en-GB" dirty="0">
                <a:solidFill>
                  <a:schemeClr val="tx1"/>
                </a:solidFill>
              </a:rPr>
              <a:t>if you mention it (and it’s more of a ‘unique’ term) = you need to (briefly) define it.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4AF8FD1-094E-7879-78B3-14C0C6AE474A}"/>
              </a:ext>
            </a:extLst>
          </p:cNvPr>
          <p:cNvSpPr txBox="1">
            <a:spLocks/>
          </p:cNvSpPr>
          <p:nvPr/>
        </p:nvSpPr>
        <p:spPr>
          <a:xfrm>
            <a:off x="772254" y="132853"/>
            <a:ext cx="7812148" cy="787401"/>
          </a:xfrm>
          <a:prstGeom prst="rect">
            <a:avLst/>
          </a:prstGeom>
          <a:noFill/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en-GB" sz="4000" dirty="0">
                <a:solidFill>
                  <a:schemeClr val="tx1"/>
                </a:solidFill>
                <a:latin typeface="+mj-lt"/>
              </a:rPr>
              <a:t>General Advice / Tips</a:t>
            </a:r>
          </a:p>
        </p:txBody>
      </p:sp>
    </p:spTree>
    <p:extLst>
      <p:ext uri="{BB962C8B-B14F-4D97-AF65-F5344CB8AC3E}">
        <p14:creationId xmlns:p14="http://schemas.microsoft.com/office/powerpoint/2010/main" val="1871366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44557-9EF8-F46F-E72C-170BFA843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867493"/>
            <a:ext cx="8864600" cy="5345738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Use past tense throughout.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Active voice preferred (e.g. the participants completed the questionnaire)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Or you can use Passive voice (e.g., the questionnaire was completed by the participants).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Avoid overuse of “we”: only when needed for clarity for researcher actions e.g., “we counterbalanced the order of tasks”. Use “the researcher” and avoid “I”.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Avoid informal writing styles e.g. “First, we wanted to see if…” 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Avoid turning a report into a personal diary or first-person narration.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Write logically and sequentially – ensure each part flows naturally to the next. Transitions between ideas should be smooth (e.g. don’t talk about your findings before you’ve explained the method!)</a:t>
            </a:r>
            <a:endParaRPr lang="en-GB" sz="20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Use sub-headings (where appropriate)</a:t>
            </a:r>
          </a:p>
          <a:p>
            <a: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chemeClr val="tx1"/>
                </a:solidFill>
              </a:rPr>
              <a:t>Methods? = Yes</a:t>
            </a:r>
          </a:p>
          <a:p>
            <a: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chemeClr val="tx1"/>
                </a:solidFill>
              </a:rPr>
              <a:t>Introduction? = No, not here</a:t>
            </a:r>
          </a:p>
          <a:p>
            <a: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chemeClr val="tx1"/>
                </a:solidFill>
              </a:rPr>
              <a:t>Discussion? = Yes – limitations and conclusion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 There’s no right or wrong number of citations / studies to include!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126E063-98FB-BB29-93B6-F1D48C2142D6}"/>
              </a:ext>
            </a:extLst>
          </p:cNvPr>
          <p:cNvSpPr txBox="1">
            <a:spLocks/>
          </p:cNvSpPr>
          <p:nvPr/>
        </p:nvSpPr>
        <p:spPr>
          <a:xfrm>
            <a:off x="772254" y="132853"/>
            <a:ext cx="7812148" cy="787401"/>
          </a:xfrm>
          <a:prstGeom prst="rect">
            <a:avLst/>
          </a:prstGeom>
          <a:noFill/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en-GB" sz="4000" dirty="0">
                <a:solidFill>
                  <a:schemeClr val="tx1"/>
                </a:solidFill>
                <a:latin typeface="+mj-lt"/>
              </a:rPr>
              <a:t>General Advice / Tips</a:t>
            </a:r>
          </a:p>
        </p:txBody>
      </p:sp>
    </p:spTree>
    <p:extLst>
      <p:ext uri="{BB962C8B-B14F-4D97-AF65-F5344CB8AC3E}">
        <p14:creationId xmlns:p14="http://schemas.microsoft.com/office/powerpoint/2010/main" val="1103910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180A5-3F9A-40F1-346F-68A630AF1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4F8F43F2-2EF5-9F17-4A83-E4118618A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2654" y="852792"/>
            <a:ext cx="3238946" cy="5152416"/>
          </a:xfrm>
          <a:noFill/>
        </p:spPr>
        <p:txBody>
          <a:bodyPr>
            <a:noAutofit/>
          </a:bodyPr>
          <a:lstStyle/>
          <a:p>
            <a:endParaRPr lang="en-US" sz="3200" b="1" dirty="0">
              <a:solidFill>
                <a:schemeClr val="tx1"/>
              </a:solidFill>
            </a:endParaRPr>
          </a:p>
          <a:p>
            <a:r>
              <a:rPr lang="en-US" sz="3200" b="1" dirty="0">
                <a:solidFill>
                  <a:schemeClr val="tx1"/>
                </a:solidFill>
              </a:rPr>
              <a:t>4. FAQs / Q&amp;A</a:t>
            </a:r>
          </a:p>
        </p:txBody>
      </p:sp>
      <p:pic>
        <p:nvPicPr>
          <p:cNvPr id="3" name="Picture 6" descr="See the source image">
            <a:extLst>
              <a:ext uri="{FF2B5EF4-FFF2-40B4-BE49-F238E27FC236}">
                <a16:creationId xmlns:a16="http://schemas.microsoft.com/office/drawing/2014/main" id="{2F82108F-ADAA-5168-10C0-E26F27862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7" r="26769"/>
          <a:stretch/>
        </p:blipFill>
        <p:spPr bwMode="auto">
          <a:xfrm>
            <a:off x="20" y="10"/>
            <a:ext cx="56611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85EEDB-BE26-F43F-3224-B0FC45B2C2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1212" y="3313472"/>
            <a:ext cx="3238946" cy="212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8369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CF874-4BBF-C517-6983-34DC0CD07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B83B5-8A56-7027-3E1C-694DC7CBE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867493"/>
            <a:ext cx="8864600" cy="5345738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b="1" i="1" dirty="0">
                <a:solidFill>
                  <a:schemeClr val="tx1"/>
                </a:solidFill>
              </a:rPr>
              <a:t>When / how do I submit?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</a:rPr>
              <a:t>The usual Turnitin submission portal will become available a few </a:t>
            </a:r>
            <a:r>
              <a:rPr lang="en-GB" b="1" dirty="0">
                <a:solidFill>
                  <a:schemeClr val="tx1"/>
                </a:solidFill>
              </a:rPr>
              <a:t>days</a:t>
            </a:r>
            <a:r>
              <a:rPr lang="en-GB" dirty="0">
                <a:solidFill>
                  <a:schemeClr val="tx1"/>
                </a:solidFill>
              </a:rPr>
              <a:t> before the due date. You will likely need to submit and upload an AI declaration form too.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dirty="0">
              <a:solidFill>
                <a:schemeClr val="tx1"/>
              </a:solidFill>
            </a:endParaRP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b="1" i="1" dirty="0">
                <a:solidFill>
                  <a:schemeClr val="tx1"/>
                </a:solidFill>
              </a:rPr>
              <a:t>What counts towards the word count, i.e. do subheadings count?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</a:rPr>
              <a:t>Total: 2500 words (maximum, not necessarily a target)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chemeClr val="accent1"/>
                </a:solidFill>
              </a:rPr>
              <a:t>Word count includes </a:t>
            </a:r>
            <a:r>
              <a:rPr lang="en-GB" b="1" u="sng" dirty="0">
                <a:solidFill>
                  <a:schemeClr val="accent1"/>
                </a:solidFill>
              </a:rPr>
              <a:t>everything</a:t>
            </a:r>
            <a:r>
              <a:rPr lang="en-GB" b="1" dirty="0">
                <a:solidFill>
                  <a:schemeClr val="accent1"/>
                </a:solidFill>
              </a:rPr>
              <a:t> except:</a:t>
            </a:r>
          </a:p>
          <a:p>
            <a:pPr marL="818388" lvl="2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</a:rPr>
              <a:t>Title page</a:t>
            </a:r>
          </a:p>
          <a:p>
            <a:pPr marL="818388" lvl="2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</a:rPr>
              <a:t>Abstract (this has its own 150- word limit)</a:t>
            </a:r>
          </a:p>
          <a:p>
            <a:pPr marL="818388" lvl="2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</a:rPr>
              <a:t>References list (at the end)</a:t>
            </a:r>
          </a:p>
          <a:p>
            <a:pPr marL="818388" lvl="2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</a:rPr>
              <a:t>Any text </a:t>
            </a:r>
            <a:r>
              <a:rPr lang="en-GB" sz="2000" u="sng" dirty="0">
                <a:solidFill>
                  <a:schemeClr val="tx1"/>
                </a:solidFill>
              </a:rPr>
              <a:t>in</a:t>
            </a:r>
            <a:r>
              <a:rPr lang="en-GB" sz="2000" dirty="0">
                <a:solidFill>
                  <a:schemeClr val="tx1"/>
                </a:solidFill>
              </a:rPr>
              <a:t> the tables/figures.</a:t>
            </a:r>
          </a:p>
          <a:p>
            <a:pPr marL="818388" lvl="2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</a:rPr>
              <a:t>Any titles or notes underneath for the tables and figures.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dirty="0">
              <a:solidFill>
                <a:schemeClr val="tx1"/>
              </a:solidFill>
            </a:endParaRP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b="1" i="1" dirty="0">
                <a:solidFill>
                  <a:schemeClr val="tx1"/>
                </a:solidFill>
              </a:rPr>
              <a:t>Can you or the practical tutors read my summative before I submit for feedback?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</a:rPr>
              <a:t>No. We aren’t permitted to do this nor have capacity. That's what the Formative was for - practice.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F8DE8BD-2448-2288-2155-5DF8FEC0A76B}"/>
              </a:ext>
            </a:extLst>
          </p:cNvPr>
          <p:cNvSpPr txBox="1">
            <a:spLocks/>
          </p:cNvSpPr>
          <p:nvPr/>
        </p:nvSpPr>
        <p:spPr>
          <a:xfrm>
            <a:off x="772254" y="132853"/>
            <a:ext cx="7812148" cy="787401"/>
          </a:xfrm>
          <a:prstGeom prst="rect">
            <a:avLst/>
          </a:prstGeom>
          <a:noFill/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en-GB" sz="4000" dirty="0">
                <a:solidFill>
                  <a:schemeClr val="tx1"/>
                </a:solidFill>
                <a:latin typeface="+mj-lt"/>
              </a:rPr>
              <a:t>FAQs: </a:t>
            </a:r>
            <a:r>
              <a:rPr lang="en-GB" sz="4000" b="1" dirty="0">
                <a:solidFill>
                  <a:srgbClr val="0070C0"/>
                </a:solidFill>
                <a:latin typeface="+mj-lt"/>
              </a:rPr>
              <a:t>on general/submission</a:t>
            </a:r>
          </a:p>
        </p:txBody>
      </p:sp>
    </p:spTree>
    <p:extLst>
      <p:ext uri="{BB962C8B-B14F-4D97-AF65-F5344CB8AC3E}">
        <p14:creationId xmlns:p14="http://schemas.microsoft.com/office/powerpoint/2010/main" val="963255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43210-050A-051E-D5DC-FECB5EDEB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6D7C5-D070-A854-ABC1-A44AF5B73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867493"/>
            <a:ext cx="8864600" cy="5345738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b="1" i="1" dirty="0">
                <a:solidFill>
                  <a:schemeClr val="tx1"/>
                </a:solidFill>
              </a:rPr>
              <a:t>Do we need to include copies of the questionnaires / tasks used in the report or appendices?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</a:rPr>
              <a:t>No (and you won’t need an appendix).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b="1" i="1" dirty="0">
              <a:solidFill>
                <a:schemeClr val="tx1"/>
              </a:solidFill>
            </a:endParaRP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b="1" i="1" dirty="0">
                <a:solidFill>
                  <a:schemeClr val="tx1"/>
                </a:solidFill>
              </a:rPr>
              <a:t>Do we need to include consent form, debrief or information sheet in the report or appendices?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</a:rPr>
              <a:t>No.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dirty="0">
              <a:solidFill>
                <a:schemeClr val="tx1"/>
              </a:solidFill>
            </a:endParaRP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b="1" i="1" dirty="0">
                <a:solidFill>
                  <a:schemeClr val="tx1"/>
                </a:solidFill>
              </a:rPr>
              <a:t>Do we need to include a copy of our raw data (csv file)?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</a:rPr>
              <a:t>No.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tx1"/>
              </a:solidFill>
            </a:endParaRP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b="1" i="1" dirty="0">
                <a:solidFill>
                  <a:schemeClr val="tx1"/>
                </a:solidFill>
              </a:rPr>
              <a:t>Can we use sub-headings?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</a:rPr>
              <a:t>Follow the structure and layout of the template please. Some sub-headings are required e.g. in the method and discussion.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</a:rPr>
              <a:t>For the Introduction – no, it’s not long enough to need them. You won’t be penalised if you use them here – provided paragraphs flow / link without headings.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92BA75C-1345-6852-8D71-F41C8B26CE4F}"/>
              </a:ext>
            </a:extLst>
          </p:cNvPr>
          <p:cNvSpPr txBox="1">
            <a:spLocks/>
          </p:cNvSpPr>
          <p:nvPr/>
        </p:nvSpPr>
        <p:spPr>
          <a:xfrm>
            <a:off x="772254" y="132853"/>
            <a:ext cx="7812148" cy="787401"/>
          </a:xfrm>
          <a:prstGeom prst="rect">
            <a:avLst/>
          </a:prstGeom>
          <a:noFill/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en-GB" sz="4000" dirty="0">
                <a:solidFill>
                  <a:schemeClr val="tx1"/>
                </a:solidFill>
                <a:latin typeface="+mj-lt"/>
              </a:rPr>
              <a:t>FAQs: </a:t>
            </a:r>
            <a:r>
              <a:rPr lang="en-GB" sz="4000" b="1" dirty="0">
                <a:solidFill>
                  <a:srgbClr val="0070C0"/>
                </a:solidFill>
                <a:latin typeface="+mj-lt"/>
              </a:rPr>
              <a:t>on general/submission</a:t>
            </a:r>
          </a:p>
        </p:txBody>
      </p:sp>
    </p:spTree>
    <p:extLst>
      <p:ext uri="{BB962C8B-B14F-4D97-AF65-F5344CB8AC3E}">
        <p14:creationId xmlns:p14="http://schemas.microsoft.com/office/powerpoint/2010/main" val="2142775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A838F-93F4-3156-90AF-8CA524050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EE041-D25F-F5D9-10D1-52071C04A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867493"/>
            <a:ext cx="8864600" cy="5345738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b="1" i="1" dirty="0">
                <a:solidFill>
                  <a:schemeClr val="tx1"/>
                </a:solidFill>
              </a:rPr>
              <a:t>How many papers should we cite in our Introduction?  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</a:rPr>
              <a:t>Sorry, there's no right or wrong amount! Too little and it may be too vague/unsupported, and too many might be a bit cluttered. It's the same for writing essays - it depends on how well you use them.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tx1"/>
              </a:solidFill>
            </a:endParaRP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b="1" i="1" dirty="0">
                <a:solidFill>
                  <a:schemeClr val="tx1"/>
                </a:solidFill>
              </a:rPr>
              <a:t>Do we need both a null and an alternative hypothesis?</a:t>
            </a:r>
            <a:r>
              <a:rPr lang="en-GB" dirty="0">
                <a:solidFill>
                  <a:schemeClr val="tx1"/>
                </a:solidFill>
              </a:rPr>
              <a:t>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</a:rPr>
              <a:t>Just an alternative hypothesis.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dirty="0">
              <a:solidFill>
                <a:schemeClr val="tx1"/>
              </a:solidFill>
            </a:endParaRP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b="1" i="1" dirty="0">
                <a:solidFill>
                  <a:schemeClr val="tx1"/>
                </a:solidFill>
              </a:rPr>
              <a:t>How do I link my measures in the Intro? How do I summarise studies effectively? How do I critique studies? How much focus should go on one measure vs the other?</a:t>
            </a:r>
            <a:endParaRPr lang="en-GB" dirty="0">
              <a:solidFill>
                <a:schemeClr val="tx1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</a:rPr>
              <a:t>Unfortunately, I can’t really help with these – it’s the things we assess. I recommend reading over the lectures slides and template again for advice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9BF3CC6-4933-6FCC-A77F-959F2D0BBDAF}"/>
              </a:ext>
            </a:extLst>
          </p:cNvPr>
          <p:cNvSpPr txBox="1">
            <a:spLocks/>
          </p:cNvSpPr>
          <p:nvPr/>
        </p:nvSpPr>
        <p:spPr>
          <a:xfrm>
            <a:off x="772254" y="132853"/>
            <a:ext cx="7812148" cy="787401"/>
          </a:xfrm>
          <a:prstGeom prst="rect">
            <a:avLst/>
          </a:prstGeom>
          <a:noFill/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4000" dirty="0">
                <a:solidFill>
                  <a:schemeClr val="tx1"/>
                </a:solidFill>
                <a:latin typeface="+mj-lt"/>
              </a:rPr>
              <a:t>FAQs </a:t>
            </a:r>
            <a:r>
              <a:rPr lang="en-GB" sz="4000" dirty="0">
                <a:solidFill>
                  <a:srgbClr val="0070C0"/>
                </a:solidFill>
              </a:rPr>
              <a:t>on the Introduction</a:t>
            </a:r>
            <a:endParaRPr lang="en-GB" sz="40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87332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764ED2B-DB4D-0C64-E859-58D194896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B4390-EBF8-3827-3DF6-BC8A09ABF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028" y="920254"/>
            <a:ext cx="8864600" cy="5670959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b="1" i="1" dirty="0">
                <a:solidFill>
                  <a:schemeClr val="tx1"/>
                </a:solidFill>
              </a:rPr>
              <a:t>I can't find a citation / reference for one or both of my measures?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</a:rPr>
              <a:t>Either: 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Keep looking for the original paper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Find another study that has used/cited the original authors – and cite the original and this paper as a secondary reference (check APA on how to do this)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Find a 'close enough' paper that cites the measure</a:t>
            </a:r>
            <a:endParaRPr lang="en-GB" sz="2000" b="1" i="1" dirty="0">
              <a:solidFill>
                <a:schemeClr val="tx1"/>
              </a:solidFill>
            </a:endParaRP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Use the references on </a:t>
            </a:r>
            <a:r>
              <a:rPr lang="en-GB" sz="2000" dirty="0" err="1">
                <a:solidFill>
                  <a:schemeClr val="tx1"/>
                </a:solidFill>
              </a:rPr>
              <a:t>PsyToolKit</a:t>
            </a:r>
            <a:r>
              <a:rPr lang="en-GB" sz="2000" dirty="0">
                <a:solidFill>
                  <a:schemeClr val="tx1"/>
                </a:solidFill>
              </a:rPr>
              <a:t> at the bottom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At the very least, cite the website "</a:t>
            </a:r>
            <a:r>
              <a:rPr lang="en-GB" sz="2000" dirty="0" err="1">
                <a:solidFill>
                  <a:schemeClr val="tx1"/>
                </a:solidFill>
              </a:rPr>
              <a:t>PsyToolKit</a:t>
            </a:r>
            <a:r>
              <a:rPr lang="en-GB" sz="2000" dirty="0">
                <a:solidFill>
                  <a:schemeClr val="tx1"/>
                </a:solidFill>
              </a:rPr>
              <a:t>, 2026“. This webpage also be cited in the references list (check APA on how to do this).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b="1" i="1" dirty="0">
                <a:solidFill>
                  <a:schemeClr val="tx1"/>
                </a:solidFill>
              </a:rPr>
              <a:t>I can’t find an original / typical or average score for my measure(s) what should I do?  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</a:rPr>
              <a:t>You should </a:t>
            </a:r>
            <a:r>
              <a:rPr lang="en-GB" i="1" dirty="0">
                <a:solidFill>
                  <a:schemeClr val="tx1"/>
                </a:solidFill>
              </a:rPr>
              <a:t>ideally</a:t>
            </a:r>
            <a:r>
              <a:rPr lang="en-GB" dirty="0">
                <a:solidFill>
                  <a:schemeClr val="tx1"/>
                </a:solidFill>
              </a:rPr>
              <a:t> have typical scores from the original paper, or scores from other similar studies.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</a:rPr>
              <a:t>If you can't find either: explain </a:t>
            </a:r>
            <a:r>
              <a:rPr lang="en-GB" u="sng" dirty="0">
                <a:solidFill>
                  <a:schemeClr val="tx1"/>
                </a:solidFill>
              </a:rPr>
              <a:t>your</a:t>
            </a:r>
            <a:r>
              <a:rPr lang="en-GB" dirty="0">
                <a:solidFill>
                  <a:schemeClr val="tx1"/>
                </a:solidFill>
              </a:rPr>
              <a:t> range of scores (i.e. min / max).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</a:rPr>
              <a:t>In results: describe average score (or the appropriate descriptives for your test).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tx1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D4ED3A-E55C-5723-0589-9F5255B6CC97}"/>
              </a:ext>
            </a:extLst>
          </p:cNvPr>
          <p:cNvSpPr txBox="1">
            <a:spLocks/>
          </p:cNvSpPr>
          <p:nvPr/>
        </p:nvSpPr>
        <p:spPr>
          <a:xfrm>
            <a:off x="772254" y="132853"/>
            <a:ext cx="7812148" cy="787401"/>
          </a:xfrm>
          <a:prstGeom prst="rect">
            <a:avLst/>
          </a:prstGeom>
          <a:noFill/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4000" dirty="0">
                <a:solidFill>
                  <a:schemeClr val="tx1"/>
                </a:solidFill>
                <a:latin typeface="+mj-lt"/>
              </a:rPr>
              <a:t>FAQs </a:t>
            </a:r>
            <a:r>
              <a:rPr lang="en-GB" sz="4000" dirty="0">
                <a:solidFill>
                  <a:srgbClr val="0070C0"/>
                </a:solidFill>
              </a:rPr>
              <a:t>on the Method</a:t>
            </a:r>
            <a:endParaRPr lang="en-GB" sz="40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79746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16834B3-3A0A-73C0-D275-69719C625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400B0-7CE9-33DC-2A9F-C21B0B7C1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028" y="920254"/>
            <a:ext cx="8864600" cy="5670959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b="1" i="1" dirty="0">
                <a:solidFill>
                  <a:schemeClr val="tx1"/>
                </a:solidFill>
              </a:rPr>
              <a:t>What’s the difference between talking about my measures in the measures, design and procedure section, I feel like I have a lot of repetition?   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</a:rPr>
              <a:t>There may be some repetition – or you may not have much in these sections.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2"/>
                </a:solidFill>
              </a:rPr>
              <a:t>Design</a:t>
            </a:r>
            <a:r>
              <a:rPr lang="en-GB" sz="2000" dirty="0">
                <a:solidFill>
                  <a:schemeClr val="tx1"/>
                </a:solidFill>
              </a:rPr>
              <a:t>: you can mention variables briefly (and include the unit briefly e.g. milliseconds) to indicate your design.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2"/>
                </a:solidFill>
              </a:rPr>
              <a:t>Measures</a:t>
            </a:r>
            <a:r>
              <a:rPr lang="en-GB" sz="2000" dirty="0">
                <a:solidFill>
                  <a:schemeClr val="tx1"/>
                </a:solidFill>
              </a:rPr>
              <a:t>: the main area to describe each measure in turn e.g. what participants had to do, example questions/screenshots, the authors of the measures, typical / average scores.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2"/>
                </a:solidFill>
              </a:rPr>
              <a:t>Procedure</a:t>
            </a:r>
            <a:r>
              <a:rPr lang="en-GB" sz="2000" dirty="0">
                <a:solidFill>
                  <a:schemeClr val="tx1"/>
                </a:solidFill>
              </a:rPr>
              <a:t>: very brief mention only to state what participants did in what order.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50E16C-9C18-A852-85B6-11E79CA220A4}"/>
              </a:ext>
            </a:extLst>
          </p:cNvPr>
          <p:cNvSpPr txBox="1">
            <a:spLocks/>
          </p:cNvSpPr>
          <p:nvPr/>
        </p:nvSpPr>
        <p:spPr>
          <a:xfrm>
            <a:off x="772254" y="132853"/>
            <a:ext cx="7812148" cy="787401"/>
          </a:xfrm>
          <a:prstGeom prst="rect">
            <a:avLst/>
          </a:prstGeom>
          <a:noFill/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4000" dirty="0">
                <a:solidFill>
                  <a:schemeClr val="tx1"/>
                </a:solidFill>
                <a:latin typeface="+mj-lt"/>
              </a:rPr>
              <a:t>FAQs </a:t>
            </a:r>
            <a:r>
              <a:rPr lang="en-GB" sz="4000" dirty="0">
                <a:solidFill>
                  <a:srgbClr val="0070C0"/>
                </a:solidFill>
              </a:rPr>
              <a:t>on the Method</a:t>
            </a:r>
            <a:endParaRPr lang="en-GB" sz="40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87523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D277027-3079-1862-BA81-7420C1FD3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F9C55-D11D-0509-CC23-18184A9F9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028" y="920254"/>
            <a:ext cx="8864600" cy="5670959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b="1" i="1" dirty="0">
                <a:solidFill>
                  <a:schemeClr val="tx1"/>
                </a:solidFill>
              </a:rPr>
              <a:t>Should we number tables and figures separately?</a:t>
            </a:r>
            <a:r>
              <a:rPr lang="en-GB" dirty="0">
                <a:solidFill>
                  <a:schemeClr val="tx1"/>
                </a:solidFill>
              </a:rPr>
              <a:t>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</a:rPr>
              <a:t>Yes number all Tables from 1 onwards, and number all Figures from 1 onwards. So you'll probably just have one of each, Table 1 and Figure 1.</a:t>
            </a:r>
            <a:endParaRPr lang="en-GB" b="1" i="1" dirty="0">
              <a:solidFill>
                <a:schemeClr val="tx1"/>
              </a:solidFill>
            </a:endParaRP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b="1" i="1" dirty="0">
              <a:solidFill>
                <a:schemeClr val="tx1"/>
              </a:solidFill>
            </a:endParaRP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b="1" i="1" dirty="0">
                <a:solidFill>
                  <a:schemeClr val="tx1"/>
                </a:solidFill>
              </a:rPr>
              <a:t>Can I copy figures / table outputs from JASP?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You can copy from JASP – provided you personalise it in JASP as best you can and make sure it’s APA.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Tables are easier to edit to your specification, you can copy and paste into word and change rows/headings, shading, sizing etc. 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Figures are harder to edit in most JASP versions, paste it to word but ensure you’ve edited axis labels, use own titles not one’s from JASP.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tx1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chemeClr val="tx1"/>
                </a:solidFill>
              </a:rPr>
              <a:t>Note: </a:t>
            </a:r>
            <a:r>
              <a:rPr lang="en-GB" dirty="0">
                <a:solidFill>
                  <a:schemeClr val="tx1"/>
                </a:solidFill>
              </a:rPr>
              <a:t>we don’t want to see a lot of pasted JASP output with no reference to it, no APA formatting, personalisation / editing or knowledge of what the output is showing.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997C5CD-4C17-4625-4529-2F415BF8FCDF}"/>
              </a:ext>
            </a:extLst>
          </p:cNvPr>
          <p:cNvSpPr txBox="1">
            <a:spLocks/>
          </p:cNvSpPr>
          <p:nvPr/>
        </p:nvSpPr>
        <p:spPr>
          <a:xfrm>
            <a:off x="772254" y="132853"/>
            <a:ext cx="7812148" cy="787401"/>
          </a:xfrm>
          <a:prstGeom prst="rect">
            <a:avLst/>
          </a:prstGeom>
          <a:noFill/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4000" dirty="0">
                <a:solidFill>
                  <a:schemeClr val="tx1"/>
                </a:solidFill>
                <a:latin typeface="+mj-lt"/>
              </a:rPr>
              <a:t>FAQs </a:t>
            </a:r>
            <a:r>
              <a:rPr lang="en-GB" sz="4000" dirty="0">
                <a:solidFill>
                  <a:srgbClr val="0070C0"/>
                </a:solidFill>
              </a:rPr>
              <a:t>on the Results</a:t>
            </a:r>
            <a:endParaRPr lang="en-GB" sz="40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0419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A21EFFB-10E8-4200-D8E1-7155C3CDE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E33ED-027C-E930-230B-251494997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028" y="920254"/>
            <a:ext cx="8864600" cy="5670959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b="1" i="1" dirty="0">
                <a:solidFill>
                  <a:schemeClr val="tx1"/>
                </a:solidFill>
              </a:rPr>
              <a:t>If we’ve removed a participant for being an outlier, do we write the new sample size? And where do we write this?   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In </a:t>
            </a:r>
            <a:r>
              <a:rPr lang="en-GB" sz="2000" b="1" dirty="0">
                <a:solidFill>
                  <a:schemeClr val="tx1"/>
                </a:solidFill>
              </a:rPr>
              <a:t>participants</a:t>
            </a:r>
            <a:r>
              <a:rPr lang="en-GB" sz="2000" dirty="0">
                <a:solidFill>
                  <a:schemeClr val="tx1"/>
                </a:solidFill>
              </a:rPr>
              <a:t> (</a:t>
            </a:r>
            <a:r>
              <a:rPr lang="en-GB" sz="2000" b="1" dirty="0">
                <a:solidFill>
                  <a:schemeClr val="tx1"/>
                </a:solidFill>
              </a:rPr>
              <a:t>method</a:t>
            </a:r>
            <a:r>
              <a:rPr lang="en-GB" sz="2000" dirty="0">
                <a:solidFill>
                  <a:schemeClr val="tx1"/>
                </a:solidFill>
              </a:rPr>
              <a:t>) section: report originally recruited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In </a:t>
            </a:r>
            <a:r>
              <a:rPr lang="en-GB" sz="2000" b="1" dirty="0">
                <a:solidFill>
                  <a:schemeClr val="tx1"/>
                </a:solidFill>
              </a:rPr>
              <a:t>results</a:t>
            </a:r>
            <a:r>
              <a:rPr lang="en-GB" sz="2000" dirty="0">
                <a:solidFill>
                  <a:schemeClr val="tx1"/>
                </a:solidFill>
              </a:rPr>
              <a:t> section (e.g. checking assumptions): explain if you had outliers and what you decided to do. 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If you remove outliers report updated sample size here. 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Report descriptives and all analysis based on final sample size.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tx1"/>
              </a:solidFill>
            </a:endParaRP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Any mention of a final sample - e.g. in your </a:t>
            </a:r>
            <a:r>
              <a:rPr lang="en-GB" sz="2000" b="1" dirty="0">
                <a:solidFill>
                  <a:schemeClr val="tx1"/>
                </a:solidFill>
              </a:rPr>
              <a:t>abstract</a:t>
            </a:r>
            <a:r>
              <a:rPr lang="en-GB" sz="2000" dirty="0">
                <a:solidFill>
                  <a:schemeClr val="tx1"/>
                </a:solidFill>
              </a:rPr>
              <a:t> should also report the final sample of participants.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E1E0291-58E0-D998-3A86-25BCE7CEE724}"/>
              </a:ext>
            </a:extLst>
          </p:cNvPr>
          <p:cNvSpPr txBox="1">
            <a:spLocks/>
          </p:cNvSpPr>
          <p:nvPr/>
        </p:nvSpPr>
        <p:spPr>
          <a:xfrm>
            <a:off x="772254" y="132853"/>
            <a:ext cx="7812148" cy="787401"/>
          </a:xfrm>
          <a:prstGeom prst="rect">
            <a:avLst/>
          </a:prstGeom>
          <a:noFill/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4000" dirty="0">
                <a:solidFill>
                  <a:schemeClr val="tx1"/>
                </a:solidFill>
                <a:latin typeface="+mj-lt"/>
              </a:rPr>
              <a:t>FAQs </a:t>
            </a:r>
            <a:r>
              <a:rPr lang="en-GB" sz="4000" dirty="0">
                <a:solidFill>
                  <a:srgbClr val="0070C0"/>
                </a:solidFill>
              </a:rPr>
              <a:t>on the Results</a:t>
            </a:r>
            <a:endParaRPr lang="en-GB" sz="40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79435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D91B1F9-8B5F-DCBE-07FA-E908905FA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7E2F9-9951-0B1B-76CC-30D470DFA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028" y="920254"/>
            <a:ext cx="8864600" cy="5670959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b="1" i="1" dirty="0">
                <a:solidFill>
                  <a:schemeClr val="tx1"/>
                </a:solidFill>
              </a:rPr>
              <a:t>I’m comparing measures with different scales e.g., 1-7 vs 0-10. Is this a problem for analysis? Do we adjust data?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</a:rPr>
              <a:t>No. You do not need to adjust the scales or adjust any data. Even though they use different ranges this does not cause any problem with statistical analysis.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tx1"/>
              </a:solidFill>
            </a:endParaRP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b="1" i="1" dirty="0">
                <a:solidFill>
                  <a:schemeClr val="tx1"/>
                </a:solidFill>
              </a:rPr>
              <a:t>Do I need to cite JASP, where do we cite, and what do you mean by computer software?  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</a:rPr>
              <a:t>You don't </a:t>
            </a:r>
            <a:r>
              <a:rPr lang="en-GB" i="1" dirty="0">
                <a:solidFill>
                  <a:schemeClr val="tx1"/>
                </a:solidFill>
              </a:rPr>
              <a:t>need</a:t>
            </a:r>
            <a:r>
              <a:rPr lang="en-GB" dirty="0">
                <a:solidFill>
                  <a:schemeClr val="tx1"/>
                </a:solidFill>
              </a:rPr>
              <a:t> to but can do (once is fine). Best in Results near type of test/data prep. Cite and include in references (see lecture) – just add your version and date.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b="1" i="1" dirty="0">
              <a:solidFill>
                <a:schemeClr val="tx1"/>
              </a:solidFill>
            </a:endParaRP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b="1" i="1" dirty="0">
                <a:solidFill>
                  <a:schemeClr val="tx1"/>
                </a:solidFill>
              </a:rPr>
              <a:t>When stating the effect size of the significance, is it okay to just say 'moderate' etc. or do we need to state a value?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</a:rPr>
              <a:t>Always report the actual value for the effect size (important) but also interpret this value / size for the reader too, e.g. moderate.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7DBAED4-9D51-B9DA-9B6E-FADAB332FF2E}"/>
              </a:ext>
            </a:extLst>
          </p:cNvPr>
          <p:cNvSpPr txBox="1">
            <a:spLocks/>
          </p:cNvSpPr>
          <p:nvPr/>
        </p:nvSpPr>
        <p:spPr>
          <a:xfrm>
            <a:off x="772254" y="132853"/>
            <a:ext cx="7812148" cy="787401"/>
          </a:xfrm>
          <a:prstGeom prst="rect">
            <a:avLst/>
          </a:prstGeom>
          <a:noFill/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4000" dirty="0">
                <a:solidFill>
                  <a:schemeClr val="tx1"/>
                </a:solidFill>
                <a:latin typeface="+mj-lt"/>
              </a:rPr>
              <a:t>FAQs </a:t>
            </a:r>
            <a:r>
              <a:rPr lang="en-GB" sz="4000" dirty="0">
                <a:solidFill>
                  <a:srgbClr val="0070C0"/>
                </a:solidFill>
              </a:rPr>
              <a:t>on the Results</a:t>
            </a:r>
            <a:endParaRPr lang="en-GB" sz="40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2425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220F-6680-01A1-339F-505FA6812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See the source image">
            <a:extLst>
              <a:ext uri="{FF2B5EF4-FFF2-40B4-BE49-F238E27FC236}">
                <a16:creationId xmlns:a16="http://schemas.microsoft.com/office/drawing/2014/main" id="{2FB18EF5-3AF4-3C0D-B82C-4FFAEC826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7" r="26769"/>
          <a:stretch/>
        </p:blipFill>
        <p:spPr bwMode="auto">
          <a:xfrm>
            <a:off x="20" y="10"/>
            <a:ext cx="56611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F390418-6015-E32A-898B-7B0919C5EA8E}"/>
              </a:ext>
            </a:extLst>
          </p:cNvPr>
          <p:cNvSpPr txBox="1">
            <a:spLocks/>
          </p:cNvSpPr>
          <p:nvPr/>
        </p:nvSpPr>
        <p:spPr>
          <a:xfrm>
            <a:off x="5661212" y="682430"/>
            <a:ext cx="3378616" cy="495010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GB" sz="2800" b="1" dirty="0"/>
              <a:t>ONLINE CONTENT</a:t>
            </a:r>
            <a:endParaRPr lang="en-GB" sz="2800" b="1" dirty="0">
              <a:solidFill>
                <a:srgbClr val="FF0000"/>
              </a:solidFill>
            </a:endParaRPr>
          </a:p>
          <a:p>
            <a:pPr marL="514350" indent="-514350">
              <a:buAutoNum type="arabicParenR"/>
            </a:pPr>
            <a:r>
              <a:rPr lang="en-GB" sz="2800" dirty="0"/>
              <a:t>Worksheet Activity</a:t>
            </a:r>
          </a:p>
          <a:p>
            <a:pPr marL="0" indent="0">
              <a:buNone/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20141572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3.2|4.2|2.3|4.8|8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3.2|4.2|2.3|4.8|8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14381</TotalTime>
  <Words>3502</Words>
  <Application>Microsoft Office PowerPoint</Application>
  <PresentationFormat>On-screen Show (4:3)</PresentationFormat>
  <Paragraphs>391</Paragraphs>
  <Slides>33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Aptos</vt:lpstr>
      <vt:lpstr>Arial</vt:lpstr>
      <vt:lpstr>Calibri</vt:lpstr>
      <vt:lpstr>Calibri Light</vt:lpstr>
      <vt:lpstr>Courier New</vt:lpstr>
      <vt:lpstr>Gill Sans MT</vt:lpstr>
      <vt:lpstr>Wingdings</vt:lpstr>
      <vt:lpstr>Wingdings 3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DEWE, HAYLEY L.</dc:creator>
  <cp:lastModifiedBy>DEWE, HAYLEY L.</cp:lastModifiedBy>
  <cp:revision>1</cp:revision>
  <dcterms:created xsi:type="dcterms:W3CDTF">2023-09-30T21:10:58Z</dcterms:created>
  <dcterms:modified xsi:type="dcterms:W3CDTF">2026-03-05T00:35:54Z</dcterms:modified>
</cp:coreProperties>
</file>