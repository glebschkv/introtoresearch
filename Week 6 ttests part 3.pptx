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9.xml" ContentType="application/vnd.openxmlformats-officedocument.presentationml.tags+xml"/>
  <Override PartName="/ppt/notesSlides/notesSlide19.xml" ContentType="application/vnd.openxmlformats-officedocument.presentationml.notesSlide+xml"/>
  <Override PartName="/ppt/tags/tag10.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1.xml" ContentType="application/vnd.openxmlformats-officedocument.presentationml.tags+xml"/>
  <Override PartName="/ppt/notesSlides/notesSlide22.xml" ContentType="application/vnd.openxmlformats-officedocument.presentationml.notesSlide+xml"/>
  <Override PartName="/ppt/tags/tag12.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3.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4.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5.xml" ContentType="application/vnd.openxmlformats-officedocument.presentationml.tags+xml"/>
  <Override PartName="/ppt/notesSlides/notesSlide33.xml" ContentType="application/vnd.openxmlformats-officedocument.presentationml.notesSlide+xml"/>
  <Override PartName="/ppt/tags/tag16.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7.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39"/>
  </p:notesMasterIdLst>
  <p:sldIdLst>
    <p:sldId id="256" r:id="rId2"/>
    <p:sldId id="397" r:id="rId3"/>
    <p:sldId id="1510" r:id="rId4"/>
    <p:sldId id="335" r:id="rId5"/>
    <p:sldId id="887" r:id="rId6"/>
    <p:sldId id="288" r:id="rId7"/>
    <p:sldId id="1512" r:id="rId8"/>
    <p:sldId id="1534" r:id="rId9"/>
    <p:sldId id="1533" r:id="rId10"/>
    <p:sldId id="1463" r:id="rId11"/>
    <p:sldId id="1515" r:id="rId12"/>
    <p:sldId id="1484" r:id="rId13"/>
    <p:sldId id="1514" r:id="rId14"/>
    <p:sldId id="1513" r:id="rId15"/>
    <p:sldId id="1517" r:id="rId16"/>
    <p:sldId id="1073" r:id="rId17"/>
    <p:sldId id="1489" r:id="rId18"/>
    <p:sldId id="1390" r:id="rId19"/>
    <p:sldId id="1524" r:id="rId20"/>
    <p:sldId id="1050" r:id="rId21"/>
    <p:sldId id="1519" r:id="rId22"/>
    <p:sldId id="1523" r:id="rId23"/>
    <p:sldId id="1527" r:id="rId24"/>
    <p:sldId id="1507" r:id="rId25"/>
    <p:sldId id="1490" r:id="rId26"/>
    <p:sldId id="1520" r:id="rId27"/>
    <p:sldId id="1525" r:id="rId28"/>
    <p:sldId id="1521" r:id="rId29"/>
    <p:sldId id="1526" r:id="rId30"/>
    <p:sldId id="1497" r:id="rId31"/>
    <p:sldId id="1491" r:id="rId32"/>
    <p:sldId id="1528" r:id="rId33"/>
    <p:sldId id="1529" r:id="rId34"/>
    <p:sldId id="1531" r:id="rId35"/>
    <p:sldId id="1530" r:id="rId36"/>
    <p:sldId id="1532" r:id="rId37"/>
    <p:sldId id="1472"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9956"/>
    <a:srgbClr val="FFB3B3"/>
    <a:srgbClr val="3E8853"/>
    <a:srgbClr val="7030A0"/>
    <a:srgbClr val="1E9399"/>
    <a:srgbClr val="92D050"/>
    <a:srgbClr val="FF0000"/>
    <a:srgbClr val="00B0F0"/>
    <a:srgbClr val="FF5353"/>
    <a:srgbClr val="F03E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5656FB-984E-4A5C-B88F-DB0C9591F71B}" v="55" dt="2026-02-18T14:35:23.851"/>
    <p1510:client id="{DB69DEF8-AA7F-48DC-85C3-214BC8ED73C0}" v="13604" dt="2026-02-18T14:24:24.0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18" autoAdjust="0"/>
    <p:restoredTop sz="83715" autoAdjust="0"/>
  </p:normalViewPr>
  <p:slideViewPr>
    <p:cSldViewPr snapToGrid="0">
      <p:cViewPr varScale="1">
        <p:scale>
          <a:sx n="89" d="100"/>
          <a:sy n="89" d="100"/>
        </p:scale>
        <p:origin x="2100" y="78"/>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WE, HAYLEY L." userId="5cada80b-0f7b-49a5-96b2-656b100ca6c6" providerId="ADAL" clId="{632DF7FE-9916-4FAF-8457-3521400FFCEA}"/>
    <pc:docChg chg="undo redo custSel addSld delSld modSld sldOrd">
      <pc:chgData name="DEWE, HAYLEY L." userId="5cada80b-0f7b-49a5-96b2-656b100ca6c6" providerId="ADAL" clId="{632DF7FE-9916-4FAF-8457-3521400FFCEA}" dt="2026-02-18T14:37:13.505" v="195665" actId="478"/>
      <pc:docMkLst>
        <pc:docMk/>
      </pc:docMkLst>
      <pc:sldChg chg="delSp modSp mod">
        <pc:chgData name="DEWE, HAYLEY L." userId="5cada80b-0f7b-49a5-96b2-656b100ca6c6" providerId="ADAL" clId="{632DF7FE-9916-4FAF-8457-3521400FFCEA}" dt="2026-02-18T14:34:06.040" v="195586" actId="478"/>
        <pc:sldMkLst>
          <pc:docMk/>
          <pc:sldMk cId="621895312" sldId="256"/>
        </pc:sldMkLst>
        <pc:spChg chg="del">
          <ac:chgData name="DEWE, HAYLEY L." userId="5cada80b-0f7b-49a5-96b2-656b100ca6c6" providerId="ADAL" clId="{632DF7FE-9916-4FAF-8457-3521400FFCEA}" dt="2026-02-18T14:34:06.040" v="195586" actId="478"/>
          <ac:spMkLst>
            <pc:docMk/>
            <pc:sldMk cId="621895312" sldId="256"/>
            <ac:spMk id="2" creationId="{64542607-0AE5-82BA-68ED-B915945C201B}"/>
          </ac:spMkLst>
        </pc:spChg>
        <pc:spChg chg="mod">
          <ac:chgData name="DEWE, HAYLEY L." userId="5cada80b-0f7b-49a5-96b2-656b100ca6c6" providerId="ADAL" clId="{632DF7FE-9916-4FAF-8457-3521400FFCEA}" dt="2026-02-16T23:17:23.510" v="174428" actId="20577"/>
          <ac:spMkLst>
            <pc:docMk/>
            <pc:sldMk cId="621895312" sldId="256"/>
            <ac:spMk id="4" creationId="{2011C802-73B3-2DD2-A025-1492767780BF}"/>
          </ac:spMkLst>
        </pc:spChg>
      </pc:sldChg>
      <pc:sldChg chg="modSp mod">
        <pc:chgData name="DEWE, HAYLEY L." userId="5cada80b-0f7b-49a5-96b2-656b100ca6c6" providerId="ADAL" clId="{632DF7FE-9916-4FAF-8457-3521400FFCEA}" dt="2026-02-17T00:31:37.248" v="177268" actId="14100"/>
        <pc:sldMkLst>
          <pc:docMk/>
          <pc:sldMk cId="1073770607" sldId="288"/>
        </pc:sldMkLst>
        <pc:spChg chg="mod">
          <ac:chgData name="DEWE, HAYLEY L." userId="5cada80b-0f7b-49a5-96b2-656b100ca6c6" providerId="ADAL" clId="{632DF7FE-9916-4FAF-8457-3521400FFCEA}" dt="2026-02-17T00:31:37.248" v="177268" actId="14100"/>
          <ac:spMkLst>
            <pc:docMk/>
            <pc:sldMk cId="1073770607" sldId="288"/>
            <ac:spMk id="4" creationId="{2011C802-73B3-2DD2-A025-1492767780BF}"/>
          </ac:spMkLst>
        </pc:spChg>
      </pc:sldChg>
      <pc:sldChg chg="modSp mod modAnim">
        <pc:chgData name="DEWE, HAYLEY L." userId="5cada80b-0f7b-49a5-96b2-656b100ca6c6" providerId="ADAL" clId="{632DF7FE-9916-4FAF-8457-3521400FFCEA}" dt="2026-02-16T23:34:14.470" v="176441" actId="113"/>
        <pc:sldMkLst>
          <pc:docMk/>
          <pc:sldMk cId="338365097" sldId="335"/>
        </pc:sldMkLst>
        <pc:spChg chg="mod">
          <ac:chgData name="DEWE, HAYLEY L." userId="5cada80b-0f7b-49a5-96b2-656b100ca6c6" providerId="ADAL" clId="{632DF7FE-9916-4FAF-8457-3521400FFCEA}" dt="2026-02-16T23:34:14.470" v="176441" actId="113"/>
          <ac:spMkLst>
            <pc:docMk/>
            <pc:sldMk cId="338365097" sldId="335"/>
            <ac:spMk id="6" creationId="{20A6FCE1-807F-78AF-7A22-954415E2EDD2}"/>
          </ac:spMkLst>
        </pc:spChg>
      </pc:sldChg>
      <pc:sldChg chg="addSp delSp modSp mod addAnim delAnim modAnim">
        <pc:chgData name="DEWE, HAYLEY L." userId="5cada80b-0f7b-49a5-96b2-656b100ca6c6" providerId="ADAL" clId="{632DF7FE-9916-4FAF-8457-3521400FFCEA}" dt="2026-02-18T14:34:09.933" v="195588" actId="6549"/>
        <pc:sldMkLst>
          <pc:docMk/>
          <pc:sldMk cId="2993719332" sldId="397"/>
        </pc:sldMkLst>
        <pc:spChg chg="mod">
          <ac:chgData name="DEWE, HAYLEY L." userId="5cada80b-0f7b-49a5-96b2-656b100ca6c6" providerId="ADAL" clId="{632DF7FE-9916-4FAF-8457-3521400FFCEA}" dt="2026-02-10T23:26:03.868" v="173271" actId="13926"/>
          <ac:spMkLst>
            <pc:docMk/>
            <pc:sldMk cId="2993719332" sldId="397"/>
            <ac:spMk id="5" creationId="{E54245C3-45E4-59AA-074B-3FE100DDBD4A}"/>
          </ac:spMkLst>
        </pc:spChg>
        <pc:spChg chg="mod">
          <ac:chgData name="DEWE, HAYLEY L." userId="5cada80b-0f7b-49a5-96b2-656b100ca6c6" providerId="ADAL" clId="{632DF7FE-9916-4FAF-8457-3521400FFCEA}" dt="2026-02-18T14:34:09.933" v="195588" actId="6549"/>
          <ac:spMkLst>
            <pc:docMk/>
            <pc:sldMk cId="2993719332" sldId="397"/>
            <ac:spMk id="6" creationId="{AA7DA80F-64D5-246B-6BB0-B05A9698EA09}"/>
          </ac:spMkLst>
        </pc:spChg>
        <pc:picChg chg="add del mod">
          <ac:chgData name="DEWE, HAYLEY L." userId="5cada80b-0f7b-49a5-96b2-656b100ca6c6" providerId="ADAL" clId="{632DF7FE-9916-4FAF-8457-3521400FFCEA}" dt="2026-02-18T14:34:07.774" v="195587" actId="478"/>
          <ac:picMkLst>
            <pc:docMk/>
            <pc:sldMk cId="2993719332" sldId="397"/>
            <ac:picMk id="4" creationId="{2EDCA44D-0F41-40A8-6DB5-4D4DCBDB0794}"/>
          </ac:picMkLst>
        </pc:picChg>
      </pc:sldChg>
      <pc:sldChg chg="delSp add del setBg delDesignElem">
        <pc:chgData name="DEWE, HAYLEY L." userId="5cada80b-0f7b-49a5-96b2-656b100ca6c6" providerId="ADAL" clId="{632DF7FE-9916-4FAF-8457-3521400FFCEA}" dt="2026-02-17T14:22:59.381" v="182714" actId="47"/>
        <pc:sldMkLst>
          <pc:docMk/>
          <pc:sldMk cId="3089547138" sldId="853"/>
        </pc:sldMkLst>
        <pc:spChg chg="del">
          <ac:chgData name="DEWE, HAYLEY L." userId="5cada80b-0f7b-49a5-96b2-656b100ca6c6" providerId="ADAL" clId="{632DF7FE-9916-4FAF-8457-3521400FFCEA}" dt="2026-02-17T14:22:49.499" v="182710"/>
          <ac:spMkLst>
            <pc:docMk/>
            <pc:sldMk cId="3089547138" sldId="853"/>
            <ac:spMk id="13" creationId="{D40791F6-715D-481A-9C4A-3645AECFD5A0}"/>
          </ac:spMkLst>
        </pc:spChg>
        <pc:spChg chg="del">
          <ac:chgData name="DEWE, HAYLEY L." userId="5cada80b-0f7b-49a5-96b2-656b100ca6c6" providerId="ADAL" clId="{632DF7FE-9916-4FAF-8457-3521400FFCEA}" dt="2026-02-17T14:22:49.499" v="182710"/>
          <ac:spMkLst>
            <pc:docMk/>
            <pc:sldMk cId="3089547138" sldId="853"/>
            <ac:spMk id="17" creationId="{CADA4CA0-9A57-4FBE-A9E5-24DFC23C3F1A}"/>
          </ac:spMkLst>
        </pc:spChg>
        <pc:spChg chg="del">
          <ac:chgData name="DEWE, HAYLEY L." userId="5cada80b-0f7b-49a5-96b2-656b100ca6c6" providerId="ADAL" clId="{632DF7FE-9916-4FAF-8457-3521400FFCEA}" dt="2026-02-17T14:22:49.499" v="182710"/>
          <ac:spMkLst>
            <pc:docMk/>
            <pc:sldMk cId="3089547138" sldId="853"/>
            <ac:spMk id="19" creationId="{811CBAFA-D7E0-40A7-BB94-2C05304B407B}"/>
          </ac:spMkLst>
        </pc:spChg>
        <pc:cxnChg chg="del">
          <ac:chgData name="DEWE, HAYLEY L." userId="5cada80b-0f7b-49a5-96b2-656b100ca6c6" providerId="ADAL" clId="{632DF7FE-9916-4FAF-8457-3521400FFCEA}" dt="2026-02-17T14:22:49.499" v="182710"/>
          <ac:cxnSpMkLst>
            <pc:docMk/>
            <pc:sldMk cId="3089547138" sldId="853"/>
            <ac:cxnSpMk id="15" creationId="{740F83A4-FAC4-4867-95A5-BBFD280C7BF5}"/>
          </ac:cxnSpMkLst>
        </pc:cxnChg>
      </pc:sldChg>
      <pc:sldChg chg="modSp mod modAnim modNotesTx">
        <pc:chgData name="DEWE, HAYLEY L." userId="5cada80b-0f7b-49a5-96b2-656b100ca6c6" providerId="ADAL" clId="{632DF7FE-9916-4FAF-8457-3521400FFCEA}" dt="2026-02-16T23:40:01.184" v="176770" actId="20577"/>
        <pc:sldMkLst>
          <pc:docMk/>
          <pc:sldMk cId="711076235" sldId="887"/>
        </pc:sldMkLst>
        <pc:spChg chg="mod">
          <ac:chgData name="DEWE, HAYLEY L." userId="5cada80b-0f7b-49a5-96b2-656b100ca6c6" providerId="ADAL" clId="{632DF7FE-9916-4FAF-8457-3521400FFCEA}" dt="2026-02-16T23:40:01.184" v="176770" actId="20577"/>
          <ac:spMkLst>
            <pc:docMk/>
            <pc:sldMk cId="711076235" sldId="887"/>
            <ac:spMk id="9" creationId="{8B8676F2-4335-7184-8F2C-C2727F9C78E9}"/>
          </ac:spMkLst>
        </pc:spChg>
      </pc:sldChg>
      <pc:sldChg chg="addSp delSp modSp add mod ord delAnim modAnim modNotesTx">
        <pc:chgData name="DEWE, HAYLEY L." userId="5cada80b-0f7b-49a5-96b2-656b100ca6c6" providerId="ADAL" clId="{632DF7FE-9916-4FAF-8457-3521400FFCEA}" dt="2026-02-18T14:35:02.926" v="195593" actId="20577"/>
        <pc:sldMkLst>
          <pc:docMk/>
          <pc:sldMk cId="1061245591" sldId="1050"/>
        </pc:sldMkLst>
        <pc:spChg chg="mod">
          <ac:chgData name="DEWE, HAYLEY L." userId="5cada80b-0f7b-49a5-96b2-656b100ca6c6" providerId="ADAL" clId="{632DF7FE-9916-4FAF-8457-3521400FFCEA}" dt="2026-02-18T00:08:44.374" v="186100" actId="207"/>
          <ac:spMkLst>
            <pc:docMk/>
            <pc:sldMk cId="1061245591" sldId="1050"/>
            <ac:spMk id="2" creationId="{7645AA91-C61C-EB78-4547-411177150EE8}"/>
          </ac:spMkLst>
        </pc:spChg>
        <pc:spChg chg="add mod">
          <ac:chgData name="DEWE, HAYLEY L." userId="5cada80b-0f7b-49a5-96b2-656b100ca6c6" providerId="ADAL" clId="{632DF7FE-9916-4FAF-8457-3521400FFCEA}" dt="2026-02-17T22:39:28.553" v="184607" actId="1076"/>
          <ac:spMkLst>
            <pc:docMk/>
            <pc:sldMk cId="1061245591" sldId="1050"/>
            <ac:spMk id="6" creationId="{7D03BE13-F645-F2D5-6229-CA3C066005D7}"/>
          </ac:spMkLst>
        </pc:spChg>
        <pc:spChg chg="add mod">
          <ac:chgData name="DEWE, HAYLEY L." userId="5cada80b-0f7b-49a5-96b2-656b100ca6c6" providerId="ADAL" clId="{632DF7FE-9916-4FAF-8457-3521400FFCEA}" dt="2026-02-17T22:36:01.954" v="184575" actId="14100"/>
          <ac:spMkLst>
            <pc:docMk/>
            <pc:sldMk cId="1061245591" sldId="1050"/>
            <ac:spMk id="7" creationId="{43D925CC-2046-1B0F-C80E-73ACA3D289AD}"/>
          </ac:spMkLst>
        </pc:spChg>
        <pc:spChg chg="add mod">
          <ac:chgData name="DEWE, HAYLEY L." userId="5cada80b-0f7b-49a5-96b2-656b100ca6c6" providerId="ADAL" clId="{632DF7FE-9916-4FAF-8457-3521400FFCEA}" dt="2026-02-17T22:37:27.721" v="184594" actId="14100"/>
          <ac:spMkLst>
            <pc:docMk/>
            <pc:sldMk cId="1061245591" sldId="1050"/>
            <ac:spMk id="8" creationId="{8064FB05-D58F-8BF2-DC10-F2A8094D5771}"/>
          </ac:spMkLst>
        </pc:spChg>
        <pc:spChg chg="mod">
          <ac:chgData name="DEWE, HAYLEY L." userId="5cada80b-0f7b-49a5-96b2-656b100ca6c6" providerId="ADAL" clId="{632DF7FE-9916-4FAF-8457-3521400FFCEA}" dt="2026-02-18T00:03:07.611" v="185904" actId="114"/>
          <ac:spMkLst>
            <pc:docMk/>
            <pc:sldMk cId="1061245591" sldId="1050"/>
            <ac:spMk id="9" creationId="{8B8676F2-4335-7184-8F2C-C2727F9C78E9}"/>
          </ac:spMkLst>
        </pc:spChg>
        <pc:spChg chg="add mod">
          <ac:chgData name="DEWE, HAYLEY L." userId="5cada80b-0f7b-49a5-96b2-656b100ca6c6" providerId="ADAL" clId="{632DF7FE-9916-4FAF-8457-3521400FFCEA}" dt="2026-02-17T22:36:43.022" v="184585" actId="1076"/>
          <ac:spMkLst>
            <pc:docMk/>
            <pc:sldMk cId="1061245591" sldId="1050"/>
            <ac:spMk id="10" creationId="{7241A8FD-36A5-306D-D02E-CF662EE89801}"/>
          </ac:spMkLst>
        </pc:spChg>
        <pc:spChg chg="add mod">
          <ac:chgData name="DEWE, HAYLEY L." userId="5cada80b-0f7b-49a5-96b2-656b100ca6c6" providerId="ADAL" clId="{632DF7FE-9916-4FAF-8457-3521400FFCEA}" dt="2026-02-17T22:38:21.718" v="184600" actId="14100"/>
          <ac:spMkLst>
            <pc:docMk/>
            <pc:sldMk cId="1061245591" sldId="1050"/>
            <ac:spMk id="11" creationId="{A60362D1-38F8-F1A3-26B0-20CAE0F4B5B3}"/>
          </ac:spMkLst>
        </pc:spChg>
        <pc:spChg chg="add del mod">
          <ac:chgData name="DEWE, HAYLEY L." userId="5cada80b-0f7b-49a5-96b2-656b100ca6c6" providerId="ADAL" clId="{632DF7FE-9916-4FAF-8457-3521400FFCEA}" dt="2026-02-17T22:37:18.923" v="184592" actId="478"/>
          <ac:spMkLst>
            <pc:docMk/>
            <pc:sldMk cId="1061245591" sldId="1050"/>
            <ac:spMk id="12" creationId="{F0B0C9C2-CB35-C82B-55A4-5227214BC194}"/>
          </ac:spMkLst>
        </pc:spChg>
        <pc:spChg chg="add mod">
          <ac:chgData name="DEWE, HAYLEY L." userId="5cada80b-0f7b-49a5-96b2-656b100ca6c6" providerId="ADAL" clId="{632DF7FE-9916-4FAF-8457-3521400FFCEA}" dt="2026-02-17T22:36:50.370" v="184587" actId="14100"/>
          <ac:spMkLst>
            <pc:docMk/>
            <pc:sldMk cId="1061245591" sldId="1050"/>
            <ac:spMk id="13" creationId="{45A5AE09-BFBD-8359-309B-34E91425F420}"/>
          </ac:spMkLst>
        </pc:spChg>
        <pc:spChg chg="add mod">
          <ac:chgData name="DEWE, HAYLEY L." userId="5cada80b-0f7b-49a5-96b2-656b100ca6c6" providerId="ADAL" clId="{632DF7FE-9916-4FAF-8457-3521400FFCEA}" dt="2026-02-17T22:36:58.689" v="184588" actId="1076"/>
          <ac:spMkLst>
            <pc:docMk/>
            <pc:sldMk cId="1061245591" sldId="1050"/>
            <ac:spMk id="14" creationId="{40A77E9D-AE7D-2C77-C9C9-B97D1B6CF1C4}"/>
          </ac:spMkLst>
        </pc:spChg>
        <pc:spChg chg="add mod">
          <ac:chgData name="DEWE, HAYLEY L." userId="5cada80b-0f7b-49a5-96b2-656b100ca6c6" providerId="ADAL" clId="{632DF7FE-9916-4FAF-8457-3521400FFCEA}" dt="2026-02-17T22:37:06.618" v="184591" actId="14100"/>
          <ac:spMkLst>
            <pc:docMk/>
            <pc:sldMk cId="1061245591" sldId="1050"/>
            <ac:spMk id="15" creationId="{49238B9F-61AD-30B8-7E53-065404A1013A}"/>
          </ac:spMkLst>
        </pc:spChg>
        <pc:picChg chg="add del">
          <ac:chgData name="DEWE, HAYLEY L." userId="5cada80b-0f7b-49a5-96b2-656b100ca6c6" providerId="ADAL" clId="{632DF7FE-9916-4FAF-8457-3521400FFCEA}" dt="2026-02-17T22:19:12.972" v="183916" actId="478"/>
          <ac:picMkLst>
            <pc:docMk/>
            <pc:sldMk cId="1061245591" sldId="1050"/>
            <ac:picMk id="4" creationId="{2757B40B-D9CC-66CA-B31E-824F635F1F94}"/>
          </ac:picMkLst>
        </pc:picChg>
        <pc:picChg chg="add mod">
          <ac:chgData name="DEWE, HAYLEY L." userId="5cada80b-0f7b-49a5-96b2-656b100ca6c6" providerId="ADAL" clId="{632DF7FE-9916-4FAF-8457-3521400FFCEA}" dt="2026-02-17T22:20:11.152" v="183935" actId="14100"/>
          <ac:picMkLst>
            <pc:docMk/>
            <pc:sldMk cId="1061245591" sldId="1050"/>
            <ac:picMk id="5" creationId="{40499D61-F885-5114-D985-2AA175C1758E}"/>
          </ac:picMkLst>
        </pc:picChg>
      </pc:sldChg>
      <pc:sldChg chg="modSp add mod">
        <pc:chgData name="DEWE, HAYLEY L." userId="5cada80b-0f7b-49a5-96b2-656b100ca6c6" providerId="ADAL" clId="{632DF7FE-9916-4FAF-8457-3521400FFCEA}" dt="2026-02-17T00:30:51.961" v="177258" actId="14100"/>
        <pc:sldMkLst>
          <pc:docMk/>
          <pc:sldMk cId="3880182856" sldId="1073"/>
        </pc:sldMkLst>
        <pc:spChg chg="mod">
          <ac:chgData name="DEWE, HAYLEY L." userId="5cada80b-0f7b-49a5-96b2-656b100ca6c6" providerId="ADAL" clId="{632DF7FE-9916-4FAF-8457-3521400FFCEA}" dt="2026-02-17T00:30:51.961" v="177258" actId="14100"/>
          <ac:spMkLst>
            <pc:docMk/>
            <pc:sldMk cId="3880182856" sldId="1073"/>
            <ac:spMk id="4" creationId="{9571509C-F1DC-E342-C32D-1CFE7AD9E736}"/>
          </ac:spMkLst>
        </pc:spChg>
      </pc:sldChg>
      <pc:sldChg chg="addSp delSp modSp add mod delAnim modAnim modNotesTx">
        <pc:chgData name="DEWE, HAYLEY L." userId="5cada80b-0f7b-49a5-96b2-656b100ca6c6" providerId="ADAL" clId="{632DF7FE-9916-4FAF-8457-3521400FFCEA}" dt="2026-02-18T14:34:57.769" v="195592" actId="20577"/>
        <pc:sldMkLst>
          <pc:docMk/>
          <pc:sldMk cId="3887434190" sldId="1390"/>
        </pc:sldMkLst>
        <pc:spChg chg="mod">
          <ac:chgData name="DEWE, HAYLEY L." userId="5cada80b-0f7b-49a5-96b2-656b100ca6c6" providerId="ADAL" clId="{632DF7FE-9916-4FAF-8457-3521400FFCEA}" dt="2026-02-17T14:29:28.767" v="182834" actId="1076"/>
          <ac:spMkLst>
            <pc:docMk/>
            <pc:sldMk cId="3887434190" sldId="1390"/>
            <ac:spMk id="2" creationId="{00000000-0000-0000-0000-000000000000}"/>
          </ac:spMkLst>
        </pc:spChg>
        <pc:spChg chg="add mod">
          <ac:chgData name="DEWE, HAYLEY L." userId="5cada80b-0f7b-49a5-96b2-656b100ca6c6" providerId="ADAL" clId="{632DF7FE-9916-4FAF-8457-3521400FFCEA}" dt="2026-02-17T16:24:32.687" v="183468" actId="404"/>
          <ac:spMkLst>
            <pc:docMk/>
            <pc:sldMk cId="3887434190" sldId="1390"/>
            <ac:spMk id="3" creationId="{3024DEDB-77ED-A127-1AD8-6C58E9277CDC}"/>
          </ac:spMkLst>
        </pc:spChg>
        <pc:spChg chg="mod">
          <ac:chgData name="DEWE, HAYLEY L." userId="5cada80b-0f7b-49a5-96b2-656b100ca6c6" providerId="ADAL" clId="{632DF7FE-9916-4FAF-8457-3521400FFCEA}" dt="2026-02-17T14:25:21.931" v="182761" actId="1076"/>
          <ac:spMkLst>
            <pc:docMk/>
            <pc:sldMk cId="3887434190" sldId="1390"/>
            <ac:spMk id="6" creationId="{ADC725F0-1F8C-B686-46DF-A6394D95E760}"/>
          </ac:spMkLst>
        </pc:spChg>
        <pc:spChg chg="mod">
          <ac:chgData name="DEWE, HAYLEY L." userId="5cada80b-0f7b-49a5-96b2-656b100ca6c6" providerId="ADAL" clId="{632DF7FE-9916-4FAF-8457-3521400FFCEA}" dt="2026-02-17T14:25:21.931" v="182761" actId="1076"/>
          <ac:spMkLst>
            <pc:docMk/>
            <pc:sldMk cId="3887434190" sldId="1390"/>
            <ac:spMk id="8" creationId="{00000000-0000-0000-0000-000000000000}"/>
          </ac:spMkLst>
        </pc:spChg>
        <pc:spChg chg="add mod">
          <ac:chgData name="DEWE, HAYLEY L." userId="5cada80b-0f7b-49a5-96b2-656b100ca6c6" providerId="ADAL" clId="{632DF7FE-9916-4FAF-8457-3521400FFCEA}" dt="2026-02-18T14:15:14.906" v="194933" actId="20577"/>
          <ac:spMkLst>
            <pc:docMk/>
            <pc:sldMk cId="3887434190" sldId="1390"/>
            <ac:spMk id="10" creationId="{14DCE722-2E10-5D8A-E166-17A1C88A0D8A}"/>
          </ac:spMkLst>
        </pc:spChg>
        <pc:spChg chg="mod">
          <ac:chgData name="DEWE, HAYLEY L." userId="5cada80b-0f7b-49a5-96b2-656b100ca6c6" providerId="ADAL" clId="{632DF7FE-9916-4FAF-8457-3521400FFCEA}" dt="2026-02-17T14:25:21.931" v="182761" actId="1076"/>
          <ac:spMkLst>
            <pc:docMk/>
            <pc:sldMk cId="3887434190" sldId="1390"/>
            <ac:spMk id="11" creationId="{3D0F1FDB-ECA4-7460-1C48-50074E96D3AF}"/>
          </ac:spMkLst>
        </pc:spChg>
        <pc:spChg chg="mod">
          <ac:chgData name="DEWE, HAYLEY L." userId="5cada80b-0f7b-49a5-96b2-656b100ca6c6" providerId="ADAL" clId="{632DF7FE-9916-4FAF-8457-3521400FFCEA}" dt="2026-02-17T22:47:09.653" v="184695" actId="20577"/>
          <ac:spMkLst>
            <pc:docMk/>
            <pc:sldMk cId="3887434190" sldId="1390"/>
            <ac:spMk id="12" creationId="{00000000-0000-0000-0000-000000000000}"/>
          </ac:spMkLst>
        </pc:spChg>
        <pc:spChg chg="add del mod">
          <ac:chgData name="DEWE, HAYLEY L." userId="5cada80b-0f7b-49a5-96b2-656b100ca6c6" providerId="ADAL" clId="{632DF7FE-9916-4FAF-8457-3521400FFCEA}" dt="2026-02-18T14:34:55.081" v="195591" actId="478"/>
          <ac:spMkLst>
            <pc:docMk/>
            <pc:sldMk cId="3887434190" sldId="1390"/>
            <ac:spMk id="13" creationId="{A399F03D-9B12-1D2D-B826-46507F579B36}"/>
          </ac:spMkLst>
        </pc:spChg>
        <pc:spChg chg="mod">
          <ac:chgData name="DEWE, HAYLEY L." userId="5cada80b-0f7b-49a5-96b2-656b100ca6c6" providerId="ADAL" clId="{632DF7FE-9916-4FAF-8457-3521400FFCEA}" dt="2026-02-17T14:25:21.931" v="182761" actId="1076"/>
          <ac:spMkLst>
            <pc:docMk/>
            <pc:sldMk cId="3887434190" sldId="1390"/>
            <ac:spMk id="15" creationId="{4756C962-15ED-75C6-57C6-F4F1B1212D12}"/>
          </ac:spMkLst>
        </pc:spChg>
        <pc:spChg chg="mod">
          <ac:chgData name="DEWE, HAYLEY L." userId="5cada80b-0f7b-49a5-96b2-656b100ca6c6" providerId="ADAL" clId="{632DF7FE-9916-4FAF-8457-3521400FFCEA}" dt="2026-02-17T14:25:21.931" v="182761" actId="1076"/>
          <ac:spMkLst>
            <pc:docMk/>
            <pc:sldMk cId="3887434190" sldId="1390"/>
            <ac:spMk id="16" creationId="{C4FAF1A6-755F-E5E5-3963-43348E9AF361}"/>
          </ac:spMkLst>
        </pc:spChg>
        <pc:spChg chg="add mod">
          <ac:chgData name="DEWE, HAYLEY L." userId="5cada80b-0f7b-49a5-96b2-656b100ca6c6" providerId="ADAL" clId="{632DF7FE-9916-4FAF-8457-3521400FFCEA}" dt="2026-02-17T14:29:48.314" v="182923"/>
          <ac:spMkLst>
            <pc:docMk/>
            <pc:sldMk cId="3887434190" sldId="1390"/>
            <ac:spMk id="17" creationId="{6D023A87-10E0-FBA9-A40D-63EAF313346B}"/>
          </ac:spMkLst>
        </pc:spChg>
        <pc:spChg chg="add mod">
          <ac:chgData name="DEWE, HAYLEY L." userId="5cada80b-0f7b-49a5-96b2-656b100ca6c6" providerId="ADAL" clId="{632DF7FE-9916-4FAF-8457-3521400FFCEA}" dt="2026-02-17T14:38:03.235" v="183021" actId="14100"/>
          <ac:spMkLst>
            <pc:docMk/>
            <pc:sldMk cId="3887434190" sldId="1390"/>
            <ac:spMk id="19" creationId="{013A3812-F3F6-24CD-2BAC-53482D73ED4C}"/>
          </ac:spMkLst>
        </pc:spChg>
        <pc:spChg chg="mod">
          <ac:chgData name="DEWE, HAYLEY L." userId="5cada80b-0f7b-49a5-96b2-656b100ca6c6" providerId="ADAL" clId="{632DF7FE-9916-4FAF-8457-3521400FFCEA}" dt="2026-02-17T14:25:21.931" v="182761" actId="1076"/>
          <ac:spMkLst>
            <pc:docMk/>
            <pc:sldMk cId="3887434190" sldId="1390"/>
            <ac:spMk id="21" creationId="{8D111AD3-452B-A00C-2F7C-CC4D630576F6}"/>
          </ac:spMkLst>
        </pc:spChg>
        <pc:spChg chg="mod">
          <ac:chgData name="DEWE, HAYLEY L." userId="5cada80b-0f7b-49a5-96b2-656b100ca6c6" providerId="ADAL" clId="{632DF7FE-9916-4FAF-8457-3521400FFCEA}" dt="2026-02-17T14:46:22.280" v="183213" actId="20577"/>
          <ac:spMkLst>
            <pc:docMk/>
            <pc:sldMk cId="3887434190" sldId="1390"/>
            <ac:spMk id="22" creationId="{5E16387B-25AF-F62E-2AFB-D6C589B7BBF3}"/>
          </ac:spMkLst>
        </pc:spChg>
        <pc:spChg chg="del">
          <ac:chgData name="DEWE, HAYLEY L." userId="5cada80b-0f7b-49a5-96b2-656b100ca6c6" providerId="ADAL" clId="{632DF7FE-9916-4FAF-8457-3521400FFCEA}" dt="2026-02-17T00:25:47.759" v="177192" actId="478"/>
          <ac:spMkLst>
            <pc:docMk/>
            <pc:sldMk cId="3887434190" sldId="1390"/>
            <ac:spMk id="25" creationId="{C9E83D7E-C654-BC16-829B-93261881651E}"/>
          </ac:spMkLst>
        </pc:spChg>
        <pc:spChg chg="mod">
          <ac:chgData name="DEWE, HAYLEY L." userId="5cada80b-0f7b-49a5-96b2-656b100ca6c6" providerId="ADAL" clId="{632DF7FE-9916-4FAF-8457-3521400FFCEA}" dt="2026-02-17T14:25:21.931" v="182761" actId="1076"/>
          <ac:spMkLst>
            <pc:docMk/>
            <pc:sldMk cId="3887434190" sldId="1390"/>
            <ac:spMk id="26" creationId="{2864D3CE-F30F-35C2-6BBD-EA0F066CFB4C}"/>
          </ac:spMkLst>
        </pc:spChg>
        <pc:spChg chg="mod">
          <ac:chgData name="DEWE, HAYLEY L." userId="5cada80b-0f7b-49a5-96b2-656b100ca6c6" providerId="ADAL" clId="{632DF7FE-9916-4FAF-8457-3521400FFCEA}" dt="2026-02-17T14:25:21.931" v="182761" actId="1076"/>
          <ac:spMkLst>
            <pc:docMk/>
            <pc:sldMk cId="3887434190" sldId="1390"/>
            <ac:spMk id="29" creationId="{29E5399C-60EE-1B66-658C-375563C0A4B3}"/>
          </ac:spMkLst>
        </pc:spChg>
        <pc:picChg chg="mod">
          <ac:chgData name="DEWE, HAYLEY L." userId="5cada80b-0f7b-49a5-96b2-656b100ca6c6" providerId="ADAL" clId="{632DF7FE-9916-4FAF-8457-3521400FFCEA}" dt="2026-02-17T14:37:57.923" v="183019" actId="1076"/>
          <ac:picMkLst>
            <pc:docMk/>
            <pc:sldMk cId="3887434190" sldId="1390"/>
            <ac:picMk id="4" creationId="{519051A0-83B1-7E26-CDDF-33EC49230EC0}"/>
          </ac:picMkLst>
        </pc:picChg>
        <pc:cxnChg chg="mod">
          <ac:chgData name="DEWE, HAYLEY L." userId="5cada80b-0f7b-49a5-96b2-656b100ca6c6" providerId="ADAL" clId="{632DF7FE-9916-4FAF-8457-3521400FFCEA}" dt="2026-02-17T00:28:11.665" v="177212" actId="14100"/>
          <ac:cxnSpMkLst>
            <pc:docMk/>
            <pc:sldMk cId="3887434190" sldId="1390"/>
            <ac:cxnSpMk id="7" creationId="{E28146B0-CD0E-3EBC-F25E-7B7431D58149}"/>
          </ac:cxnSpMkLst>
        </pc:cxnChg>
        <pc:cxnChg chg="mod">
          <ac:chgData name="DEWE, HAYLEY L." userId="5cada80b-0f7b-49a5-96b2-656b100ca6c6" providerId="ADAL" clId="{632DF7FE-9916-4FAF-8457-3521400FFCEA}" dt="2026-02-17T00:28:16.979" v="177213" actId="1076"/>
          <ac:cxnSpMkLst>
            <pc:docMk/>
            <pc:sldMk cId="3887434190" sldId="1390"/>
            <ac:cxnSpMk id="23" creationId="{691F62C6-B6A6-C2CD-D278-36405D1798B6}"/>
          </ac:cxnSpMkLst>
        </pc:cxnChg>
      </pc:sldChg>
      <pc:sldChg chg="modSp add del">
        <pc:chgData name="DEWE, HAYLEY L." userId="5cada80b-0f7b-49a5-96b2-656b100ca6c6" providerId="ADAL" clId="{632DF7FE-9916-4FAF-8457-3521400FFCEA}" dt="2026-02-18T01:42:40.245" v="190770" actId="47"/>
        <pc:sldMkLst>
          <pc:docMk/>
          <pc:sldMk cId="1660474739" sldId="1455"/>
        </pc:sldMkLst>
        <pc:spChg chg="mod">
          <ac:chgData name="DEWE, HAYLEY L." userId="5cada80b-0f7b-49a5-96b2-656b100ca6c6" providerId="ADAL" clId="{632DF7FE-9916-4FAF-8457-3521400FFCEA}" dt="2026-02-18T01:32:17.544" v="190614" actId="207"/>
          <ac:spMkLst>
            <pc:docMk/>
            <pc:sldMk cId="1660474739" sldId="1455"/>
            <ac:spMk id="9" creationId="{CB53B115-3674-FB16-6E96-D96C78E8720F}"/>
          </ac:spMkLst>
        </pc:spChg>
      </pc:sldChg>
      <pc:sldChg chg="modSp add mod ord modAnim modNotesTx">
        <pc:chgData name="DEWE, HAYLEY L." userId="5cada80b-0f7b-49a5-96b2-656b100ca6c6" providerId="ADAL" clId="{632DF7FE-9916-4FAF-8457-3521400FFCEA}" dt="2026-02-18T14:11:21.132" v="194647" actId="20577"/>
        <pc:sldMkLst>
          <pc:docMk/>
          <pc:sldMk cId="3458783064" sldId="1463"/>
        </pc:sldMkLst>
        <pc:spChg chg="mod">
          <ac:chgData name="DEWE, HAYLEY L." userId="5cada80b-0f7b-49a5-96b2-656b100ca6c6" providerId="ADAL" clId="{632DF7FE-9916-4FAF-8457-3521400FFCEA}" dt="2026-02-18T14:11:21.132" v="194647" actId="20577"/>
          <ac:spMkLst>
            <pc:docMk/>
            <pc:sldMk cId="3458783064" sldId="1463"/>
            <ac:spMk id="3" creationId="{198ECA30-D927-1CC5-4302-5DBF805DFA1C}"/>
          </ac:spMkLst>
        </pc:spChg>
        <pc:spChg chg="mod">
          <ac:chgData name="DEWE, HAYLEY L." userId="5cada80b-0f7b-49a5-96b2-656b100ca6c6" providerId="ADAL" clId="{632DF7FE-9916-4FAF-8457-3521400FFCEA}" dt="2026-02-17T11:54:35.381" v="180571" actId="1076"/>
          <ac:spMkLst>
            <pc:docMk/>
            <pc:sldMk cId="3458783064" sldId="1463"/>
            <ac:spMk id="9" creationId="{F6BCDF54-50DD-728C-9DE3-E13BC1D8179D}"/>
          </ac:spMkLst>
        </pc:spChg>
      </pc:sldChg>
      <pc:sldChg chg="addSp delSp modSp add mod delAnim modAnim modNotesTx">
        <pc:chgData name="DEWE, HAYLEY L." userId="5cada80b-0f7b-49a5-96b2-656b100ca6c6" providerId="ADAL" clId="{632DF7FE-9916-4FAF-8457-3521400FFCEA}" dt="2026-02-18T14:26:04.031" v="195585" actId="1076"/>
        <pc:sldMkLst>
          <pc:docMk/>
          <pc:sldMk cId="3122850025" sldId="1472"/>
        </pc:sldMkLst>
        <pc:spChg chg="add mod">
          <ac:chgData name="DEWE, HAYLEY L." userId="5cada80b-0f7b-49a5-96b2-656b100ca6c6" providerId="ADAL" clId="{632DF7FE-9916-4FAF-8457-3521400FFCEA}" dt="2026-02-18T14:25:57.647" v="195584" actId="404"/>
          <ac:spMkLst>
            <pc:docMk/>
            <pc:sldMk cId="3122850025" sldId="1472"/>
            <ac:spMk id="2" creationId="{A2174399-8FEA-5A03-718F-0B159AEF51D9}"/>
          </ac:spMkLst>
        </pc:spChg>
        <pc:picChg chg="add del mod">
          <ac:chgData name="DEWE, HAYLEY L." userId="5cada80b-0f7b-49a5-96b2-656b100ca6c6" providerId="ADAL" clId="{632DF7FE-9916-4FAF-8457-3521400FFCEA}" dt="2026-02-18T14:25:47.910" v="195578" actId="478"/>
          <ac:picMkLst>
            <pc:docMk/>
            <pc:sldMk cId="3122850025" sldId="1472"/>
            <ac:picMk id="4" creationId="{562D484E-B0AC-2CB8-E4C3-9C4EDD13A8A0}"/>
          </ac:picMkLst>
        </pc:picChg>
        <pc:picChg chg="add mod">
          <ac:chgData name="DEWE, HAYLEY L." userId="5cada80b-0f7b-49a5-96b2-656b100ca6c6" providerId="ADAL" clId="{632DF7FE-9916-4FAF-8457-3521400FFCEA}" dt="2026-02-18T14:26:04.031" v="195585" actId="1076"/>
          <ac:picMkLst>
            <pc:docMk/>
            <pc:sldMk cId="3122850025" sldId="1472"/>
            <ac:picMk id="6" creationId="{3299056D-BFB7-AF0F-0740-6858875C88AC}"/>
          </ac:picMkLst>
        </pc:picChg>
      </pc:sldChg>
      <pc:sldChg chg="addSp delSp modSp add mod modAnim modNotesTx">
        <pc:chgData name="DEWE, HAYLEY L." userId="5cada80b-0f7b-49a5-96b2-656b100ca6c6" providerId="ADAL" clId="{632DF7FE-9916-4FAF-8457-3521400FFCEA}" dt="2026-02-18T14:13:26.536" v="194899" actId="14100"/>
        <pc:sldMkLst>
          <pc:docMk/>
          <pc:sldMk cId="575732180" sldId="1484"/>
        </pc:sldMkLst>
        <pc:spChg chg="mod">
          <ac:chgData name="DEWE, HAYLEY L." userId="5cada80b-0f7b-49a5-96b2-656b100ca6c6" providerId="ADAL" clId="{632DF7FE-9916-4FAF-8457-3521400FFCEA}" dt="2026-02-17T11:29:48.571" v="178122" actId="1076"/>
          <ac:spMkLst>
            <pc:docMk/>
            <pc:sldMk cId="575732180" sldId="1484"/>
            <ac:spMk id="2" creationId="{7E05610B-7833-5CC1-08C6-F93324430049}"/>
          </ac:spMkLst>
        </pc:spChg>
        <pc:spChg chg="mod">
          <ac:chgData name="DEWE, HAYLEY L." userId="5cada80b-0f7b-49a5-96b2-656b100ca6c6" providerId="ADAL" clId="{632DF7FE-9916-4FAF-8457-3521400FFCEA}" dt="2026-02-18T14:13:01.520" v="194746" actId="20577"/>
          <ac:spMkLst>
            <pc:docMk/>
            <pc:sldMk cId="575732180" sldId="1484"/>
            <ac:spMk id="14" creationId="{90B8CE00-3D8D-0E54-1E67-EC9501973AE5}"/>
          </ac:spMkLst>
        </pc:spChg>
        <pc:spChg chg="mod">
          <ac:chgData name="DEWE, HAYLEY L." userId="5cada80b-0f7b-49a5-96b2-656b100ca6c6" providerId="ADAL" clId="{632DF7FE-9916-4FAF-8457-3521400FFCEA}" dt="2026-02-18T14:13:26.536" v="194899" actId="14100"/>
          <ac:spMkLst>
            <pc:docMk/>
            <pc:sldMk cId="575732180" sldId="1484"/>
            <ac:spMk id="23" creationId="{39BC66C6-6BCF-1610-078C-06D876349A64}"/>
          </ac:spMkLst>
        </pc:spChg>
        <pc:graphicFrameChg chg="add mod">
          <ac:chgData name="DEWE, HAYLEY L." userId="5cada80b-0f7b-49a5-96b2-656b100ca6c6" providerId="ADAL" clId="{632DF7FE-9916-4FAF-8457-3521400FFCEA}" dt="2026-02-17T22:49:44.309" v="184757"/>
          <ac:graphicFrameMkLst>
            <pc:docMk/>
            <pc:sldMk cId="575732180" sldId="1484"/>
            <ac:graphicFrameMk id="5" creationId="{FD95CD37-D937-4186-F108-6B33D58F8BE7}"/>
          </ac:graphicFrameMkLst>
        </pc:graphicFrameChg>
        <pc:picChg chg="add mod">
          <ac:chgData name="DEWE, HAYLEY L." userId="5cada80b-0f7b-49a5-96b2-656b100ca6c6" providerId="ADAL" clId="{632DF7FE-9916-4FAF-8457-3521400FFCEA}" dt="2026-02-17T11:16:58.890" v="177522" actId="1076"/>
          <ac:picMkLst>
            <pc:docMk/>
            <pc:sldMk cId="575732180" sldId="1484"/>
            <ac:picMk id="3" creationId="{D969E8AE-80CF-CF91-2C1E-D3939B77CAFA}"/>
          </ac:picMkLst>
        </pc:picChg>
        <pc:picChg chg="add mod">
          <ac:chgData name="DEWE, HAYLEY L." userId="5cada80b-0f7b-49a5-96b2-656b100ca6c6" providerId="ADAL" clId="{632DF7FE-9916-4FAF-8457-3521400FFCEA}" dt="2026-02-17T11:18:10.221" v="177682" actId="1076"/>
          <ac:picMkLst>
            <pc:docMk/>
            <pc:sldMk cId="575732180" sldId="1484"/>
            <ac:picMk id="4" creationId="{046F6A5B-64FE-E745-275D-47B52210846B}"/>
          </ac:picMkLst>
        </pc:picChg>
        <pc:picChg chg="mod">
          <ac:chgData name="DEWE, HAYLEY L." userId="5cada80b-0f7b-49a5-96b2-656b100ca6c6" providerId="ADAL" clId="{632DF7FE-9916-4FAF-8457-3521400FFCEA}" dt="2026-02-17T11:16:58.890" v="177522" actId="1076"/>
          <ac:picMkLst>
            <pc:docMk/>
            <pc:sldMk cId="575732180" sldId="1484"/>
            <ac:picMk id="15" creationId="{A1841418-C759-45E4-2077-528B4D21DE09}"/>
          </ac:picMkLst>
        </pc:picChg>
        <pc:picChg chg="mod">
          <ac:chgData name="DEWE, HAYLEY L." userId="5cada80b-0f7b-49a5-96b2-656b100ca6c6" providerId="ADAL" clId="{632DF7FE-9916-4FAF-8457-3521400FFCEA}" dt="2026-02-17T11:16:58.890" v="177522" actId="1076"/>
          <ac:picMkLst>
            <pc:docMk/>
            <pc:sldMk cId="575732180" sldId="1484"/>
            <ac:picMk id="16" creationId="{74C8F225-D9F1-7070-E06D-AF1A0784A94E}"/>
          </ac:picMkLst>
        </pc:picChg>
        <pc:picChg chg="mod">
          <ac:chgData name="DEWE, HAYLEY L." userId="5cada80b-0f7b-49a5-96b2-656b100ca6c6" providerId="ADAL" clId="{632DF7FE-9916-4FAF-8457-3521400FFCEA}" dt="2026-02-17T11:16:58.890" v="177522" actId="1076"/>
          <ac:picMkLst>
            <pc:docMk/>
            <pc:sldMk cId="575732180" sldId="1484"/>
            <ac:picMk id="17" creationId="{5C3AFA46-A41C-A425-F71F-0F5D8DC9EE87}"/>
          </ac:picMkLst>
        </pc:picChg>
        <pc:picChg chg="mod">
          <ac:chgData name="DEWE, HAYLEY L." userId="5cada80b-0f7b-49a5-96b2-656b100ca6c6" providerId="ADAL" clId="{632DF7FE-9916-4FAF-8457-3521400FFCEA}" dt="2026-02-17T11:16:58.890" v="177522" actId="1076"/>
          <ac:picMkLst>
            <pc:docMk/>
            <pc:sldMk cId="575732180" sldId="1484"/>
            <ac:picMk id="18" creationId="{F8A493A4-7690-A877-5CF2-B548CD94A85E}"/>
          </ac:picMkLst>
        </pc:picChg>
        <pc:picChg chg="del mod">
          <ac:chgData name="DEWE, HAYLEY L." userId="5cada80b-0f7b-49a5-96b2-656b100ca6c6" providerId="ADAL" clId="{632DF7FE-9916-4FAF-8457-3521400FFCEA}" dt="2026-02-17T00:02:50.873" v="177176" actId="478"/>
          <ac:picMkLst>
            <pc:docMk/>
            <pc:sldMk cId="575732180" sldId="1484"/>
            <ac:picMk id="19" creationId="{6D3103D6-1768-497D-BF97-379A15A9312A}"/>
          </ac:picMkLst>
        </pc:picChg>
        <pc:picChg chg="mod">
          <ac:chgData name="DEWE, HAYLEY L." userId="5cada80b-0f7b-49a5-96b2-656b100ca6c6" providerId="ADAL" clId="{632DF7FE-9916-4FAF-8457-3521400FFCEA}" dt="2026-02-17T11:16:58.890" v="177522" actId="1076"/>
          <ac:picMkLst>
            <pc:docMk/>
            <pc:sldMk cId="575732180" sldId="1484"/>
            <ac:picMk id="20" creationId="{624689F3-3FB7-3202-D54D-FE8BD10E8DCA}"/>
          </ac:picMkLst>
        </pc:picChg>
        <pc:picChg chg="mod">
          <ac:chgData name="DEWE, HAYLEY L." userId="5cada80b-0f7b-49a5-96b2-656b100ca6c6" providerId="ADAL" clId="{632DF7FE-9916-4FAF-8457-3521400FFCEA}" dt="2026-02-17T11:16:58.890" v="177522" actId="1076"/>
          <ac:picMkLst>
            <pc:docMk/>
            <pc:sldMk cId="575732180" sldId="1484"/>
            <ac:picMk id="21" creationId="{259DCF57-8BE4-241A-25C1-9804610249D9}"/>
          </ac:picMkLst>
        </pc:picChg>
      </pc:sldChg>
      <pc:sldChg chg="add del">
        <pc:chgData name="DEWE, HAYLEY L." userId="5cada80b-0f7b-49a5-96b2-656b100ca6c6" providerId="ADAL" clId="{632DF7FE-9916-4FAF-8457-3521400FFCEA}" dt="2026-02-17T11:40:17.682" v="178574" actId="47"/>
        <pc:sldMkLst>
          <pc:docMk/>
          <pc:sldMk cId="238862538" sldId="1486"/>
        </pc:sldMkLst>
      </pc:sldChg>
      <pc:sldChg chg="addSp delSp modSp add mod ord delAnim modAnim modNotesTx">
        <pc:chgData name="DEWE, HAYLEY L." userId="5cada80b-0f7b-49a5-96b2-656b100ca6c6" providerId="ADAL" clId="{632DF7FE-9916-4FAF-8457-3521400FFCEA}" dt="2026-02-18T14:17:36.029" v="195051"/>
        <pc:sldMkLst>
          <pc:docMk/>
          <pc:sldMk cId="3425992365" sldId="1489"/>
        </pc:sldMkLst>
        <pc:spChg chg="add mod">
          <ac:chgData name="DEWE, HAYLEY L." userId="5cada80b-0f7b-49a5-96b2-656b100ca6c6" providerId="ADAL" clId="{632DF7FE-9916-4FAF-8457-3521400FFCEA}" dt="2026-02-17T22:55:13.409" v="184901" actId="1076"/>
          <ac:spMkLst>
            <pc:docMk/>
            <pc:sldMk cId="3425992365" sldId="1489"/>
            <ac:spMk id="2" creationId="{974F7EE7-08EF-86AA-DE42-13D2DCC3CF4D}"/>
          </ac:spMkLst>
        </pc:spChg>
        <pc:spChg chg="add mod">
          <ac:chgData name="DEWE, HAYLEY L." userId="5cada80b-0f7b-49a5-96b2-656b100ca6c6" providerId="ADAL" clId="{632DF7FE-9916-4FAF-8457-3521400FFCEA}" dt="2026-02-10T22:10:37.287" v="169464" actId="1076"/>
          <ac:spMkLst>
            <pc:docMk/>
            <pc:sldMk cId="3425992365" sldId="1489"/>
            <ac:spMk id="3" creationId="{21A4470D-52D6-ED99-6CBF-8C5518AB167B}"/>
          </ac:spMkLst>
        </pc:spChg>
        <pc:spChg chg="add mod">
          <ac:chgData name="DEWE, HAYLEY L." userId="5cada80b-0f7b-49a5-96b2-656b100ca6c6" providerId="ADAL" clId="{632DF7FE-9916-4FAF-8457-3521400FFCEA}" dt="2026-02-10T22:17:56.307" v="169672" actId="1076"/>
          <ac:spMkLst>
            <pc:docMk/>
            <pc:sldMk cId="3425992365" sldId="1489"/>
            <ac:spMk id="4" creationId="{51363CA2-B691-AB4F-B002-435FB5B177E0}"/>
          </ac:spMkLst>
        </pc:spChg>
        <pc:spChg chg="mod">
          <ac:chgData name="DEWE, HAYLEY L." userId="5cada80b-0f7b-49a5-96b2-656b100ca6c6" providerId="ADAL" clId="{632DF7FE-9916-4FAF-8457-3521400FFCEA}" dt="2026-02-10T22:28:10.212" v="170029" actId="404"/>
          <ac:spMkLst>
            <pc:docMk/>
            <pc:sldMk cId="3425992365" sldId="1489"/>
            <ac:spMk id="5" creationId="{1517E18E-3CF6-DF3A-E6DE-0FAA7E06AF37}"/>
          </ac:spMkLst>
        </pc:spChg>
        <pc:spChg chg="mod">
          <ac:chgData name="DEWE, HAYLEY L." userId="5cada80b-0f7b-49a5-96b2-656b100ca6c6" providerId="ADAL" clId="{632DF7FE-9916-4FAF-8457-3521400FFCEA}" dt="2026-02-10T22:17:53.483" v="169670" actId="20577"/>
          <ac:spMkLst>
            <pc:docMk/>
            <pc:sldMk cId="3425992365" sldId="1489"/>
            <ac:spMk id="6" creationId="{A2C5B5F9-14B2-33A1-F2FF-AAB530CB57D0}"/>
          </ac:spMkLst>
        </pc:spChg>
        <pc:spChg chg="mod">
          <ac:chgData name="DEWE, HAYLEY L." userId="5cada80b-0f7b-49a5-96b2-656b100ca6c6" providerId="ADAL" clId="{632DF7FE-9916-4FAF-8457-3521400FFCEA}" dt="2026-02-10T22:10:21.323" v="169461"/>
          <ac:spMkLst>
            <pc:docMk/>
            <pc:sldMk cId="3425992365" sldId="1489"/>
            <ac:spMk id="7" creationId="{21D53DAA-90FE-5098-D2F3-A19C1EB315E0}"/>
          </ac:spMkLst>
        </pc:spChg>
        <pc:spChg chg="mod">
          <ac:chgData name="DEWE, HAYLEY L." userId="5cada80b-0f7b-49a5-96b2-656b100ca6c6" providerId="ADAL" clId="{632DF7FE-9916-4FAF-8457-3521400FFCEA}" dt="2026-02-10T22:10:48.631" v="169468" actId="1076"/>
          <ac:spMkLst>
            <pc:docMk/>
            <pc:sldMk cId="3425992365" sldId="1489"/>
            <ac:spMk id="12" creationId="{2DD80D45-FFFD-0EE5-DEDC-4DD05CF4CFC1}"/>
          </ac:spMkLst>
        </pc:spChg>
        <pc:picChg chg="add del mod">
          <ac:chgData name="DEWE, HAYLEY L." userId="5cada80b-0f7b-49a5-96b2-656b100ca6c6" providerId="ADAL" clId="{632DF7FE-9916-4FAF-8457-3521400FFCEA}" dt="2026-02-17T00:25:30.293" v="177189" actId="21"/>
          <ac:picMkLst>
            <pc:docMk/>
            <pc:sldMk cId="3425992365" sldId="1489"/>
            <ac:picMk id="2" creationId="{894FFA18-3C49-8DC3-8B4F-B18F71AD8F1F}"/>
          </ac:picMkLst>
        </pc:picChg>
        <pc:picChg chg="add del mod">
          <ac:chgData name="DEWE, HAYLEY L." userId="5cada80b-0f7b-49a5-96b2-656b100ca6c6" providerId="ADAL" clId="{632DF7FE-9916-4FAF-8457-3521400FFCEA}" dt="2026-02-18T14:13:50.508" v="194908" actId="478"/>
          <ac:picMkLst>
            <pc:docMk/>
            <pc:sldMk cId="3425992365" sldId="1489"/>
            <ac:picMk id="9" creationId="{5789196D-1E36-1CC7-AFA0-2F6D79F95D10}"/>
          </ac:picMkLst>
        </pc:picChg>
        <pc:picChg chg="mod">
          <ac:chgData name="DEWE, HAYLEY L." userId="5cada80b-0f7b-49a5-96b2-656b100ca6c6" providerId="ADAL" clId="{632DF7FE-9916-4FAF-8457-3521400FFCEA}" dt="2026-02-03T21:40:27.043" v="150801" actId="1076"/>
          <ac:picMkLst>
            <pc:docMk/>
            <pc:sldMk cId="3425992365" sldId="1489"/>
            <ac:picMk id="10" creationId="{F7E031CC-07CD-D4FA-CB7E-423A18771BAA}"/>
          </ac:picMkLst>
        </pc:picChg>
        <pc:picChg chg="mod">
          <ac:chgData name="DEWE, HAYLEY L." userId="5cada80b-0f7b-49a5-96b2-656b100ca6c6" providerId="ADAL" clId="{632DF7FE-9916-4FAF-8457-3521400FFCEA}" dt="2026-02-10T22:10:45.245" v="169467" actId="1076"/>
          <ac:picMkLst>
            <pc:docMk/>
            <pc:sldMk cId="3425992365" sldId="1489"/>
            <ac:picMk id="11" creationId="{A2EDA708-10F4-3C9F-C18C-0AEC8B560791}"/>
          </ac:picMkLst>
        </pc:picChg>
      </pc:sldChg>
      <pc:sldChg chg="addSp delSp modSp add mod delAnim modAnim">
        <pc:chgData name="DEWE, HAYLEY L." userId="5cada80b-0f7b-49a5-96b2-656b100ca6c6" providerId="ADAL" clId="{632DF7FE-9916-4FAF-8457-3521400FFCEA}" dt="2026-02-18T14:17:28.451" v="195050"/>
        <pc:sldMkLst>
          <pc:docMk/>
          <pc:sldMk cId="4049058850" sldId="1490"/>
        </pc:sldMkLst>
        <pc:spChg chg="add del mod">
          <ac:chgData name="DEWE, HAYLEY L." userId="5cada80b-0f7b-49a5-96b2-656b100ca6c6" providerId="ADAL" clId="{632DF7FE-9916-4FAF-8457-3521400FFCEA}" dt="2026-02-17T22:55:04.936" v="184899" actId="478"/>
          <ac:spMkLst>
            <pc:docMk/>
            <pc:sldMk cId="4049058850" sldId="1490"/>
            <ac:spMk id="2" creationId="{52764292-0DE0-FECC-DEB6-285C23826AF7}"/>
          </ac:spMkLst>
        </pc:spChg>
        <pc:spChg chg="add mod">
          <ac:chgData name="DEWE, HAYLEY L." userId="5cada80b-0f7b-49a5-96b2-656b100ca6c6" providerId="ADAL" clId="{632DF7FE-9916-4FAF-8457-3521400FFCEA}" dt="2026-02-10T23:31:55.996" v="173607" actId="1076"/>
          <ac:spMkLst>
            <pc:docMk/>
            <pc:sldMk cId="4049058850" sldId="1490"/>
            <ac:spMk id="3" creationId="{16147BB6-FEDB-9F50-FB0B-4B2C7697C397}"/>
          </ac:spMkLst>
        </pc:spChg>
        <pc:spChg chg="mod">
          <ac:chgData name="DEWE, HAYLEY L." userId="5cada80b-0f7b-49a5-96b2-656b100ca6c6" providerId="ADAL" clId="{632DF7FE-9916-4FAF-8457-3521400FFCEA}" dt="2026-02-10T23:31:55.996" v="173607" actId="1076"/>
          <ac:spMkLst>
            <pc:docMk/>
            <pc:sldMk cId="4049058850" sldId="1490"/>
            <ac:spMk id="5" creationId="{FB24C3FE-8B56-A51F-FF3F-4F64491D41E3}"/>
          </ac:spMkLst>
        </pc:spChg>
        <pc:spChg chg="mod">
          <ac:chgData name="DEWE, HAYLEY L." userId="5cada80b-0f7b-49a5-96b2-656b100ca6c6" providerId="ADAL" clId="{632DF7FE-9916-4FAF-8457-3521400FFCEA}" dt="2026-02-10T23:31:55.996" v="173607" actId="1076"/>
          <ac:spMkLst>
            <pc:docMk/>
            <pc:sldMk cId="4049058850" sldId="1490"/>
            <ac:spMk id="6" creationId="{7F750AEB-62BD-F9D0-41D8-77A1460D99F1}"/>
          </ac:spMkLst>
        </pc:spChg>
        <pc:spChg chg="mod">
          <ac:chgData name="DEWE, HAYLEY L." userId="5cada80b-0f7b-49a5-96b2-656b100ca6c6" providerId="ADAL" clId="{632DF7FE-9916-4FAF-8457-3521400FFCEA}" dt="2026-02-10T23:31:55.996" v="173607" actId="1076"/>
          <ac:spMkLst>
            <pc:docMk/>
            <pc:sldMk cId="4049058850" sldId="1490"/>
            <ac:spMk id="7" creationId="{0EAADC75-8520-2976-AD8B-264215E422CE}"/>
          </ac:spMkLst>
        </pc:spChg>
        <pc:spChg chg="add mod">
          <ac:chgData name="DEWE, HAYLEY L." userId="5cada80b-0f7b-49a5-96b2-656b100ca6c6" providerId="ADAL" clId="{632DF7FE-9916-4FAF-8457-3521400FFCEA}" dt="2026-02-17T22:55:07.869" v="184900" actId="1076"/>
          <ac:spMkLst>
            <pc:docMk/>
            <pc:sldMk cId="4049058850" sldId="1490"/>
            <ac:spMk id="8" creationId="{B320F076-8142-8DD8-05B1-541AFD321098}"/>
          </ac:spMkLst>
        </pc:spChg>
        <pc:spChg chg="add mod">
          <ac:chgData name="DEWE, HAYLEY L." userId="5cada80b-0f7b-49a5-96b2-656b100ca6c6" providerId="ADAL" clId="{632DF7FE-9916-4FAF-8457-3521400FFCEA}" dt="2026-02-10T23:31:55.996" v="173607" actId="1076"/>
          <ac:spMkLst>
            <pc:docMk/>
            <pc:sldMk cId="4049058850" sldId="1490"/>
            <ac:spMk id="9" creationId="{1C4ED1BB-A3D1-3D75-4A07-CEE84BB13B8E}"/>
          </ac:spMkLst>
        </pc:spChg>
        <pc:spChg chg="mod">
          <ac:chgData name="DEWE, HAYLEY L." userId="5cada80b-0f7b-49a5-96b2-656b100ca6c6" providerId="ADAL" clId="{632DF7FE-9916-4FAF-8457-3521400FFCEA}" dt="2026-02-10T23:31:55.996" v="173607" actId="1076"/>
          <ac:spMkLst>
            <pc:docMk/>
            <pc:sldMk cId="4049058850" sldId="1490"/>
            <ac:spMk id="13" creationId="{427ACE8D-2F96-299F-43F0-8B4354512B5E}"/>
          </ac:spMkLst>
        </pc:spChg>
        <pc:picChg chg="add mod">
          <ac:chgData name="DEWE, HAYLEY L." userId="5cada80b-0f7b-49a5-96b2-656b100ca6c6" providerId="ADAL" clId="{632DF7FE-9916-4FAF-8457-3521400FFCEA}" dt="2026-02-10T23:31:55.996" v="173607" actId="1076"/>
          <ac:picMkLst>
            <pc:docMk/>
            <pc:sldMk cId="4049058850" sldId="1490"/>
            <ac:picMk id="4" creationId="{CB96EC51-E524-A7AE-A6A2-360637CEAEAC}"/>
          </ac:picMkLst>
        </pc:picChg>
        <pc:picChg chg="mod">
          <ac:chgData name="DEWE, HAYLEY L." userId="5cada80b-0f7b-49a5-96b2-656b100ca6c6" providerId="ADAL" clId="{632DF7FE-9916-4FAF-8457-3521400FFCEA}" dt="2026-02-10T23:31:55.996" v="173607" actId="1076"/>
          <ac:picMkLst>
            <pc:docMk/>
            <pc:sldMk cId="4049058850" sldId="1490"/>
            <ac:picMk id="10" creationId="{01CC533D-EAAD-5E15-5F13-93C1CEECC562}"/>
          </ac:picMkLst>
        </pc:picChg>
        <pc:picChg chg="add del mod">
          <ac:chgData name="DEWE, HAYLEY L." userId="5cada80b-0f7b-49a5-96b2-656b100ca6c6" providerId="ADAL" clId="{632DF7FE-9916-4FAF-8457-3521400FFCEA}" dt="2026-02-18T14:17:22.017" v="195042" actId="478"/>
          <ac:picMkLst>
            <pc:docMk/>
            <pc:sldMk cId="4049058850" sldId="1490"/>
            <ac:picMk id="11" creationId="{35D76ECA-B3AC-27B2-1692-037DACF1B48E}"/>
          </ac:picMkLst>
        </pc:picChg>
      </pc:sldChg>
      <pc:sldChg chg="addSp delSp modSp add mod delAnim modAnim">
        <pc:chgData name="DEWE, HAYLEY L." userId="5cada80b-0f7b-49a5-96b2-656b100ca6c6" providerId="ADAL" clId="{632DF7FE-9916-4FAF-8457-3521400FFCEA}" dt="2026-02-18T14:23:18.511" v="195545"/>
        <pc:sldMkLst>
          <pc:docMk/>
          <pc:sldMk cId="3090417356" sldId="1491"/>
        </pc:sldMkLst>
        <pc:spChg chg="add mod">
          <ac:chgData name="DEWE, HAYLEY L." userId="5cada80b-0f7b-49a5-96b2-656b100ca6c6" providerId="ADAL" clId="{632DF7FE-9916-4FAF-8457-3521400FFCEA}" dt="2026-02-17T22:55:36.364" v="184936" actId="14100"/>
          <ac:spMkLst>
            <pc:docMk/>
            <pc:sldMk cId="3090417356" sldId="1491"/>
            <ac:spMk id="2" creationId="{B3021806-8E28-6097-860A-46CBC6DE9137}"/>
          </ac:spMkLst>
        </pc:spChg>
        <pc:spChg chg="mod">
          <ac:chgData name="DEWE, HAYLEY L." userId="5cada80b-0f7b-49a5-96b2-656b100ca6c6" providerId="ADAL" clId="{632DF7FE-9916-4FAF-8457-3521400FFCEA}" dt="2026-02-10T22:50:49.175" v="171300" actId="20577"/>
          <ac:spMkLst>
            <pc:docMk/>
            <pc:sldMk cId="3090417356" sldId="1491"/>
            <ac:spMk id="3" creationId="{0999317B-8C58-F7E4-1D54-9CA2A2382EE7}"/>
          </ac:spMkLst>
        </pc:spChg>
        <pc:spChg chg="add mod">
          <ac:chgData name="DEWE, HAYLEY L." userId="5cada80b-0f7b-49a5-96b2-656b100ca6c6" providerId="ADAL" clId="{632DF7FE-9916-4FAF-8457-3521400FFCEA}" dt="2026-02-05T10:16:36.401" v="166419" actId="1076"/>
          <ac:spMkLst>
            <pc:docMk/>
            <pc:sldMk cId="3090417356" sldId="1491"/>
            <ac:spMk id="4" creationId="{C8C26223-9499-9B3F-4972-72D3423299F3}"/>
          </ac:spMkLst>
        </pc:spChg>
        <pc:spChg chg="add del mod">
          <ac:chgData name="DEWE, HAYLEY L." userId="5cada80b-0f7b-49a5-96b2-656b100ca6c6" providerId="ADAL" clId="{632DF7FE-9916-4FAF-8457-3521400FFCEA}" dt="2026-02-10T22:46:47.163" v="171195" actId="20577"/>
          <ac:spMkLst>
            <pc:docMk/>
            <pc:sldMk cId="3090417356" sldId="1491"/>
            <ac:spMk id="5" creationId="{3B769AEE-6847-19ED-B5AA-26169CE5B8D6}"/>
          </ac:spMkLst>
        </pc:spChg>
        <pc:spChg chg="mod">
          <ac:chgData name="DEWE, HAYLEY L." userId="5cada80b-0f7b-49a5-96b2-656b100ca6c6" providerId="ADAL" clId="{632DF7FE-9916-4FAF-8457-3521400FFCEA}" dt="2026-02-10T22:47:22.579" v="171211" actId="14100"/>
          <ac:spMkLst>
            <pc:docMk/>
            <pc:sldMk cId="3090417356" sldId="1491"/>
            <ac:spMk id="6" creationId="{8C3B741F-E0D1-8470-0AE2-FCFA5CB67D1B}"/>
          </ac:spMkLst>
        </pc:spChg>
        <pc:spChg chg="mod">
          <ac:chgData name="DEWE, HAYLEY L." userId="5cada80b-0f7b-49a5-96b2-656b100ca6c6" providerId="ADAL" clId="{632DF7FE-9916-4FAF-8457-3521400FFCEA}" dt="2026-02-10T22:50:39.353" v="171294" actId="20577"/>
          <ac:spMkLst>
            <pc:docMk/>
            <pc:sldMk cId="3090417356" sldId="1491"/>
            <ac:spMk id="7" creationId="{83E6300C-C5A5-80A8-5D0B-FA59B0B649C2}"/>
          </ac:spMkLst>
        </pc:spChg>
        <pc:spChg chg="add mod">
          <ac:chgData name="DEWE, HAYLEY L." userId="5cada80b-0f7b-49a5-96b2-656b100ca6c6" providerId="ADAL" clId="{632DF7FE-9916-4FAF-8457-3521400FFCEA}" dt="2026-02-10T22:51:07.087" v="171339" actId="6549"/>
          <ac:spMkLst>
            <pc:docMk/>
            <pc:sldMk cId="3090417356" sldId="1491"/>
            <ac:spMk id="11" creationId="{FBF555E2-8BAE-EA59-7276-40C7FB9C8FF7}"/>
          </ac:spMkLst>
        </pc:spChg>
        <pc:picChg chg="add mod">
          <ac:chgData name="DEWE, HAYLEY L." userId="5cada80b-0f7b-49a5-96b2-656b100ca6c6" providerId="ADAL" clId="{632DF7FE-9916-4FAF-8457-3521400FFCEA}" dt="2026-02-05T10:16:17.133" v="166413" actId="1076"/>
          <ac:picMkLst>
            <pc:docMk/>
            <pc:sldMk cId="3090417356" sldId="1491"/>
            <ac:picMk id="9" creationId="{215D6912-8B0F-2DF9-BE2C-8BCEA27DC4B9}"/>
          </ac:picMkLst>
        </pc:picChg>
        <pc:picChg chg="add del mod">
          <ac:chgData name="DEWE, HAYLEY L." userId="5cada80b-0f7b-49a5-96b2-656b100ca6c6" providerId="ADAL" clId="{632DF7FE-9916-4FAF-8457-3521400FFCEA}" dt="2026-02-18T14:23:16.895" v="195544" actId="478"/>
          <ac:picMkLst>
            <pc:docMk/>
            <pc:sldMk cId="3090417356" sldId="1491"/>
            <ac:picMk id="12" creationId="{59523680-A2C3-605D-7FC3-564E818F61D9}"/>
          </ac:picMkLst>
        </pc:picChg>
      </pc:sldChg>
      <pc:sldChg chg="add del modNotesTx">
        <pc:chgData name="DEWE, HAYLEY L." userId="5cada80b-0f7b-49a5-96b2-656b100ca6c6" providerId="ADAL" clId="{632DF7FE-9916-4FAF-8457-3521400FFCEA}" dt="2026-02-18T01:42:42.520" v="190771" actId="47"/>
        <pc:sldMkLst>
          <pc:docMk/>
          <pc:sldMk cId="3486313048" sldId="1492"/>
        </pc:sldMkLst>
      </pc:sldChg>
      <pc:sldChg chg="addSp delSp modSp add mod ord">
        <pc:chgData name="DEWE, HAYLEY L." userId="5cada80b-0f7b-49a5-96b2-656b100ca6c6" providerId="ADAL" clId="{632DF7FE-9916-4FAF-8457-3521400FFCEA}" dt="2026-02-17T00:31:26.290" v="177263"/>
        <pc:sldMkLst>
          <pc:docMk/>
          <pc:sldMk cId="3164714281" sldId="1497"/>
        </pc:sldMkLst>
        <pc:spChg chg="add mod">
          <ac:chgData name="DEWE, HAYLEY L." userId="5cada80b-0f7b-49a5-96b2-656b100ca6c6" providerId="ADAL" clId="{632DF7FE-9916-4FAF-8457-3521400FFCEA}" dt="2026-02-17T00:31:26.290" v="177263"/>
          <ac:spMkLst>
            <pc:docMk/>
            <pc:sldMk cId="3164714281" sldId="1497"/>
            <ac:spMk id="7" creationId="{D4474948-CF6E-5325-6BD7-E4AEB2A3F1FF}"/>
          </ac:spMkLst>
        </pc:spChg>
      </pc:sldChg>
      <pc:sldChg chg="modSp add del mod ord modAnim">
        <pc:chgData name="DEWE, HAYLEY L." userId="5cada80b-0f7b-49a5-96b2-656b100ca6c6" providerId="ADAL" clId="{632DF7FE-9916-4FAF-8457-3521400FFCEA}" dt="2026-02-17T12:58:11.598" v="182136" actId="47"/>
        <pc:sldMkLst>
          <pc:docMk/>
          <pc:sldMk cId="3115628784" sldId="1506"/>
        </pc:sldMkLst>
        <pc:spChg chg="mod">
          <ac:chgData name="DEWE, HAYLEY L." userId="5cada80b-0f7b-49a5-96b2-656b100ca6c6" providerId="ADAL" clId="{632DF7FE-9916-4FAF-8457-3521400FFCEA}" dt="2026-02-17T00:18:03.979" v="177186" actId="1076"/>
          <ac:spMkLst>
            <pc:docMk/>
            <pc:sldMk cId="3115628784" sldId="1506"/>
            <ac:spMk id="145" creationId="{F76C19F4-0C18-7FBF-F22E-9552D03B1A50}"/>
          </ac:spMkLst>
        </pc:spChg>
      </pc:sldChg>
      <pc:sldChg chg="modSp add mod ord">
        <pc:chgData name="DEWE, HAYLEY L." userId="5cada80b-0f7b-49a5-96b2-656b100ca6c6" providerId="ADAL" clId="{632DF7FE-9916-4FAF-8457-3521400FFCEA}" dt="2026-02-17T00:31:03.978" v="177260" actId="14100"/>
        <pc:sldMkLst>
          <pc:docMk/>
          <pc:sldMk cId="3632566567" sldId="1507"/>
        </pc:sldMkLst>
        <pc:spChg chg="mod">
          <ac:chgData name="DEWE, HAYLEY L." userId="5cada80b-0f7b-49a5-96b2-656b100ca6c6" providerId="ADAL" clId="{632DF7FE-9916-4FAF-8457-3521400FFCEA}" dt="2026-02-17T00:31:03.978" v="177260" actId="14100"/>
          <ac:spMkLst>
            <pc:docMk/>
            <pc:sldMk cId="3632566567" sldId="1507"/>
            <ac:spMk id="4" creationId="{DB6A106D-043F-05C5-54ED-3BB86EFFE9B2}"/>
          </ac:spMkLst>
        </pc:spChg>
      </pc:sldChg>
      <pc:sldChg chg="delSp modSp add mod modAnim">
        <pc:chgData name="DEWE, HAYLEY L." userId="5cada80b-0f7b-49a5-96b2-656b100ca6c6" providerId="ADAL" clId="{632DF7FE-9916-4FAF-8457-3521400FFCEA}" dt="2026-02-18T14:06:05.891" v="194532" actId="20577"/>
        <pc:sldMkLst>
          <pc:docMk/>
          <pc:sldMk cId="717545441" sldId="1510"/>
        </pc:sldMkLst>
        <pc:spChg chg="mod">
          <ac:chgData name="DEWE, HAYLEY L." userId="5cada80b-0f7b-49a5-96b2-656b100ca6c6" providerId="ADAL" clId="{632DF7FE-9916-4FAF-8457-3521400FFCEA}" dt="2026-02-18T14:06:05.891" v="194532" actId="20577"/>
          <ac:spMkLst>
            <pc:docMk/>
            <pc:sldMk cId="717545441" sldId="1510"/>
            <ac:spMk id="6" creationId="{D95FE9D4-3EF6-5CA9-785B-54C8EFB197CD}"/>
          </ac:spMkLst>
        </pc:spChg>
      </pc:sldChg>
      <pc:sldChg chg="addSp delSp modSp add mod modAnim">
        <pc:chgData name="DEWE, HAYLEY L." userId="5cada80b-0f7b-49a5-96b2-656b100ca6c6" providerId="ADAL" clId="{632DF7FE-9916-4FAF-8457-3521400FFCEA}" dt="2026-02-18T14:06:30.726" v="194535"/>
        <pc:sldMkLst>
          <pc:docMk/>
          <pc:sldMk cId="2502782043" sldId="1512"/>
        </pc:sldMkLst>
        <pc:spChg chg="add mod">
          <ac:chgData name="DEWE, HAYLEY L." userId="5cada80b-0f7b-49a5-96b2-656b100ca6c6" providerId="ADAL" clId="{632DF7FE-9916-4FAF-8457-3521400FFCEA}" dt="2026-02-18T11:20:07.034" v="190831" actId="20577"/>
          <ac:spMkLst>
            <pc:docMk/>
            <pc:sldMk cId="2502782043" sldId="1512"/>
            <ac:spMk id="2" creationId="{F641D26D-7D34-9E70-0E3A-5B5A9A5663EF}"/>
          </ac:spMkLst>
        </pc:spChg>
        <pc:spChg chg="mod">
          <ac:chgData name="DEWE, HAYLEY L." userId="5cada80b-0f7b-49a5-96b2-656b100ca6c6" providerId="ADAL" clId="{632DF7FE-9916-4FAF-8457-3521400FFCEA}" dt="2026-02-18T11:38:59.902" v="193279" actId="20577"/>
          <ac:spMkLst>
            <pc:docMk/>
            <pc:sldMk cId="2502782043" sldId="1512"/>
            <ac:spMk id="3" creationId="{14FD8327-66B7-6D3D-6D53-C121AC02507D}"/>
          </ac:spMkLst>
        </pc:spChg>
        <pc:spChg chg="del mod">
          <ac:chgData name="DEWE, HAYLEY L." userId="5cada80b-0f7b-49a5-96b2-656b100ca6c6" providerId="ADAL" clId="{632DF7FE-9916-4FAF-8457-3521400FFCEA}" dt="2026-02-17T11:30:18.185" v="178177" actId="478"/>
          <ac:spMkLst>
            <pc:docMk/>
            <pc:sldMk cId="2502782043" sldId="1512"/>
            <ac:spMk id="7" creationId="{0B31C14C-2A29-3253-8DCA-6CDAE15B438F}"/>
          </ac:spMkLst>
        </pc:spChg>
        <pc:picChg chg="add mod">
          <ac:chgData name="DEWE, HAYLEY L." userId="5cada80b-0f7b-49a5-96b2-656b100ca6c6" providerId="ADAL" clId="{632DF7FE-9916-4FAF-8457-3521400FFCEA}" dt="2026-02-18T11:39:09.965" v="193280" actId="1076"/>
          <ac:picMkLst>
            <pc:docMk/>
            <pc:sldMk cId="2502782043" sldId="1512"/>
            <ac:picMk id="5" creationId="{4EBE6D7F-0CB1-0C08-86F3-46A117BBCF03}"/>
          </ac:picMkLst>
        </pc:picChg>
      </pc:sldChg>
      <pc:sldChg chg="addSp delSp modSp add mod delAnim modAnim">
        <pc:chgData name="DEWE, HAYLEY L." userId="5cada80b-0f7b-49a5-96b2-656b100ca6c6" providerId="ADAL" clId="{632DF7FE-9916-4FAF-8457-3521400FFCEA}" dt="2026-02-17T22:37:59.894" v="184599" actId="20577"/>
        <pc:sldMkLst>
          <pc:docMk/>
          <pc:sldMk cId="2645537288" sldId="1513"/>
        </pc:sldMkLst>
        <pc:spChg chg="del mod">
          <ac:chgData name="DEWE, HAYLEY L." userId="5cada80b-0f7b-49a5-96b2-656b100ca6c6" providerId="ADAL" clId="{632DF7FE-9916-4FAF-8457-3521400FFCEA}" dt="2026-02-17T00:32:23.754" v="177272" actId="478"/>
          <ac:spMkLst>
            <pc:docMk/>
            <pc:sldMk cId="2645537288" sldId="1513"/>
            <ac:spMk id="2" creationId="{51E63D6D-F53C-0555-6E15-CF33B15F8DDC}"/>
          </ac:spMkLst>
        </pc:spChg>
        <pc:spChg chg="del mod">
          <ac:chgData name="DEWE, HAYLEY L." userId="5cada80b-0f7b-49a5-96b2-656b100ca6c6" providerId="ADAL" clId="{632DF7FE-9916-4FAF-8457-3521400FFCEA}" dt="2026-02-17T12:48:48.612" v="181671" actId="478"/>
          <ac:spMkLst>
            <pc:docMk/>
            <pc:sldMk cId="2645537288" sldId="1513"/>
            <ac:spMk id="4" creationId="{FD34829B-6C9D-ED27-7851-F4F82F08070A}"/>
          </ac:spMkLst>
        </pc:spChg>
        <pc:spChg chg="add del mod">
          <ac:chgData name="DEWE, HAYLEY L." userId="5cada80b-0f7b-49a5-96b2-656b100ca6c6" providerId="ADAL" clId="{632DF7FE-9916-4FAF-8457-3521400FFCEA}" dt="2026-02-17T00:32:25.871" v="177273" actId="478"/>
          <ac:spMkLst>
            <pc:docMk/>
            <pc:sldMk cId="2645537288" sldId="1513"/>
            <ac:spMk id="5" creationId="{C22DCFC1-BC3C-A9C5-D3B2-94F7E382B98E}"/>
          </ac:spMkLst>
        </pc:spChg>
        <pc:spChg chg="add mod">
          <ac:chgData name="DEWE, HAYLEY L." userId="5cada80b-0f7b-49a5-96b2-656b100ca6c6" providerId="ADAL" clId="{632DF7FE-9916-4FAF-8457-3521400FFCEA}" dt="2026-02-17T00:32:33.068" v="177274"/>
          <ac:spMkLst>
            <pc:docMk/>
            <pc:sldMk cId="2645537288" sldId="1513"/>
            <ac:spMk id="6" creationId="{8B602D22-15E8-3D8F-41CD-6E02772B4644}"/>
          </ac:spMkLst>
        </pc:spChg>
        <pc:spChg chg="add mod">
          <ac:chgData name="DEWE, HAYLEY L." userId="5cada80b-0f7b-49a5-96b2-656b100ca6c6" providerId="ADAL" clId="{632DF7FE-9916-4FAF-8457-3521400FFCEA}" dt="2026-02-17T00:36:02.070" v="177491" actId="113"/>
          <ac:spMkLst>
            <pc:docMk/>
            <pc:sldMk cId="2645537288" sldId="1513"/>
            <ac:spMk id="7" creationId="{63D07682-FB5D-63ED-8FD6-E87770103B13}"/>
          </ac:spMkLst>
        </pc:spChg>
        <pc:spChg chg="add del mod">
          <ac:chgData name="DEWE, HAYLEY L." userId="5cada80b-0f7b-49a5-96b2-656b100ca6c6" providerId="ADAL" clId="{632DF7FE-9916-4FAF-8457-3521400FFCEA}" dt="2026-02-17T12:48:37.553" v="181666" actId="478"/>
          <ac:spMkLst>
            <pc:docMk/>
            <pc:sldMk cId="2645537288" sldId="1513"/>
            <ac:spMk id="8" creationId="{C9864B18-290A-24A0-B997-20DDABC71F63}"/>
          </ac:spMkLst>
        </pc:spChg>
        <pc:spChg chg="mod">
          <ac:chgData name="DEWE, HAYLEY L." userId="5cada80b-0f7b-49a5-96b2-656b100ca6c6" providerId="ADAL" clId="{632DF7FE-9916-4FAF-8457-3521400FFCEA}" dt="2026-02-17T14:17:02.575" v="182681" actId="113"/>
          <ac:spMkLst>
            <pc:docMk/>
            <pc:sldMk cId="2645537288" sldId="1513"/>
            <ac:spMk id="9" creationId="{AA046F74-FF17-4046-FF6E-9720D5776CC4}"/>
          </ac:spMkLst>
        </pc:spChg>
        <pc:spChg chg="mod">
          <ac:chgData name="DEWE, HAYLEY L." userId="5cada80b-0f7b-49a5-96b2-656b100ca6c6" providerId="ADAL" clId="{632DF7FE-9916-4FAF-8457-3521400FFCEA}" dt="2026-02-17T14:15:40.249" v="182564" actId="404"/>
          <ac:spMkLst>
            <pc:docMk/>
            <pc:sldMk cId="2645537288" sldId="1513"/>
            <ac:spMk id="10" creationId="{31440A62-AD4C-F3BD-2685-731944DB642F}"/>
          </ac:spMkLst>
        </pc:spChg>
        <pc:spChg chg="mod">
          <ac:chgData name="DEWE, HAYLEY L." userId="5cada80b-0f7b-49a5-96b2-656b100ca6c6" providerId="ADAL" clId="{632DF7FE-9916-4FAF-8457-3521400FFCEA}" dt="2026-02-17T14:15:38.561" v="182563" actId="404"/>
          <ac:spMkLst>
            <pc:docMk/>
            <pc:sldMk cId="2645537288" sldId="1513"/>
            <ac:spMk id="11" creationId="{A82007C6-B78A-F8A4-2812-24A78DBD5BA3}"/>
          </ac:spMkLst>
        </pc:spChg>
        <pc:spChg chg="mod">
          <ac:chgData name="DEWE, HAYLEY L." userId="5cada80b-0f7b-49a5-96b2-656b100ca6c6" providerId="ADAL" clId="{632DF7FE-9916-4FAF-8457-3521400FFCEA}" dt="2026-02-17T14:16:41.327" v="182671" actId="20577"/>
          <ac:spMkLst>
            <pc:docMk/>
            <pc:sldMk cId="2645537288" sldId="1513"/>
            <ac:spMk id="12" creationId="{47F9C066-3EE4-2898-EDE1-7C6F5CF5F64E}"/>
          </ac:spMkLst>
        </pc:spChg>
        <pc:spChg chg="mod">
          <ac:chgData name="DEWE, HAYLEY L." userId="5cada80b-0f7b-49a5-96b2-656b100ca6c6" providerId="ADAL" clId="{632DF7FE-9916-4FAF-8457-3521400FFCEA}" dt="2026-02-17T22:37:59.894" v="184599" actId="20577"/>
          <ac:spMkLst>
            <pc:docMk/>
            <pc:sldMk cId="2645537288" sldId="1513"/>
            <ac:spMk id="13" creationId="{533627AE-C94E-219C-8E50-661F6EF82E80}"/>
          </ac:spMkLst>
        </pc:spChg>
        <pc:spChg chg="mod">
          <ac:chgData name="DEWE, HAYLEY L." userId="5cada80b-0f7b-49a5-96b2-656b100ca6c6" providerId="ADAL" clId="{632DF7FE-9916-4FAF-8457-3521400FFCEA}" dt="2026-02-17T00:36:10.765" v="177492" actId="14100"/>
          <ac:spMkLst>
            <pc:docMk/>
            <pc:sldMk cId="2645537288" sldId="1513"/>
            <ac:spMk id="14" creationId="{D66A3B68-FD79-C1E1-8F45-700621C70A46}"/>
          </ac:spMkLst>
        </pc:spChg>
        <pc:spChg chg="mod">
          <ac:chgData name="DEWE, HAYLEY L." userId="5cada80b-0f7b-49a5-96b2-656b100ca6c6" providerId="ADAL" clId="{632DF7FE-9916-4FAF-8457-3521400FFCEA}" dt="2026-02-17T14:16:29.492" v="182670" actId="6549"/>
          <ac:spMkLst>
            <pc:docMk/>
            <pc:sldMk cId="2645537288" sldId="1513"/>
            <ac:spMk id="15" creationId="{7A422197-5401-3710-9526-B4EE7F979BC6}"/>
          </ac:spMkLst>
        </pc:spChg>
        <pc:spChg chg="mod">
          <ac:chgData name="DEWE, HAYLEY L." userId="5cada80b-0f7b-49a5-96b2-656b100ca6c6" providerId="ADAL" clId="{632DF7FE-9916-4FAF-8457-3521400FFCEA}" dt="2026-02-17T00:36:18.703" v="177494" actId="14100"/>
          <ac:spMkLst>
            <pc:docMk/>
            <pc:sldMk cId="2645537288" sldId="1513"/>
            <ac:spMk id="16" creationId="{1247622F-8699-DCF4-42DC-CBE3185C3338}"/>
          </ac:spMkLst>
        </pc:spChg>
        <pc:spChg chg="mod">
          <ac:chgData name="DEWE, HAYLEY L." userId="5cada80b-0f7b-49a5-96b2-656b100ca6c6" providerId="ADAL" clId="{632DF7FE-9916-4FAF-8457-3521400FFCEA}" dt="2026-02-17T00:36:40.756" v="177511" actId="20577"/>
          <ac:spMkLst>
            <pc:docMk/>
            <pc:sldMk cId="2645537288" sldId="1513"/>
            <ac:spMk id="17" creationId="{22B4C832-FA0A-8124-A80C-B895DA9362FD}"/>
          </ac:spMkLst>
        </pc:spChg>
        <pc:spChg chg="mod">
          <ac:chgData name="DEWE, HAYLEY L." userId="5cada80b-0f7b-49a5-96b2-656b100ca6c6" providerId="ADAL" clId="{632DF7FE-9916-4FAF-8457-3521400FFCEA}" dt="2026-02-17T14:17:08.727" v="182684" actId="20577"/>
          <ac:spMkLst>
            <pc:docMk/>
            <pc:sldMk cId="2645537288" sldId="1513"/>
            <ac:spMk id="18" creationId="{B717BA3D-1440-BCF2-D83F-B8AAB8D8AA5A}"/>
          </ac:spMkLst>
        </pc:spChg>
        <pc:spChg chg="mod">
          <ac:chgData name="DEWE, HAYLEY L." userId="5cada80b-0f7b-49a5-96b2-656b100ca6c6" providerId="ADAL" clId="{632DF7FE-9916-4FAF-8457-3521400FFCEA}" dt="2026-02-17T14:15:00.915" v="182554" actId="20577"/>
          <ac:spMkLst>
            <pc:docMk/>
            <pc:sldMk cId="2645537288" sldId="1513"/>
            <ac:spMk id="19" creationId="{C8A7C19D-0BDE-B59A-361D-F750C332FB75}"/>
          </ac:spMkLst>
        </pc:spChg>
        <pc:spChg chg="add mod">
          <ac:chgData name="DEWE, HAYLEY L." userId="5cada80b-0f7b-49a5-96b2-656b100ca6c6" providerId="ADAL" clId="{632DF7FE-9916-4FAF-8457-3521400FFCEA}" dt="2026-02-17T12:55:55" v="182135" actId="20577"/>
          <ac:spMkLst>
            <pc:docMk/>
            <pc:sldMk cId="2645537288" sldId="1513"/>
            <ac:spMk id="20" creationId="{06B2BBBB-8552-88F7-8B6E-21134BBD92C7}"/>
          </ac:spMkLst>
        </pc:spChg>
        <pc:spChg chg="add mod">
          <ac:chgData name="DEWE, HAYLEY L." userId="5cada80b-0f7b-49a5-96b2-656b100ca6c6" providerId="ADAL" clId="{632DF7FE-9916-4FAF-8457-3521400FFCEA}" dt="2026-02-17T12:55:22.482" v="182070" actId="14100"/>
          <ac:spMkLst>
            <pc:docMk/>
            <pc:sldMk cId="2645537288" sldId="1513"/>
            <ac:spMk id="22" creationId="{A1D820F7-0EB3-4203-C61C-17A412014C1D}"/>
          </ac:spMkLst>
        </pc:spChg>
      </pc:sldChg>
      <pc:sldChg chg="addSp delSp modSp add mod delAnim modAnim">
        <pc:chgData name="DEWE, HAYLEY L." userId="5cada80b-0f7b-49a5-96b2-656b100ca6c6" providerId="ADAL" clId="{632DF7FE-9916-4FAF-8457-3521400FFCEA}" dt="2026-02-18T14:12:51.954" v="194739"/>
        <pc:sldMkLst>
          <pc:docMk/>
          <pc:sldMk cId="2082886691" sldId="1514"/>
        </pc:sldMkLst>
        <pc:spChg chg="add mod">
          <ac:chgData name="DEWE, HAYLEY L." userId="5cada80b-0f7b-49a5-96b2-656b100ca6c6" providerId="ADAL" clId="{632DF7FE-9916-4FAF-8457-3521400FFCEA}" dt="2026-02-17T12:07:26.610" v="181348" actId="14100"/>
          <ac:spMkLst>
            <pc:docMk/>
            <pc:sldMk cId="2082886691" sldId="1514"/>
            <ac:spMk id="5" creationId="{BC682D64-8A9E-ADE3-D5F7-83539A565598}"/>
          </ac:spMkLst>
        </pc:spChg>
        <pc:spChg chg="mod">
          <ac:chgData name="DEWE, HAYLEY L." userId="5cada80b-0f7b-49a5-96b2-656b100ca6c6" providerId="ADAL" clId="{632DF7FE-9916-4FAF-8457-3521400FFCEA}" dt="2026-02-17T11:33:21.086" v="178572" actId="207"/>
          <ac:spMkLst>
            <pc:docMk/>
            <pc:sldMk cId="2082886691" sldId="1514"/>
            <ac:spMk id="14" creationId="{5CAD8A24-A4C2-32FE-2DBC-86D58474D205}"/>
          </ac:spMkLst>
        </pc:spChg>
        <pc:spChg chg="del">
          <ac:chgData name="DEWE, HAYLEY L." userId="5cada80b-0f7b-49a5-96b2-656b100ca6c6" providerId="ADAL" clId="{632DF7FE-9916-4FAF-8457-3521400FFCEA}" dt="2026-02-17T11:32:46.415" v="178535" actId="478"/>
          <ac:spMkLst>
            <pc:docMk/>
            <pc:sldMk cId="2082886691" sldId="1514"/>
            <ac:spMk id="23" creationId="{56409A9C-7F0F-8CF9-EB1E-D496DD216F28}"/>
          </ac:spMkLst>
        </pc:spChg>
        <pc:picChg chg="mod">
          <ac:chgData name="DEWE, HAYLEY L." userId="5cada80b-0f7b-49a5-96b2-656b100ca6c6" providerId="ADAL" clId="{632DF7FE-9916-4FAF-8457-3521400FFCEA}" dt="2026-02-17T11:33:40.541" v="178573" actId="207"/>
          <ac:picMkLst>
            <pc:docMk/>
            <pc:sldMk cId="2082886691" sldId="1514"/>
            <ac:picMk id="3" creationId="{6AA0B3B7-B21D-C594-163C-AD8A702D9EFA}"/>
          </ac:picMkLst>
        </pc:picChg>
        <pc:picChg chg="mod">
          <ac:chgData name="DEWE, HAYLEY L." userId="5cada80b-0f7b-49a5-96b2-656b100ca6c6" providerId="ADAL" clId="{632DF7FE-9916-4FAF-8457-3521400FFCEA}" dt="2026-02-17T11:33:40.541" v="178573" actId="207"/>
          <ac:picMkLst>
            <pc:docMk/>
            <pc:sldMk cId="2082886691" sldId="1514"/>
            <ac:picMk id="4" creationId="{6D005FAA-0085-E981-27F0-A337FFD7579D}"/>
          </ac:picMkLst>
        </pc:picChg>
        <pc:picChg chg="mod">
          <ac:chgData name="DEWE, HAYLEY L." userId="5cada80b-0f7b-49a5-96b2-656b100ca6c6" providerId="ADAL" clId="{632DF7FE-9916-4FAF-8457-3521400FFCEA}" dt="2026-02-17T11:33:40.541" v="178573" actId="207"/>
          <ac:picMkLst>
            <pc:docMk/>
            <pc:sldMk cId="2082886691" sldId="1514"/>
            <ac:picMk id="15" creationId="{A46B6C52-B9CA-3B56-3E09-78EC6C5FE572}"/>
          </ac:picMkLst>
        </pc:picChg>
        <pc:picChg chg="mod">
          <ac:chgData name="DEWE, HAYLEY L." userId="5cada80b-0f7b-49a5-96b2-656b100ca6c6" providerId="ADAL" clId="{632DF7FE-9916-4FAF-8457-3521400FFCEA}" dt="2026-02-17T11:33:40.541" v="178573" actId="207"/>
          <ac:picMkLst>
            <pc:docMk/>
            <pc:sldMk cId="2082886691" sldId="1514"/>
            <ac:picMk id="16" creationId="{70C46073-B3E9-B26A-D0FF-7B79CAFAA4AA}"/>
          </ac:picMkLst>
        </pc:picChg>
        <pc:picChg chg="mod">
          <ac:chgData name="DEWE, HAYLEY L." userId="5cada80b-0f7b-49a5-96b2-656b100ca6c6" providerId="ADAL" clId="{632DF7FE-9916-4FAF-8457-3521400FFCEA}" dt="2026-02-17T11:33:40.541" v="178573" actId="207"/>
          <ac:picMkLst>
            <pc:docMk/>
            <pc:sldMk cId="2082886691" sldId="1514"/>
            <ac:picMk id="21" creationId="{3C15B514-0C6E-12ED-9D4A-D0A7152C3265}"/>
          </ac:picMkLst>
        </pc:picChg>
      </pc:sldChg>
      <pc:sldChg chg="addSp delSp modSp add mod delAnim modAnim">
        <pc:chgData name="DEWE, HAYLEY L." userId="5cada80b-0f7b-49a5-96b2-656b100ca6c6" providerId="ADAL" clId="{632DF7FE-9916-4FAF-8457-3521400FFCEA}" dt="2026-02-18T14:12:23.126" v="194723" actId="20577"/>
        <pc:sldMkLst>
          <pc:docMk/>
          <pc:sldMk cId="93136576" sldId="1515"/>
        </pc:sldMkLst>
        <pc:spChg chg="del">
          <ac:chgData name="DEWE, HAYLEY L." userId="5cada80b-0f7b-49a5-96b2-656b100ca6c6" providerId="ADAL" clId="{632DF7FE-9916-4FAF-8457-3521400FFCEA}" dt="2026-02-17T11:45:45.777" v="179089" actId="478"/>
          <ac:spMkLst>
            <pc:docMk/>
            <pc:sldMk cId="93136576" sldId="1515"/>
            <ac:spMk id="3" creationId="{556DB3E0-CEEC-5941-BBE1-F7D795C40428}"/>
          </ac:spMkLst>
        </pc:spChg>
        <pc:spChg chg="add mod">
          <ac:chgData name="DEWE, HAYLEY L." userId="5cada80b-0f7b-49a5-96b2-656b100ca6c6" providerId="ADAL" clId="{632DF7FE-9916-4FAF-8457-3521400FFCEA}" dt="2026-02-17T11:45:46.704" v="179090"/>
          <ac:spMkLst>
            <pc:docMk/>
            <pc:sldMk cId="93136576" sldId="1515"/>
            <ac:spMk id="7" creationId="{00D19948-1DFE-E167-6C61-A169B0883325}"/>
          </ac:spMkLst>
        </pc:spChg>
        <pc:spChg chg="add mod">
          <ac:chgData name="DEWE, HAYLEY L." userId="5cada80b-0f7b-49a5-96b2-656b100ca6c6" providerId="ADAL" clId="{632DF7FE-9916-4FAF-8457-3521400FFCEA}" dt="2026-02-17T11:45:46.704" v="179090"/>
          <ac:spMkLst>
            <pc:docMk/>
            <pc:sldMk cId="93136576" sldId="1515"/>
            <ac:spMk id="8" creationId="{8685C9C5-5477-EC1C-A4B0-3768923E242B}"/>
          </ac:spMkLst>
        </pc:spChg>
        <pc:spChg chg="add mod">
          <ac:chgData name="DEWE, HAYLEY L." userId="5cada80b-0f7b-49a5-96b2-656b100ca6c6" providerId="ADAL" clId="{632DF7FE-9916-4FAF-8457-3521400FFCEA}" dt="2026-02-17T11:45:46.704" v="179090"/>
          <ac:spMkLst>
            <pc:docMk/>
            <pc:sldMk cId="93136576" sldId="1515"/>
            <ac:spMk id="10" creationId="{EDD25BE5-7007-884E-20AB-A385891083B8}"/>
          </ac:spMkLst>
        </pc:spChg>
        <pc:spChg chg="add mod">
          <ac:chgData name="DEWE, HAYLEY L." userId="5cada80b-0f7b-49a5-96b2-656b100ca6c6" providerId="ADAL" clId="{632DF7FE-9916-4FAF-8457-3521400FFCEA}" dt="2026-02-17T11:45:46.704" v="179090"/>
          <ac:spMkLst>
            <pc:docMk/>
            <pc:sldMk cId="93136576" sldId="1515"/>
            <ac:spMk id="11" creationId="{68BDD7A4-C93C-6D2C-A47B-00E584D8F4DE}"/>
          </ac:spMkLst>
        </pc:spChg>
        <pc:spChg chg="add mod">
          <ac:chgData name="DEWE, HAYLEY L." userId="5cada80b-0f7b-49a5-96b2-656b100ca6c6" providerId="ADAL" clId="{632DF7FE-9916-4FAF-8457-3521400FFCEA}" dt="2026-02-17T11:45:46.704" v="179090"/>
          <ac:spMkLst>
            <pc:docMk/>
            <pc:sldMk cId="93136576" sldId="1515"/>
            <ac:spMk id="12" creationId="{9E77E6D8-6878-2EE1-D0F8-BA5F46D196DE}"/>
          </ac:spMkLst>
        </pc:spChg>
        <pc:spChg chg="add mod">
          <ac:chgData name="DEWE, HAYLEY L." userId="5cada80b-0f7b-49a5-96b2-656b100ca6c6" providerId="ADAL" clId="{632DF7FE-9916-4FAF-8457-3521400FFCEA}" dt="2026-02-17T11:45:46.704" v="179090"/>
          <ac:spMkLst>
            <pc:docMk/>
            <pc:sldMk cId="93136576" sldId="1515"/>
            <ac:spMk id="13" creationId="{5C440A08-13B6-2200-5ABC-52113B806243}"/>
          </ac:spMkLst>
        </pc:spChg>
        <pc:spChg chg="add mod">
          <ac:chgData name="DEWE, HAYLEY L." userId="5cada80b-0f7b-49a5-96b2-656b100ca6c6" providerId="ADAL" clId="{632DF7FE-9916-4FAF-8457-3521400FFCEA}" dt="2026-02-17T11:45:46.704" v="179090"/>
          <ac:spMkLst>
            <pc:docMk/>
            <pc:sldMk cId="93136576" sldId="1515"/>
            <ac:spMk id="14" creationId="{EC2EFA48-7766-D020-8885-6BA8D9B154D2}"/>
          </ac:spMkLst>
        </pc:spChg>
        <pc:spChg chg="add mod">
          <ac:chgData name="DEWE, HAYLEY L." userId="5cada80b-0f7b-49a5-96b2-656b100ca6c6" providerId="ADAL" clId="{632DF7FE-9916-4FAF-8457-3521400FFCEA}" dt="2026-02-17T11:45:46.704" v="179090"/>
          <ac:spMkLst>
            <pc:docMk/>
            <pc:sldMk cId="93136576" sldId="1515"/>
            <ac:spMk id="15" creationId="{C2F26F4D-05E0-A9D1-2C5E-9E8A1F7BE91F}"/>
          </ac:spMkLst>
        </pc:spChg>
        <pc:spChg chg="add mod">
          <ac:chgData name="DEWE, HAYLEY L." userId="5cada80b-0f7b-49a5-96b2-656b100ca6c6" providerId="ADAL" clId="{632DF7FE-9916-4FAF-8457-3521400FFCEA}" dt="2026-02-17T11:56:48.216" v="180703" actId="6549"/>
          <ac:spMkLst>
            <pc:docMk/>
            <pc:sldMk cId="93136576" sldId="1515"/>
            <ac:spMk id="16" creationId="{5E468374-DB99-C768-AF86-70670A4CC4BF}"/>
          </ac:spMkLst>
        </pc:spChg>
        <pc:spChg chg="add mod">
          <ac:chgData name="DEWE, HAYLEY L." userId="5cada80b-0f7b-49a5-96b2-656b100ca6c6" providerId="ADAL" clId="{632DF7FE-9916-4FAF-8457-3521400FFCEA}" dt="2026-02-17T12:02:10.142" v="181082" actId="6549"/>
          <ac:spMkLst>
            <pc:docMk/>
            <pc:sldMk cId="93136576" sldId="1515"/>
            <ac:spMk id="17" creationId="{8D7EA809-AE57-2B64-F1E1-FBBDFC6AF1D5}"/>
          </ac:spMkLst>
        </pc:spChg>
        <pc:spChg chg="add mod">
          <ac:chgData name="DEWE, HAYLEY L." userId="5cada80b-0f7b-49a5-96b2-656b100ca6c6" providerId="ADAL" clId="{632DF7FE-9916-4FAF-8457-3521400FFCEA}" dt="2026-02-17T11:58:43.480" v="180885" actId="20577"/>
          <ac:spMkLst>
            <pc:docMk/>
            <pc:sldMk cId="93136576" sldId="1515"/>
            <ac:spMk id="18" creationId="{13691534-CCD2-B358-6A05-7C0FAEC0824D}"/>
          </ac:spMkLst>
        </pc:spChg>
        <pc:spChg chg="add mod">
          <ac:chgData name="DEWE, HAYLEY L." userId="5cada80b-0f7b-49a5-96b2-656b100ca6c6" providerId="ADAL" clId="{632DF7FE-9916-4FAF-8457-3521400FFCEA}" dt="2026-02-18T14:12:23.126" v="194723" actId="20577"/>
          <ac:spMkLst>
            <pc:docMk/>
            <pc:sldMk cId="93136576" sldId="1515"/>
            <ac:spMk id="19" creationId="{65C875EC-9FB2-BFAA-DCAE-5F09D372A0DC}"/>
          </ac:spMkLst>
        </pc:spChg>
        <pc:grpChg chg="mod">
          <ac:chgData name="DEWE, HAYLEY L." userId="5cada80b-0f7b-49a5-96b2-656b100ca6c6" providerId="ADAL" clId="{632DF7FE-9916-4FAF-8457-3521400FFCEA}" dt="2026-02-17T11:51:04.936" v="180252" actId="1076"/>
          <ac:grpSpMkLst>
            <pc:docMk/>
            <pc:sldMk cId="93136576" sldId="1515"/>
            <ac:grpSpMk id="2" creationId="{B1409E22-2AC6-0635-706A-8175338DEDBB}"/>
          </ac:grpSpMkLst>
        </pc:grpChg>
        <pc:grpChg chg="mod">
          <ac:chgData name="DEWE, HAYLEY L." userId="5cada80b-0f7b-49a5-96b2-656b100ca6c6" providerId="ADAL" clId="{632DF7FE-9916-4FAF-8457-3521400FFCEA}" dt="2026-02-17T11:51:04.936" v="180252" actId="1076"/>
          <ac:grpSpMkLst>
            <pc:docMk/>
            <pc:sldMk cId="93136576" sldId="1515"/>
            <ac:grpSpMk id="4" creationId="{7199747B-657A-A88C-AC4F-868370A7D7B1}"/>
          </ac:grpSpMkLst>
        </pc:grpChg>
        <pc:grpChg chg="add mod">
          <ac:chgData name="DEWE, HAYLEY L." userId="5cada80b-0f7b-49a5-96b2-656b100ca6c6" providerId="ADAL" clId="{632DF7FE-9916-4FAF-8457-3521400FFCEA}" dt="2026-02-17T11:51:04.936" v="180252" actId="1076"/>
          <ac:grpSpMkLst>
            <pc:docMk/>
            <pc:sldMk cId="93136576" sldId="1515"/>
            <ac:grpSpMk id="5" creationId="{DDE29458-BDDA-6094-3280-2B17A46A8C4C}"/>
          </ac:grpSpMkLst>
        </pc:grpChg>
        <pc:grpChg chg="add mod">
          <ac:chgData name="DEWE, HAYLEY L." userId="5cada80b-0f7b-49a5-96b2-656b100ca6c6" providerId="ADAL" clId="{632DF7FE-9916-4FAF-8457-3521400FFCEA}" dt="2026-02-17T11:51:04.936" v="180252" actId="1076"/>
          <ac:grpSpMkLst>
            <pc:docMk/>
            <pc:sldMk cId="93136576" sldId="1515"/>
            <ac:grpSpMk id="6" creationId="{C71129D2-F69F-AD55-2AF5-62288C870A38}"/>
          </ac:grpSpMkLst>
        </pc:grpChg>
      </pc:sldChg>
      <pc:sldChg chg="addSp delSp modSp add del mod delAnim">
        <pc:chgData name="DEWE, HAYLEY L." userId="5cada80b-0f7b-49a5-96b2-656b100ca6c6" providerId="ADAL" clId="{632DF7FE-9916-4FAF-8457-3521400FFCEA}" dt="2026-02-17T14:21:56.964" v="182705" actId="47"/>
        <pc:sldMkLst>
          <pc:docMk/>
          <pc:sldMk cId="1625690983" sldId="1516"/>
        </pc:sldMkLst>
        <pc:spChg chg="add mod">
          <ac:chgData name="DEWE, HAYLEY L." userId="5cada80b-0f7b-49a5-96b2-656b100ca6c6" providerId="ADAL" clId="{632DF7FE-9916-4FAF-8457-3521400FFCEA}" dt="2026-02-17T14:13:15.042" v="182362" actId="1076"/>
          <ac:spMkLst>
            <pc:docMk/>
            <pc:sldMk cId="1625690983" sldId="1516"/>
            <ac:spMk id="2" creationId="{456B8A95-CE9A-5387-7FA4-2D28C5FA25D1}"/>
          </ac:spMkLst>
        </pc:spChg>
        <pc:spChg chg="mod">
          <ac:chgData name="DEWE, HAYLEY L." userId="5cada80b-0f7b-49a5-96b2-656b100ca6c6" providerId="ADAL" clId="{632DF7FE-9916-4FAF-8457-3521400FFCEA}" dt="2026-02-17T14:12:19.444" v="182326" actId="20577"/>
          <ac:spMkLst>
            <pc:docMk/>
            <pc:sldMk cId="1625690983" sldId="1516"/>
            <ac:spMk id="7" creationId="{9AD100C5-9145-AADD-DE36-207A1972AF61}"/>
          </ac:spMkLst>
        </pc:spChg>
        <pc:spChg chg="del">
          <ac:chgData name="DEWE, HAYLEY L." userId="5cada80b-0f7b-49a5-96b2-656b100ca6c6" providerId="ADAL" clId="{632DF7FE-9916-4FAF-8457-3521400FFCEA}" dt="2026-02-17T14:13:18.645" v="182364" actId="478"/>
          <ac:spMkLst>
            <pc:docMk/>
            <pc:sldMk cId="1625690983" sldId="1516"/>
            <ac:spMk id="10" creationId="{5593B8D6-1461-A890-AEE5-C41E8E60A179}"/>
          </ac:spMkLst>
        </pc:spChg>
        <pc:spChg chg="mod">
          <ac:chgData name="DEWE, HAYLEY L." userId="5cada80b-0f7b-49a5-96b2-656b100ca6c6" providerId="ADAL" clId="{632DF7FE-9916-4FAF-8457-3521400FFCEA}" dt="2026-02-17T14:13:10.508" v="182352" actId="6549"/>
          <ac:spMkLst>
            <pc:docMk/>
            <pc:sldMk cId="1625690983" sldId="1516"/>
            <ac:spMk id="13" creationId="{B637E230-0F6F-AFF2-6DAD-4A7C8EFAF72A}"/>
          </ac:spMkLst>
        </pc:spChg>
        <pc:spChg chg="del">
          <ac:chgData name="DEWE, HAYLEY L." userId="5cada80b-0f7b-49a5-96b2-656b100ca6c6" providerId="ADAL" clId="{632DF7FE-9916-4FAF-8457-3521400FFCEA}" dt="2026-02-17T14:13:16.960" v="182363" actId="478"/>
          <ac:spMkLst>
            <pc:docMk/>
            <pc:sldMk cId="1625690983" sldId="1516"/>
            <ac:spMk id="15" creationId="{ECEAAA6B-8DB8-129E-FFE0-A344327E311A}"/>
          </ac:spMkLst>
        </pc:spChg>
        <pc:spChg chg="mod">
          <ac:chgData name="DEWE, HAYLEY L." userId="5cada80b-0f7b-49a5-96b2-656b100ca6c6" providerId="ADAL" clId="{632DF7FE-9916-4FAF-8457-3521400FFCEA}" dt="2026-02-17T14:14:46.496" v="182502" actId="20577"/>
          <ac:spMkLst>
            <pc:docMk/>
            <pc:sldMk cId="1625690983" sldId="1516"/>
            <ac:spMk id="18" creationId="{00408462-8753-0E18-1DBC-76FCAAC45D19}"/>
          </ac:spMkLst>
        </pc:spChg>
        <pc:spChg chg="del">
          <ac:chgData name="DEWE, HAYLEY L." userId="5cada80b-0f7b-49a5-96b2-656b100ca6c6" providerId="ADAL" clId="{632DF7FE-9916-4FAF-8457-3521400FFCEA}" dt="2026-02-17T14:13:42.013" v="182401" actId="478"/>
          <ac:spMkLst>
            <pc:docMk/>
            <pc:sldMk cId="1625690983" sldId="1516"/>
            <ac:spMk id="20" creationId="{FCF4DB83-3962-E199-58A4-7517D758EE92}"/>
          </ac:spMkLst>
        </pc:spChg>
        <pc:spChg chg="mod">
          <ac:chgData name="DEWE, HAYLEY L." userId="5cada80b-0f7b-49a5-96b2-656b100ca6c6" providerId="ADAL" clId="{632DF7FE-9916-4FAF-8457-3521400FFCEA}" dt="2026-02-17T14:13:36.107" v="182400" actId="1076"/>
          <ac:spMkLst>
            <pc:docMk/>
            <pc:sldMk cId="1625690983" sldId="1516"/>
            <ac:spMk id="22" creationId="{82B768F8-74E4-FC68-CE04-CFFF016FECA5}"/>
          </ac:spMkLst>
        </pc:spChg>
      </pc:sldChg>
      <pc:sldChg chg="addSp delSp modSp add mod delAnim">
        <pc:chgData name="DEWE, HAYLEY L." userId="5cada80b-0f7b-49a5-96b2-656b100ca6c6" providerId="ADAL" clId="{632DF7FE-9916-4FAF-8457-3521400FFCEA}" dt="2026-02-17T14:21:59.293" v="182707" actId="20577"/>
        <pc:sldMkLst>
          <pc:docMk/>
          <pc:sldMk cId="3930528756" sldId="1517"/>
        </pc:sldMkLst>
        <pc:spChg chg="add mod">
          <ac:chgData name="DEWE, HAYLEY L." userId="5cada80b-0f7b-49a5-96b2-656b100ca6c6" providerId="ADAL" clId="{632DF7FE-9916-4FAF-8457-3521400FFCEA}" dt="2026-02-17T14:17:24.051" v="182688"/>
          <ac:spMkLst>
            <pc:docMk/>
            <pc:sldMk cId="3930528756" sldId="1517"/>
            <ac:spMk id="2" creationId="{E158E421-EEB5-55B3-699E-480A2E33B59F}"/>
          </ac:spMkLst>
        </pc:spChg>
        <pc:spChg chg="add mod">
          <ac:chgData name="DEWE, HAYLEY L." userId="5cada80b-0f7b-49a5-96b2-656b100ca6c6" providerId="ADAL" clId="{632DF7FE-9916-4FAF-8457-3521400FFCEA}" dt="2026-02-17T14:17:40.306" v="182698"/>
          <ac:spMkLst>
            <pc:docMk/>
            <pc:sldMk cId="3930528756" sldId="1517"/>
            <ac:spMk id="3" creationId="{282BA420-B398-77B5-8131-AB90F2D3AAF0}"/>
          </ac:spMkLst>
        </pc:spChg>
        <pc:spChg chg="del">
          <ac:chgData name="DEWE, HAYLEY L." userId="5cada80b-0f7b-49a5-96b2-656b100ca6c6" providerId="ADAL" clId="{632DF7FE-9916-4FAF-8457-3521400FFCEA}" dt="2026-02-17T14:17:33.110" v="182695" actId="478"/>
          <ac:spMkLst>
            <pc:docMk/>
            <pc:sldMk cId="3930528756" sldId="1517"/>
            <ac:spMk id="10" creationId="{AD3B63E9-9867-BFBB-4E9E-3B4C5B09DFFC}"/>
          </ac:spMkLst>
        </pc:spChg>
        <pc:spChg chg="mod">
          <ac:chgData name="DEWE, HAYLEY L." userId="5cada80b-0f7b-49a5-96b2-656b100ca6c6" providerId="ADAL" clId="{632DF7FE-9916-4FAF-8457-3521400FFCEA}" dt="2026-02-17T14:21:59.293" v="182707" actId="20577"/>
          <ac:spMkLst>
            <pc:docMk/>
            <pc:sldMk cId="3930528756" sldId="1517"/>
            <ac:spMk id="13" creationId="{74A3B76E-D698-C4E2-7B2F-F6392C2E9052}"/>
          </ac:spMkLst>
        </pc:spChg>
        <pc:spChg chg="del">
          <ac:chgData name="DEWE, HAYLEY L." userId="5cada80b-0f7b-49a5-96b2-656b100ca6c6" providerId="ADAL" clId="{632DF7FE-9916-4FAF-8457-3521400FFCEA}" dt="2026-02-17T14:17:31.924" v="182694" actId="478"/>
          <ac:spMkLst>
            <pc:docMk/>
            <pc:sldMk cId="3930528756" sldId="1517"/>
            <ac:spMk id="15" creationId="{5421276E-8745-3FA5-4A7D-9432DA817F56}"/>
          </ac:spMkLst>
        </pc:spChg>
        <pc:spChg chg="mod">
          <ac:chgData name="DEWE, HAYLEY L." userId="5cada80b-0f7b-49a5-96b2-656b100ca6c6" providerId="ADAL" clId="{632DF7FE-9916-4FAF-8457-3521400FFCEA}" dt="2026-02-17T14:17:43.861" v="182699" actId="14100"/>
          <ac:spMkLst>
            <pc:docMk/>
            <pc:sldMk cId="3930528756" sldId="1517"/>
            <ac:spMk id="16" creationId="{4AADED7E-A2E7-1479-0418-C75F47BDC60B}"/>
          </ac:spMkLst>
        </pc:spChg>
        <pc:spChg chg="del">
          <ac:chgData name="DEWE, HAYLEY L." userId="5cada80b-0f7b-49a5-96b2-656b100ca6c6" providerId="ADAL" clId="{632DF7FE-9916-4FAF-8457-3521400FFCEA}" dt="2026-02-17T14:17:36.259" v="182697" actId="478"/>
          <ac:spMkLst>
            <pc:docMk/>
            <pc:sldMk cId="3930528756" sldId="1517"/>
            <ac:spMk id="20" creationId="{0B85C8E5-62EB-CD82-255F-B6A910028AE6}"/>
          </ac:spMkLst>
        </pc:spChg>
        <pc:spChg chg="del">
          <ac:chgData name="DEWE, HAYLEY L." userId="5cada80b-0f7b-49a5-96b2-656b100ca6c6" providerId="ADAL" clId="{632DF7FE-9916-4FAF-8457-3521400FFCEA}" dt="2026-02-17T14:17:35.515" v="182696" actId="478"/>
          <ac:spMkLst>
            <pc:docMk/>
            <pc:sldMk cId="3930528756" sldId="1517"/>
            <ac:spMk id="22" creationId="{A09077E0-D710-49B1-2542-1D07ED6B18BB}"/>
          </ac:spMkLst>
        </pc:spChg>
      </pc:sldChg>
      <pc:sldChg chg="add del ord">
        <pc:chgData name="DEWE, HAYLEY L." userId="5cada80b-0f7b-49a5-96b2-656b100ca6c6" providerId="ADAL" clId="{632DF7FE-9916-4FAF-8457-3521400FFCEA}" dt="2026-02-17T14:37:25.707" v="183010" actId="47"/>
        <pc:sldMkLst>
          <pc:docMk/>
          <pc:sldMk cId="1659932947" sldId="1518"/>
        </pc:sldMkLst>
      </pc:sldChg>
      <pc:sldChg chg="addSp delSp modSp add del mod">
        <pc:chgData name="DEWE, HAYLEY L." userId="5cada80b-0f7b-49a5-96b2-656b100ca6c6" providerId="ADAL" clId="{632DF7FE-9916-4FAF-8457-3521400FFCEA}" dt="2026-02-17T16:24:42.864" v="183469" actId="47"/>
        <pc:sldMkLst>
          <pc:docMk/>
          <pc:sldMk cId="3095701799" sldId="1518"/>
        </pc:sldMkLst>
        <pc:picChg chg="del">
          <ac:chgData name="DEWE, HAYLEY L." userId="5cada80b-0f7b-49a5-96b2-656b100ca6c6" providerId="ADAL" clId="{632DF7FE-9916-4FAF-8457-3521400FFCEA}" dt="2026-02-17T14:37:40.051" v="183012" actId="478"/>
          <ac:picMkLst>
            <pc:docMk/>
            <pc:sldMk cId="3095701799" sldId="1518"/>
            <ac:picMk id="4" creationId="{0501914A-48DD-A5A5-72A8-6FBB47A5DB16}"/>
          </ac:picMkLst>
        </pc:picChg>
        <pc:picChg chg="add mod ord">
          <ac:chgData name="DEWE, HAYLEY L." userId="5cada80b-0f7b-49a5-96b2-656b100ca6c6" providerId="ADAL" clId="{632DF7FE-9916-4FAF-8457-3521400FFCEA}" dt="2026-02-17T14:37:50.781" v="183016" actId="1076"/>
          <ac:picMkLst>
            <pc:docMk/>
            <pc:sldMk cId="3095701799" sldId="1518"/>
            <ac:picMk id="9" creationId="{347922D7-7C54-A963-1031-61FBAEA08295}"/>
          </ac:picMkLst>
        </pc:picChg>
      </pc:sldChg>
      <pc:sldChg chg="addSp delSp modSp add mod addAnim delAnim modAnim modNotesTx">
        <pc:chgData name="DEWE, HAYLEY L." userId="5cada80b-0f7b-49a5-96b2-656b100ca6c6" providerId="ADAL" clId="{632DF7FE-9916-4FAF-8457-3521400FFCEA}" dt="2026-02-18T14:36:12.835" v="195651" actId="478"/>
        <pc:sldMkLst>
          <pc:docMk/>
          <pc:sldMk cId="3106105784" sldId="1519"/>
        </pc:sldMkLst>
        <pc:spChg chg="mod">
          <ac:chgData name="DEWE, HAYLEY L." userId="5cada80b-0f7b-49a5-96b2-656b100ca6c6" providerId="ADAL" clId="{632DF7FE-9916-4FAF-8457-3521400FFCEA}" dt="2026-02-17T14:48:25.796" v="183273" actId="1076"/>
          <ac:spMkLst>
            <pc:docMk/>
            <pc:sldMk cId="3106105784" sldId="1519"/>
            <ac:spMk id="2" creationId="{DE38D665-36AF-C4E7-AC4A-877BBE3C23D5}"/>
          </ac:spMkLst>
        </pc:spChg>
        <pc:spChg chg="mod">
          <ac:chgData name="DEWE, HAYLEY L." userId="5cada80b-0f7b-49a5-96b2-656b100ca6c6" providerId="ADAL" clId="{632DF7FE-9916-4FAF-8457-3521400FFCEA}" dt="2026-02-18T00:14:41.897" v="186673" actId="207"/>
          <ac:spMkLst>
            <pc:docMk/>
            <pc:sldMk cId="3106105784" sldId="1519"/>
            <ac:spMk id="3" creationId="{8157D36F-CB55-2CB0-DBC2-4617EE694E68}"/>
          </ac:spMkLst>
        </pc:spChg>
        <pc:spChg chg="mod">
          <ac:chgData name="DEWE, HAYLEY L." userId="5cada80b-0f7b-49a5-96b2-656b100ca6c6" providerId="ADAL" clId="{632DF7FE-9916-4FAF-8457-3521400FFCEA}" dt="2026-02-17T14:39:55.977" v="183074" actId="1076"/>
          <ac:spMkLst>
            <pc:docMk/>
            <pc:sldMk cId="3106105784" sldId="1519"/>
            <ac:spMk id="8" creationId="{13EA3096-D2A2-7164-7107-5A9F4EF513BE}"/>
          </ac:spMkLst>
        </pc:spChg>
        <pc:spChg chg="add del">
          <ac:chgData name="DEWE, HAYLEY L." userId="5cada80b-0f7b-49a5-96b2-656b100ca6c6" providerId="ADAL" clId="{632DF7FE-9916-4FAF-8457-3521400FFCEA}" dt="2026-02-18T14:15:35.945" v="194938" actId="22"/>
          <ac:spMkLst>
            <pc:docMk/>
            <pc:sldMk cId="3106105784" sldId="1519"/>
            <ac:spMk id="9" creationId="{1B89586C-98FE-E790-8CA7-66A3C57F7614}"/>
          </ac:spMkLst>
        </pc:spChg>
        <pc:spChg chg="add del mod">
          <ac:chgData name="DEWE, HAYLEY L." userId="5cada80b-0f7b-49a5-96b2-656b100ca6c6" providerId="ADAL" clId="{632DF7FE-9916-4FAF-8457-3521400FFCEA}" dt="2026-02-18T14:15:44.608" v="194949" actId="20577"/>
          <ac:spMkLst>
            <pc:docMk/>
            <pc:sldMk cId="3106105784" sldId="1519"/>
            <ac:spMk id="10" creationId="{6B2B26F9-3742-CDE3-2EB4-291E6433EF57}"/>
          </ac:spMkLst>
        </pc:spChg>
        <pc:spChg chg="mod">
          <ac:chgData name="DEWE, HAYLEY L." userId="5cada80b-0f7b-49a5-96b2-656b100ca6c6" providerId="ADAL" clId="{632DF7FE-9916-4FAF-8457-3521400FFCEA}" dt="2026-02-17T22:47:29.768" v="184736" actId="20577"/>
          <ac:spMkLst>
            <pc:docMk/>
            <pc:sldMk cId="3106105784" sldId="1519"/>
            <ac:spMk id="12" creationId="{142F5F1F-DCA3-401C-FE74-4C1123B69A8D}"/>
          </ac:spMkLst>
        </pc:spChg>
        <pc:spChg chg="del mod">
          <ac:chgData name="DEWE, HAYLEY L." userId="5cada80b-0f7b-49a5-96b2-656b100ca6c6" providerId="ADAL" clId="{632DF7FE-9916-4FAF-8457-3521400FFCEA}" dt="2026-02-18T14:36:12.835" v="195651" actId="478"/>
          <ac:spMkLst>
            <pc:docMk/>
            <pc:sldMk cId="3106105784" sldId="1519"/>
            <ac:spMk id="13" creationId="{679954ED-82E1-D8EE-E168-1321F8A594DB}"/>
          </ac:spMkLst>
        </pc:spChg>
        <pc:spChg chg="mod">
          <ac:chgData name="DEWE, HAYLEY L." userId="5cada80b-0f7b-49a5-96b2-656b100ca6c6" providerId="ADAL" clId="{632DF7FE-9916-4FAF-8457-3521400FFCEA}" dt="2026-02-17T14:40:03.551" v="183077" actId="14100"/>
          <ac:spMkLst>
            <pc:docMk/>
            <pc:sldMk cId="3106105784" sldId="1519"/>
            <ac:spMk id="21" creationId="{A706828C-996C-6861-64C6-6BE68F5C91D6}"/>
          </ac:spMkLst>
        </pc:spChg>
        <pc:spChg chg="mod">
          <ac:chgData name="DEWE, HAYLEY L." userId="5cada80b-0f7b-49a5-96b2-656b100ca6c6" providerId="ADAL" clId="{632DF7FE-9916-4FAF-8457-3521400FFCEA}" dt="2026-02-17T14:40:30.521" v="183158" actId="14100"/>
          <ac:spMkLst>
            <pc:docMk/>
            <pc:sldMk cId="3106105784" sldId="1519"/>
            <ac:spMk id="22" creationId="{1124AAD4-8C67-467B-8B51-6BECC587210F}"/>
          </ac:spMkLst>
        </pc:spChg>
        <pc:spChg chg="del">
          <ac:chgData name="DEWE, HAYLEY L." userId="5cada80b-0f7b-49a5-96b2-656b100ca6c6" providerId="ADAL" clId="{632DF7FE-9916-4FAF-8457-3521400FFCEA}" dt="2026-02-17T14:39:51.955" v="183073" actId="478"/>
          <ac:spMkLst>
            <pc:docMk/>
            <pc:sldMk cId="3106105784" sldId="1519"/>
            <ac:spMk id="26" creationId="{DA291D08-AF40-8413-C148-C535B3CE2704}"/>
          </ac:spMkLst>
        </pc:spChg>
        <pc:spChg chg="del">
          <ac:chgData name="DEWE, HAYLEY L." userId="5cada80b-0f7b-49a5-96b2-656b100ca6c6" providerId="ADAL" clId="{632DF7FE-9916-4FAF-8457-3521400FFCEA}" dt="2026-02-17T14:39:47.055" v="183071" actId="478"/>
          <ac:spMkLst>
            <pc:docMk/>
            <pc:sldMk cId="3106105784" sldId="1519"/>
            <ac:spMk id="29" creationId="{52382725-EB2B-2B5F-9A33-CA324B2E1385}"/>
          </ac:spMkLst>
        </pc:spChg>
        <pc:picChg chg="del">
          <ac:chgData name="DEWE, HAYLEY L." userId="5cada80b-0f7b-49a5-96b2-656b100ca6c6" providerId="ADAL" clId="{632DF7FE-9916-4FAF-8457-3521400FFCEA}" dt="2026-02-17T14:39:02.658" v="183062" actId="478"/>
          <ac:picMkLst>
            <pc:docMk/>
            <pc:sldMk cId="3106105784" sldId="1519"/>
            <ac:picMk id="4" creationId="{3A530B2D-8BAD-1870-F174-A05670F9C96B}"/>
          </ac:picMkLst>
        </pc:picChg>
        <pc:picChg chg="add mod ord">
          <ac:chgData name="DEWE, HAYLEY L." userId="5cada80b-0f7b-49a5-96b2-656b100ca6c6" providerId="ADAL" clId="{632DF7FE-9916-4FAF-8457-3521400FFCEA}" dt="2026-02-17T14:39:40.130" v="183070" actId="1076"/>
          <ac:picMkLst>
            <pc:docMk/>
            <pc:sldMk cId="3106105784" sldId="1519"/>
            <ac:picMk id="5" creationId="{822A3185-D7AF-89F7-2856-F92FA76716D3}"/>
          </ac:picMkLst>
        </pc:picChg>
        <pc:cxnChg chg="mod">
          <ac:chgData name="DEWE, HAYLEY L." userId="5cada80b-0f7b-49a5-96b2-656b100ca6c6" providerId="ADAL" clId="{632DF7FE-9916-4FAF-8457-3521400FFCEA}" dt="2026-02-17T14:39:57.920" v="183075" actId="14100"/>
          <ac:cxnSpMkLst>
            <pc:docMk/>
            <pc:sldMk cId="3106105784" sldId="1519"/>
            <ac:cxnSpMk id="18" creationId="{C9DCEFFE-528A-48EE-3A44-FF72E57BEA75}"/>
          </ac:cxnSpMkLst>
        </pc:cxnChg>
        <pc:cxnChg chg="del">
          <ac:chgData name="DEWE, HAYLEY L." userId="5cada80b-0f7b-49a5-96b2-656b100ca6c6" providerId="ADAL" clId="{632DF7FE-9916-4FAF-8457-3521400FFCEA}" dt="2026-02-17T14:39:47.882" v="183072" actId="478"/>
          <ac:cxnSpMkLst>
            <pc:docMk/>
            <pc:sldMk cId="3106105784" sldId="1519"/>
            <ac:cxnSpMk id="27" creationId="{1AF68DF1-7105-9664-2B95-1154BCA98CB6}"/>
          </ac:cxnSpMkLst>
        </pc:cxnChg>
      </pc:sldChg>
      <pc:sldChg chg="addSp delSp modSp add mod delAnim modAnim modNotesTx">
        <pc:chgData name="DEWE, HAYLEY L." userId="5cada80b-0f7b-49a5-96b2-656b100ca6c6" providerId="ADAL" clId="{632DF7FE-9916-4FAF-8457-3521400FFCEA}" dt="2026-02-18T14:36:41.067" v="195654" actId="20577"/>
        <pc:sldMkLst>
          <pc:docMk/>
          <pc:sldMk cId="2561707995" sldId="1520"/>
        </pc:sldMkLst>
        <pc:spChg chg="mod">
          <ac:chgData name="DEWE, HAYLEY L." userId="5cada80b-0f7b-49a5-96b2-656b100ca6c6" providerId="ADAL" clId="{632DF7FE-9916-4FAF-8457-3521400FFCEA}" dt="2026-02-18T00:07:08.384" v="186095" actId="1076"/>
          <ac:spMkLst>
            <pc:docMk/>
            <pc:sldMk cId="2561707995" sldId="1520"/>
            <ac:spMk id="2" creationId="{5A0AFC22-622D-46F0-C430-4FF83EFD7CBE}"/>
          </ac:spMkLst>
        </pc:spChg>
        <pc:spChg chg="mod">
          <ac:chgData name="DEWE, HAYLEY L." userId="5cada80b-0f7b-49a5-96b2-656b100ca6c6" providerId="ADAL" clId="{632DF7FE-9916-4FAF-8457-3521400FFCEA}" dt="2026-02-17T22:43:36.765" v="184636" actId="207"/>
          <ac:spMkLst>
            <pc:docMk/>
            <pc:sldMk cId="2561707995" sldId="1520"/>
            <ac:spMk id="3" creationId="{B6F88DE9-DEB2-8442-E0F0-EFA52D5595D9}"/>
          </ac:spMkLst>
        </pc:spChg>
        <pc:spChg chg="mod">
          <ac:chgData name="DEWE, HAYLEY L." userId="5cada80b-0f7b-49a5-96b2-656b100ca6c6" providerId="ADAL" clId="{632DF7FE-9916-4FAF-8457-3521400FFCEA}" dt="2026-02-18T00:07:08.384" v="186095" actId="1076"/>
          <ac:spMkLst>
            <pc:docMk/>
            <pc:sldMk cId="2561707995" sldId="1520"/>
            <ac:spMk id="6" creationId="{674DFDF3-2565-C4FF-137D-CCBB0DBE4B7D}"/>
          </ac:spMkLst>
        </pc:spChg>
        <pc:spChg chg="mod">
          <ac:chgData name="DEWE, HAYLEY L." userId="5cada80b-0f7b-49a5-96b2-656b100ca6c6" providerId="ADAL" clId="{632DF7FE-9916-4FAF-8457-3521400FFCEA}" dt="2026-02-18T00:07:08.384" v="186095" actId="1076"/>
          <ac:spMkLst>
            <pc:docMk/>
            <pc:sldMk cId="2561707995" sldId="1520"/>
            <ac:spMk id="8" creationId="{E4AA23EF-22D4-9EE3-72AB-ED9D3636161B}"/>
          </ac:spMkLst>
        </pc:spChg>
        <pc:spChg chg="mod">
          <ac:chgData name="DEWE, HAYLEY L." userId="5cada80b-0f7b-49a5-96b2-656b100ca6c6" providerId="ADAL" clId="{632DF7FE-9916-4FAF-8457-3521400FFCEA}" dt="2026-02-18T14:17:58.650" v="195068" actId="20577"/>
          <ac:spMkLst>
            <pc:docMk/>
            <pc:sldMk cId="2561707995" sldId="1520"/>
            <ac:spMk id="10" creationId="{A5A67A57-9B96-C65E-B63A-F9B78EAB7C89}"/>
          </ac:spMkLst>
        </pc:spChg>
        <pc:spChg chg="mod">
          <ac:chgData name="DEWE, HAYLEY L." userId="5cada80b-0f7b-49a5-96b2-656b100ca6c6" providerId="ADAL" clId="{632DF7FE-9916-4FAF-8457-3521400FFCEA}" dt="2026-02-18T00:07:08.384" v="186095" actId="1076"/>
          <ac:spMkLst>
            <pc:docMk/>
            <pc:sldMk cId="2561707995" sldId="1520"/>
            <ac:spMk id="11" creationId="{18B44F6F-7553-A263-2720-B837BB52DCD4}"/>
          </ac:spMkLst>
        </pc:spChg>
        <pc:spChg chg="mod">
          <ac:chgData name="DEWE, HAYLEY L." userId="5cada80b-0f7b-49a5-96b2-656b100ca6c6" providerId="ADAL" clId="{632DF7FE-9916-4FAF-8457-3521400FFCEA}" dt="2026-02-17T22:47:03.766" v="184694" actId="20577"/>
          <ac:spMkLst>
            <pc:docMk/>
            <pc:sldMk cId="2561707995" sldId="1520"/>
            <ac:spMk id="12" creationId="{64837259-D1B3-A15D-AFD1-F56B4BB8DBEA}"/>
          </ac:spMkLst>
        </pc:spChg>
        <pc:spChg chg="del mod">
          <ac:chgData name="DEWE, HAYLEY L." userId="5cada80b-0f7b-49a5-96b2-656b100ca6c6" providerId="ADAL" clId="{632DF7FE-9916-4FAF-8457-3521400FFCEA}" dt="2026-02-18T14:36:38.683" v="195653" actId="478"/>
          <ac:spMkLst>
            <pc:docMk/>
            <pc:sldMk cId="2561707995" sldId="1520"/>
            <ac:spMk id="13" creationId="{AFE437E2-26FE-5403-B7EF-27A3D8FEC319}"/>
          </ac:spMkLst>
        </pc:spChg>
        <pc:spChg chg="mod">
          <ac:chgData name="DEWE, HAYLEY L." userId="5cada80b-0f7b-49a5-96b2-656b100ca6c6" providerId="ADAL" clId="{632DF7FE-9916-4FAF-8457-3521400FFCEA}" dt="2026-02-18T00:07:08.384" v="186095" actId="1076"/>
          <ac:spMkLst>
            <pc:docMk/>
            <pc:sldMk cId="2561707995" sldId="1520"/>
            <ac:spMk id="15" creationId="{5F264C8C-09B7-0BCD-7F47-648B13C619AC}"/>
          </ac:spMkLst>
        </pc:spChg>
        <pc:spChg chg="mod">
          <ac:chgData name="DEWE, HAYLEY L." userId="5cada80b-0f7b-49a5-96b2-656b100ca6c6" providerId="ADAL" clId="{632DF7FE-9916-4FAF-8457-3521400FFCEA}" dt="2026-02-18T00:07:08.384" v="186095" actId="1076"/>
          <ac:spMkLst>
            <pc:docMk/>
            <pc:sldMk cId="2561707995" sldId="1520"/>
            <ac:spMk id="17" creationId="{DBC76983-3CD7-5409-BAD3-A673D33D0437}"/>
          </ac:spMkLst>
        </pc:spChg>
        <pc:spChg chg="mod">
          <ac:chgData name="DEWE, HAYLEY L." userId="5cada80b-0f7b-49a5-96b2-656b100ca6c6" providerId="ADAL" clId="{632DF7FE-9916-4FAF-8457-3521400FFCEA}" dt="2026-02-18T00:07:08.384" v="186095" actId="1076"/>
          <ac:spMkLst>
            <pc:docMk/>
            <pc:sldMk cId="2561707995" sldId="1520"/>
            <ac:spMk id="19" creationId="{AFCFDCDB-7BC3-751B-AFFA-7DF316798794}"/>
          </ac:spMkLst>
        </pc:spChg>
        <pc:spChg chg="mod">
          <ac:chgData name="DEWE, HAYLEY L." userId="5cada80b-0f7b-49a5-96b2-656b100ca6c6" providerId="ADAL" clId="{632DF7FE-9916-4FAF-8457-3521400FFCEA}" dt="2026-02-17T22:52:44.360" v="184799" actId="1076"/>
          <ac:spMkLst>
            <pc:docMk/>
            <pc:sldMk cId="2561707995" sldId="1520"/>
            <ac:spMk id="21" creationId="{AFD062C4-01C6-C901-09FD-BC2CA7D4D076}"/>
          </ac:spMkLst>
        </pc:spChg>
        <pc:spChg chg="del">
          <ac:chgData name="DEWE, HAYLEY L." userId="5cada80b-0f7b-49a5-96b2-656b100ca6c6" providerId="ADAL" clId="{632DF7FE-9916-4FAF-8457-3521400FFCEA}" dt="2026-02-17T22:43:09.988" v="184622" actId="478"/>
          <ac:spMkLst>
            <pc:docMk/>
            <pc:sldMk cId="2561707995" sldId="1520"/>
            <ac:spMk id="22" creationId="{58F87F0D-E91D-6D7B-C0C5-A63667CAF9D0}"/>
          </ac:spMkLst>
        </pc:spChg>
        <pc:spChg chg="mod">
          <ac:chgData name="DEWE, HAYLEY L." userId="5cada80b-0f7b-49a5-96b2-656b100ca6c6" providerId="ADAL" clId="{632DF7FE-9916-4FAF-8457-3521400FFCEA}" dt="2026-02-17T22:52:44.360" v="184799" actId="1076"/>
          <ac:spMkLst>
            <pc:docMk/>
            <pc:sldMk cId="2561707995" sldId="1520"/>
            <ac:spMk id="26" creationId="{D817314D-49E7-DEE1-2D57-AC2CEF415ED8}"/>
          </ac:spMkLst>
        </pc:spChg>
        <pc:spChg chg="mod">
          <ac:chgData name="DEWE, HAYLEY L." userId="5cada80b-0f7b-49a5-96b2-656b100ca6c6" providerId="ADAL" clId="{632DF7FE-9916-4FAF-8457-3521400FFCEA}" dt="2026-02-18T00:07:08.384" v="186095" actId="1076"/>
          <ac:spMkLst>
            <pc:docMk/>
            <pc:sldMk cId="2561707995" sldId="1520"/>
            <ac:spMk id="29" creationId="{12D7C371-404F-2BDE-BC45-C09E7EA26591}"/>
          </ac:spMkLst>
        </pc:spChg>
        <pc:spChg chg="add mod">
          <ac:chgData name="DEWE, HAYLEY L." userId="5cada80b-0f7b-49a5-96b2-656b100ca6c6" providerId="ADAL" clId="{632DF7FE-9916-4FAF-8457-3521400FFCEA}" dt="2026-02-18T00:07:08.384" v="186095" actId="1076"/>
          <ac:spMkLst>
            <pc:docMk/>
            <pc:sldMk cId="2561707995" sldId="1520"/>
            <ac:spMk id="30" creationId="{D7AFD0C0-82BD-766D-8A36-9E21AEA35FF4}"/>
          </ac:spMkLst>
        </pc:spChg>
        <pc:picChg chg="del">
          <ac:chgData name="DEWE, HAYLEY L." userId="5cada80b-0f7b-49a5-96b2-656b100ca6c6" providerId="ADAL" clId="{632DF7FE-9916-4FAF-8457-3521400FFCEA}" dt="2026-02-17T22:45:56.118" v="184676" actId="478"/>
          <ac:picMkLst>
            <pc:docMk/>
            <pc:sldMk cId="2561707995" sldId="1520"/>
            <ac:picMk id="4" creationId="{3EC96546-C4B1-46E8-9DEF-E95717A8F337}"/>
          </ac:picMkLst>
        </pc:picChg>
        <pc:picChg chg="add del mod ord modCrop">
          <ac:chgData name="DEWE, HAYLEY L." userId="5cada80b-0f7b-49a5-96b2-656b100ca6c6" providerId="ADAL" clId="{632DF7FE-9916-4FAF-8457-3521400FFCEA}" dt="2026-02-17T22:51:28.630" v="184783" actId="478"/>
          <ac:picMkLst>
            <pc:docMk/>
            <pc:sldMk cId="2561707995" sldId="1520"/>
            <ac:picMk id="9" creationId="{63C694FD-79BC-1DB2-FD62-2E5AC6E5E2DE}"/>
          </ac:picMkLst>
        </pc:picChg>
        <pc:picChg chg="add del">
          <ac:chgData name="DEWE, HAYLEY L." userId="5cada80b-0f7b-49a5-96b2-656b100ca6c6" providerId="ADAL" clId="{632DF7FE-9916-4FAF-8457-3521400FFCEA}" dt="2026-02-17T22:51:32.817" v="184785" actId="22"/>
          <ac:picMkLst>
            <pc:docMk/>
            <pc:sldMk cId="2561707995" sldId="1520"/>
            <ac:picMk id="24" creationId="{43B0B7AF-B7BF-F776-D4E1-16E70560E169}"/>
          </ac:picMkLst>
        </pc:picChg>
        <pc:picChg chg="add mod ord">
          <ac:chgData name="DEWE, HAYLEY L." userId="5cada80b-0f7b-49a5-96b2-656b100ca6c6" providerId="ADAL" clId="{632DF7FE-9916-4FAF-8457-3521400FFCEA}" dt="2026-02-17T22:52:49.478" v="184802" actId="1076"/>
          <ac:picMkLst>
            <pc:docMk/>
            <pc:sldMk cId="2561707995" sldId="1520"/>
            <ac:picMk id="28" creationId="{E437DAC4-EAD9-296D-4360-4E8A3AF6DC37}"/>
          </ac:picMkLst>
        </pc:picChg>
        <pc:cxnChg chg="mod">
          <ac:chgData name="DEWE, HAYLEY L." userId="5cada80b-0f7b-49a5-96b2-656b100ca6c6" providerId="ADAL" clId="{632DF7FE-9916-4FAF-8457-3521400FFCEA}" dt="2026-02-17T22:46:41.668" v="184687" actId="1076"/>
          <ac:cxnSpMkLst>
            <pc:docMk/>
            <pc:sldMk cId="2561707995" sldId="1520"/>
            <ac:cxnSpMk id="14" creationId="{6D491ABC-2909-DC21-0D2F-135B4306761D}"/>
          </ac:cxnSpMkLst>
        </pc:cxnChg>
        <pc:cxnChg chg="mod">
          <ac:chgData name="DEWE, HAYLEY L." userId="5cada80b-0f7b-49a5-96b2-656b100ca6c6" providerId="ADAL" clId="{632DF7FE-9916-4FAF-8457-3521400FFCEA}" dt="2026-02-17T22:46:41.668" v="184687" actId="1076"/>
          <ac:cxnSpMkLst>
            <pc:docMk/>
            <pc:sldMk cId="2561707995" sldId="1520"/>
            <ac:cxnSpMk id="18" creationId="{DE738DED-42FD-E5C5-7036-37338D18DD7A}"/>
          </ac:cxnSpMkLst>
        </pc:cxnChg>
      </pc:sldChg>
      <pc:sldChg chg="addSp delSp modSp add mod delAnim modAnim modNotesTx">
        <pc:chgData name="DEWE, HAYLEY L." userId="5cada80b-0f7b-49a5-96b2-656b100ca6c6" providerId="ADAL" clId="{632DF7FE-9916-4FAF-8457-3521400FFCEA}" dt="2026-02-18T14:36:52.282" v="195658" actId="20577"/>
        <pc:sldMkLst>
          <pc:docMk/>
          <pc:sldMk cId="2414844411" sldId="1521"/>
        </pc:sldMkLst>
        <pc:spChg chg="mod">
          <ac:chgData name="DEWE, HAYLEY L." userId="5cada80b-0f7b-49a5-96b2-656b100ca6c6" providerId="ADAL" clId="{632DF7FE-9916-4FAF-8457-3521400FFCEA}" dt="2026-02-18T00:14:57.602" v="186674" actId="207"/>
          <ac:spMkLst>
            <pc:docMk/>
            <pc:sldMk cId="2414844411" sldId="1521"/>
            <ac:spMk id="3" creationId="{605A1717-0E19-D3AD-571A-E3289E3DA35C}"/>
          </ac:spMkLst>
        </pc:spChg>
        <pc:spChg chg="mod">
          <ac:chgData name="DEWE, HAYLEY L." userId="5cada80b-0f7b-49a5-96b2-656b100ca6c6" providerId="ADAL" clId="{632DF7FE-9916-4FAF-8457-3521400FFCEA}" dt="2026-02-17T23:33:51.547" v="185231" actId="1076"/>
          <ac:spMkLst>
            <pc:docMk/>
            <pc:sldMk cId="2414844411" sldId="1521"/>
            <ac:spMk id="6" creationId="{8D240383-0A0F-A161-58EC-88BD0C0B7800}"/>
          </ac:spMkLst>
        </pc:spChg>
        <pc:spChg chg="mod">
          <ac:chgData name="DEWE, HAYLEY L." userId="5cada80b-0f7b-49a5-96b2-656b100ca6c6" providerId="ADAL" clId="{632DF7FE-9916-4FAF-8457-3521400FFCEA}" dt="2026-02-17T23:33:43.118" v="185228" actId="1076"/>
          <ac:spMkLst>
            <pc:docMk/>
            <pc:sldMk cId="2414844411" sldId="1521"/>
            <ac:spMk id="8" creationId="{6BFCF200-9945-C761-B8F0-BAF22766998F}"/>
          </ac:spMkLst>
        </pc:spChg>
        <pc:spChg chg="mod">
          <ac:chgData name="DEWE, HAYLEY L." userId="5cada80b-0f7b-49a5-96b2-656b100ca6c6" providerId="ADAL" clId="{632DF7FE-9916-4FAF-8457-3521400FFCEA}" dt="2026-02-18T14:22:58.859" v="195535" actId="20577"/>
          <ac:spMkLst>
            <pc:docMk/>
            <pc:sldMk cId="2414844411" sldId="1521"/>
            <ac:spMk id="10" creationId="{C70C1881-E07E-EEE5-3DC9-B0855E06EAF1}"/>
          </ac:spMkLst>
        </pc:spChg>
        <pc:spChg chg="mod">
          <ac:chgData name="DEWE, HAYLEY L." userId="5cada80b-0f7b-49a5-96b2-656b100ca6c6" providerId="ADAL" clId="{632DF7FE-9916-4FAF-8457-3521400FFCEA}" dt="2026-02-17T23:33:48.491" v="185230" actId="1076"/>
          <ac:spMkLst>
            <pc:docMk/>
            <pc:sldMk cId="2414844411" sldId="1521"/>
            <ac:spMk id="11" creationId="{B0BEE1EC-C027-637F-C6DB-D11F3329048F}"/>
          </ac:spMkLst>
        </pc:spChg>
        <pc:spChg chg="mod">
          <ac:chgData name="DEWE, HAYLEY L." userId="5cada80b-0f7b-49a5-96b2-656b100ca6c6" providerId="ADAL" clId="{632DF7FE-9916-4FAF-8457-3521400FFCEA}" dt="2026-02-17T23:30:06.402" v="185107" actId="6549"/>
          <ac:spMkLst>
            <pc:docMk/>
            <pc:sldMk cId="2414844411" sldId="1521"/>
            <ac:spMk id="12" creationId="{4A7EB04B-F343-FB29-8316-608735232A75}"/>
          </ac:spMkLst>
        </pc:spChg>
        <pc:spChg chg="del mod">
          <ac:chgData name="DEWE, HAYLEY L." userId="5cada80b-0f7b-49a5-96b2-656b100ca6c6" providerId="ADAL" clId="{632DF7FE-9916-4FAF-8457-3521400FFCEA}" dt="2026-02-18T14:36:51.322" v="195657" actId="478"/>
          <ac:spMkLst>
            <pc:docMk/>
            <pc:sldMk cId="2414844411" sldId="1521"/>
            <ac:spMk id="13" creationId="{FE77D412-2FBF-5A9F-42F7-D17E7766CB54}"/>
          </ac:spMkLst>
        </pc:spChg>
        <pc:spChg chg="mod">
          <ac:chgData name="DEWE, HAYLEY L." userId="5cada80b-0f7b-49a5-96b2-656b100ca6c6" providerId="ADAL" clId="{632DF7FE-9916-4FAF-8457-3521400FFCEA}" dt="2026-02-17T23:38:37.704" v="185241" actId="14100"/>
          <ac:spMkLst>
            <pc:docMk/>
            <pc:sldMk cId="2414844411" sldId="1521"/>
            <ac:spMk id="15" creationId="{4F4DD0B1-E7E4-6398-38C2-88AA311CDC02}"/>
          </ac:spMkLst>
        </pc:spChg>
        <pc:spChg chg="mod">
          <ac:chgData name="DEWE, HAYLEY L." userId="5cada80b-0f7b-49a5-96b2-656b100ca6c6" providerId="ADAL" clId="{632DF7FE-9916-4FAF-8457-3521400FFCEA}" dt="2026-02-17T23:29:46.046" v="185079" actId="1076"/>
          <ac:spMkLst>
            <pc:docMk/>
            <pc:sldMk cId="2414844411" sldId="1521"/>
            <ac:spMk id="17" creationId="{623CDB0D-02AC-2859-EFF0-EB0112BA7AC8}"/>
          </ac:spMkLst>
        </pc:spChg>
        <pc:spChg chg="mod">
          <ac:chgData name="DEWE, HAYLEY L." userId="5cada80b-0f7b-49a5-96b2-656b100ca6c6" providerId="ADAL" clId="{632DF7FE-9916-4FAF-8457-3521400FFCEA}" dt="2026-02-17T23:34:11.359" v="185236" actId="14100"/>
          <ac:spMkLst>
            <pc:docMk/>
            <pc:sldMk cId="2414844411" sldId="1521"/>
            <ac:spMk id="19" creationId="{934F2FD1-1C59-2488-666E-DC3743172CBB}"/>
          </ac:spMkLst>
        </pc:spChg>
        <pc:spChg chg="mod">
          <ac:chgData name="DEWE, HAYLEY L." userId="5cada80b-0f7b-49a5-96b2-656b100ca6c6" providerId="ADAL" clId="{632DF7FE-9916-4FAF-8457-3521400FFCEA}" dt="2026-02-17T23:33:46.291" v="185229" actId="1076"/>
          <ac:spMkLst>
            <pc:docMk/>
            <pc:sldMk cId="2414844411" sldId="1521"/>
            <ac:spMk id="21" creationId="{C8B8C16F-A43F-558F-3C45-467FB0B5750D}"/>
          </ac:spMkLst>
        </pc:spChg>
        <pc:spChg chg="del mod">
          <ac:chgData name="DEWE, HAYLEY L." userId="5cada80b-0f7b-49a5-96b2-656b100ca6c6" providerId="ADAL" clId="{632DF7FE-9916-4FAF-8457-3521400FFCEA}" dt="2026-02-17T23:33:33.697" v="185225" actId="478"/>
          <ac:spMkLst>
            <pc:docMk/>
            <pc:sldMk cId="2414844411" sldId="1521"/>
            <ac:spMk id="22" creationId="{9CC9F79C-58B3-CE46-CEA1-B05691DFC45D}"/>
          </ac:spMkLst>
        </pc:spChg>
        <pc:spChg chg="add mod">
          <ac:chgData name="DEWE, HAYLEY L." userId="5cada80b-0f7b-49a5-96b2-656b100ca6c6" providerId="ADAL" clId="{632DF7FE-9916-4FAF-8457-3521400FFCEA}" dt="2026-02-17T23:34:16.485" v="185238" actId="14100"/>
          <ac:spMkLst>
            <pc:docMk/>
            <pc:sldMk cId="2414844411" sldId="1521"/>
            <ac:spMk id="28" creationId="{6D884681-8DD0-8B97-AC33-A9A868EA07F2}"/>
          </ac:spMkLst>
        </pc:spChg>
        <pc:picChg chg="del">
          <ac:chgData name="DEWE, HAYLEY L." userId="5cada80b-0f7b-49a5-96b2-656b100ca6c6" providerId="ADAL" clId="{632DF7FE-9916-4FAF-8457-3521400FFCEA}" dt="2026-02-17T23:26:20.377" v="185051" actId="478"/>
          <ac:picMkLst>
            <pc:docMk/>
            <pc:sldMk cId="2414844411" sldId="1521"/>
            <ac:picMk id="5" creationId="{470832A5-1CEE-82E1-62DA-333C21E2203E}"/>
          </ac:picMkLst>
        </pc:picChg>
        <pc:picChg chg="add del mod ord modCrop">
          <ac:chgData name="DEWE, HAYLEY L." userId="5cada80b-0f7b-49a5-96b2-656b100ca6c6" providerId="ADAL" clId="{632DF7FE-9916-4FAF-8457-3521400FFCEA}" dt="2026-02-17T23:27:39.299" v="185067" actId="478"/>
          <ac:picMkLst>
            <pc:docMk/>
            <pc:sldMk cId="2414844411" sldId="1521"/>
            <ac:picMk id="9" creationId="{292FEE5D-3CAE-A812-71D8-713AD53BB1EC}"/>
          </ac:picMkLst>
        </pc:picChg>
        <pc:picChg chg="add ord">
          <ac:chgData name="DEWE, HAYLEY L." userId="5cada80b-0f7b-49a5-96b2-656b100ca6c6" providerId="ADAL" clId="{632DF7FE-9916-4FAF-8457-3521400FFCEA}" dt="2026-02-17T23:27:43.039" v="185069" actId="167"/>
          <ac:picMkLst>
            <pc:docMk/>
            <pc:sldMk cId="2414844411" sldId="1521"/>
            <ac:picMk id="24" creationId="{D814DE10-48E0-53A0-48EA-E49B50E8CFB6}"/>
          </ac:picMkLst>
        </pc:picChg>
        <pc:cxnChg chg="mod">
          <ac:chgData name="DEWE, HAYLEY L." userId="5cada80b-0f7b-49a5-96b2-656b100ca6c6" providerId="ADAL" clId="{632DF7FE-9916-4FAF-8457-3521400FFCEA}" dt="2026-02-17T23:29:57.543" v="185083" actId="14100"/>
          <ac:cxnSpMkLst>
            <pc:docMk/>
            <pc:sldMk cId="2414844411" sldId="1521"/>
            <ac:cxnSpMk id="7" creationId="{7D37294D-50B3-192D-6522-C6ED631A70E1}"/>
          </ac:cxnSpMkLst>
        </pc:cxnChg>
        <pc:cxnChg chg="mod">
          <ac:chgData name="DEWE, HAYLEY L." userId="5cada80b-0f7b-49a5-96b2-656b100ca6c6" providerId="ADAL" clId="{632DF7FE-9916-4FAF-8457-3521400FFCEA}" dt="2026-02-17T23:29:28.149" v="185074" actId="1076"/>
          <ac:cxnSpMkLst>
            <pc:docMk/>
            <pc:sldMk cId="2414844411" sldId="1521"/>
            <ac:cxnSpMk id="14" creationId="{283E168D-D4DB-3BEB-DE68-2FF056D17549}"/>
          </ac:cxnSpMkLst>
        </pc:cxnChg>
        <pc:cxnChg chg="mod">
          <ac:chgData name="DEWE, HAYLEY L." userId="5cada80b-0f7b-49a5-96b2-656b100ca6c6" providerId="ADAL" clId="{632DF7FE-9916-4FAF-8457-3521400FFCEA}" dt="2026-02-17T23:33:39.243" v="185227" actId="1076"/>
          <ac:cxnSpMkLst>
            <pc:docMk/>
            <pc:sldMk cId="2414844411" sldId="1521"/>
            <ac:cxnSpMk id="18" creationId="{E841DB93-9F62-2062-2C3A-6BD8D81D73D0}"/>
          </ac:cxnSpMkLst>
        </pc:cxnChg>
        <pc:cxnChg chg="mod">
          <ac:chgData name="DEWE, HAYLEY L." userId="5cada80b-0f7b-49a5-96b2-656b100ca6c6" providerId="ADAL" clId="{632DF7FE-9916-4FAF-8457-3521400FFCEA}" dt="2026-02-17T23:29:48.213" v="185080" actId="1076"/>
          <ac:cxnSpMkLst>
            <pc:docMk/>
            <pc:sldMk cId="2414844411" sldId="1521"/>
            <ac:cxnSpMk id="23" creationId="{B4DF20DA-6345-6AE9-9A4A-D04E8C5E5CA4}"/>
          </ac:cxnSpMkLst>
        </pc:cxnChg>
      </pc:sldChg>
      <pc:sldChg chg="add del">
        <pc:chgData name="DEWE, HAYLEY L." userId="5cada80b-0f7b-49a5-96b2-656b100ca6c6" providerId="ADAL" clId="{632DF7FE-9916-4FAF-8457-3521400FFCEA}" dt="2026-02-17T22:42:40.011" v="184617" actId="47"/>
        <pc:sldMkLst>
          <pc:docMk/>
          <pc:sldMk cId="951256865" sldId="1522"/>
        </pc:sldMkLst>
      </pc:sldChg>
      <pc:sldChg chg="addSp modSp add mod modAnim">
        <pc:chgData name="DEWE, HAYLEY L." userId="5cada80b-0f7b-49a5-96b2-656b100ca6c6" providerId="ADAL" clId="{632DF7FE-9916-4FAF-8457-3521400FFCEA}" dt="2026-02-18T00:38:30.094" v="187939" actId="13926"/>
        <pc:sldMkLst>
          <pc:docMk/>
          <pc:sldMk cId="329683931" sldId="1523"/>
        </pc:sldMkLst>
        <pc:spChg chg="mod">
          <ac:chgData name="DEWE, HAYLEY L." userId="5cada80b-0f7b-49a5-96b2-656b100ca6c6" providerId="ADAL" clId="{632DF7FE-9916-4FAF-8457-3521400FFCEA}" dt="2026-02-18T00:14:34.628" v="186672" actId="207"/>
          <ac:spMkLst>
            <pc:docMk/>
            <pc:sldMk cId="329683931" sldId="1523"/>
            <ac:spMk id="2" creationId="{9143EC5C-5146-4E42-7C6B-09C29F8B83E3}"/>
          </ac:spMkLst>
        </pc:spChg>
        <pc:spChg chg="add mod">
          <ac:chgData name="DEWE, HAYLEY L." userId="5cada80b-0f7b-49a5-96b2-656b100ca6c6" providerId="ADAL" clId="{632DF7FE-9916-4FAF-8457-3521400FFCEA}" dt="2026-02-17T22:20:20.097" v="183936"/>
          <ac:spMkLst>
            <pc:docMk/>
            <pc:sldMk cId="329683931" sldId="1523"/>
            <ac:spMk id="3" creationId="{320130DD-69CE-4A86-DE2A-332682D9E137}"/>
          </ac:spMkLst>
        </pc:spChg>
        <pc:spChg chg="mod">
          <ac:chgData name="DEWE, HAYLEY L." userId="5cada80b-0f7b-49a5-96b2-656b100ca6c6" providerId="ADAL" clId="{632DF7FE-9916-4FAF-8457-3521400FFCEA}" dt="2026-02-18T00:38:30.094" v="187939" actId="13926"/>
          <ac:spMkLst>
            <pc:docMk/>
            <pc:sldMk cId="329683931" sldId="1523"/>
            <ac:spMk id="9" creationId="{896347B9-309B-9B38-65C1-D4902D372A96}"/>
          </ac:spMkLst>
        </pc:spChg>
      </pc:sldChg>
      <pc:sldChg chg="addSp delSp modSp add mod ord modAnim">
        <pc:chgData name="DEWE, HAYLEY L." userId="5cada80b-0f7b-49a5-96b2-656b100ca6c6" providerId="ADAL" clId="{632DF7FE-9916-4FAF-8457-3521400FFCEA}" dt="2026-02-18T14:35:23.851" v="195649" actId="33524"/>
        <pc:sldMkLst>
          <pc:docMk/>
          <pc:sldMk cId="4246575852" sldId="1524"/>
        </pc:sldMkLst>
        <pc:spChg chg="mod">
          <ac:chgData name="DEWE, HAYLEY L." userId="5cada80b-0f7b-49a5-96b2-656b100ca6c6" providerId="ADAL" clId="{632DF7FE-9916-4FAF-8457-3521400FFCEA}" dt="2026-02-18T00:08:36.479" v="186098" actId="207"/>
          <ac:spMkLst>
            <pc:docMk/>
            <pc:sldMk cId="4246575852" sldId="1524"/>
            <ac:spMk id="2" creationId="{7166FA41-3FA7-3519-074C-82B1653F87A8}"/>
          </ac:spMkLst>
        </pc:spChg>
        <pc:spChg chg="add mod">
          <ac:chgData name="DEWE, HAYLEY L." userId="5cada80b-0f7b-49a5-96b2-656b100ca6c6" providerId="ADAL" clId="{632DF7FE-9916-4FAF-8457-3521400FFCEA}" dt="2026-02-18T14:35:23.851" v="195649" actId="33524"/>
          <ac:spMkLst>
            <pc:docMk/>
            <pc:sldMk cId="4246575852" sldId="1524"/>
            <ac:spMk id="3" creationId="{23140607-C80D-C4BB-1382-5B727174D7DF}"/>
          </ac:spMkLst>
        </pc:spChg>
        <pc:spChg chg="mod">
          <ac:chgData name="DEWE, HAYLEY L." userId="5cada80b-0f7b-49a5-96b2-656b100ca6c6" providerId="ADAL" clId="{632DF7FE-9916-4FAF-8457-3521400FFCEA}" dt="2026-02-18T14:15:57.303" v="194951"/>
          <ac:spMkLst>
            <pc:docMk/>
            <pc:sldMk cId="4246575852" sldId="1524"/>
            <ac:spMk id="9" creationId="{F92BBAAB-3EC6-E2BF-F468-B70F67288DAF}"/>
          </ac:spMkLst>
        </pc:spChg>
        <pc:picChg chg="del">
          <ac:chgData name="DEWE, HAYLEY L." userId="5cada80b-0f7b-49a5-96b2-656b100ca6c6" providerId="ADAL" clId="{632DF7FE-9916-4FAF-8457-3521400FFCEA}" dt="2026-02-17T22:19:31.849" v="183923" actId="21"/>
          <ac:picMkLst>
            <pc:docMk/>
            <pc:sldMk cId="4246575852" sldId="1524"/>
            <ac:picMk id="4" creationId="{40499D61-F885-5114-D985-2AA175C1758E}"/>
          </ac:picMkLst>
        </pc:picChg>
      </pc:sldChg>
      <pc:sldChg chg="addSp delSp modSp add mod ord modAnim modNotesTx">
        <pc:chgData name="DEWE, HAYLEY L." userId="5cada80b-0f7b-49a5-96b2-656b100ca6c6" providerId="ADAL" clId="{632DF7FE-9916-4FAF-8457-3521400FFCEA}" dt="2026-02-18T14:36:44.519" v="195655" actId="20577"/>
        <pc:sldMkLst>
          <pc:docMk/>
          <pc:sldMk cId="3667703090" sldId="1525"/>
        </pc:sldMkLst>
        <pc:spChg chg="mod">
          <ac:chgData name="DEWE, HAYLEY L." userId="5cada80b-0f7b-49a5-96b2-656b100ca6c6" providerId="ADAL" clId="{632DF7FE-9916-4FAF-8457-3521400FFCEA}" dt="2026-02-18T00:09:10.548" v="186105" actId="403"/>
          <ac:spMkLst>
            <pc:docMk/>
            <pc:sldMk cId="3667703090" sldId="1525"/>
            <ac:spMk id="2" creationId="{E7A1E525-5706-0D35-DF71-4232CC92B085}"/>
          </ac:spMkLst>
        </pc:spChg>
        <pc:spChg chg="add del mod">
          <ac:chgData name="DEWE, HAYLEY L." userId="5cada80b-0f7b-49a5-96b2-656b100ca6c6" providerId="ADAL" clId="{632DF7FE-9916-4FAF-8457-3521400FFCEA}" dt="2026-02-18T14:22:41.860" v="195525" actId="20577"/>
          <ac:spMkLst>
            <pc:docMk/>
            <pc:sldMk cId="3667703090" sldId="1525"/>
            <ac:spMk id="4" creationId="{AB52FA36-4A2A-1369-7735-23940C1863AC}"/>
          </ac:spMkLst>
        </pc:spChg>
        <pc:spChg chg="mod">
          <ac:chgData name="DEWE, HAYLEY L." userId="5cada80b-0f7b-49a5-96b2-656b100ca6c6" providerId="ADAL" clId="{632DF7FE-9916-4FAF-8457-3521400FFCEA}" dt="2026-02-18T00:40:31.264" v="187956" actId="6549"/>
          <ac:spMkLst>
            <pc:docMk/>
            <pc:sldMk cId="3667703090" sldId="1525"/>
            <ac:spMk id="9" creationId="{82FE11D8-5BF7-76E9-B122-6FCA932A2B25}"/>
          </ac:spMkLst>
        </pc:spChg>
      </pc:sldChg>
      <pc:sldChg chg="addSp delSp modSp add mod modNotesTx">
        <pc:chgData name="DEWE, HAYLEY L." userId="5cada80b-0f7b-49a5-96b2-656b100ca6c6" providerId="ADAL" clId="{632DF7FE-9916-4FAF-8457-3521400FFCEA}" dt="2026-02-18T14:36:55.748" v="195659" actId="20577"/>
        <pc:sldMkLst>
          <pc:docMk/>
          <pc:sldMk cId="2192362584" sldId="1526"/>
        </pc:sldMkLst>
        <pc:spChg chg="del mod">
          <ac:chgData name="DEWE, HAYLEY L." userId="5cada80b-0f7b-49a5-96b2-656b100ca6c6" providerId="ADAL" clId="{632DF7FE-9916-4FAF-8457-3521400FFCEA}" dt="2026-02-18T00:15:06.526" v="186675" actId="478"/>
          <ac:spMkLst>
            <pc:docMk/>
            <pc:sldMk cId="2192362584" sldId="1526"/>
            <ac:spMk id="2" creationId="{443DD81F-7150-8FA3-42C4-A017194A65EA}"/>
          </ac:spMkLst>
        </pc:spChg>
        <pc:spChg chg="del">
          <ac:chgData name="DEWE, HAYLEY L." userId="5cada80b-0f7b-49a5-96b2-656b100ca6c6" providerId="ADAL" clId="{632DF7FE-9916-4FAF-8457-3521400FFCEA}" dt="2026-02-18T00:23:35.986" v="187039" actId="478"/>
          <ac:spMkLst>
            <pc:docMk/>
            <pc:sldMk cId="2192362584" sldId="1526"/>
            <ac:spMk id="4" creationId="{E3919BB6-D5A0-0872-E802-268FBD224B58}"/>
          </ac:spMkLst>
        </pc:spChg>
        <pc:spChg chg="add del mod">
          <ac:chgData name="DEWE, HAYLEY L." userId="5cada80b-0f7b-49a5-96b2-656b100ca6c6" providerId="ADAL" clId="{632DF7FE-9916-4FAF-8457-3521400FFCEA}" dt="2026-02-18T00:15:07.141" v="186676" actId="478"/>
          <ac:spMkLst>
            <pc:docMk/>
            <pc:sldMk cId="2192362584" sldId="1526"/>
            <ac:spMk id="5" creationId="{8191A321-05D3-D7DF-CD35-E07C74A82A65}"/>
          </ac:spMkLst>
        </pc:spChg>
        <pc:spChg chg="add mod">
          <ac:chgData name="DEWE, HAYLEY L." userId="5cada80b-0f7b-49a5-96b2-656b100ca6c6" providerId="ADAL" clId="{632DF7FE-9916-4FAF-8457-3521400FFCEA}" dt="2026-02-18T00:15:11.540" v="186678" actId="14100"/>
          <ac:spMkLst>
            <pc:docMk/>
            <pc:sldMk cId="2192362584" sldId="1526"/>
            <ac:spMk id="6" creationId="{7BE774C2-1141-62FC-C540-62509F2019CC}"/>
          </ac:spMkLst>
        </pc:spChg>
        <pc:spChg chg="mod">
          <ac:chgData name="DEWE, HAYLEY L." userId="5cada80b-0f7b-49a5-96b2-656b100ca6c6" providerId="ADAL" clId="{632DF7FE-9916-4FAF-8457-3521400FFCEA}" dt="2026-02-18T00:51:31.778" v="188674" actId="20577"/>
          <ac:spMkLst>
            <pc:docMk/>
            <pc:sldMk cId="2192362584" sldId="1526"/>
            <ac:spMk id="9" creationId="{8ACC315E-FF89-B44D-D38A-0462B0F86C5B}"/>
          </ac:spMkLst>
        </pc:spChg>
      </pc:sldChg>
      <pc:sldChg chg="modSp add mod">
        <pc:chgData name="DEWE, HAYLEY L." userId="5cada80b-0f7b-49a5-96b2-656b100ca6c6" providerId="ADAL" clId="{632DF7FE-9916-4FAF-8457-3521400FFCEA}" dt="2026-02-18T00:38:58.146" v="187947" actId="20577"/>
        <pc:sldMkLst>
          <pc:docMk/>
          <pc:sldMk cId="3179387731" sldId="1527"/>
        </pc:sldMkLst>
        <pc:spChg chg="mod">
          <ac:chgData name="DEWE, HAYLEY L." userId="5cada80b-0f7b-49a5-96b2-656b100ca6c6" providerId="ADAL" clId="{632DF7FE-9916-4FAF-8457-3521400FFCEA}" dt="2026-02-18T00:38:58.146" v="187947" actId="20577"/>
          <ac:spMkLst>
            <pc:docMk/>
            <pc:sldMk cId="3179387731" sldId="1527"/>
            <ac:spMk id="9" creationId="{7A77C9F8-6853-47A8-3C84-2B7D06439F6D}"/>
          </ac:spMkLst>
        </pc:spChg>
      </pc:sldChg>
      <pc:sldChg chg="addSp delSp modSp add mod delAnim modNotesTx">
        <pc:chgData name="DEWE, HAYLEY L." userId="5cada80b-0f7b-49a5-96b2-656b100ca6c6" providerId="ADAL" clId="{632DF7FE-9916-4FAF-8457-3521400FFCEA}" dt="2026-02-18T14:37:03.814" v="195662" actId="478"/>
        <pc:sldMkLst>
          <pc:docMk/>
          <pc:sldMk cId="1758607552" sldId="1528"/>
        </pc:sldMkLst>
        <pc:spChg chg="mod">
          <ac:chgData name="DEWE, HAYLEY L." userId="5cada80b-0f7b-49a5-96b2-656b100ca6c6" providerId="ADAL" clId="{632DF7FE-9916-4FAF-8457-3521400FFCEA}" dt="2026-02-18T01:02:32.842" v="188715" actId="1076"/>
          <ac:spMkLst>
            <pc:docMk/>
            <pc:sldMk cId="1758607552" sldId="1528"/>
            <ac:spMk id="3" creationId="{A1204130-3C1A-DAAF-96BD-4E664F2A1052}"/>
          </ac:spMkLst>
        </pc:spChg>
        <pc:spChg chg="mod">
          <ac:chgData name="DEWE, HAYLEY L." userId="5cada80b-0f7b-49a5-96b2-656b100ca6c6" providerId="ADAL" clId="{632DF7FE-9916-4FAF-8457-3521400FFCEA}" dt="2026-02-18T01:03:49.022" v="188735" actId="1076"/>
          <ac:spMkLst>
            <pc:docMk/>
            <pc:sldMk cId="1758607552" sldId="1528"/>
            <ac:spMk id="6" creationId="{21A81CA5-0B95-B1CC-BBBB-54AE5C0CE49B}"/>
          </ac:spMkLst>
        </pc:spChg>
        <pc:spChg chg="mod">
          <ac:chgData name="DEWE, HAYLEY L." userId="5cada80b-0f7b-49a5-96b2-656b100ca6c6" providerId="ADAL" clId="{632DF7FE-9916-4FAF-8457-3521400FFCEA}" dt="2026-02-18T01:03:49.022" v="188735" actId="1076"/>
          <ac:spMkLst>
            <pc:docMk/>
            <pc:sldMk cId="1758607552" sldId="1528"/>
            <ac:spMk id="8" creationId="{02160979-CD52-11EB-5369-3281F9EB20FA}"/>
          </ac:spMkLst>
        </pc:spChg>
        <pc:spChg chg="mod">
          <ac:chgData name="DEWE, HAYLEY L." userId="5cada80b-0f7b-49a5-96b2-656b100ca6c6" providerId="ADAL" clId="{632DF7FE-9916-4FAF-8457-3521400FFCEA}" dt="2026-02-18T14:23:34.266" v="195558" actId="20577"/>
          <ac:spMkLst>
            <pc:docMk/>
            <pc:sldMk cId="1758607552" sldId="1528"/>
            <ac:spMk id="10" creationId="{B8E39F1E-5682-BF21-D5A1-331AD6583E74}"/>
          </ac:spMkLst>
        </pc:spChg>
        <pc:spChg chg="mod">
          <ac:chgData name="DEWE, HAYLEY L." userId="5cada80b-0f7b-49a5-96b2-656b100ca6c6" providerId="ADAL" clId="{632DF7FE-9916-4FAF-8457-3521400FFCEA}" dt="2026-02-18T01:03:20.632" v="188729" actId="1076"/>
          <ac:spMkLst>
            <pc:docMk/>
            <pc:sldMk cId="1758607552" sldId="1528"/>
            <ac:spMk id="11" creationId="{010B030B-CDAD-7E82-F756-C2E5AF747584}"/>
          </ac:spMkLst>
        </pc:spChg>
        <pc:spChg chg="mod">
          <ac:chgData name="DEWE, HAYLEY L." userId="5cada80b-0f7b-49a5-96b2-656b100ca6c6" providerId="ADAL" clId="{632DF7FE-9916-4FAF-8457-3521400FFCEA}" dt="2026-02-18T01:03:58.174" v="188739" actId="1076"/>
          <ac:spMkLst>
            <pc:docMk/>
            <pc:sldMk cId="1758607552" sldId="1528"/>
            <ac:spMk id="12" creationId="{1490E334-9488-43D8-E381-A0067748A709}"/>
          </ac:spMkLst>
        </pc:spChg>
        <pc:spChg chg="del mod">
          <ac:chgData name="DEWE, HAYLEY L." userId="5cada80b-0f7b-49a5-96b2-656b100ca6c6" providerId="ADAL" clId="{632DF7FE-9916-4FAF-8457-3521400FFCEA}" dt="2026-02-18T14:37:03.814" v="195662" actId="478"/>
          <ac:spMkLst>
            <pc:docMk/>
            <pc:sldMk cId="1758607552" sldId="1528"/>
            <ac:spMk id="13" creationId="{BA7B3569-BB98-9B2A-89F2-ECBB1B6532B0}"/>
          </ac:spMkLst>
        </pc:spChg>
        <pc:spChg chg="mod">
          <ac:chgData name="DEWE, HAYLEY L." userId="5cada80b-0f7b-49a5-96b2-656b100ca6c6" providerId="ADAL" clId="{632DF7FE-9916-4FAF-8457-3521400FFCEA}" dt="2026-02-18T01:04:19.201" v="188740" actId="1076"/>
          <ac:spMkLst>
            <pc:docMk/>
            <pc:sldMk cId="1758607552" sldId="1528"/>
            <ac:spMk id="15" creationId="{A48F0CF6-CDAE-5C0C-2AB5-60B17AB3E6A3}"/>
          </ac:spMkLst>
        </pc:spChg>
        <pc:spChg chg="mod">
          <ac:chgData name="DEWE, HAYLEY L." userId="5cada80b-0f7b-49a5-96b2-656b100ca6c6" providerId="ADAL" clId="{632DF7FE-9916-4FAF-8457-3521400FFCEA}" dt="2026-02-18T01:03:49.022" v="188735" actId="1076"/>
          <ac:spMkLst>
            <pc:docMk/>
            <pc:sldMk cId="1758607552" sldId="1528"/>
            <ac:spMk id="17" creationId="{A6574EA3-F836-6348-C509-17B9BCC5B3BA}"/>
          </ac:spMkLst>
        </pc:spChg>
        <pc:spChg chg="mod">
          <ac:chgData name="DEWE, HAYLEY L." userId="5cada80b-0f7b-49a5-96b2-656b100ca6c6" providerId="ADAL" clId="{632DF7FE-9916-4FAF-8457-3521400FFCEA}" dt="2026-02-18T01:03:54.283" v="188737" actId="14100"/>
          <ac:spMkLst>
            <pc:docMk/>
            <pc:sldMk cId="1758607552" sldId="1528"/>
            <ac:spMk id="19" creationId="{27ABEF6E-2EA6-6184-76E0-D94A15C0DA79}"/>
          </ac:spMkLst>
        </pc:spChg>
        <pc:spChg chg="mod">
          <ac:chgData name="DEWE, HAYLEY L." userId="5cada80b-0f7b-49a5-96b2-656b100ca6c6" providerId="ADAL" clId="{632DF7FE-9916-4FAF-8457-3521400FFCEA}" dt="2026-02-18T01:03:49.022" v="188735" actId="1076"/>
          <ac:spMkLst>
            <pc:docMk/>
            <pc:sldMk cId="1758607552" sldId="1528"/>
            <ac:spMk id="21" creationId="{EA80DAC6-BE14-A930-9754-A569560939A2}"/>
          </ac:spMkLst>
        </pc:spChg>
        <pc:spChg chg="mod">
          <ac:chgData name="DEWE, HAYLEY L." userId="5cada80b-0f7b-49a5-96b2-656b100ca6c6" providerId="ADAL" clId="{632DF7FE-9916-4FAF-8457-3521400FFCEA}" dt="2026-02-18T01:03:33.181" v="188732" actId="1076"/>
          <ac:spMkLst>
            <pc:docMk/>
            <pc:sldMk cId="1758607552" sldId="1528"/>
            <ac:spMk id="26" creationId="{BCB3DA39-2CBE-CB35-8D13-2746C9380071}"/>
          </ac:spMkLst>
        </pc:spChg>
        <pc:spChg chg="mod">
          <ac:chgData name="DEWE, HAYLEY L." userId="5cada80b-0f7b-49a5-96b2-656b100ca6c6" providerId="ADAL" clId="{632DF7FE-9916-4FAF-8457-3521400FFCEA}" dt="2026-02-18T01:03:37.633" v="188734" actId="1076"/>
          <ac:spMkLst>
            <pc:docMk/>
            <pc:sldMk cId="1758607552" sldId="1528"/>
            <ac:spMk id="29" creationId="{DE0A97B1-0F63-1021-83D8-C349FDE6164B}"/>
          </ac:spMkLst>
        </pc:spChg>
        <pc:spChg chg="del">
          <ac:chgData name="DEWE, HAYLEY L." userId="5cada80b-0f7b-49a5-96b2-656b100ca6c6" providerId="ADAL" clId="{632DF7FE-9916-4FAF-8457-3521400FFCEA}" dt="2026-02-18T01:03:17.581" v="188728" actId="478"/>
          <ac:spMkLst>
            <pc:docMk/>
            <pc:sldMk cId="1758607552" sldId="1528"/>
            <ac:spMk id="30" creationId="{C7AC56B5-823E-F00E-76A6-0D921AD56A60}"/>
          </ac:spMkLst>
        </pc:spChg>
        <pc:picChg chg="add mod ord">
          <ac:chgData name="DEWE, HAYLEY L." userId="5cada80b-0f7b-49a5-96b2-656b100ca6c6" providerId="ADAL" clId="{632DF7FE-9916-4FAF-8457-3521400FFCEA}" dt="2026-02-18T01:03:08.610" v="188725" actId="1076"/>
          <ac:picMkLst>
            <pc:docMk/>
            <pc:sldMk cId="1758607552" sldId="1528"/>
            <ac:picMk id="5" creationId="{BEAD1A03-1C0C-E0DD-614A-ADB6354AE8F4}"/>
          </ac:picMkLst>
        </pc:picChg>
        <pc:picChg chg="del">
          <ac:chgData name="DEWE, HAYLEY L." userId="5cada80b-0f7b-49a5-96b2-656b100ca6c6" providerId="ADAL" clId="{632DF7FE-9916-4FAF-8457-3521400FFCEA}" dt="2026-02-18T01:02:41.180" v="188716" actId="478"/>
          <ac:picMkLst>
            <pc:docMk/>
            <pc:sldMk cId="1758607552" sldId="1528"/>
            <ac:picMk id="28" creationId="{DA92147A-3A54-6AF9-4C87-889173BF1EBB}"/>
          </ac:picMkLst>
        </pc:picChg>
        <pc:cxnChg chg="mod">
          <ac:chgData name="DEWE, HAYLEY L." userId="5cada80b-0f7b-49a5-96b2-656b100ca6c6" providerId="ADAL" clId="{632DF7FE-9916-4FAF-8457-3521400FFCEA}" dt="2026-02-18T01:03:56.162" v="188738" actId="1076"/>
          <ac:cxnSpMkLst>
            <pc:docMk/>
            <pc:sldMk cId="1758607552" sldId="1528"/>
            <ac:cxnSpMk id="14" creationId="{C967A3B5-C266-9B6B-CCA8-5AA0C360E72F}"/>
          </ac:cxnSpMkLst>
        </pc:cxnChg>
        <pc:cxnChg chg="mod">
          <ac:chgData name="DEWE, HAYLEY L." userId="5cada80b-0f7b-49a5-96b2-656b100ca6c6" providerId="ADAL" clId="{632DF7FE-9916-4FAF-8457-3521400FFCEA}" dt="2026-02-18T01:03:49.022" v="188735" actId="1076"/>
          <ac:cxnSpMkLst>
            <pc:docMk/>
            <pc:sldMk cId="1758607552" sldId="1528"/>
            <ac:cxnSpMk id="18" creationId="{ADCA3DF1-B763-CC83-6984-1DCF9608E907}"/>
          </ac:cxnSpMkLst>
        </pc:cxnChg>
        <pc:cxnChg chg="mod">
          <ac:chgData name="DEWE, HAYLEY L." userId="5cada80b-0f7b-49a5-96b2-656b100ca6c6" providerId="ADAL" clId="{632DF7FE-9916-4FAF-8457-3521400FFCEA}" dt="2026-02-18T01:03:49.022" v="188735" actId="1076"/>
          <ac:cxnSpMkLst>
            <pc:docMk/>
            <pc:sldMk cId="1758607552" sldId="1528"/>
            <ac:cxnSpMk id="23" creationId="{A0F3C617-3B39-8AE6-26B0-B13268413E80}"/>
          </ac:cxnSpMkLst>
        </pc:cxnChg>
        <pc:cxnChg chg="mod">
          <ac:chgData name="DEWE, HAYLEY L." userId="5cada80b-0f7b-49a5-96b2-656b100ca6c6" providerId="ADAL" clId="{632DF7FE-9916-4FAF-8457-3521400FFCEA}" dt="2026-02-18T01:03:35.056" v="188733" actId="1076"/>
          <ac:cxnSpMkLst>
            <pc:docMk/>
            <pc:sldMk cId="1758607552" sldId="1528"/>
            <ac:cxnSpMk id="27" creationId="{012AE96A-5E7D-B9E7-355E-B2E58B78B5F2}"/>
          </ac:cxnSpMkLst>
        </pc:cxnChg>
      </pc:sldChg>
      <pc:sldChg chg="addSp delSp modSp add mod delAnim modAnim modNotesTx">
        <pc:chgData name="DEWE, HAYLEY L." userId="5cada80b-0f7b-49a5-96b2-656b100ca6c6" providerId="ADAL" clId="{632DF7FE-9916-4FAF-8457-3521400FFCEA}" dt="2026-02-18T11:53:10.450" v="194494" actId="478"/>
        <pc:sldMkLst>
          <pc:docMk/>
          <pc:sldMk cId="1844227320" sldId="1529"/>
        </pc:sldMkLst>
        <pc:spChg chg="mod">
          <ac:chgData name="DEWE, HAYLEY L." userId="5cada80b-0f7b-49a5-96b2-656b100ca6c6" providerId="ADAL" clId="{632DF7FE-9916-4FAF-8457-3521400FFCEA}" dt="2026-02-18T01:12:10.350" v="189182" actId="207"/>
          <ac:spMkLst>
            <pc:docMk/>
            <pc:sldMk cId="1844227320" sldId="1529"/>
            <ac:spMk id="2" creationId="{D1FFAA81-94A1-1A73-A21E-563EB3C8AD39}"/>
          </ac:spMkLst>
        </pc:spChg>
        <pc:spChg chg="add del mod">
          <ac:chgData name="DEWE, HAYLEY L." userId="5cada80b-0f7b-49a5-96b2-656b100ca6c6" providerId="ADAL" clId="{632DF7FE-9916-4FAF-8457-3521400FFCEA}" dt="2026-02-18T11:53:10.450" v="194494" actId="478"/>
          <ac:spMkLst>
            <pc:docMk/>
            <pc:sldMk cId="1844227320" sldId="1529"/>
            <ac:spMk id="3" creationId="{FBB5C292-5B4B-375D-59AE-FD7421398430}"/>
          </ac:spMkLst>
        </pc:spChg>
        <pc:spChg chg="del">
          <ac:chgData name="DEWE, HAYLEY L." userId="5cada80b-0f7b-49a5-96b2-656b100ca6c6" providerId="ADAL" clId="{632DF7FE-9916-4FAF-8457-3521400FFCEA}" dt="2026-02-18T01:09:28.149" v="189004" actId="478"/>
          <ac:spMkLst>
            <pc:docMk/>
            <pc:sldMk cId="1844227320" sldId="1529"/>
            <ac:spMk id="4" creationId="{7DDCC5BE-CA3F-D1F8-3ED0-6CB54579F2E9}"/>
          </ac:spMkLst>
        </pc:spChg>
        <pc:spChg chg="mod">
          <ac:chgData name="DEWE, HAYLEY L." userId="5cada80b-0f7b-49a5-96b2-656b100ca6c6" providerId="ADAL" clId="{632DF7FE-9916-4FAF-8457-3521400FFCEA}" dt="2026-02-18T01:30:17.908" v="190564" actId="6549"/>
          <ac:spMkLst>
            <pc:docMk/>
            <pc:sldMk cId="1844227320" sldId="1529"/>
            <ac:spMk id="9" creationId="{6F689D7B-1A73-F8DD-616D-E9A90029CAC7}"/>
          </ac:spMkLst>
        </pc:spChg>
      </pc:sldChg>
      <pc:sldChg chg="addSp delSp modSp add mod addAnim delAnim modNotesTx">
        <pc:chgData name="DEWE, HAYLEY L." userId="5cada80b-0f7b-49a5-96b2-656b100ca6c6" providerId="ADAL" clId="{632DF7FE-9916-4FAF-8457-3521400FFCEA}" dt="2026-02-18T14:37:13.505" v="195665" actId="478"/>
        <pc:sldMkLst>
          <pc:docMk/>
          <pc:sldMk cId="3463905510" sldId="1530"/>
        </pc:sldMkLst>
        <pc:spChg chg="mod">
          <ac:chgData name="DEWE, HAYLEY L." userId="5cada80b-0f7b-49a5-96b2-656b100ca6c6" providerId="ADAL" clId="{632DF7FE-9916-4FAF-8457-3521400FFCEA}" dt="2026-02-18T01:19:15.722" v="189735" actId="1076"/>
          <ac:spMkLst>
            <pc:docMk/>
            <pc:sldMk cId="3463905510" sldId="1530"/>
            <ac:spMk id="2" creationId="{282FCDFE-32C9-7C99-ACA6-BDB661419780}"/>
          </ac:spMkLst>
        </pc:spChg>
        <pc:spChg chg="mod">
          <ac:chgData name="DEWE, HAYLEY L." userId="5cada80b-0f7b-49a5-96b2-656b100ca6c6" providerId="ADAL" clId="{632DF7FE-9916-4FAF-8457-3521400FFCEA}" dt="2026-02-18T01:19:11.912" v="189734" actId="14100"/>
          <ac:spMkLst>
            <pc:docMk/>
            <pc:sldMk cId="3463905510" sldId="1530"/>
            <ac:spMk id="3" creationId="{D338794F-8725-95DC-90BE-1E5A500903E4}"/>
          </ac:spMkLst>
        </pc:spChg>
        <pc:spChg chg="mod">
          <ac:chgData name="DEWE, HAYLEY L." userId="5cada80b-0f7b-49a5-96b2-656b100ca6c6" providerId="ADAL" clId="{632DF7FE-9916-4FAF-8457-3521400FFCEA}" dt="2026-02-18T01:20:34.598" v="189748" actId="1076"/>
          <ac:spMkLst>
            <pc:docMk/>
            <pc:sldMk cId="3463905510" sldId="1530"/>
            <ac:spMk id="6" creationId="{083A39E1-B37C-C80E-AACC-23325A01F5EF}"/>
          </ac:spMkLst>
        </pc:spChg>
        <pc:spChg chg="mod">
          <ac:chgData name="DEWE, HAYLEY L." userId="5cada80b-0f7b-49a5-96b2-656b100ca6c6" providerId="ADAL" clId="{632DF7FE-9916-4FAF-8457-3521400FFCEA}" dt="2026-02-18T01:20:30.602" v="189746" actId="1076"/>
          <ac:spMkLst>
            <pc:docMk/>
            <pc:sldMk cId="3463905510" sldId="1530"/>
            <ac:spMk id="8" creationId="{ADD95153-044C-BD00-2A2C-6D78725AD10F}"/>
          </ac:spMkLst>
        </pc:spChg>
        <pc:spChg chg="mod">
          <ac:chgData name="DEWE, HAYLEY L." userId="5cada80b-0f7b-49a5-96b2-656b100ca6c6" providerId="ADAL" clId="{632DF7FE-9916-4FAF-8457-3521400FFCEA}" dt="2026-02-18T14:24:24.083" v="195576" actId="20577"/>
          <ac:spMkLst>
            <pc:docMk/>
            <pc:sldMk cId="3463905510" sldId="1530"/>
            <ac:spMk id="10" creationId="{42B9E512-8872-FDA2-4A81-2BE855FFEEC6}"/>
          </ac:spMkLst>
        </pc:spChg>
        <pc:spChg chg="mod">
          <ac:chgData name="DEWE, HAYLEY L." userId="5cada80b-0f7b-49a5-96b2-656b100ca6c6" providerId="ADAL" clId="{632DF7FE-9916-4FAF-8457-3521400FFCEA}" dt="2026-02-18T01:19:57.537" v="189740" actId="1076"/>
          <ac:spMkLst>
            <pc:docMk/>
            <pc:sldMk cId="3463905510" sldId="1530"/>
            <ac:spMk id="11" creationId="{EB34A9D2-1B23-41FD-F755-827A1AF34768}"/>
          </ac:spMkLst>
        </pc:spChg>
        <pc:spChg chg="mod">
          <ac:chgData name="DEWE, HAYLEY L." userId="5cada80b-0f7b-49a5-96b2-656b100ca6c6" providerId="ADAL" clId="{632DF7FE-9916-4FAF-8457-3521400FFCEA}" dt="2026-02-18T01:19:57.537" v="189740" actId="1076"/>
          <ac:spMkLst>
            <pc:docMk/>
            <pc:sldMk cId="3463905510" sldId="1530"/>
            <ac:spMk id="12" creationId="{C5343906-6CE0-DB41-CDD4-13956C808243}"/>
          </ac:spMkLst>
        </pc:spChg>
        <pc:spChg chg="add del mod">
          <ac:chgData name="DEWE, HAYLEY L." userId="5cada80b-0f7b-49a5-96b2-656b100ca6c6" providerId="ADAL" clId="{632DF7FE-9916-4FAF-8457-3521400FFCEA}" dt="2026-02-18T14:37:13.505" v="195665" actId="478"/>
          <ac:spMkLst>
            <pc:docMk/>
            <pc:sldMk cId="3463905510" sldId="1530"/>
            <ac:spMk id="13" creationId="{BEF1C1C6-F368-C3FB-754F-7C7FDBB593C1}"/>
          </ac:spMkLst>
        </pc:spChg>
        <pc:spChg chg="mod">
          <ac:chgData name="DEWE, HAYLEY L." userId="5cada80b-0f7b-49a5-96b2-656b100ca6c6" providerId="ADAL" clId="{632DF7FE-9916-4FAF-8457-3521400FFCEA}" dt="2026-02-18T01:19:18.136" v="189736" actId="1076"/>
          <ac:spMkLst>
            <pc:docMk/>
            <pc:sldMk cId="3463905510" sldId="1530"/>
            <ac:spMk id="15" creationId="{CAB7C157-7A47-20B6-3F74-398150D9F847}"/>
          </ac:spMkLst>
        </pc:spChg>
        <pc:spChg chg="mod">
          <ac:chgData name="DEWE, HAYLEY L." userId="5cada80b-0f7b-49a5-96b2-656b100ca6c6" providerId="ADAL" clId="{632DF7FE-9916-4FAF-8457-3521400FFCEA}" dt="2026-02-18T01:19:57.537" v="189740" actId="1076"/>
          <ac:spMkLst>
            <pc:docMk/>
            <pc:sldMk cId="3463905510" sldId="1530"/>
            <ac:spMk id="17" creationId="{C99DCCAB-B257-4FD5-B1F4-BF06040FAB50}"/>
          </ac:spMkLst>
        </pc:spChg>
        <pc:spChg chg="mod">
          <ac:chgData name="DEWE, HAYLEY L." userId="5cada80b-0f7b-49a5-96b2-656b100ca6c6" providerId="ADAL" clId="{632DF7FE-9916-4FAF-8457-3521400FFCEA}" dt="2026-02-18T01:19:27.348" v="189739" actId="14100"/>
          <ac:spMkLst>
            <pc:docMk/>
            <pc:sldMk cId="3463905510" sldId="1530"/>
            <ac:spMk id="19" creationId="{496F018C-E75B-0F50-4A1F-6722B3BCD56D}"/>
          </ac:spMkLst>
        </pc:spChg>
        <pc:spChg chg="mod">
          <ac:chgData name="DEWE, HAYLEY L." userId="5cada80b-0f7b-49a5-96b2-656b100ca6c6" providerId="ADAL" clId="{632DF7FE-9916-4FAF-8457-3521400FFCEA}" dt="2026-02-18T01:20:37.142" v="189749" actId="1076"/>
          <ac:spMkLst>
            <pc:docMk/>
            <pc:sldMk cId="3463905510" sldId="1530"/>
            <ac:spMk id="21" creationId="{7C392DEE-F37E-61E1-B104-726365BC9F68}"/>
          </ac:spMkLst>
        </pc:spChg>
        <pc:spChg chg="del mod">
          <ac:chgData name="DEWE, HAYLEY L." userId="5cada80b-0f7b-49a5-96b2-656b100ca6c6" providerId="ADAL" clId="{632DF7FE-9916-4FAF-8457-3521400FFCEA}" dt="2026-02-18T01:20:27.269" v="189745" actId="478"/>
          <ac:spMkLst>
            <pc:docMk/>
            <pc:sldMk cId="3463905510" sldId="1530"/>
            <ac:spMk id="26" creationId="{D5E0ABA2-B4D8-9E9F-701F-6B6AFF062523}"/>
          </ac:spMkLst>
        </pc:spChg>
        <pc:spChg chg="del mod">
          <ac:chgData name="DEWE, HAYLEY L." userId="5cada80b-0f7b-49a5-96b2-656b100ca6c6" providerId="ADAL" clId="{632DF7FE-9916-4FAF-8457-3521400FFCEA}" dt="2026-02-18T01:20:25.158" v="189744" actId="478"/>
          <ac:spMkLst>
            <pc:docMk/>
            <pc:sldMk cId="3463905510" sldId="1530"/>
            <ac:spMk id="29" creationId="{4361BFE2-56B8-B8D8-A498-01D631F013A3}"/>
          </ac:spMkLst>
        </pc:spChg>
        <pc:picChg chg="del">
          <ac:chgData name="DEWE, HAYLEY L." userId="5cada80b-0f7b-49a5-96b2-656b100ca6c6" providerId="ADAL" clId="{632DF7FE-9916-4FAF-8457-3521400FFCEA}" dt="2026-02-18T01:17:53.697" v="189659" actId="478"/>
          <ac:picMkLst>
            <pc:docMk/>
            <pc:sldMk cId="3463905510" sldId="1530"/>
            <ac:picMk id="5" creationId="{D01704F2-11AC-4AA6-2D65-530FC95A1867}"/>
          </ac:picMkLst>
        </pc:picChg>
        <pc:picChg chg="add mod ord">
          <ac:chgData name="DEWE, HAYLEY L." userId="5cada80b-0f7b-49a5-96b2-656b100ca6c6" providerId="ADAL" clId="{632DF7FE-9916-4FAF-8457-3521400FFCEA}" dt="2026-02-18T01:20:11.863" v="189742" actId="1076"/>
          <ac:picMkLst>
            <pc:docMk/>
            <pc:sldMk cId="3463905510" sldId="1530"/>
            <ac:picMk id="9" creationId="{51C99E5F-B020-4A35-121F-8D31EC89B985}"/>
          </ac:picMkLst>
        </pc:picChg>
        <pc:cxnChg chg="mod">
          <ac:chgData name="DEWE, HAYLEY L." userId="5cada80b-0f7b-49a5-96b2-656b100ca6c6" providerId="ADAL" clId="{632DF7FE-9916-4FAF-8457-3521400FFCEA}" dt="2026-02-18T01:20:32.557" v="189747" actId="1076"/>
          <ac:cxnSpMkLst>
            <pc:docMk/>
            <pc:sldMk cId="3463905510" sldId="1530"/>
            <ac:cxnSpMk id="18" creationId="{E5914B43-788E-F888-2A3C-79BED651A408}"/>
          </ac:cxnSpMkLst>
        </pc:cxnChg>
        <pc:cxnChg chg="mod">
          <ac:chgData name="DEWE, HAYLEY L." userId="5cada80b-0f7b-49a5-96b2-656b100ca6c6" providerId="ADAL" clId="{632DF7FE-9916-4FAF-8457-3521400FFCEA}" dt="2026-02-18T01:20:39.506" v="189750" actId="14100"/>
          <ac:cxnSpMkLst>
            <pc:docMk/>
            <pc:sldMk cId="3463905510" sldId="1530"/>
            <ac:cxnSpMk id="23" creationId="{39AD73B7-EA4A-A7E1-E5F1-C524464A3708}"/>
          </ac:cxnSpMkLst>
        </pc:cxnChg>
        <pc:cxnChg chg="del">
          <ac:chgData name="DEWE, HAYLEY L." userId="5cada80b-0f7b-49a5-96b2-656b100ca6c6" providerId="ADAL" clId="{632DF7FE-9916-4FAF-8457-3521400FFCEA}" dt="2026-02-18T01:20:24.018" v="189743" actId="478"/>
          <ac:cxnSpMkLst>
            <pc:docMk/>
            <pc:sldMk cId="3463905510" sldId="1530"/>
            <ac:cxnSpMk id="27" creationId="{7C9A1FA6-D9F8-C4D9-6679-95AD4B2E6CA4}"/>
          </ac:cxnSpMkLst>
        </pc:cxnChg>
      </pc:sldChg>
      <pc:sldChg chg="addSp modSp add mod modAnim">
        <pc:chgData name="DEWE, HAYLEY L." userId="5cada80b-0f7b-49a5-96b2-656b100ca6c6" providerId="ADAL" clId="{632DF7FE-9916-4FAF-8457-3521400FFCEA}" dt="2026-02-18T14:24:14.756" v="195568"/>
        <pc:sldMkLst>
          <pc:docMk/>
          <pc:sldMk cId="1298107466" sldId="1531"/>
        </pc:sldMkLst>
        <pc:spChg chg="mod">
          <ac:chgData name="DEWE, HAYLEY L." userId="5cada80b-0f7b-49a5-96b2-656b100ca6c6" providerId="ADAL" clId="{632DF7FE-9916-4FAF-8457-3521400FFCEA}" dt="2026-02-18T01:17:24.606" v="189658" actId="115"/>
          <ac:spMkLst>
            <pc:docMk/>
            <pc:sldMk cId="1298107466" sldId="1531"/>
            <ac:spMk id="2" creationId="{F078CF5E-2FD1-6160-4C5F-749E4FB7AD53}"/>
          </ac:spMkLst>
        </pc:spChg>
        <pc:spChg chg="mod">
          <ac:chgData name="DEWE, HAYLEY L." userId="5cada80b-0f7b-49a5-96b2-656b100ca6c6" providerId="ADAL" clId="{632DF7FE-9916-4FAF-8457-3521400FFCEA}" dt="2026-02-18T11:52:59.820" v="194493" actId="20577"/>
          <ac:spMkLst>
            <pc:docMk/>
            <pc:sldMk cId="1298107466" sldId="1531"/>
            <ac:spMk id="3" creationId="{C9E8B979-33D5-164F-8D91-43A5AA34094E}"/>
          </ac:spMkLst>
        </pc:spChg>
        <pc:spChg chg="mod">
          <ac:chgData name="DEWE, HAYLEY L." userId="5cada80b-0f7b-49a5-96b2-656b100ca6c6" providerId="ADAL" clId="{632DF7FE-9916-4FAF-8457-3521400FFCEA}" dt="2026-02-18T11:53:29.221" v="194498" actId="20577"/>
          <ac:spMkLst>
            <pc:docMk/>
            <pc:sldMk cId="1298107466" sldId="1531"/>
            <ac:spMk id="9" creationId="{3513AAB2-4BCB-AC20-501A-60A8A9A65CF6}"/>
          </ac:spMkLst>
        </pc:spChg>
        <pc:picChg chg="add mod">
          <ac:chgData name="DEWE, HAYLEY L." userId="5cada80b-0f7b-49a5-96b2-656b100ca6c6" providerId="ADAL" clId="{632DF7FE-9916-4FAF-8457-3521400FFCEA}" dt="2026-02-18T01:16:31.802" v="189615" actId="1076"/>
          <ac:picMkLst>
            <pc:docMk/>
            <pc:sldMk cId="1298107466" sldId="1531"/>
            <ac:picMk id="5" creationId="{519ED1EB-6C24-98D5-981A-15FB2FC76F90}"/>
          </ac:picMkLst>
        </pc:picChg>
        <pc:cxnChg chg="add mod">
          <ac:chgData name="DEWE, HAYLEY L." userId="5cada80b-0f7b-49a5-96b2-656b100ca6c6" providerId="ADAL" clId="{632DF7FE-9916-4FAF-8457-3521400FFCEA}" dt="2026-02-18T01:16:47.274" v="189618" actId="14100"/>
          <ac:cxnSpMkLst>
            <pc:docMk/>
            <pc:sldMk cId="1298107466" sldId="1531"/>
            <ac:cxnSpMk id="6" creationId="{7C2C3BBE-78EF-E656-4D05-05848CF60C89}"/>
          </ac:cxnSpMkLst>
        </pc:cxnChg>
      </pc:sldChg>
      <pc:sldChg chg="delSp modSp add mod delAnim">
        <pc:chgData name="DEWE, HAYLEY L." userId="5cada80b-0f7b-49a5-96b2-656b100ca6c6" providerId="ADAL" clId="{632DF7FE-9916-4FAF-8457-3521400FFCEA}" dt="2026-02-18T01:31:13.525" v="190612" actId="6549"/>
        <pc:sldMkLst>
          <pc:docMk/>
          <pc:sldMk cId="2068343118" sldId="1532"/>
        </pc:sldMkLst>
        <pc:spChg chg="mod">
          <ac:chgData name="DEWE, HAYLEY L." userId="5cada80b-0f7b-49a5-96b2-656b100ca6c6" providerId="ADAL" clId="{632DF7FE-9916-4FAF-8457-3521400FFCEA}" dt="2026-02-18T01:23:00.825" v="189811" actId="20577"/>
          <ac:spMkLst>
            <pc:docMk/>
            <pc:sldMk cId="2068343118" sldId="1532"/>
            <ac:spMk id="2" creationId="{32033CF0-0253-343C-5B73-FE144959636A}"/>
          </ac:spMkLst>
        </pc:spChg>
        <pc:spChg chg="del">
          <ac:chgData name="DEWE, HAYLEY L." userId="5cada80b-0f7b-49a5-96b2-656b100ca6c6" providerId="ADAL" clId="{632DF7FE-9916-4FAF-8457-3521400FFCEA}" dt="2026-02-18T01:23:04.291" v="189812" actId="478"/>
          <ac:spMkLst>
            <pc:docMk/>
            <pc:sldMk cId="2068343118" sldId="1532"/>
            <ac:spMk id="3" creationId="{7A159F68-F2E2-B7D3-6DEF-B2EC2EAB2F71}"/>
          </ac:spMkLst>
        </pc:spChg>
        <pc:spChg chg="mod">
          <ac:chgData name="DEWE, HAYLEY L." userId="5cada80b-0f7b-49a5-96b2-656b100ca6c6" providerId="ADAL" clId="{632DF7FE-9916-4FAF-8457-3521400FFCEA}" dt="2026-02-18T01:31:13.525" v="190612" actId="6549"/>
          <ac:spMkLst>
            <pc:docMk/>
            <pc:sldMk cId="2068343118" sldId="1532"/>
            <ac:spMk id="9" creationId="{F0EA453F-5187-0EA9-86D3-F0EB870005C4}"/>
          </ac:spMkLst>
        </pc:spChg>
      </pc:sldChg>
      <pc:sldChg chg="modSp add modAnim">
        <pc:chgData name="DEWE, HAYLEY L." userId="5cada80b-0f7b-49a5-96b2-656b100ca6c6" providerId="ADAL" clId="{632DF7FE-9916-4FAF-8457-3521400FFCEA}" dt="2026-02-18T14:08:10.168" v="194552" actId="20577"/>
        <pc:sldMkLst>
          <pc:docMk/>
          <pc:sldMk cId="3018071343" sldId="1533"/>
        </pc:sldMkLst>
        <pc:spChg chg="mod">
          <ac:chgData name="DEWE, HAYLEY L." userId="5cada80b-0f7b-49a5-96b2-656b100ca6c6" providerId="ADAL" clId="{632DF7FE-9916-4FAF-8457-3521400FFCEA}" dt="2026-02-18T14:08:10.168" v="194552" actId="20577"/>
          <ac:spMkLst>
            <pc:docMk/>
            <pc:sldMk cId="3018071343" sldId="1533"/>
            <ac:spMk id="3" creationId="{36A54F61-CF69-F520-3913-9A1CC340AD74}"/>
          </ac:spMkLst>
        </pc:spChg>
      </pc:sldChg>
      <pc:sldChg chg="addSp modSp add mod modAnim">
        <pc:chgData name="DEWE, HAYLEY L." userId="5cada80b-0f7b-49a5-96b2-656b100ca6c6" providerId="ADAL" clId="{632DF7FE-9916-4FAF-8457-3521400FFCEA}" dt="2026-02-18T14:07:42.003" v="194546"/>
        <pc:sldMkLst>
          <pc:docMk/>
          <pc:sldMk cId="102083603" sldId="1534"/>
        </pc:sldMkLst>
        <pc:spChg chg="mod">
          <ac:chgData name="DEWE, HAYLEY L." userId="5cada80b-0f7b-49a5-96b2-656b100ca6c6" providerId="ADAL" clId="{632DF7FE-9916-4FAF-8457-3521400FFCEA}" dt="2026-02-18T14:07:17.880" v="194541" actId="20578"/>
          <ac:spMkLst>
            <pc:docMk/>
            <pc:sldMk cId="102083603" sldId="1534"/>
            <ac:spMk id="3" creationId="{7B3E9725-8403-03D7-6726-12B6B01FD637}"/>
          </ac:spMkLst>
        </pc:spChg>
        <pc:picChg chg="add mod">
          <ac:chgData name="DEWE, HAYLEY L." userId="5cada80b-0f7b-49a5-96b2-656b100ca6c6" providerId="ADAL" clId="{632DF7FE-9916-4FAF-8457-3521400FFCEA}" dt="2026-02-18T11:47:18.449" v="194487" actId="1076"/>
          <ac:picMkLst>
            <pc:docMk/>
            <pc:sldMk cId="102083603" sldId="1534"/>
            <ac:picMk id="1026" creationId="{FF614102-4519-1C87-9AE2-9D16498C8D6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E24543-6094-4172-A2C7-7DFF1C579B9D}" type="datetimeFigureOut">
              <a:rPr lang="en-GB" smtClean="0"/>
              <a:t>18/02/2026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21B416-F7FB-4E18-878D-8E41009988D5}" type="slidenum">
              <a:rPr lang="en-GB" smtClean="0"/>
              <a:t>‹#›</a:t>
            </a:fld>
            <a:endParaRPr lang="en-GB"/>
          </a:p>
        </p:txBody>
      </p:sp>
    </p:spTree>
    <p:extLst>
      <p:ext uri="{BB962C8B-B14F-4D97-AF65-F5344CB8AC3E}">
        <p14:creationId xmlns:p14="http://schemas.microsoft.com/office/powerpoint/2010/main" val="216138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1</a:t>
            </a:fld>
            <a:endParaRPr lang="en-GB"/>
          </a:p>
        </p:txBody>
      </p:sp>
    </p:spTree>
    <p:extLst>
      <p:ext uri="{BB962C8B-B14F-4D97-AF65-F5344CB8AC3E}">
        <p14:creationId xmlns:p14="http://schemas.microsoft.com/office/powerpoint/2010/main" val="1987774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A1A1-9ECD-4E0D-C60B-6F4E2E6D7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9C435-ABC6-6133-C325-CE254FDEB1A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FEA0D2B-C7DA-55F4-8F34-62A9A48F69D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9784C2B-5EA1-2F0F-70DE-492CA2C78717}"/>
              </a:ext>
            </a:extLst>
          </p:cNvPr>
          <p:cNvSpPr>
            <a:spLocks noGrp="1"/>
          </p:cNvSpPr>
          <p:nvPr>
            <p:ph type="sldNum" sz="quarter" idx="5"/>
          </p:nvPr>
        </p:nvSpPr>
        <p:spPr/>
        <p:txBody>
          <a:bodyPr/>
          <a:lstStyle/>
          <a:p>
            <a:fld id="{2821B416-F7FB-4E18-878D-8E41009988D5}" type="slidenum">
              <a:rPr lang="en-GB" smtClean="0"/>
              <a:t>2</a:t>
            </a:fld>
            <a:endParaRPr lang="en-GB"/>
          </a:p>
        </p:txBody>
      </p:sp>
    </p:spTree>
    <p:extLst>
      <p:ext uri="{BB962C8B-B14F-4D97-AF65-F5344CB8AC3E}">
        <p14:creationId xmlns:p14="http://schemas.microsoft.com/office/powerpoint/2010/main" val="3734635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57430-EC9E-69F9-46CE-5E3D7137E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28F7D-3F37-C5D4-2BD7-01F1EC14FFD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EB6DF01-5DC3-C641-26B1-C6B948806CC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F7DE1B5-BDF6-E868-5F8D-3302D68BCC34}"/>
              </a:ext>
            </a:extLst>
          </p:cNvPr>
          <p:cNvSpPr>
            <a:spLocks noGrp="1"/>
          </p:cNvSpPr>
          <p:nvPr>
            <p:ph type="sldNum" sz="quarter" idx="5"/>
          </p:nvPr>
        </p:nvSpPr>
        <p:spPr/>
        <p:txBody>
          <a:bodyPr/>
          <a:lstStyle/>
          <a:p>
            <a:fld id="{2821B416-F7FB-4E18-878D-8E41009988D5}" type="slidenum">
              <a:rPr lang="en-GB" smtClean="0"/>
              <a:t>3</a:t>
            </a:fld>
            <a:endParaRPr lang="en-GB"/>
          </a:p>
        </p:txBody>
      </p:sp>
    </p:spTree>
    <p:extLst>
      <p:ext uri="{BB962C8B-B14F-4D97-AF65-F5344CB8AC3E}">
        <p14:creationId xmlns:p14="http://schemas.microsoft.com/office/powerpoint/2010/main" val="1804119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4</a:t>
            </a:fld>
            <a:endParaRPr lang="en-GB"/>
          </a:p>
        </p:txBody>
      </p:sp>
    </p:spTree>
    <p:extLst>
      <p:ext uri="{BB962C8B-B14F-4D97-AF65-F5344CB8AC3E}">
        <p14:creationId xmlns:p14="http://schemas.microsoft.com/office/powerpoint/2010/main" val="697113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5</a:t>
            </a:fld>
            <a:endParaRPr lang="en-GB"/>
          </a:p>
        </p:txBody>
      </p:sp>
    </p:spTree>
    <p:extLst>
      <p:ext uri="{BB962C8B-B14F-4D97-AF65-F5344CB8AC3E}">
        <p14:creationId xmlns:p14="http://schemas.microsoft.com/office/powerpoint/2010/main" val="19149104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6</a:t>
            </a:fld>
            <a:endParaRPr lang="en-GB"/>
          </a:p>
        </p:txBody>
      </p:sp>
    </p:spTree>
    <p:extLst>
      <p:ext uri="{BB962C8B-B14F-4D97-AF65-F5344CB8AC3E}">
        <p14:creationId xmlns:p14="http://schemas.microsoft.com/office/powerpoint/2010/main" val="3305126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A01BB-3582-A453-09B7-B966F02FDF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3054008-608C-0B07-FA18-3F2CD5713A62}"/>
              </a:ext>
            </a:extLst>
          </p:cNvPr>
          <p:cNvSpPr>
            <a:spLocks noGrp="1" noRot="1" noChangeAspect="1"/>
          </p:cNvSpPr>
          <p:nvPr>
            <p:ph type="sldImg"/>
          </p:nvPr>
        </p:nvSpPr>
        <p:spPr>
          <a:xfrm>
            <a:off x="1371600" y="1143000"/>
            <a:ext cx="4114800" cy="3086100"/>
          </a:xfrm>
        </p:spPr>
      </p:sp>
      <p:sp>
        <p:nvSpPr>
          <p:cNvPr id="3" name="Espace réservé des commentaires 2">
            <a:extLst>
              <a:ext uri="{FF2B5EF4-FFF2-40B4-BE49-F238E27FC236}">
                <a16:creationId xmlns:a16="http://schemas.microsoft.com/office/drawing/2014/main" id="{37B68A69-1BC0-8822-8588-AC9CBB34090C}"/>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1A8ADB48-BA12-F7D3-89F2-D7E9200E890F}"/>
              </a:ext>
            </a:extLst>
          </p:cNvPr>
          <p:cNvSpPr>
            <a:spLocks noGrp="1"/>
          </p:cNvSpPr>
          <p:nvPr>
            <p:ph type="sldNum" sz="quarter" idx="10"/>
          </p:nvPr>
        </p:nvSpPr>
        <p:spPr/>
        <p:txBody>
          <a:bodyPr/>
          <a:lstStyle/>
          <a:p>
            <a:fld id="{1FB530B7-CA49-455B-8AB9-6EB635F13FD8}" type="slidenum">
              <a:rPr lang="en-GB" smtClean="0"/>
              <a:t>7</a:t>
            </a:fld>
            <a:endParaRPr lang="en-GB"/>
          </a:p>
        </p:txBody>
      </p:sp>
    </p:spTree>
    <p:extLst>
      <p:ext uri="{BB962C8B-B14F-4D97-AF65-F5344CB8AC3E}">
        <p14:creationId xmlns:p14="http://schemas.microsoft.com/office/powerpoint/2010/main" val="3654956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E8CD2-B212-DF02-EF32-E52BD464F5F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2DF634A-A38A-D37A-AA50-EC6395B33252}"/>
              </a:ext>
            </a:extLst>
          </p:cNvPr>
          <p:cNvSpPr>
            <a:spLocks noGrp="1" noRot="1" noChangeAspect="1"/>
          </p:cNvSpPr>
          <p:nvPr>
            <p:ph type="sldImg"/>
          </p:nvPr>
        </p:nvSpPr>
        <p:spPr>
          <a:xfrm>
            <a:off x="1371600" y="1143000"/>
            <a:ext cx="4114800" cy="3086100"/>
          </a:xfrm>
        </p:spPr>
      </p:sp>
      <p:sp>
        <p:nvSpPr>
          <p:cNvPr id="3" name="Espace réservé des commentaires 2">
            <a:extLst>
              <a:ext uri="{FF2B5EF4-FFF2-40B4-BE49-F238E27FC236}">
                <a16:creationId xmlns:a16="http://schemas.microsoft.com/office/drawing/2014/main" id="{DEA5EF2D-8395-D4E7-64D8-1E3419263079}"/>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ABA4A5C6-9B0D-217F-E4BA-E9AF561CA780}"/>
              </a:ext>
            </a:extLst>
          </p:cNvPr>
          <p:cNvSpPr>
            <a:spLocks noGrp="1"/>
          </p:cNvSpPr>
          <p:nvPr>
            <p:ph type="sldNum" sz="quarter" idx="10"/>
          </p:nvPr>
        </p:nvSpPr>
        <p:spPr/>
        <p:txBody>
          <a:bodyPr/>
          <a:lstStyle/>
          <a:p>
            <a:fld id="{1FB530B7-CA49-455B-8AB9-6EB635F13FD8}" type="slidenum">
              <a:rPr lang="en-GB" smtClean="0"/>
              <a:t>8</a:t>
            </a:fld>
            <a:endParaRPr lang="en-GB"/>
          </a:p>
        </p:txBody>
      </p:sp>
    </p:spTree>
    <p:extLst>
      <p:ext uri="{BB962C8B-B14F-4D97-AF65-F5344CB8AC3E}">
        <p14:creationId xmlns:p14="http://schemas.microsoft.com/office/powerpoint/2010/main" val="2630355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9F999-2436-D169-0C0B-2CE0B86BFDB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FFB2E5B-C27B-A0A2-22AE-EFC0E72E7F2A}"/>
              </a:ext>
            </a:extLst>
          </p:cNvPr>
          <p:cNvSpPr>
            <a:spLocks noGrp="1" noRot="1" noChangeAspect="1"/>
          </p:cNvSpPr>
          <p:nvPr>
            <p:ph type="sldImg"/>
          </p:nvPr>
        </p:nvSpPr>
        <p:spPr>
          <a:xfrm>
            <a:off x="1371600" y="1143000"/>
            <a:ext cx="4114800" cy="3086100"/>
          </a:xfrm>
        </p:spPr>
      </p:sp>
      <p:sp>
        <p:nvSpPr>
          <p:cNvPr id="3" name="Espace réservé des commentaires 2">
            <a:extLst>
              <a:ext uri="{FF2B5EF4-FFF2-40B4-BE49-F238E27FC236}">
                <a16:creationId xmlns:a16="http://schemas.microsoft.com/office/drawing/2014/main" id="{0574D4BA-CA7B-2B09-9590-369A96621DEB}"/>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5E4D0A4C-119C-E0FE-DCC9-92A2D61D8E5A}"/>
              </a:ext>
            </a:extLst>
          </p:cNvPr>
          <p:cNvSpPr>
            <a:spLocks noGrp="1"/>
          </p:cNvSpPr>
          <p:nvPr>
            <p:ph type="sldNum" sz="quarter" idx="10"/>
          </p:nvPr>
        </p:nvSpPr>
        <p:spPr/>
        <p:txBody>
          <a:bodyPr/>
          <a:lstStyle/>
          <a:p>
            <a:fld id="{1FB530B7-CA49-455B-8AB9-6EB635F13FD8}" type="slidenum">
              <a:rPr lang="en-GB" smtClean="0"/>
              <a:t>9</a:t>
            </a:fld>
            <a:endParaRPr lang="en-GB"/>
          </a:p>
        </p:txBody>
      </p:sp>
    </p:spTree>
    <p:extLst>
      <p:ext uri="{BB962C8B-B14F-4D97-AF65-F5344CB8AC3E}">
        <p14:creationId xmlns:p14="http://schemas.microsoft.com/office/powerpoint/2010/main" val="1117315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1AFDA-2EF9-9527-85F8-BF7402C2B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8ABB0E-FE4D-E870-B50D-A8596860ECD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633EBDF-60C0-9EFF-DB58-F11ECEE21A0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DAA4CF07-4F33-FD31-7D75-FEFE20EB5475}"/>
              </a:ext>
            </a:extLst>
          </p:cNvPr>
          <p:cNvSpPr>
            <a:spLocks noGrp="1"/>
          </p:cNvSpPr>
          <p:nvPr>
            <p:ph type="sldNum" sz="quarter" idx="5"/>
          </p:nvPr>
        </p:nvSpPr>
        <p:spPr/>
        <p:txBody>
          <a:bodyPr/>
          <a:lstStyle/>
          <a:p>
            <a:fld id="{2821B416-F7FB-4E18-878D-8E41009988D5}" type="slidenum">
              <a:rPr lang="en-GB" smtClean="0"/>
              <a:t>10</a:t>
            </a:fld>
            <a:endParaRPr lang="en-GB"/>
          </a:p>
        </p:txBody>
      </p:sp>
    </p:spTree>
    <p:extLst>
      <p:ext uri="{BB962C8B-B14F-4D97-AF65-F5344CB8AC3E}">
        <p14:creationId xmlns:p14="http://schemas.microsoft.com/office/powerpoint/2010/main" val="124617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05B48-4946-6B61-5934-A395DDF1D3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1DC23-4E8E-EC91-1D1C-4D4EF4CDD72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D2B32D3-F9BB-66DA-EAFF-F8CC76C2DF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041F7B89-0BF2-363A-DC5C-1B6B085F987E}"/>
              </a:ext>
            </a:extLst>
          </p:cNvPr>
          <p:cNvSpPr>
            <a:spLocks noGrp="1"/>
          </p:cNvSpPr>
          <p:nvPr>
            <p:ph type="sldNum" sz="quarter" idx="5"/>
          </p:nvPr>
        </p:nvSpPr>
        <p:spPr/>
        <p:txBody>
          <a:bodyPr/>
          <a:lstStyle/>
          <a:p>
            <a:fld id="{2821B416-F7FB-4E18-878D-8E41009988D5}" type="slidenum">
              <a:rPr lang="en-GB" smtClean="0"/>
              <a:t>11</a:t>
            </a:fld>
            <a:endParaRPr lang="en-GB"/>
          </a:p>
        </p:txBody>
      </p:sp>
    </p:spTree>
    <p:extLst>
      <p:ext uri="{BB962C8B-B14F-4D97-AF65-F5344CB8AC3E}">
        <p14:creationId xmlns:p14="http://schemas.microsoft.com/office/powerpoint/2010/main" val="3015145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F32E0-756F-3BB0-4F89-7700D55C5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3FD93-141A-53E0-632E-5309A681924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6C210FA-0A2B-E362-43F7-78ED28589B6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AFC843E-338E-6652-8CAA-279AABCBA836}"/>
              </a:ext>
            </a:extLst>
          </p:cNvPr>
          <p:cNvSpPr>
            <a:spLocks noGrp="1"/>
          </p:cNvSpPr>
          <p:nvPr>
            <p:ph type="sldNum" sz="quarter" idx="5"/>
          </p:nvPr>
        </p:nvSpPr>
        <p:spPr/>
        <p:txBody>
          <a:bodyPr/>
          <a:lstStyle/>
          <a:p>
            <a:fld id="{2821B416-F7FB-4E18-878D-8E41009988D5}" type="slidenum">
              <a:rPr lang="en-GB" smtClean="0"/>
              <a:t>12</a:t>
            </a:fld>
            <a:endParaRPr lang="en-GB"/>
          </a:p>
        </p:txBody>
      </p:sp>
    </p:spTree>
    <p:extLst>
      <p:ext uri="{BB962C8B-B14F-4D97-AF65-F5344CB8AC3E}">
        <p14:creationId xmlns:p14="http://schemas.microsoft.com/office/powerpoint/2010/main" val="2986485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36024-A311-BD2C-E097-AE1C90263D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0DD6D-CAAF-05EA-5626-C921E3CFAEF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A4FF8A4-6222-561D-8988-93DA77990F7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DF6CE9F-5C7B-A49B-5DE5-3D8885A9193D}"/>
              </a:ext>
            </a:extLst>
          </p:cNvPr>
          <p:cNvSpPr>
            <a:spLocks noGrp="1"/>
          </p:cNvSpPr>
          <p:nvPr>
            <p:ph type="sldNum" sz="quarter" idx="5"/>
          </p:nvPr>
        </p:nvSpPr>
        <p:spPr/>
        <p:txBody>
          <a:bodyPr/>
          <a:lstStyle/>
          <a:p>
            <a:fld id="{2821B416-F7FB-4E18-878D-8E41009988D5}" type="slidenum">
              <a:rPr lang="en-GB" smtClean="0"/>
              <a:t>13</a:t>
            </a:fld>
            <a:endParaRPr lang="en-GB"/>
          </a:p>
        </p:txBody>
      </p:sp>
    </p:spTree>
    <p:extLst>
      <p:ext uri="{BB962C8B-B14F-4D97-AF65-F5344CB8AC3E}">
        <p14:creationId xmlns:p14="http://schemas.microsoft.com/office/powerpoint/2010/main" val="3599265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F1811-B6AA-1255-7109-8095684BD4E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123B5BA-A712-A369-84D1-B2C1023048B4}"/>
              </a:ext>
            </a:extLst>
          </p:cNvPr>
          <p:cNvSpPr>
            <a:spLocks noGrp="1" noRot="1" noChangeAspect="1"/>
          </p:cNvSpPr>
          <p:nvPr>
            <p:ph type="sldImg"/>
          </p:nvPr>
        </p:nvSpPr>
        <p:spPr>
          <a:xfrm>
            <a:off x="1371600" y="1143000"/>
            <a:ext cx="4114800" cy="3086100"/>
          </a:xfrm>
        </p:spPr>
      </p:sp>
      <p:sp>
        <p:nvSpPr>
          <p:cNvPr id="3" name="Espace réservé des commentaires 2">
            <a:extLst>
              <a:ext uri="{FF2B5EF4-FFF2-40B4-BE49-F238E27FC236}">
                <a16:creationId xmlns:a16="http://schemas.microsoft.com/office/drawing/2014/main" id="{F0037AC1-F3DF-CF3D-71CE-B7AE77AADE94}"/>
              </a:ext>
            </a:extLst>
          </p:cNvPr>
          <p:cNvSpPr>
            <a:spLocks noGrp="1"/>
          </p:cNvSpPr>
          <p:nvPr>
            <p:ph type="body" idx="1"/>
          </p:nvPr>
        </p:nvSpPr>
        <p:spPr/>
        <p:txBody>
          <a:bodyPr/>
          <a:lstStyle/>
          <a:p>
            <a:pPr fontAlgn="base"/>
            <a:endParaRPr lang="en-GB" dirty="0"/>
          </a:p>
        </p:txBody>
      </p:sp>
      <p:sp>
        <p:nvSpPr>
          <p:cNvPr id="4" name="Espace réservé du numéro de diapositive 3">
            <a:extLst>
              <a:ext uri="{FF2B5EF4-FFF2-40B4-BE49-F238E27FC236}">
                <a16:creationId xmlns:a16="http://schemas.microsoft.com/office/drawing/2014/main" id="{BC4D6163-AFF5-1FF2-581D-6812EEFD6267}"/>
              </a:ext>
            </a:extLst>
          </p:cNvPr>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14</a:t>
            </a:fld>
            <a:endParaRPr lang="en-GB"/>
          </a:p>
        </p:txBody>
      </p:sp>
    </p:spTree>
    <p:extLst>
      <p:ext uri="{BB962C8B-B14F-4D97-AF65-F5344CB8AC3E}">
        <p14:creationId xmlns:p14="http://schemas.microsoft.com/office/powerpoint/2010/main" val="2477395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6EB19-698B-3BA8-FBE3-7865A5C40E2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DCB418-30D5-7B0A-3DEA-B9C92E1F9735}"/>
              </a:ext>
            </a:extLst>
          </p:cNvPr>
          <p:cNvSpPr>
            <a:spLocks noGrp="1" noRot="1" noChangeAspect="1"/>
          </p:cNvSpPr>
          <p:nvPr>
            <p:ph type="sldImg"/>
          </p:nvPr>
        </p:nvSpPr>
        <p:spPr>
          <a:xfrm>
            <a:off x="1371600" y="1143000"/>
            <a:ext cx="4114800" cy="3086100"/>
          </a:xfrm>
        </p:spPr>
      </p:sp>
      <p:sp>
        <p:nvSpPr>
          <p:cNvPr id="3" name="Espace réservé des commentaires 2">
            <a:extLst>
              <a:ext uri="{FF2B5EF4-FFF2-40B4-BE49-F238E27FC236}">
                <a16:creationId xmlns:a16="http://schemas.microsoft.com/office/drawing/2014/main" id="{BEC627DA-E931-4FE4-5615-732B49FEDEAF}"/>
              </a:ext>
            </a:extLst>
          </p:cNvPr>
          <p:cNvSpPr>
            <a:spLocks noGrp="1"/>
          </p:cNvSpPr>
          <p:nvPr>
            <p:ph type="body" idx="1"/>
          </p:nvPr>
        </p:nvSpPr>
        <p:spPr/>
        <p:txBody>
          <a:bodyPr/>
          <a:lstStyle/>
          <a:p>
            <a:pPr fontAlgn="base"/>
            <a:endParaRPr lang="en-GB" dirty="0"/>
          </a:p>
        </p:txBody>
      </p:sp>
      <p:sp>
        <p:nvSpPr>
          <p:cNvPr id="4" name="Espace réservé du numéro de diapositive 3">
            <a:extLst>
              <a:ext uri="{FF2B5EF4-FFF2-40B4-BE49-F238E27FC236}">
                <a16:creationId xmlns:a16="http://schemas.microsoft.com/office/drawing/2014/main" id="{97283050-9058-378A-08B1-51C79C68D230}"/>
              </a:ext>
            </a:extLst>
          </p:cNvPr>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15</a:t>
            </a:fld>
            <a:endParaRPr lang="en-GB"/>
          </a:p>
        </p:txBody>
      </p:sp>
    </p:spTree>
    <p:extLst>
      <p:ext uri="{BB962C8B-B14F-4D97-AF65-F5344CB8AC3E}">
        <p14:creationId xmlns:p14="http://schemas.microsoft.com/office/powerpoint/2010/main" val="1363146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6AD84-25FA-781E-7A3F-44C4B01A3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D2764-A95E-2D5C-8505-C66F8152CA2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AF3D6AF-81CA-17E8-E836-55AB4CA11AC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4153C4F-7E3E-FEC1-84BA-68ECF23E48AB}"/>
              </a:ext>
            </a:extLst>
          </p:cNvPr>
          <p:cNvSpPr>
            <a:spLocks noGrp="1"/>
          </p:cNvSpPr>
          <p:nvPr>
            <p:ph type="sldNum" sz="quarter" idx="5"/>
          </p:nvPr>
        </p:nvSpPr>
        <p:spPr/>
        <p:txBody>
          <a:bodyPr/>
          <a:lstStyle/>
          <a:p>
            <a:fld id="{2821B416-F7FB-4E18-878D-8E41009988D5}" type="slidenum">
              <a:rPr lang="en-GB" smtClean="0"/>
              <a:t>16</a:t>
            </a:fld>
            <a:endParaRPr lang="en-GB"/>
          </a:p>
        </p:txBody>
      </p:sp>
    </p:spTree>
    <p:extLst>
      <p:ext uri="{BB962C8B-B14F-4D97-AF65-F5344CB8AC3E}">
        <p14:creationId xmlns:p14="http://schemas.microsoft.com/office/powerpoint/2010/main" val="20133248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0A5CA-5719-75EF-D2A7-3689B5976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39B40-23B0-E5B3-4C87-61439BEDB5A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5A545FD-47A2-AEC2-FE1B-2D366CC93E0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211E9C2-87D7-6AF4-5F1E-F72338EE8F2E}"/>
              </a:ext>
            </a:extLst>
          </p:cNvPr>
          <p:cNvSpPr>
            <a:spLocks noGrp="1"/>
          </p:cNvSpPr>
          <p:nvPr>
            <p:ph type="sldNum" sz="quarter" idx="5"/>
          </p:nvPr>
        </p:nvSpPr>
        <p:spPr/>
        <p:txBody>
          <a:bodyPr/>
          <a:lstStyle/>
          <a:p>
            <a:fld id="{2821B416-F7FB-4E18-878D-8E41009988D5}" type="slidenum">
              <a:rPr lang="en-GB" smtClean="0"/>
              <a:t>17</a:t>
            </a:fld>
            <a:endParaRPr lang="en-GB"/>
          </a:p>
        </p:txBody>
      </p:sp>
    </p:spTree>
    <p:extLst>
      <p:ext uri="{BB962C8B-B14F-4D97-AF65-F5344CB8AC3E}">
        <p14:creationId xmlns:p14="http://schemas.microsoft.com/office/powerpoint/2010/main" val="879519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18</a:t>
            </a:fld>
            <a:endParaRPr lang="en-GB"/>
          </a:p>
        </p:txBody>
      </p:sp>
    </p:spTree>
    <p:extLst>
      <p:ext uri="{BB962C8B-B14F-4D97-AF65-F5344CB8AC3E}">
        <p14:creationId xmlns:p14="http://schemas.microsoft.com/office/powerpoint/2010/main" val="3822078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389AD-4AA9-9F4E-B803-C41D23304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CF5B1-C33B-7762-E787-F2B30DCFF8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6CCF1-1A0A-1F11-133B-D500324A4EA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0EAED90-EAF0-03DD-7E2F-436D73D920BA}"/>
              </a:ext>
            </a:extLst>
          </p:cNvPr>
          <p:cNvSpPr>
            <a:spLocks noGrp="1"/>
          </p:cNvSpPr>
          <p:nvPr>
            <p:ph type="sldNum" sz="quarter" idx="5"/>
          </p:nvPr>
        </p:nvSpPr>
        <p:spPr/>
        <p:txBody>
          <a:bodyPr/>
          <a:lstStyle/>
          <a:p>
            <a:fld id="{2821B416-F7FB-4E18-878D-8E41009988D5}" type="slidenum">
              <a:rPr lang="en-GB" smtClean="0"/>
              <a:t>19</a:t>
            </a:fld>
            <a:endParaRPr lang="en-GB"/>
          </a:p>
        </p:txBody>
      </p:sp>
    </p:spTree>
    <p:extLst>
      <p:ext uri="{BB962C8B-B14F-4D97-AF65-F5344CB8AC3E}">
        <p14:creationId xmlns:p14="http://schemas.microsoft.com/office/powerpoint/2010/main" val="1765303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20</a:t>
            </a:fld>
            <a:endParaRPr lang="en-GB"/>
          </a:p>
        </p:txBody>
      </p:sp>
    </p:spTree>
    <p:extLst>
      <p:ext uri="{BB962C8B-B14F-4D97-AF65-F5344CB8AC3E}">
        <p14:creationId xmlns:p14="http://schemas.microsoft.com/office/powerpoint/2010/main" val="3440604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EC7E3-AEFE-7E62-9854-77FE6FD3627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901459-B5BA-2658-4EB6-83766F012BE4}"/>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7182CF6B-BA28-6412-0D10-46F86723A709}"/>
              </a:ext>
            </a:extLst>
          </p:cNvPr>
          <p:cNvSpPr>
            <a:spLocks noGrp="1"/>
          </p:cNvSpPr>
          <p:nvPr>
            <p:ph type="body" idx="1"/>
          </p:nvPr>
        </p:nvSpPr>
        <p:spPr/>
        <p:txBody>
          <a:bodyPr/>
          <a:lstStyle/>
          <a:p>
            <a:r>
              <a:rPr lang="en-GB" dirty="0"/>
              <a:t>Get them to have a go first</a:t>
            </a:r>
          </a:p>
        </p:txBody>
      </p:sp>
      <p:sp>
        <p:nvSpPr>
          <p:cNvPr id="4" name="Espace réservé du numéro de diapositive 3">
            <a:extLst>
              <a:ext uri="{FF2B5EF4-FFF2-40B4-BE49-F238E27FC236}">
                <a16:creationId xmlns:a16="http://schemas.microsoft.com/office/drawing/2014/main" id="{635C5980-8D8B-8E49-A24B-A35493CD37C1}"/>
              </a:ext>
            </a:extLst>
          </p:cNvPr>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21</a:t>
            </a:fld>
            <a:endParaRPr lang="en-GB"/>
          </a:p>
        </p:txBody>
      </p:sp>
    </p:spTree>
    <p:extLst>
      <p:ext uri="{BB962C8B-B14F-4D97-AF65-F5344CB8AC3E}">
        <p14:creationId xmlns:p14="http://schemas.microsoft.com/office/powerpoint/2010/main" val="1095473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8099B-C1E8-5CE7-5D27-1372D405A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C2A91-913A-7BBB-6079-381A0EFB30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9D385-D83C-1FD9-F414-160EACB4C76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52CF8CD-61BD-8CEC-0787-AE1EC7602742}"/>
              </a:ext>
            </a:extLst>
          </p:cNvPr>
          <p:cNvSpPr>
            <a:spLocks noGrp="1"/>
          </p:cNvSpPr>
          <p:nvPr>
            <p:ph type="sldNum" sz="quarter" idx="5"/>
          </p:nvPr>
        </p:nvSpPr>
        <p:spPr/>
        <p:txBody>
          <a:bodyPr/>
          <a:lstStyle/>
          <a:p>
            <a:fld id="{2821B416-F7FB-4E18-878D-8E41009988D5}" type="slidenum">
              <a:rPr lang="en-GB" smtClean="0"/>
              <a:t>22</a:t>
            </a:fld>
            <a:endParaRPr lang="en-GB"/>
          </a:p>
        </p:txBody>
      </p:sp>
    </p:spTree>
    <p:extLst>
      <p:ext uri="{BB962C8B-B14F-4D97-AF65-F5344CB8AC3E}">
        <p14:creationId xmlns:p14="http://schemas.microsoft.com/office/powerpoint/2010/main" val="16810463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4D75E-6A4F-0AC2-EBFB-6569E43E4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A190F-D8A0-639D-C2B9-BCA6DD5F9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63D21-185E-2BD5-B60F-28D2302577D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F6DEBF9-964C-21E3-B568-83248BD0F9EF}"/>
              </a:ext>
            </a:extLst>
          </p:cNvPr>
          <p:cNvSpPr>
            <a:spLocks noGrp="1"/>
          </p:cNvSpPr>
          <p:nvPr>
            <p:ph type="sldNum" sz="quarter" idx="5"/>
          </p:nvPr>
        </p:nvSpPr>
        <p:spPr/>
        <p:txBody>
          <a:bodyPr/>
          <a:lstStyle/>
          <a:p>
            <a:fld id="{2821B416-F7FB-4E18-878D-8E41009988D5}" type="slidenum">
              <a:rPr lang="en-GB" smtClean="0"/>
              <a:t>23</a:t>
            </a:fld>
            <a:endParaRPr lang="en-GB"/>
          </a:p>
        </p:txBody>
      </p:sp>
    </p:spTree>
    <p:extLst>
      <p:ext uri="{BB962C8B-B14F-4D97-AF65-F5344CB8AC3E}">
        <p14:creationId xmlns:p14="http://schemas.microsoft.com/office/powerpoint/2010/main" val="27374025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E30F2-830A-4F4F-E235-D2F086F23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E4490-0EDF-562F-723D-6A5961E1A69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4B0D828-93B7-8C24-1920-E0EB7DCE450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4EAD813-86AA-0B3B-8790-B2F90003ACFE}"/>
              </a:ext>
            </a:extLst>
          </p:cNvPr>
          <p:cNvSpPr>
            <a:spLocks noGrp="1"/>
          </p:cNvSpPr>
          <p:nvPr>
            <p:ph type="sldNum" sz="quarter" idx="5"/>
          </p:nvPr>
        </p:nvSpPr>
        <p:spPr/>
        <p:txBody>
          <a:bodyPr/>
          <a:lstStyle/>
          <a:p>
            <a:fld id="{2821B416-F7FB-4E18-878D-8E41009988D5}" type="slidenum">
              <a:rPr lang="en-GB" smtClean="0"/>
              <a:t>24</a:t>
            </a:fld>
            <a:endParaRPr lang="en-GB"/>
          </a:p>
        </p:txBody>
      </p:sp>
    </p:spTree>
    <p:extLst>
      <p:ext uri="{BB962C8B-B14F-4D97-AF65-F5344CB8AC3E}">
        <p14:creationId xmlns:p14="http://schemas.microsoft.com/office/powerpoint/2010/main" val="4213389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FD316-A0C2-8794-54C5-A923A3DE5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296CC-7EE8-EF8C-DF7D-E45583F01AB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4E91918-42E7-B04E-8D25-99087E3CE04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AFC8071-9D89-FAD7-1AE7-B89ED6B91975}"/>
              </a:ext>
            </a:extLst>
          </p:cNvPr>
          <p:cNvSpPr>
            <a:spLocks noGrp="1"/>
          </p:cNvSpPr>
          <p:nvPr>
            <p:ph type="sldNum" sz="quarter" idx="5"/>
          </p:nvPr>
        </p:nvSpPr>
        <p:spPr/>
        <p:txBody>
          <a:bodyPr/>
          <a:lstStyle/>
          <a:p>
            <a:fld id="{2821B416-F7FB-4E18-878D-8E41009988D5}" type="slidenum">
              <a:rPr lang="en-GB" smtClean="0"/>
              <a:t>25</a:t>
            </a:fld>
            <a:endParaRPr lang="en-GB"/>
          </a:p>
        </p:txBody>
      </p:sp>
    </p:spTree>
    <p:extLst>
      <p:ext uri="{BB962C8B-B14F-4D97-AF65-F5344CB8AC3E}">
        <p14:creationId xmlns:p14="http://schemas.microsoft.com/office/powerpoint/2010/main" val="17890523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31CBA-9164-4A65-7FD2-57F8F8ACB50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9064ED3-EFDD-90A3-69AB-811A1821BD8A}"/>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D862D380-4085-6682-A699-45D7BD0C05F4}"/>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B0175EE6-FDCB-F40E-14D7-7D3C6A7B1EF6}"/>
              </a:ext>
            </a:extLst>
          </p:cNvPr>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26</a:t>
            </a:fld>
            <a:endParaRPr lang="en-GB"/>
          </a:p>
        </p:txBody>
      </p:sp>
    </p:spTree>
    <p:extLst>
      <p:ext uri="{BB962C8B-B14F-4D97-AF65-F5344CB8AC3E}">
        <p14:creationId xmlns:p14="http://schemas.microsoft.com/office/powerpoint/2010/main" val="24924961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D90F6-0B5E-BA9A-AB32-624D195E6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58F08-B82D-2C41-7DE4-CBAEA4673A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F9E03-E510-82F0-41F4-86EA34612C9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4316DBE-0EA0-BCED-488D-745813F15E9A}"/>
              </a:ext>
            </a:extLst>
          </p:cNvPr>
          <p:cNvSpPr>
            <a:spLocks noGrp="1"/>
          </p:cNvSpPr>
          <p:nvPr>
            <p:ph type="sldNum" sz="quarter" idx="5"/>
          </p:nvPr>
        </p:nvSpPr>
        <p:spPr/>
        <p:txBody>
          <a:bodyPr/>
          <a:lstStyle/>
          <a:p>
            <a:fld id="{2821B416-F7FB-4E18-878D-8E41009988D5}" type="slidenum">
              <a:rPr lang="en-GB" smtClean="0"/>
              <a:t>27</a:t>
            </a:fld>
            <a:endParaRPr lang="en-GB"/>
          </a:p>
        </p:txBody>
      </p:sp>
    </p:spTree>
    <p:extLst>
      <p:ext uri="{BB962C8B-B14F-4D97-AF65-F5344CB8AC3E}">
        <p14:creationId xmlns:p14="http://schemas.microsoft.com/office/powerpoint/2010/main" val="3907758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E812D-9BE8-1DA7-8859-4CD68F466A8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8830F3E-CE7A-8F4A-8F13-0B618B1D402F}"/>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AD89C32E-449F-38CB-20D0-BCEFFA59DB71}"/>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F209C8C2-28BC-F2AE-C73D-5BFD9B6B5408}"/>
              </a:ext>
            </a:extLst>
          </p:cNvPr>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28</a:t>
            </a:fld>
            <a:endParaRPr lang="en-GB"/>
          </a:p>
        </p:txBody>
      </p:sp>
    </p:spTree>
    <p:extLst>
      <p:ext uri="{BB962C8B-B14F-4D97-AF65-F5344CB8AC3E}">
        <p14:creationId xmlns:p14="http://schemas.microsoft.com/office/powerpoint/2010/main" val="37898381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0D113-9989-FC5C-6334-B355C12ED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3F6C2-4991-8527-A7C7-4DA9187AF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1BFCA3-941C-9B0A-97AA-2C933E620C2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906A914-EEBA-9473-FBDE-D4643044DD4B}"/>
              </a:ext>
            </a:extLst>
          </p:cNvPr>
          <p:cNvSpPr>
            <a:spLocks noGrp="1"/>
          </p:cNvSpPr>
          <p:nvPr>
            <p:ph type="sldNum" sz="quarter" idx="5"/>
          </p:nvPr>
        </p:nvSpPr>
        <p:spPr/>
        <p:txBody>
          <a:bodyPr/>
          <a:lstStyle/>
          <a:p>
            <a:fld id="{2821B416-F7FB-4E18-878D-8E41009988D5}" type="slidenum">
              <a:rPr lang="en-GB" smtClean="0"/>
              <a:t>29</a:t>
            </a:fld>
            <a:endParaRPr lang="en-GB"/>
          </a:p>
        </p:txBody>
      </p:sp>
    </p:spTree>
    <p:extLst>
      <p:ext uri="{BB962C8B-B14F-4D97-AF65-F5344CB8AC3E}">
        <p14:creationId xmlns:p14="http://schemas.microsoft.com/office/powerpoint/2010/main" val="29248317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A1A72-E4BE-A6A9-B64C-F6E7D5F09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49BBC3-2745-1E0C-2707-163E89713A6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5CC39E1-B9AC-24EF-0F2A-EA083DD2BFB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7AFE235-383E-7906-1C96-306689B62A23}"/>
              </a:ext>
            </a:extLst>
          </p:cNvPr>
          <p:cNvSpPr>
            <a:spLocks noGrp="1"/>
          </p:cNvSpPr>
          <p:nvPr>
            <p:ph type="sldNum" sz="quarter" idx="5"/>
          </p:nvPr>
        </p:nvSpPr>
        <p:spPr/>
        <p:txBody>
          <a:bodyPr/>
          <a:lstStyle/>
          <a:p>
            <a:fld id="{2821B416-F7FB-4E18-878D-8E41009988D5}" type="slidenum">
              <a:rPr lang="en-GB" smtClean="0"/>
              <a:t>30</a:t>
            </a:fld>
            <a:endParaRPr lang="en-GB"/>
          </a:p>
        </p:txBody>
      </p:sp>
    </p:spTree>
    <p:extLst>
      <p:ext uri="{BB962C8B-B14F-4D97-AF65-F5344CB8AC3E}">
        <p14:creationId xmlns:p14="http://schemas.microsoft.com/office/powerpoint/2010/main" val="36604169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D4346-57C2-AA1D-12CE-8B5B1229C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76174-F499-0401-CD1C-AAD91111158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D1A75BB-BD76-3303-2736-A66E3F25060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1BB6EE8-A90C-6E04-E105-C59AF711358E}"/>
              </a:ext>
            </a:extLst>
          </p:cNvPr>
          <p:cNvSpPr>
            <a:spLocks noGrp="1"/>
          </p:cNvSpPr>
          <p:nvPr>
            <p:ph type="sldNum" sz="quarter" idx="5"/>
          </p:nvPr>
        </p:nvSpPr>
        <p:spPr/>
        <p:txBody>
          <a:bodyPr/>
          <a:lstStyle/>
          <a:p>
            <a:fld id="{2821B416-F7FB-4E18-878D-8E41009988D5}" type="slidenum">
              <a:rPr lang="en-GB" smtClean="0"/>
              <a:t>31</a:t>
            </a:fld>
            <a:endParaRPr lang="en-GB"/>
          </a:p>
        </p:txBody>
      </p:sp>
    </p:spTree>
    <p:extLst>
      <p:ext uri="{BB962C8B-B14F-4D97-AF65-F5344CB8AC3E}">
        <p14:creationId xmlns:p14="http://schemas.microsoft.com/office/powerpoint/2010/main" val="26906483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3B925-EC77-67F4-CE69-A3C7D988115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DA34A6-F350-89F4-F34F-DEB8DA6D89C2}"/>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7A3DD330-9A22-0ED6-59AF-75D4295E95FA}"/>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F6159334-561F-A4B2-2417-CD9E5ACA3CAA}"/>
              </a:ext>
            </a:extLst>
          </p:cNvPr>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32</a:t>
            </a:fld>
            <a:endParaRPr lang="en-GB"/>
          </a:p>
        </p:txBody>
      </p:sp>
    </p:spTree>
    <p:extLst>
      <p:ext uri="{BB962C8B-B14F-4D97-AF65-F5344CB8AC3E}">
        <p14:creationId xmlns:p14="http://schemas.microsoft.com/office/powerpoint/2010/main" val="40290128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3602D-F04B-D26A-9420-0035ED1E1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9D670-E06A-4A90-F072-B0DACC925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4A176-AC0D-6036-DF1D-307DB00C6E5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E77763F-7A78-1F5F-733E-9C4E44514C94}"/>
              </a:ext>
            </a:extLst>
          </p:cNvPr>
          <p:cNvSpPr>
            <a:spLocks noGrp="1"/>
          </p:cNvSpPr>
          <p:nvPr>
            <p:ph type="sldNum" sz="quarter" idx="5"/>
          </p:nvPr>
        </p:nvSpPr>
        <p:spPr/>
        <p:txBody>
          <a:bodyPr/>
          <a:lstStyle/>
          <a:p>
            <a:fld id="{2821B416-F7FB-4E18-878D-8E41009988D5}" type="slidenum">
              <a:rPr lang="en-GB" smtClean="0"/>
              <a:t>33</a:t>
            </a:fld>
            <a:endParaRPr lang="en-GB"/>
          </a:p>
        </p:txBody>
      </p:sp>
    </p:spTree>
    <p:extLst>
      <p:ext uri="{BB962C8B-B14F-4D97-AF65-F5344CB8AC3E}">
        <p14:creationId xmlns:p14="http://schemas.microsoft.com/office/powerpoint/2010/main" val="11020306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60068-E36D-9A9D-230E-C6AEADBAF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802C6-AFF2-70B5-ACA3-91C676D66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89F28-043F-584E-014F-0C2A1CD310D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610A078-4FAF-AC6C-7FF4-BF7693290067}"/>
              </a:ext>
            </a:extLst>
          </p:cNvPr>
          <p:cNvSpPr>
            <a:spLocks noGrp="1"/>
          </p:cNvSpPr>
          <p:nvPr>
            <p:ph type="sldNum" sz="quarter" idx="5"/>
          </p:nvPr>
        </p:nvSpPr>
        <p:spPr/>
        <p:txBody>
          <a:bodyPr/>
          <a:lstStyle/>
          <a:p>
            <a:fld id="{2821B416-F7FB-4E18-878D-8E41009988D5}" type="slidenum">
              <a:rPr lang="en-GB" smtClean="0"/>
              <a:t>34</a:t>
            </a:fld>
            <a:endParaRPr lang="en-GB"/>
          </a:p>
        </p:txBody>
      </p:sp>
    </p:spTree>
    <p:extLst>
      <p:ext uri="{BB962C8B-B14F-4D97-AF65-F5344CB8AC3E}">
        <p14:creationId xmlns:p14="http://schemas.microsoft.com/office/powerpoint/2010/main" val="16336447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D3C3B-123C-F324-78A7-13C565832BE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1C5901A-D551-5955-C1D7-D0B04E874CE6}"/>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26FE9F07-D7BA-146D-2A84-6B8E300DC913}"/>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75FF3A10-8C07-BC32-0429-00D8A5715F6D}"/>
              </a:ext>
            </a:extLst>
          </p:cNvPr>
          <p:cNvSpPr>
            <a:spLocks noGrp="1"/>
          </p:cNvSpPr>
          <p:nvPr>
            <p:ph type="sldNum" sz="quarter" idx="10"/>
          </p:nvPr>
        </p:nvSpPr>
        <p:spPr>
          <a:xfrm>
            <a:off x="3884613" y="8685213"/>
            <a:ext cx="2971800" cy="458787"/>
          </a:xfrm>
          <a:prstGeom prst="rect">
            <a:avLst/>
          </a:prstGeom>
        </p:spPr>
        <p:txBody>
          <a:bodyPr/>
          <a:lstStyle/>
          <a:p>
            <a:fld id="{1FB530B7-CA49-455B-8AB9-6EB635F13FD8}" type="slidenum">
              <a:rPr lang="en-GB" smtClean="0"/>
              <a:t>35</a:t>
            </a:fld>
            <a:endParaRPr lang="en-GB"/>
          </a:p>
        </p:txBody>
      </p:sp>
    </p:spTree>
    <p:extLst>
      <p:ext uri="{BB962C8B-B14F-4D97-AF65-F5344CB8AC3E}">
        <p14:creationId xmlns:p14="http://schemas.microsoft.com/office/powerpoint/2010/main" val="42342683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E2141-AA67-5E00-28D0-86B3C379B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61D5A-FFCC-5BE6-AACE-3A27E9FA0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E89ABF-2A2C-0018-5AE1-9D56DB762F9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3BBC6CF-459F-318C-1475-6AD940AF89E9}"/>
              </a:ext>
            </a:extLst>
          </p:cNvPr>
          <p:cNvSpPr>
            <a:spLocks noGrp="1"/>
          </p:cNvSpPr>
          <p:nvPr>
            <p:ph type="sldNum" sz="quarter" idx="5"/>
          </p:nvPr>
        </p:nvSpPr>
        <p:spPr/>
        <p:txBody>
          <a:bodyPr/>
          <a:lstStyle/>
          <a:p>
            <a:fld id="{2821B416-F7FB-4E18-878D-8E41009988D5}" type="slidenum">
              <a:rPr lang="en-GB" smtClean="0"/>
              <a:t>36</a:t>
            </a:fld>
            <a:endParaRPr lang="en-GB"/>
          </a:p>
        </p:txBody>
      </p:sp>
    </p:spTree>
    <p:extLst>
      <p:ext uri="{BB962C8B-B14F-4D97-AF65-F5344CB8AC3E}">
        <p14:creationId xmlns:p14="http://schemas.microsoft.com/office/powerpoint/2010/main" val="21133498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E6863-B3F7-CCAA-3150-807AB8F1D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E03D9-6B4E-410F-189F-B6A6722B393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7ADD925-F085-D8CC-1149-88C8BF3A6FC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BE92111-79C5-8DC6-5828-1268DBC85FE8}"/>
              </a:ext>
            </a:extLst>
          </p:cNvPr>
          <p:cNvSpPr>
            <a:spLocks noGrp="1"/>
          </p:cNvSpPr>
          <p:nvPr>
            <p:ph type="sldNum" sz="quarter" idx="5"/>
          </p:nvPr>
        </p:nvSpPr>
        <p:spPr/>
        <p:txBody>
          <a:bodyPr/>
          <a:lstStyle/>
          <a:p>
            <a:fld id="{2821B416-F7FB-4E18-878D-8E41009988D5}" type="slidenum">
              <a:rPr lang="en-GB" smtClean="0"/>
              <a:t>37</a:t>
            </a:fld>
            <a:endParaRPr lang="en-GB"/>
          </a:p>
        </p:txBody>
      </p:sp>
    </p:spTree>
    <p:extLst>
      <p:ext uri="{BB962C8B-B14F-4D97-AF65-F5344CB8AC3E}">
        <p14:creationId xmlns:p14="http://schemas.microsoft.com/office/powerpoint/2010/main" val="3053362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18/02/2026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8279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18/02/2026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531197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43733F-D14F-42BC-9C5A-8BC178B1A6BF}" type="datetimeFigureOut">
              <a:rPr lang="en-GB" smtClean="0"/>
              <a:t>18/02/2026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9351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43733F-D14F-42BC-9C5A-8BC178B1A6BF}" type="datetimeFigureOut">
              <a:rPr lang="en-GB" smtClean="0"/>
              <a:t>18/02/2026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5603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43733F-D14F-42BC-9C5A-8BC178B1A6BF}" type="datetimeFigureOut">
              <a:rPr lang="en-GB" smtClean="0"/>
              <a:t>18/02/2026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870535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43733F-D14F-42BC-9C5A-8BC178B1A6BF}" type="datetimeFigureOut">
              <a:rPr lang="en-GB" smtClean="0"/>
              <a:t>18/02/2026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927540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fld id="{7043733F-D14F-42BC-9C5A-8BC178B1A6BF}" type="datetimeFigureOut">
              <a:rPr lang="en-GB" smtClean="0"/>
              <a:t>18/02/2026</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711502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7043733F-D14F-42BC-9C5A-8BC178B1A6BF}" type="datetimeFigureOut">
              <a:rPr lang="en-GB" smtClean="0"/>
              <a:t>18/02/2026</a:t>
            </a:fld>
            <a:endParaRPr lang="en-GB"/>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9134B44-177F-4900-883E-3FB73D2757FE}" type="slidenum">
              <a:rPr lang="en-GB" smtClean="0"/>
              <a:t>‹#›</a:t>
            </a:fld>
            <a:endParaRPr lang="en-GB"/>
          </a:p>
        </p:txBody>
      </p:sp>
    </p:spTree>
    <p:extLst>
      <p:ext uri="{BB962C8B-B14F-4D97-AF65-F5344CB8AC3E}">
        <p14:creationId xmlns:p14="http://schemas.microsoft.com/office/powerpoint/2010/main" val="286821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43733F-D14F-42BC-9C5A-8BC178B1A6BF}" type="datetimeFigureOut">
              <a:rPr lang="en-GB" smtClean="0"/>
              <a:t>18/02/2026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1771067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18/02/2026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750395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18/02/2026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689676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7043733F-D14F-42BC-9C5A-8BC178B1A6BF}" type="datetimeFigureOut">
              <a:rPr lang="en-GB" smtClean="0"/>
              <a:t>18/02/2026</a:t>
            </a:fld>
            <a:endParaRPr lang="en-GB"/>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09134B44-177F-4900-883E-3FB73D2757FE}" type="slidenum">
              <a:rPr lang="en-GB" smtClean="0"/>
              <a:t>‹#›</a:t>
            </a:fld>
            <a:endParaRPr lang="en-GB"/>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761751"/>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7.sv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3.xml"/><Relationship Id="rId7" Type="http://schemas.openxmlformats.org/officeDocument/2006/relationships/image" Target="../media/image9.sv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8.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7.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7000">
              <a:schemeClr val="bg2">
                <a:lumMod val="75000"/>
              </a:schemeClr>
            </a:gs>
            <a:gs pos="0">
              <a:schemeClr val="bg2">
                <a:lumMod val="50000"/>
              </a:schemeClr>
            </a:gs>
            <a:gs pos="74000">
              <a:schemeClr val="bg2">
                <a:lumMod val="60000"/>
                <a:lumOff val="40000"/>
              </a:schemeClr>
            </a:gs>
            <a:gs pos="83000">
              <a:schemeClr val="bg2">
                <a:lumMod val="40000"/>
                <a:lumOff val="60000"/>
              </a:schemeClr>
            </a:gs>
            <a:gs pos="100000">
              <a:schemeClr val="bg2">
                <a:lumMod val="20000"/>
                <a:lumOff val="80000"/>
              </a:schemeClr>
            </a:gs>
          </a:gsLst>
          <a:lin ang="5400000" scaled="1"/>
        </a:gra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2011C802-73B3-2DD2-A025-1492767780BF}"/>
              </a:ext>
            </a:extLst>
          </p:cNvPr>
          <p:cNvSpPr>
            <a:spLocks noGrp="1"/>
          </p:cNvSpPr>
          <p:nvPr>
            <p:ph type="subTitle" idx="1"/>
          </p:nvPr>
        </p:nvSpPr>
        <p:spPr>
          <a:xfrm>
            <a:off x="1022101" y="569369"/>
            <a:ext cx="7099797" cy="4325175"/>
          </a:xfrm>
        </p:spPr>
        <p:txBody>
          <a:bodyPr>
            <a:normAutofit/>
          </a:bodyPr>
          <a:lstStyle/>
          <a:p>
            <a:pPr algn="ctr"/>
            <a:endParaRPr lang="en-US" sz="4400" b="1" dirty="0">
              <a:solidFill>
                <a:schemeClr val="tx2"/>
              </a:solidFill>
            </a:endParaRPr>
          </a:p>
          <a:p>
            <a:pPr algn="ctr"/>
            <a:r>
              <a:rPr lang="en-US" sz="4400" b="1" dirty="0">
                <a:solidFill>
                  <a:schemeClr val="tx1"/>
                </a:solidFill>
              </a:rPr>
              <a:t>IPR Term 2 Week 6</a:t>
            </a:r>
          </a:p>
          <a:p>
            <a:pPr algn="ctr"/>
            <a:r>
              <a:rPr lang="en-US" sz="4000" b="1" dirty="0">
                <a:solidFill>
                  <a:schemeClr val="tx1"/>
                </a:solidFill>
              </a:rPr>
              <a:t> </a:t>
            </a:r>
          </a:p>
          <a:p>
            <a:pPr algn="ctr"/>
            <a:r>
              <a:rPr lang="en-US" sz="4000" b="1" dirty="0">
                <a:solidFill>
                  <a:schemeClr val="tx1"/>
                </a:solidFill>
              </a:rPr>
              <a:t>T-Tests (part 3)</a:t>
            </a:r>
          </a:p>
        </p:txBody>
      </p:sp>
      <p:sp>
        <p:nvSpPr>
          <p:cNvPr id="3" name="Subtitle 2">
            <a:extLst>
              <a:ext uri="{FF2B5EF4-FFF2-40B4-BE49-F238E27FC236}">
                <a16:creationId xmlns:a16="http://schemas.microsoft.com/office/drawing/2014/main" id="{DACEFCF7-B991-F689-C975-DEEA3454D308}"/>
              </a:ext>
            </a:extLst>
          </p:cNvPr>
          <p:cNvSpPr txBox="1">
            <a:spLocks/>
          </p:cNvSpPr>
          <p:nvPr/>
        </p:nvSpPr>
        <p:spPr>
          <a:xfrm>
            <a:off x="671370" y="5427211"/>
            <a:ext cx="6620968" cy="861420"/>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r>
              <a:rPr lang="en-GB" dirty="0">
                <a:solidFill>
                  <a:schemeClr val="tx1"/>
                </a:solidFill>
              </a:rPr>
              <a:t>Dr Hayley Dewe </a:t>
            </a:r>
          </a:p>
          <a:p>
            <a:r>
              <a:rPr lang="en-GB" dirty="0">
                <a:solidFill>
                  <a:schemeClr val="tx1"/>
                </a:solidFill>
              </a:rPr>
              <a:t>(Assistant Professor)</a:t>
            </a:r>
          </a:p>
        </p:txBody>
      </p:sp>
    </p:spTree>
    <p:extLst>
      <p:ext uri="{BB962C8B-B14F-4D97-AF65-F5344CB8AC3E}">
        <p14:creationId xmlns:p14="http://schemas.microsoft.com/office/powerpoint/2010/main" val="621895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A1AEBD-01BB-F9F4-BC94-58DFEB53A2F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54245C3-45E4-59AA-074B-3FE100DDBD4A}"/>
              </a:ext>
            </a:extLst>
          </p:cNvPr>
          <p:cNvSpPr txBox="1">
            <a:spLocks/>
          </p:cNvSpPr>
          <p:nvPr/>
        </p:nvSpPr>
        <p:spPr>
          <a:xfrm>
            <a:off x="1980046" y="0"/>
            <a:ext cx="5806526" cy="918316"/>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dirty="0">
                <a:solidFill>
                  <a:srgbClr val="0070C0"/>
                </a:solidFill>
                <a:latin typeface="Gill Sans MT" panose="020B0502020104020203" pitchFamily="34" charset="0"/>
              </a:rPr>
              <a:t>Announcements</a:t>
            </a:r>
          </a:p>
        </p:txBody>
      </p:sp>
      <p:sp>
        <p:nvSpPr>
          <p:cNvPr id="6" name="Content Placeholder 2">
            <a:extLst>
              <a:ext uri="{FF2B5EF4-FFF2-40B4-BE49-F238E27FC236}">
                <a16:creationId xmlns:a16="http://schemas.microsoft.com/office/drawing/2014/main" id="{AA7DA80F-64D5-246B-6BB0-B05A9698EA09}"/>
              </a:ext>
            </a:extLst>
          </p:cNvPr>
          <p:cNvSpPr txBox="1">
            <a:spLocks/>
          </p:cNvSpPr>
          <p:nvPr/>
        </p:nvSpPr>
        <p:spPr>
          <a:xfrm>
            <a:off x="0" y="766034"/>
            <a:ext cx="9144000" cy="5325932"/>
          </a:xfrm>
          <a:prstGeom prst="roundRect">
            <a:avLst>
              <a:gd name="adj" fmla="val 1858"/>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9pPr>
          </a:lstStyle>
          <a:p>
            <a:pPr algn="l">
              <a:buClrTx/>
            </a:pPr>
            <a:r>
              <a:rPr lang="en-GB" sz="2400" b="1" dirty="0">
                <a:latin typeface="+mn-lt"/>
              </a:rPr>
              <a:t>Reminder to read (and use) the Discussion boards</a:t>
            </a:r>
          </a:p>
          <a:p>
            <a:pPr algn="l">
              <a:buClrTx/>
            </a:pPr>
            <a:r>
              <a:rPr lang="en-GB" sz="2400" b="1" dirty="0">
                <a:latin typeface="+mn-lt"/>
              </a:rPr>
              <a:t>Summative Lab report </a:t>
            </a:r>
            <a:endParaRPr lang="en-GB" sz="2400" dirty="0">
              <a:latin typeface="+mn-lt"/>
            </a:endParaRPr>
          </a:p>
          <a:p>
            <a:pPr marL="457200" indent="-457200" algn="l">
              <a:buClrTx/>
              <a:buFont typeface="Wingdings" panose="05000000000000000000" pitchFamily="2" charset="2"/>
              <a:buChar char="q"/>
            </a:pPr>
            <a:r>
              <a:rPr lang="en-GB" sz="2200" b="1" dirty="0">
                <a:solidFill>
                  <a:srgbClr val="FF0000"/>
                </a:solidFill>
                <a:latin typeface="+mn-lt"/>
              </a:rPr>
              <a:t>Due 16</a:t>
            </a:r>
            <a:r>
              <a:rPr lang="en-GB" sz="2200" b="1" baseline="30000" dirty="0">
                <a:solidFill>
                  <a:srgbClr val="FF0000"/>
                </a:solidFill>
                <a:latin typeface="+mn-lt"/>
              </a:rPr>
              <a:t>th</a:t>
            </a:r>
            <a:r>
              <a:rPr lang="en-GB" sz="2200" b="1" dirty="0">
                <a:solidFill>
                  <a:srgbClr val="FF0000"/>
                </a:solidFill>
                <a:latin typeface="+mn-lt"/>
              </a:rPr>
              <a:t> March </a:t>
            </a:r>
          </a:p>
          <a:p>
            <a:pPr marL="457200" indent="-457200" algn="l">
              <a:buClrTx/>
              <a:buFont typeface="Wingdings" panose="05000000000000000000" pitchFamily="2" charset="2"/>
              <a:buChar char="q"/>
            </a:pPr>
            <a:r>
              <a:rPr lang="en-GB" sz="2200" dirty="0">
                <a:latin typeface="+mn-lt"/>
              </a:rPr>
              <a:t>Guidance released during today’s lecture – including what to do, how it will be marked and a template</a:t>
            </a:r>
          </a:p>
          <a:p>
            <a:pPr marL="457200" indent="-457200" algn="l">
              <a:buClrTx/>
              <a:buFont typeface="Wingdings" panose="05000000000000000000" pitchFamily="2" charset="2"/>
              <a:buChar char="q"/>
            </a:pPr>
            <a:r>
              <a:rPr lang="en-GB" sz="2200" dirty="0">
                <a:latin typeface="+mn-lt"/>
              </a:rPr>
              <a:t>Please make sure you read these documents!</a:t>
            </a:r>
          </a:p>
          <a:p>
            <a:pPr marL="457200" indent="-457200" algn="l">
              <a:buClrTx/>
              <a:buFont typeface="Wingdings" panose="05000000000000000000" pitchFamily="2" charset="2"/>
              <a:buChar char="q"/>
            </a:pPr>
            <a:r>
              <a:rPr lang="en-GB" sz="2200" dirty="0">
                <a:latin typeface="+mn-lt"/>
              </a:rPr>
              <a:t>Next week (Lecture 7) is on summative Lab report writing</a:t>
            </a:r>
          </a:p>
          <a:p>
            <a:pPr algn="l">
              <a:buClrTx/>
            </a:pPr>
            <a:r>
              <a:rPr lang="en-GB" sz="2400" b="1" dirty="0">
                <a:latin typeface="+mn-lt"/>
              </a:rPr>
              <a:t>Q&amp;A Drop-in</a:t>
            </a:r>
          </a:p>
          <a:p>
            <a:pPr marL="457200" indent="-457200" algn="l">
              <a:buClrTx/>
              <a:buFont typeface="Wingdings" panose="05000000000000000000" pitchFamily="2" charset="2"/>
              <a:buChar char="q"/>
            </a:pPr>
            <a:r>
              <a:rPr lang="en-GB" sz="2200" dirty="0">
                <a:latin typeface="+mn-lt"/>
              </a:rPr>
              <a:t>This Friday is cancelled</a:t>
            </a:r>
          </a:p>
          <a:p>
            <a:pPr marL="457200" indent="-457200" algn="l">
              <a:buClrTx/>
              <a:buFont typeface="Wingdings" panose="05000000000000000000" pitchFamily="2" charset="2"/>
              <a:buChar char="q"/>
            </a:pPr>
            <a:r>
              <a:rPr lang="en-GB" sz="2200" dirty="0">
                <a:latin typeface="+mn-lt"/>
              </a:rPr>
              <a:t>But I’ll stay longer after today’s lecture</a:t>
            </a:r>
          </a:p>
          <a:p>
            <a:pPr marL="457200" indent="-457200" algn="l">
              <a:buClrTx/>
              <a:buFont typeface="Wingdings" panose="05000000000000000000" pitchFamily="2" charset="2"/>
              <a:buChar char="q"/>
            </a:pPr>
            <a:r>
              <a:rPr lang="en-GB" sz="2200" dirty="0">
                <a:latin typeface="+mn-lt"/>
              </a:rPr>
              <a:t>Or use Discussion boards/email me			</a:t>
            </a:r>
            <a:endParaRPr lang="en-GB" i="1" dirty="0">
              <a:latin typeface="+mn-lt"/>
            </a:endParaRPr>
          </a:p>
        </p:txBody>
      </p:sp>
    </p:spTree>
    <p:custDataLst>
      <p:tags r:id="rId1"/>
    </p:custDataLst>
    <p:extLst>
      <p:ext uri="{BB962C8B-B14F-4D97-AF65-F5344CB8AC3E}">
        <p14:creationId xmlns:p14="http://schemas.microsoft.com/office/powerpoint/2010/main" val="299371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CD59344-F3FC-371B-69E8-FAEF820D03B4}"/>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D95FE9D4-3EF6-5CA9-785B-54C8EFB197CD}"/>
              </a:ext>
            </a:extLst>
          </p:cNvPr>
          <p:cNvSpPr txBox="1">
            <a:spLocks/>
          </p:cNvSpPr>
          <p:nvPr/>
        </p:nvSpPr>
        <p:spPr>
          <a:xfrm>
            <a:off x="179614" y="254086"/>
            <a:ext cx="8752115" cy="5995403"/>
          </a:xfrm>
          <a:prstGeom prst="roundRect">
            <a:avLst>
              <a:gd name="adj" fmla="val 1858"/>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9pPr>
          </a:lstStyle>
          <a:p>
            <a:pPr algn="l">
              <a:buClrTx/>
            </a:pPr>
            <a:r>
              <a:rPr lang="en-GB" sz="2800" b="1" dirty="0">
                <a:solidFill>
                  <a:srgbClr val="0070C0"/>
                </a:solidFill>
                <a:latin typeface="+mn-lt"/>
              </a:rPr>
              <a:t>Clarifications on last week (t-tests part 2)</a:t>
            </a:r>
            <a:endParaRPr lang="en-GB" sz="2800" dirty="0">
              <a:solidFill>
                <a:srgbClr val="0070C0"/>
              </a:solidFill>
              <a:latin typeface="+mn-lt"/>
            </a:endParaRPr>
          </a:p>
          <a:p>
            <a:pPr marL="457200" indent="-457200" algn="l">
              <a:buClrTx/>
              <a:buFont typeface="Wingdings" panose="05000000000000000000" pitchFamily="2" charset="2"/>
              <a:buChar char="q"/>
            </a:pPr>
            <a:r>
              <a:rPr lang="en-GB" sz="2200" dirty="0">
                <a:latin typeface="+mn-lt"/>
              </a:rPr>
              <a:t>Different versions of JASP do slightly differently things / quirks (</a:t>
            </a:r>
            <a:r>
              <a:rPr lang="en-GB" sz="2200" i="1" dirty="0">
                <a:latin typeface="+mn-lt"/>
              </a:rPr>
              <a:t>yay</a:t>
            </a:r>
            <a:r>
              <a:rPr lang="en-GB" sz="2200" dirty="0">
                <a:latin typeface="+mn-lt"/>
              </a:rPr>
              <a:t>).</a:t>
            </a:r>
          </a:p>
          <a:p>
            <a:pPr marL="457200" indent="-457200" algn="l">
              <a:buClrTx/>
              <a:buFont typeface="Wingdings" panose="05000000000000000000" pitchFamily="2" charset="2"/>
              <a:buChar char="q"/>
            </a:pPr>
            <a:r>
              <a:rPr lang="en-GB" sz="2200" dirty="0">
                <a:latin typeface="+mn-lt"/>
              </a:rPr>
              <a:t>If you’re getting blank tables (e.g. no means) = switch data from ordinal to scale.</a:t>
            </a:r>
          </a:p>
          <a:p>
            <a:pPr marL="457200" indent="-457200" algn="l">
              <a:buClrTx/>
              <a:buFont typeface="Wingdings" panose="05000000000000000000" pitchFamily="2" charset="2"/>
              <a:buChar char="q"/>
            </a:pPr>
            <a:r>
              <a:rPr lang="en-GB" sz="2200" dirty="0">
                <a:latin typeface="+mn-lt"/>
              </a:rPr>
              <a:t>You may have to change all your data to scale manually (sometimes JASP doesn’t do it automatically (</a:t>
            </a:r>
            <a:r>
              <a:rPr lang="en-GB" sz="2200" i="1" dirty="0">
                <a:latin typeface="+mn-lt"/>
              </a:rPr>
              <a:t>yay</a:t>
            </a:r>
            <a:r>
              <a:rPr lang="en-GB" sz="2200" dirty="0">
                <a:latin typeface="+mn-lt"/>
              </a:rPr>
              <a:t>).</a:t>
            </a:r>
          </a:p>
          <a:p>
            <a:pPr marL="457200" indent="-457200" algn="l">
              <a:buClrTx/>
              <a:buFont typeface="Wingdings" panose="05000000000000000000" pitchFamily="2" charset="2"/>
              <a:buChar char="q"/>
            </a:pPr>
            <a:r>
              <a:rPr lang="en-GB" sz="2200" dirty="0">
                <a:latin typeface="+mn-lt"/>
              </a:rPr>
              <a:t>I showed you could also check Assumptions of Normality under ‘t-tests’ analysis button – but what it’ll show slightly depends on the type of t-test.</a:t>
            </a:r>
          </a:p>
          <a:p>
            <a:pPr marL="457200" indent="-457200" algn="l">
              <a:buClrTx/>
              <a:buFont typeface="Wingdings" panose="05000000000000000000" pitchFamily="2" charset="2"/>
              <a:buChar char="q"/>
            </a:pPr>
            <a:r>
              <a:rPr lang="en-GB" sz="2200" dirty="0">
                <a:latin typeface="+mn-lt"/>
              </a:rPr>
              <a:t>More info on the discussion board but basically </a:t>
            </a:r>
            <a:r>
              <a:rPr lang="en-GB" sz="2200" b="1" dirty="0">
                <a:latin typeface="+mn-lt"/>
              </a:rPr>
              <a:t>report normality assumption of each condition/variable</a:t>
            </a:r>
            <a:r>
              <a:rPr lang="en-GB" sz="2200" dirty="0">
                <a:latin typeface="+mn-lt"/>
              </a:rPr>
              <a:t> (using the main </a:t>
            </a:r>
            <a:r>
              <a:rPr lang="en-GB" sz="2200" b="1" dirty="0">
                <a:latin typeface="+mn-lt"/>
              </a:rPr>
              <a:t>Descriptives</a:t>
            </a:r>
            <a:r>
              <a:rPr lang="en-GB" sz="2200" dirty="0">
                <a:latin typeface="+mn-lt"/>
              </a:rPr>
              <a:t> window/button).</a:t>
            </a:r>
          </a:p>
          <a:p>
            <a:pPr marL="457200" indent="-457200" algn="l">
              <a:buClrTx/>
              <a:buFont typeface="Wingdings" panose="05000000000000000000" pitchFamily="2" charset="2"/>
              <a:buChar char="q"/>
            </a:pPr>
            <a:r>
              <a:rPr lang="en-GB" sz="2200" dirty="0">
                <a:latin typeface="+mn-lt"/>
              </a:rPr>
              <a:t>Reporting Assumptions It depends! If asked, yes. If not, you only tend to report assumptions that were </a:t>
            </a:r>
            <a:r>
              <a:rPr lang="en-GB" sz="2200" b="1" i="1" dirty="0">
                <a:latin typeface="+mn-lt"/>
              </a:rPr>
              <a:t>not</a:t>
            </a:r>
            <a:r>
              <a:rPr lang="en-GB" sz="2200" dirty="0">
                <a:latin typeface="+mn-lt"/>
              </a:rPr>
              <a:t> met – e.g. a corrected t-test, non-parametric tests were used instead, or the presence /removal of outliers etc. </a:t>
            </a:r>
          </a:p>
        </p:txBody>
      </p:sp>
    </p:spTree>
    <p:custDataLst>
      <p:tags r:id="rId1"/>
    </p:custDataLst>
    <p:extLst>
      <p:ext uri="{BB962C8B-B14F-4D97-AF65-F5344CB8AC3E}">
        <p14:creationId xmlns:p14="http://schemas.microsoft.com/office/powerpoint/2010/main" val="71754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FED8D49-6DBF-16AE-CC2E-8FC33433D719}"/>
              </a:ext>
            </a:extLst>
          </p:cNvPr>
          <p:cNvSpPr txBox="1">
            <a:spLocks/>
          </p:cNvSpPr>
          <p:nvPr/>
        </p:nvSpPr>
        <p:spPr>
          <a:xfrm>
            <a:off x="1780173" y="195007"/>
            <a:ext cx="5806526" cy="82767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000" dirty="0">
                <a:solidFill>
                  <a:srgbClr val="0070C0"/>
                </a:solidFill>
                <a:latin typeface="Gill Sans MT" panose="020B0502020104020203" pitchFamily="34" charset="0"/>
              </a:rPr>
              <a:t>Learning Outcomes</a:t>
            </a:r>
          </a:p>
        </p:txBody>
      </p:sp>
      <p:sp>
        <p:nvSpPr>
          <p:cNvPr id="6" name="Content Placeholder 2">
            <a:extLst>
              <a:ext uri="{FF2B5EF4-FFF2-40B4-BE49-F238E27FC236}">
                <a16:creationId xmlns:a16="http://schemas.microsoft.com/office/drawing/2014/main" id="{20A6FCE1-807F-78AF-7A22-954415E2EDD2}"/>
              </a:ext>
            </a:extLst>
          </p:cNvPr>
          <p:cNvSpPr txBox="1">
            <a:spLocks/>
          </p:cNvSpPr>
          <p:nvPr/>
        </p:nvSpPr>
        <p:spPr>
          <a:xfrm>
            <a:off x="622853" y="1143288"/>
            <a:ext cx="8226374" cy="5284406"/>
          </a:xfrm>
          <a:prstGeom prst="roundRect">
            <a:avLst>
              <a:gd name="adj" fmla="val 1858"/>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9pPr>
          </a:lstStyle>
          <a:p>
            <a:pPr algn="l">
              <a:buClrTx/>
            </a:pPr>
            <a:r>
              <a:rPr lang="en-GB" sz="2400" i="1" dirty="0">
                <a:latin typeface="+mn-lt"/>
              </a:rPr>
              <a:t>After the next three weeks and independent study you should be able to:</a:t>
            </a:r>
          </a:p>
          <a:p>
            <a:pPr marL="457200" indent="-457200" algn="l">
              <a:buClrTx/>
              <a:buFont typeface="Wingdings" panose="05000000000000000000" pitchFamily="2" charset="2"/>
              <a:buChar char="q"/>
            </a:pPr>
            <a:r>
              <a:rPr lang="en-GB" sz="2400" dirty="0">
                <a:latin typeface="+mn-lt"/>
              </a:rPr>
              <a:t>Understand the purpose of parametric t-tests (One samples, between-subjects and within-subjects) and when / why to use them.</a:t>
            </a:r>
          </a:p>
          <a:p>
            <a:pPr marL="457200" indent="-457200" algn="l">
              <a:buClrTx/>
              <a:buFont typeface="Wingdings" panose="05000000000000000000" pitchFamily="2" charset="2"/>
              <a:buChar char="q"/>
            </a:pPr>
            <a:r>
              <a:rPr lang="en-GB" sz="2400" dirty="0">
                <a:latin typeface="+mn-lt"/>
              </a:rPr>
              <a:t>Understand their non-parametric equivalent tests</a:t>
            </a:r>
          </a:p>
          <a:p>
            <a:pPr marL="457200" indent="-457200" algn="l">
              <a:buClrTx/>
              <a:buFont typeface="Wingdings" panose="05000000000000000000" pitchFamily="2" charset="2"/>
              <a:buChar char="q"/>
            </a:pPr>
            <a:r>
              <a:rPr lang="en-GB" sz="2400" dirty="0">
                <a:latin typeface="+mn-lt"/>
              </a:rPr>
              <a:t>Understand how the data are calculated and analysed.</a:t>
            </a:r>
          </a:p>
          <a:p>
            <a:pPr marL="457200" indent="-457200" algn="l">
              <a:buClrTx/>
              <a:buFont typeface="Wingdings" panose="05000000000000000000" pitchFamily="2" charset="2"/>
              <a:buChar char="q"/>
            </a:pPr>
            <a:r>
              <a:rPr lang="en-GB" sz="2400" dirty="0">
                <a:latin typeface="+mn-lt"/>
              </a:rPr>
              <a:t>Run all tests competently in JASP – and understand and interpret the output</a:t>
            </a:r>
          </a:p>
          <a:p>
            <a:pPr marL="457200" indent="-457200" algn="l">
              <a:buClrTx/>
              <a:buFont typeface="Wingdings" panose="05000000000000000000" pitchFamily="2" charset="2"/>
              <a:buChar char="q"/>
            </a:pPr>
            <a:r>
              <a:rPr lang="en-GB" sz="2400" dirty="0">
                <a:latin typeface="+mn-lt"/>
              </a:rPr>
              <a:t>Write up and interpret the results following APA standards.</a:t>
            </a:r>
          </a:p>
          <a:p>
            <a:pPr marL="457200" indent="-457200" algn="l">
              <a:buClrTx/>
              <a:buFont typeface="Wingdings" panose="05000000000000000000" pitchFamily="2" charset="2"/>
              <a:buChar char="q"/>
            </a:pPr>
            <a:r>
              <a:rPr lang="en-GB" sz="2400" b="1" dirty="0">
                <a:solidFill>
                  <a:srgbClr val="FF0000"/>
                </a:solidFill>
                <a:latin typeface="+mn-lt"/>
              </a:rPr>
              <a:t>Online content: Run all tests using JASP software using the ‘How to’ videos</a:t>
            </a:r>
          </a:p>
        </p:txBody>
      </p:sp>
    </p:spTree>
    <p:custDataLst>
      <p:tags r:id="rId1"/>
    </p:custDataLst>
    <p:extLst>
      <p:ext uri="{BB962C8B-B14F-4D97-AF65-F5344CB8AC3E}">
        <p14:creationId xmlns:p14="http://schemas.microsoft.com/office/powerpoint/2010/main" val="338365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8676F2-4335-7184-8F2C-C2727F9C78E9}"/>
              </a:ext>
            </a:extLst>
          </p:cNvPr>
          <p:cNvSpPr>
            <a:spLocks noGrp="1"/>
          </p:cNvSpPr>
          <p:nvPr>
            <p:ph idx="1"/>
          </p:nvPr>
        </p:nvSpPr>
        <p:spPr>
          <a:xfrm>
            <a:off x="777331" y="796898"/>
            <a:ext cx="7812148" cy="4575202"/>
          </a:xfrm>
          <a:noFill/>
        </p:spPr>
        <p:txBody>
          <a:bodyPr>
            <a:normAutofit/>
          </a:bodyPr>
          <a:lstStyle/>
          <a:p>
            <a:pPr marL="0" indent="0" algn="ctr">
              <a:buNone/>
            </a:pPr>
            <a:r>
              <a:rPr lang="en-GB" sz="4300" dirty="0">
                <a:solidFill>
                  <a:schemeClr val="tx1"/>
                </a:solidFill>
              </a:rPr>
              <a:t>Lesson Outline</a:t>
            </a:r>
          </a:p>
          <a:p>
            <a:pPr marL="0" indent="0">
              <a:buNone/>
            </a:pPr>
            <a:endParaRPr lang="en-GB" b="1" dirty="0">
              <a:solidFill>
                <a:srgbClr val="1477B4"/>
              </a:solidFill>
            </a:endParaRPr>
          </a:p>
          <a:p>
            <a:pPr marL="457200" indent="-457200">
              <a:buClrTx/>
              <a:buFont typeface="+mj-lt"/>
              <a:buAutoNum type="arabicPeriod"/>
            </a:pPr>
            <a:r>
              <a:rPr lang="en-GB" sz="2400" dirty="0">
                <a:solidFill>
                  <a:schemeClr val="tx1"/>
                </a:solidFill>
              </a:rPr>
              <a:t>Reading JASP output </a:t>
            </a:r>
          </a:p>
          <a:p>
            <a:pPr marL="457200" indent="-457200">
              <a:buClrTx/>
              <a:buFont typeface="+mj-lt"/>
              <a:buAutoNum type="arabicPeriod"/>
            </a:pPr>
            <a:r>
              <a:rPr lang="en-GB" sz="2400" dirty="0">
                <a:solidFill>
                  <a:schemeClr val="tx1"/>
                </a:solidFill>
              </a:rPr>
              <a:t>Writing up t-tests (and assumptions)</a:t>
            </a:r>
          </a:p>
          <a:p>
            <a:pPr marL="457200" indent="-457200">
              <a:buClrTx/>
              <a:buFont typeface="+mj-lt"/>
              <a:buAutoNum type="arabicPeriod"/>
            </a:pPr>
            <a:r>
              <a:rPr lang="en-GB" sz="2400" dirty="0">
                <a:solidFill>
                  <a:schemeClr val="tx1"/>
                </a:solidFill>
              </a:rPr>
              <a:t>Write up and interpret our t-tests results from last week</a:t>
            </a:r>
          </a:p>
          <a:p>
            <a:pPr marL="457200" indent="-457200">
              <a:buClrTx/>
              <a:buFont typeface="+mj-lt"/>
              <a:buAutoNum type="arabicPeriod"/>
            </a:pPr>
            <a:r>
              <a:rPr lang="en-GB" sz="2400" b="1" dirty="0">
                <a:solidFill>
                  <a:srgbClr val="FF0000"/>
                </a:solidFill>
              </a:rPr>
              <a:t>Online content: </a:t>
            </a:r>
            <a:r>
              <a:rPr lang="en-GB" sz="2400" dirty="0">
                <a:solidFill>
                  <a:schemeClr val="tx1"/>
                </a:solidFill>
              </a:rPr>
              <a:t>worksheet activities </a:t>
            </a:r>
          </a:p>
        </p:txBody>
      </p:sp>
    </p:spTree>
    <p:custDataLst>
      <p:tags r:id="rId1"/>
    </p:custDataLst>
    <p:extLst>
      <p:ext uri="{BB962C8B-B14F-4D97-AF65-F5344CB8AC3E}">
        <p14:creationId xmlns:p14="http://schemas.microsoft.com/office/powerpoint/2010/main" val="711076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2011C802-73B3-2DD2-A025-1492767780BF}"/>
              </a:ext>
            </a:extLst>
          </p:cNvPr>
          <p:cNvSpPr>
            <a:spLocks noGrp="1"/>
          </p:cNvSpPr>
          <p:nvPr>
            <p:ph type="subTitle" idx="1"/>
          </p:nvPr>
        </p:nvSpPr>
        <p:spPr>
          <a:xfrm>
            <a:off x="5554532" y="1157225"/>
            <a:ext cx="2936325" cy="5152416"/>
          </a:xfrm>
          <a:noFill/>
        </p:spPr>
        <p:txBody>
          <a:bodyPr>
            <a:noAutofit/>
          </a:bodyPr>
          <a:lstStyle/>
          <a:p>
            <a:endParaRPr lang="en-US" sz="3200" b="1" dirty="0">
              <a:solidFill>
                <a:schemeClr val="tx1"/>
              </a:solidFill>
            </a:endParaRPr>
          </a:p>
          <a:p>
            <a:pPr marL="514350" indent="-514350">
              <a:buAutoNum type="arabicPeriod"/>
            </a:pPr>
            <a:r>
              <a:rPr lang="en-US" sz="3200" b="1" dirty="0">
                <a:solidFill>
                  <a:schemeClr val="tx1"/>
                </a:solidFill>
              </a:rPr>
              <a:t>Reporting t-tests</a:t>
            </a:r>
          </a:p>
          <a:p>
            <a:pPr marL="514350" indent="-514350">
              <a:buAutoNum type="arabicPeriod"/>
            </a:pPr>
            <a:endParaRPr lang="en-US" sz="3200" b="1" dirty="0">
              <a:solidFill>
                <a:schemeClr val="tx1"/>
              </a:solidFill>
            </a:endParaRPr>
          </a:p>
        </p:txBody>
      </p:sp>
      <p:pic>
        <p:nvPicPr>
          <p:cNvPr id="3" name="Picture 6" descr="See the source image">
            <a:extLst>
              <a:ext uri="{FF2B5EF4-FFF2-40B4-BE49-F238E27FC236}">
                <a16:creationId xmlns:a16="http://schemas.microsoft.com/office/drawing/2014/main" id="{EE932BE7-5F26-31EA-4CAD-BC83AE34F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770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29E6A2-B56A-465F-2583-2DB1D463B6F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4FD8327-66B7-6D3D-6D53-C121AC02507D}"/>
              </a:ext>
            </a:extLst>
          </p:cNvPr>
          <p:cNvSpPr/>
          <p:nvPr/>
        </p:nvSpPr>
        <p:spPr>
          <a:xfrm>
            <a:off x="257801" y="1025671"/>
            <a:ext cx="8794058" cy="5457648"/>
          </a:xfrm>
          <a:prstGeom prst="rect">
            <a:avLst/>
          </a:prstGeom>
          <a:solidFill>
            <a:schemeClr val="bg1"/>
          </a:solidFill>
        </p:spPr>
        <p:txBody>
          <a:bodyPr wrap="square">
            <a:spAutoFit/>
          </a:bodyPr>
          <a:lstStyle/>
          <a:p>
            <a:pPr>
              <a:lnSpc>
                <a:spcPct val="107000"/>
              </a:lnSpc>
              <a:spcAft>
                <a:spcPts val="600"/>
              </a:spcAft>
            </a:pPr>
            <a:r>
              <a:rPr lang="en-GB" sz="2000" dirty="0">
                <a:ea typeface="Calibri" panose="020F0502020204030204" pitchFamily="34" charset="0"/>
                <a:cs typeface="Times New Roman" panose="02020603050405020304" pitchFamily="18" charset="0"/>
              </a:rPr>
              <a:t>As you start reading more research papers – especially the </a:t>
            </a:r>
            <a:r>
              <a:rPr lang="en-GB" sz="2000" b="1" dirty="0">
                <a:ea typeface="Calibri" panose="020F0502020204030204" pitchFamily="34" charset="0"/>
                <a:cs typeface="Times New Roman" panose="02020603050405020304" pitchFamily="18" charset="0"/>
              </a:rPr>
              <a:t>results</a:t>
            </a:r>
            <a:r>
              <a:rPr lang="en-GB" sz="2000" dirty="0">
                <a:ea typeface="Calibri" panose="020F0502020204030204" pitchFamily="34" charset="0"/>
                <a:cs typeface="Times New Roman" panose="02020603050405020304" pitchFamily="18" charset="0"/>
              </a:rPr>
              <a:t> sections, you’ll likely note that different authors report statistics in various styles!</a:t>
            </a:r>
          </a:p>
          <a:p>
            <a:pPr>
              <a:lnSpc>
                <a:spcPct val="107000"/>
              </a:lnSpc>
              <a:spcAft>
                <a:spcPts val="600"/>
              </a:spcAft>
            </a:pPr>
            <a:endParaRPr lang="en-GB" sz="2000" b="1" dirty="0">
              <a:ea typeface="Calibri" panose="020F0502020204030204" pitchFamily="34" charset="0"/>
              <a:cs typeface="Times New Roman" panose="02020603050405020304" pitchFamily="18" charset="0"/>
            </a:endParaRPr>
          </a:p>
          <a:p>
            <a:pPr>
              <a:lnSpc>
                <a:spcPct val="107000"/>
              </a:lnSpc>
              <a:spcAft>
                <a:spcPts val="600"/>
              </a:spcAft>
            </a:pPr>
            <a:r>
              <a:rPr lang="en-GB" sz="2000" b="1" dirty="0">
                <a:ea typeface="Calibri" panose="020F0502020204030204" pitchFamily="34" charset="0"/>
                <a:cs typeface="Times New Roman" panose="02020603050405020304" pitchFamily="18" charset="0"/>
              </a:rPr>
              <a:t>Where is alpha?</a:t>
            </a:r>
          </a:p>
          <a:p>
            <a:pPr>
              <a:lnSpc>
                <a:spcPct val="107000"/>
              </a:lnSpc>
              <a:spcAft>
                <a:spcPts val="600"/>
              </a:spcAft>
            </a:pPr>
            <a:endParaRPr lang="en-GB" sz="2000" b="1" dirty="0">
              <a:ea typeface="Calibri" panose="020F0502020204030204" pitchFamily="34" charset="0"/>
              <a:cs typeface="Times New Roman" panose="02020603050405020304" pitchFamily="18" charset="0"/>
            </a:endParaRPr>
          </a:p>
          <a:p>
            <a:pPr>
              <a:lnSpc>
                <a:spcPct val="107000"/>
              </a:lnSpc>
              <a:spcAft>
                <a:spcPts val="600"/>
              </a:spcAft>
            </a:pPr>
            <a:endParaRPr lang="en-GB" sz="2000" b="1" dirty="0">
              <a:ea typeface="Calibri" panose="020F0502020204030204" pitchFamily="34" charset="0"/>
              <a:cs typeface="Times New Roman" panose="02020603050405020304" pitchFamily="18" charset="0"/>
            </a:endParaRPr>
          </a:p>
          <a:p>
            <a:pPr>
              <a:lnSpc>
                <a:spcPct val="107000"/>
              </a:lnSpc>
              <a:spcAft>
                <a:spcPts val="600"/>
              </a:spcAft>
            </a:pPr>
            <a:endParaRPr lang="en-GB" sz="2000" b="1" dirty="0">
              <a:ea typeface="Calibri" panose="020F0502020204030204" pitchFamily="34" charset="0"/>
              <a:cs typeface="Times New Roman" panose="02020603050405020304" pitchFamily="18" charset="0"/>
            </a:endParaRPr>
          </a:p>
          <a:p>
            <a:pPr>
              <a:lnSpc>
                <a:spcPct val="107000"/>
              </a:lnSpc>
              <a:spcAft>
                <a:spcPts val="600"/>
              </a:spcAft>
            </a:pPr>
            <a:r>
              <a:rPr lang="en-GB" sz="2000" dirty="0">
                <a:ea typeface="Calibri" panose="020F0502020204030204" pitchFamily="34" charset="0"/>
                <a:cs typeface="Times New Roman" panose="02020603050405020304" pitchFamily="18" charset="0"/>
              </a:rPr>
              <a:t>You might spend ages searching for the study’s </a:t>
            </a:r>
            <a:r>
              <a:rPr lang="en-GB" sz="2000" b="1" dirty="0">
                <a:ea typeface="Calibri" panose="020F0502020204030204" pitchFamily="34" charset="0"/>
                <a:cs typeface="Times New Roman" panose="02020603050405020304" pitchFamily="18" charset="0"/>
              </a:rPr>
              <a:t>alpha level</a:t>
            </a:r>
            <a:r>
              <a:rPr lang="en-GB" sz="2000" dirty="0">
                <a:ea typeface="Calibri" panose="020F0502020204030204" pitchFamily="34" charset="0"/>
                <a:cs typeface="Times New Roman" panose="02020603050405020304" pitchFamily="18" charset="0"/>
              </a:rPr>
              <a:t> (the significance threshold, usually p = .05) … but alas! Most authors </a:t>
            </a:r>
            <a:r>
              <a:rPr lang="en-GB" sz="2000" b="1" dirty="0">
                <a:ea typeface="Calibri" panose="020F0502020204030204" pitchFamily="34" charset="0"/>
                <a:cs typeface="Times New Roman" panose="02020603050405020304" pitchFamily="18" charset="0"/>
              </a:rPr>
              <a:t>don’t mention it at all</a:t>
            </a:r>
            <a:r>
              <a:rPr lang="en-GB" sz="2000" dirty="0">
                <a:ea typeface="Calibri" panose="020F0502020204030204" pitchFamily="34" charset="0"/>
                <a:cs typeface="Times New Roman" panose="02020603050405020304" pitchFamily="18" charset="0"/>
              </a:rPr>
              <a:t>.  </a:t>
            </a:r>
          </a:p>
          <a:p>
            <a:pPr>
              <a:lnSpc>
                <a:spcPct val="107000"/>
              </a:lnSpc>
              <a:spcAft>
                <a:spcPts val="600"/>
              </a:spcAft>
            </a:pPr>
            <a:r>
              <a:rPr lang="en-GB" sz="2000" dirty="0">
                <a:ea typeface="Calibri" panose="020F0502020204030204" pitchFamily="34" charset="0"/>
                <a:cs typeface="Times New Roman" panose="02020603050405020304" pitchFamily="18" charset="0"/>
              </a:rPr>
              <a:t>That’s because:  </a:t>
            </a:r>
          </a:p>
          <a:p>
            <a:pPr>
              <a:lnSpc>
                <a:spcPct val="107000"/>
              </a:lnSpc>
              <a:spcAft>
                <a:spcPts val="600"/>
              </a:spcAft>
            </a:pPr>
            <a:r>
              <a:rPr lang="en-GB" sz="2000" dirty="0">
                <a:ea typeface="Calibri" panose="020F0502020204030204" pitchFamily="34" charset="0"/>
                <a:cs typeface="Times New Roman" panose="02020603050405020304" pitchFamily="18" charset="0"/>
              </a:rPr>
              <a:t>			Unless stated otherwise, everyone assumes alpha = .05. </a:t>
            </a:r>
          </a:p>
          <a:p>
            <a:pPr>
              <a:lnSpc>
                <a:spcPct val="107000"/>
              </a:lnSpc>
              <a:spcAft>
                <a:spcPts val="600"/>
              </a:spcAft>
            </a:pPr>
            <a:r>
              <a:rPr lang="en-GB" sz="2000" dirty="0">
                <a:ea typeface="Calibri" panose="020F0502020204030204" pitchFamily="34" charset="0"/>
                <a:cs typeface="Times New Roman" panose="02020603050405020304" pitchFamily="18" charset="0"/>
              </a:rPr>
              <a:t>			If p &lt; .05 → the result is considered statistically significant </a:t>
            </a:r>
          </a:p>
          <a:p>
            <a:pPr>
              <a:lnSpc>
                <a:spcPct val="107000"/>
              </a:lnSpc>
              <a:spcAft>
                <a:spcPts val="600"/>
              </a:spcAft>
            </a:pPr>
            <a:r>
              <a:rPr lang="en-GB" sz="2000" dirty="0">
                <a:ea typeface="Calibri" panose="020F0502020204030204" pitchFamily="34" charset="0"/>
                <a:cs typeface="Times New Roman" panose="02020603050405020304" pitchFamily="18" charset="0"/>
              </a:rPr>
              <a:t>Sometimes researchers use a </a:t>
            </a:r>
            <a:r>
              <a:rPr lang="en-GB" sz="2000" b="1" dirty="0">
                <a:ea typeface="Calibri" panose="020F0502020204030204" pitchFamily="34" charset="0"/>
                <a:cs typeface="Times New Roman" panose="02020603050405020304" pitchFamily="18" charset="0"/>
              </a:rPr>
              <a:t>stricter alpha level</a:t>
            </a:r>
            <a:r>
              <a:rPr lang="en-GB" sz="2000" dirty="0">
                <a:ea typeface="Calibri" panose="020F0502020204030204" pitchFamily="34" charset="0"/>
                <a:cs typeface="Times New Roman" panose="02020603050405020304" pitchFamily="18" charset="0"/>
              </a:rPr>
              <a:t>, such as .01 or .001, but this will be clearly stated (well, should be!) </a:t>
            </a:r>
          </a:p>
        </p:txBody>
      </p:sp>
      <p:sp>
        <p:nvSpPr>
          <p:cNvPr id="2" name="Content Placeholder 2">
            <a:extLst>
              <a:ext uri="{FF2B5EF4-FFF2-40B4-BE49-F238E27FC236}">
                <a16:creationId xmlns:a16="http://schemas.microsoft.com/office/drawing/2014/main" id="{F641D26D-7D34-9E70-0E3A-5B5A9A5663EF}"/>
              </a:ext>
            </a:extLst>
          </p:cNvPr>
          <p:cNvSpPr>
            <a:spLocks noGrp="1"/>
          </p:cNvSpPr>
          <p:nvPr>
            <p:ph idx="1"/>
          </p:nvPr>
        </p:nvSpPr>
        <p:spPr>
          <a:xfrm>
            <a:off x="748756" y="316154"/>
            <a:ext cx="7812148" cy="911397"/>
          </a:xfrm>
          <a:noFill/>
        </p:spPr>
        <p:txBody>
          <a:bodyPr>
            <a:normAutofit/>
          </a:bodyPr>
          <a:lstStyle/>
          <a:p>
            <a:pPr marL="0" indent="0" algn="ctr">
              <a:buNone/>
            </a:pPr>
            <a:r>
              <a:rPr lang="en-GB" sz="4000" dirty="0">
                <a:solidFill>
                  <a:schemeClr val="tx1"/>
                </a:solidFill>
                <a:latin typeface="+mj-lt"/>
              </a:rPr>
              <a:t>General note on published results</a:t>
            </a:r>
          </a:p>
        </p:txBody>
      </p:sp>
      <p:pic>
        <p:nvPicPr>
          <p:cNvPr id="5" name="Picture 4">
            <a:extLst>
              <a:ext uri="{FF2B5EF4-FFF2-40B4-BE49-F238E27FC236}">
                <a16:creationId xmlns:a16="http://schemas.microsoft.com/office/drawing/2014/main" id="{4EBE6D7F-0CB1-0C08-86F3-46A117BBCF03}"/>
              </a:ext>
            </a:extLst>
          </p:cNvPr>
          <p:cNvPicPr>
            <a:picLocks noChangeAspect="1"/>
          </p:cNvPicPr>
          <p:nvPr/>
        </p:nvPicPr>
        <p:blipFill>
          <a:blip r:embed="rId3"/>
          <a:stretch>
            <a:fillRect/>
          </a:stretch>
        </p:blipFill>
        <p:spPr>
          <a:xfrm>
            <a:off x="3169048" y="1966276"/>
            <a:ext cx="2488946" cy="1788219"/>
          </a:xfrm>
          <a:prstGeom prst="rect">
            <a:avLst/>
          </a:prstGeom>
        </p:spPr>
      </p:pic>
    </p:spTree>
    <p:extLst>
      <p:ext uri="{BB962C8B-B14F-4D97-AF65-F5344CB8AC3E}">
        <p14:creationId xmlns:p14="http://schemas.microsoft.com/office/powerpoint/2010/main" val="250278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7DBEE3-F038-E0DC-5005-33BC3E2BDBB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B3E9725-8403-03D7-6726-12B6B01FD637}"/>
              </a:ext>
            </a:extLst>
          </p:cNvPr>
          <p:cNvSpPr/>
          <p:nvPr/>
        </p:nvSpPr>
        <p:spPr>
          <a:xfrm>
            <a:off x="257801" y="979608"/>
            <a:ext cx="8794058" cy="5676169"/>
          </a:xfrm>
          <a:prstGeom prst="rect">
            <a:avLst/>
          </a:prstGeom>
          <a:solidFill>
            <a:schemeClr val="bg1"/>
          </a:solidFill>
        </p:spPr>
        <p:txBody>
          <a:bodyPr wrap="square">
            <a:spAutoFit/>
          </a:bodyPr>
          <a:lstStyle/>
          <a:p>
            <a:pPr>
              <a:lnSpc>
                <a:spcPct val="107000"/>
              </a:lnSpc>
            </a:pPr>
            <a:r>
              <a:rPr lang="en-GB" sz="2000" dirty="0">
                <a:ea typeface="Calibri" panose="020F0502020204030204" pitchFamily="34" charset="0"/>
                <a:cs typeface="Times New Roman" panose="02020603050405020304" pitchFamily="18" charset="0"/>
              </a:rPr>
              <a:t>You may also see something like:</a:t>
            </a:r>
          </a:p>
          <a:p>
            <a:pPr>
              <a:lnSpc>
                <a:spcPct val="107000"/>
              </a:lnSpc>
            </a:pPr>
            <a:r>
              <a:rPr lang="en-GB" sz="2000" b="1" dirty="0">
                <a:ea typeface="Calibri" panose="020F0502020204030204" pitchFamily="34" charset="0"/>
                <a:cs typeface="Times New Roman" panose="02020603050405020304" pitchFamily="18" charset="0"/>
              </a:rPr>
              <a:t>all p’s &lt; .042     </a:t>
            </a:r>
            <a:r>
              <a:rPr lang="en-GB" sz="2000" dirty="0">
                <a:ea typeface="Calibri" panose="020F0502020204030204" pitchFamily="34" charset="0"/>
                <a:cs typeface="Times New Roman" panose="02020603050405020304" pitchFamily="18" charset="0"/>
              </a:rPr>
              <a:t>or     </a:t>
            </a:r>
            <a:r>
              <a:rPr lang="en-GB" sz="2000" b="1" dirty="0">
                <a:ea typeface="Calibri" panose="020F0502020204030204" pitchFamily="34" charset="0"/>
                <a:cs typeface="Times New Roman" panose="02020603050405020304" pitchFamily="18" charset="0"/>
              </a:rPr>
              <a:t>p-values </a:t>
            </a:r>
            <a:r>
              <a:rPr lang="en-GB" sz="2000" b="1" u="sng" dirty="0">
                <a:ea typeface="Calibri" panose="020F0502020204030204" pitchFamily="34" charset="0"/>
                <a:cs typeface="Times New Roman" panose="02020603050405020304" pitchFamily="18" charset="0"/>
              </a:rPr>
              <a:t>&lt;</a:t>
            </a:r>
            <a:r>
              <a:rPr lang="en-GB" sz="2000" b="1" dirty="0">
                <a:ea typeface="Calibri" panose="020F0502020204030204" pitchFamily="34" charset="0"/>
                <a:cs typeface="Times New Roman" panose="02020603050405020304" pitchFamily="18" charset="0"/>
              </a:rPr>
              <a:t> .042</a:t>
            </a:r>
          </a:p>
          <a:p>
            <a:pPr>
              <a:lnSpc>
                <a:spcPct val="107000"/>
              </a:lnSpc>
            </a:pPr>
            <a:endParaRPr lang="en-GB" sz="2000" dirty="0">
              <a:ea typeface="Calibri" panose="020F0502020204030204" pitchFamily="34" charset="0"/>
              <a:cs typeface="Times New Roman" panose="02020603050405020304" pitchFamily="18" charset="0"/>
            </a:endParaRPr>
          </a:p>
          <a:p>
            <a:pPr>
              <a:lnSpc>
                <a:spcPct val="107000"/>
              </a:lnSpc>
            </a:pPr>
            <a:r>
              <a:rPr lang="en-GB" sz="2000" dirty="0">
                <a:ea typeface="Calibri" panose="020F0502020204030204" pitchFamily="34" charset="0"/>
                <a:cs typeface="Times New Roman" panose="02020603050405020304" pitchFamily="18" charset="0"/>
              </a:rPr>
              <a:t>This is shorthand way of reporting multiple tests at once. </a:t>
            </a:r>
          </a:p>
          <a:p>
            <a:pPr>
              <a:lnSpc>
                <a:spcPct val="107000"/>
              </a:lnSpc>
            </a:pPr>
            <a:r>
              <a:rPr lang="en-GB" sz="2000" dirty="0">
                <a:ea typeface="Calibri" panose="020F0502020204030204" pitchFamily="34" charset="0"/>
                <a:cs typeface="Times New Roman" panose="02020603050405020304" pitchFamily="18" charset="0"/>
              </a:rPr>
              <a:t>It means:</a:t>
            </a:r>
          </a:p>
          <a:p>
            <a:pPr>
              <a:lnSpc>
                <a:spcPct val="107000"/>
              </a:lnSpc>
            </a:pPr>
            <a:r>
              <a:rPr lang="en-GB" sz="2000" dirty="0">
                <a:ea typeface="Calibri" panose="020F0502020204030204" pitchFamily="34" charset="0"/>
                <a:cs typeface="Times New Roman" panose="02020603050405020304" pitchFamily="18" charset="0"/>
              </a:rPr>
              <a:t>They ran several related statistical tests (e.g. a few t-tests) and all of the p-values were less than or equal to .042 – which means they’re all below .05, so they are all statistically significant. </a:t>
            </a:r>
          </a:p>
          <a:p>
            <a:pPr>
              <a:lnSpc>
                <a:spcPct val="107000"/>
              </a:lnSpc>
            </a:pPr>
            <a:r>
              <a:rPr lang="en-GB" sz="2000" dirty="0">
                <a:ea typeface="Calibri" panose="020F0502020204030204" pitchFamily="34" charset="0"/>
                <a:cs typeface="Times New Roman" panose="02020603050405020304" pitchFamily="18" charset="0"/>
              </a:rPr>
              <a:t>It’s used to: </a:t>
            </a:r>
          </a:p>
          <a:p>
            <a:pPr marL="342900" indent="-342900">
              <a:lnSpc>
                <a:spcPct val="107000"/>
              </a:lnSpc>
              <a:buFont typeface="Arial" panose="020B0604020202020204" pitchFamily="34" charset="0"/>
              <a:buChar char="•"/>
            </a:pPr>
            <a:r>
              <a:rPr lang="en-GB" sz="2000" dirty="0">
                <a:ea typeface="Calibri" panose="020F0502020204030204" pitchFamily="34" charset="0"/>
                <a:cs typeface="Times New Roman" panose="02020603050405020304" pitchFamily="18" charset="0"/>
              </a:rPr>
              <a:t>keep the text tidy and concise when discussing a group of similar tests</a:t>
            </a:r>
          </a:p>
          <a:p>
            <a:pPr marL="342900" indent="-342900">
              <a:lnSpc>
                <a:spcPct val="107000"/>
              </a:lnSpc>
              <a:buFont typeface="Arial" panose="020B0604020202020204" pitchFamily="34" charset="0"/>
              <a:buChar char="•"/>
            </a:pPr>
            <a:r>
              <a:rPr lang="en-GB" sz="2000" dirty="0">
                <a:ea typeface="Calibri" panose="020F0502020204030204" pitchFamily="34" charset="0"/>
                <a:cs typeface="Times New Roman" panose="02020603050405020304" pitchFamily="18" charset="0"/>
              </a:rPr>
              <a:t>keep things concise if you have </a:t>
            </a:r>
            <a:r>
              <a:rPr lang="en-GB" sz="2000" i="1" dirty="0">
                <a:ea typeface="Calibri" panose="020F0502020204030204" pitchFamily="34" charset="0"/>
                <a:cs typeface="Times New Roman" panose="02020603050405020304" pitchFamily="18" charset="0"/>
              </a:rPr>
              <a:t>a lot </a:t>
            </a:r>
            <a:r>
              <a:rPr lang="en-GB" sz="2000" dirty="0">
                <a:ea typeface="Calibri" panose="020F0502020204030204" pitchFamily="34" charset="0"/>
                <a:cs typeface="Times New Roman" panose="02020603050405020304" pitchFamily="18" charset="0"/>
              </a:rPr>
              <a:t>of different analyses</a:t>
            </a:r>
          </a:p>
          <a:p>
            <a:pPr marL="342900" indent="-342900">
              <a:lnSpc>
                <a:spcPct val="107000"/>
              </a:lnSpc>
              <a:buFont typeface="Arial" panose="020B0604020202020204" pitchFamily="34" charset="0"/>
              <a:buChar char="•"/>
            </a:pPr>
            <a:r>
              <a:rPr lang="en-GB" sz="2000" dirty="0">
                <a:ea typeface="Calibri" panose="020F0502020204030204" pitchFamily="34" charset="0"/>
                <a:cs typeface="Times New Roman" panose="02020603050405020304" pitchFamily="18" charset="0"/>
              </a:rPr>
              <a:t>when these tests are </a:t>
            </a:r>
            <a:r>
              <a:rPr lang="en-GB" sz="2000" b="1" dirty="0">
                <a:ea typeface="Calibri" panose="020F0502020204030204" pitchFamily="34" charset="0"/>
                <a:cs typeface="Times New Roman" panose="02020603050405020304" pitchFamily="18" charset="0"/>
              </a:rPr>
              <a:t>not the main focus </a:t>
            </a:r>
            <a:r>
              <a:rPr lang="en-GB" sz="2000" dirty="0">
                <a:ea typeface="Calibri" panose="020F0502020204030204" pitchFamily="34" charset="0"/>
                <a:cs typeface="Times New Roman" panose="02020603050405020304" pitchFamily="18" charset="0"/>
              </a:rPr>
              <a:t>of the study (e.g. supporting or background analyses). </a:t>
            </a:r>
          </a:p>
          <a:p>
            <a:pPr marL="342900" indent="-342900">
              <a:lnSpc>
                <a:spcPct val="107000"/>
              </a:lnSpc>
              <a:buFont typeface="Arial" panose="020B0604020202020204" pitchFamily="34" charset="0"/>
              <a:buChar char="•"/>
            </a:pPr>
            <a:endParaRPr lang="en-GB" sz="2000" dirty="0">
              <a:ea typeface="Calibri" panose="020F0502020204030204" pitchFamily="34" charset="0"/>
              <a:cs typeface="Times New Roman" panose="02020603050405020304" pitchFamily="18" charset="0"/>
            </a:endParaRPr>
          </a:p>
          <a:p>
            <a:pPr>
              <a:lnSpc>
                <a:spcPct val="107000"/>
              </a:lnSpc>
            </a:pPr>
            <a:r>
              <a:rPr lang="en-GB" sz="2000" dirty="0">
                <a:ea typeface="Calibri" panose="020F0502020204030204" pitchFamily="34" charset="0"/>
                <a:cs typeface="Times New Roman" panose="02020603050405020304" pitchFamily="18" charset="0"/>
              </a:rPr>
              <a:t>While shorthand is common in published papers, you should stick to full reporting in your assignments. Because we like to see it written in full - to check your understanding, and APA format </a:t>
            </a:r>
          </a:p>
        </p:txBody>
      </p:sp>
      <p:sp>
        <p:nvSpPr>
          <p:cNvPr id="2" name="Content Placeholder 2">
            <a:extLst>
              <a:ext uri="{FF2B5EF4-FFF2-40B4-BE49-F238E27FC236}">
                <a16:creationId xmlns:a16="http://schemas.microsoft.com/office/drawing/2014/main" id="{8C24EABF-0072-DDB5-23F7-B310C796C0F1}"/>
              </a:ext>
            </a:extLst>
          </p:cNvPr>
          <p:cNvSpPr>
            <a:spLocks noGrp="1"/>
          </p:cNvSpPr>
          <p:nvPr>
            <p:ph idx="1"/>
          </p:nvPr>
        </p:nvSpPr>
        <p:spPr>
          <a:xfrm>
            <a:off x="748756" y="316154"/>
            <a:ext cx="7812148" cy="911397"/>
          </a:xfrm>
          <a:noFill/>
        </p:spPr>
        <p:txBody>
          <a:bodyPr>
            <a:normAutofit/>
          </a:bodyPr>
          <a:lstStyle/>
          <a:p>
            <a:pPr marL="0" indent="0" algn="ctr">
              <a:buNone/>
            </a:pPr>
            <a:r>
              <a:rPr lang="en-GB" sz="4000" dirty="0">
                <a:solidFill>
                  <a:schemeClr val="tx1"/>
                </a:solidFill>
                <a:latin typeface="+mj-lt"/>
              </a:rPr>
              <a:t>General note on published results</a:t>
            </a:r>
          </a:p>
        </p:txBody>
      </p:sp>
      <p:pic>
        <p:nvPicPr>
          <p:cNvPr id="1026" name="Picture 2" descr="Wink Face Emoji Wink Emoji Symbol Lizenzfreies Vektorbild">
            <a:extLst>
              <a:ext uri="{FF2B5EF4-FFF2-40B4-BE49-F238E27FC236}">
                <a16:creationId xmlns:a16="http://schemas.microsoft.com/office/drawing/2014/main" id="{FF614102-4519-1C87-9AE2-9D16498C8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2339" y="6204057"/>
            <a:ext cx="803058" cy="451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083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9FF34DC-1460-4B8B-B4E1-8E9ADF776BF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6A54F61-CF69-F520-3913-9A1CC340AD74}"/>
              </a:ext>
            </a:extLst>
          </p:cNvPr>
          <p:cNvSpPr/>
          <p:nvPr/>
        </p:nvSpPr>
        <p:spPr>
          <a:xfrm>
            <a:off x="257801" y="1025671"/>
            <a:ext cx="8794058" cy="5710025"/>
          </a:xfrm>
          <a:prstGeom prst="rect">
            <a:avLst/>
          </a:prstGeom>
          <a:solidFill>
            <a:schemeClr val="bg1"/>
          </a:solidFill>
        </p:spPr>
        <p:txBody>
          <a:bodyPr wrap="square">
            <a:spAutoFit/>
          </a:bodyPr>
          <a:lstStyle/>
          <a:p>
            <a:pPr>
              <a:lnSpc>
                <a:spcPct val="107000"/>
              </a:lnSpc>
              <a:spcAft>
                <a:spcPts val="600"/>
              </a:spcAft>
            </a:pPr>
            <a:r>
              <a:rPr lang="en-GB" sz="2000" dirty="0">
                <a:ea typeface="Calibri" panose="020F0502020204030204" pitchFamily="34" charset="0"/>
                <a:cs typeface="Times New Roman" panose="02020603050405020304" pitchFamily="18" charset="0"/>
              </a:rPr>
              <a:t>You need to write your own summary of the results: including the ‘line’ of results for the analysis test (JASP output alone isn’t sufficient)</a:t>
            </a:r>
          </a:p>
          <a:p>
            <a:pPr>
              <a:lnSpc>
                <a:spcPct val="107000"/>
              </a:lnSpc>
              <a:spcAft>
                <a:spcPts val="600"/>
              </a:spcAft>
            </a:pPr>
            <a:endParaRPr lang="en-GB" sz="2000" dirty="0">
              <a:ea typeface="Calibri" panose="020F0502020204030204" pitchFamily="34" charset="0"/>
              <a:cs typeface="Times New Roman" panose="02020603050405020304" pitchFamily="18" charset="0"/>
            </a:endParaRPr>
          </a:p>
          <a:p>
            <a:pPr>
              <a:lnSpc>
                <a:spcPct val="107000"/>
              </a:lnSpc>
              <a:spcAft>
                <a:spcPts val="600"/>
              </a:spcAft>
            </a:pPr>
            <a:r>
              <a:rPr lang="en-GB" sz="2000" i="1" dirty="0">
                <a:ea typeface="Calibri" panose="020F0502020204030204" pitchFamily="34" charset="0"/>
                <a:cs typeface="Times New Roman" panose="02020603050405020304" pitchFamily="18" charset="0"/>
              </a:rPr>
              <a:t>Sometimes</a:t>
            </a:r>
            <a:r>
              <a:rPr lang="en-GB" sz="2000" dirty="0">
                <a:ea typeface="Calibri" panose="020F0502020204030204" pitchFamily="34" charset="0"/>
                <a:cs typeface="Times New Roman" panose="02020603050405020304" pitchFamily="18" charset="0"/>
              </a:rPr>
              <a:t> I may ask you to copy directly from JASP by taking a screenshot to show your output/working - start thinking about </a:t>
            </a:r>
            <a:r>
              <a:rPr lang="en-GB" sz="2000" i="1" dirty="0">
                <a:ea typeface="Calibri" panose="020F0502020204030204" pitchFamily="34" charset="0"/>
                <a:cs typeface="Times New Roman" panose="02020603050405020304" pitchFamily="18" charset="0"/>
              </a:rPr>
              <a:t>how</a:t>
            </a:r>
            <a:r>
              <a:rPr lang="en-GB" sz="2000" dirty="0">
                <a:ea typeface="Calibri" panose="020F0502020204030204" pitchFamily="34" charset="0"/>
                <a:cs typeface="Times New Roman" panose="02020603050405020304" pitchFamily="18" charset="0"/>
              </a:rPr>
              <a:t> you’d take screenshots, e.g. snipping tool.</a:t>
            </a:r>
          </a:p>
          <a:p>
            <a:pPr>
              <a:lnSpc>
                <a:spcPct val="107000"/>
              </a:lnSpc>
              <a:spcAft>
                <a:spcPts val="600"/>
              </a:spcAft>
            </a:pPr>
            <a:endParaRPr lang="en-GB" sz="2000" dirty="0">
              <a:ea typeface="Calibri" panose="020F0502020204030204" pitchFamily="34" charset="0"/>
              <a:cs typeface="Times New Roman" panose="02020603050405020304" pitchFamily="18" charset="0"/>
            </a:endParaRPr>
          </a:p>
          <a:p>
            <a:pPr>
              <a:lnSpc>
                <a:spcPct val="107000"/>
              </a:lnSpc>
              <a:spcAft>
                <a:spcPts val="600"/>
              </a:spcAft>
            </a:pPr>
            <a:r>
              <a:rPr lang="en-GB" sz="2000" dirty="0">
                <a:ea typeface="Calibri" panose="020F0502020204030204" pitchFamily="34" charset="0"/>
                <a:cs typeface="Times New Roman" panose="02020603050405020304" pitchFamily="18" charset="0"/>
              </a:rPr>
              <a:t>But unless </a:t>
            </a:r>
            <a:r>
              <a:rPr lang="en-GB" sz="2000" b="1" dirty="0">
                <a:ea typeface="Calibri" panose="020F0502020204030204" pitchFamily="34" charset="0"/>
                <a:cs typeface="Times New Roman" panose="02020603050405020304" pitchFamily="18" charset="0"/>
              </a:rPr>
              <a:t>specifically asked </a:t>
            </a:r>
            <a:r>
              <a:rPr lang="en-GB" sz="2000" dirty="0">
                <a:ea typeface="Calibri" panose="020F0502020204030204" pitchFamily="34" charset="0"/>
                <a:cs typeface="Times New Roman" panose="02020603050405020304" pitchFamily="18" charset="0"/>
              </a:rPr>
              <a:t>to, you should NOT copy/paste the JASP test</a:t>
            </a:r>
            <a:r>
              <a:rPr lang="en-GB" sz="2000" b="1" dirty="0">
                <a:ea typeface="Calibri" panose="020F0502020204030204" pitchFamily="34" charset="0"/>
                <a:cs typeface="Times New Roman" panose="02020603050405020304" pitchFamily="18" charset="0"/>
              </a:rPr>
              <a:t> </a:t>
            </a:r>
            <a:r>
              <a:rPr lang="en-GB" sz="2000" dirty="0">
                <a:ea typeface="Calibri" panose="020F0502020204030204" pitchFamily="34" charset="0"/>
                <a:cs typeface="Times New Roman" panose="02020603050405020304" pitchFamily="18" charset="0"/>
              </a:rPr>
              <a:t>output</a:t>
            </a:r>
            <a:r>
              <a:rPr lang="en-GB" sz="2000" b="1" dirty="0">
                <a:ea typeface="Calibri" panose="020F0502020204030204" pitchFamily="34" charset="0"/>
                <a:cs typeface="Times New Roman" panose="02020603050405020304" pitchFamily="18" charset="0"/>
              </a:rPr>
              <a:t> </a:t>
            </a:r>
            <a:r>
              <a:rPr lang="en-GB" sz="2000" dirty="0">
                <a:ea typeface="Calibri" panose="020F0502020204030204" pitchFamily="34" charset="0"/>
                <a:cs typeface="Times New Roman" panose="02020603050405020304" pitchFamily="18" charset="0"/>
              </a:rPr>
              <a:t>into your lab reports without </a:t>
            </a:r>
            <a:r>
              <a:rPr lang="en-GB" sz="2000" b="1" dirty="0">
                <a:ea typeface="Calibri" panose="020F0502020204030204" pitchFamily="34" charset="0"/>
                <a:cs typeface="Times New Roman" panose="02020603050405020304" pitchFamily="18" charset="0"/>
              </a:rPr>
              <a:t>editing</a:t>
            </a:r>
            <a:r>
              <a:rPr lang="en-GB" sz="2000" dirty="0">
                <a:ea typeface="Calibri" panose="020F0502020204030204" pitchFamily="34" charset="0"/>
                <a:cs typeface="Times New Roman" panose="02020603050405020304" pitchFamily="18" charset="0"/>
              </a:rPr>
              <a:t> </a:t>
            </a:r>
            <a:r>
              <a:rPr lang="en-GB" sz="2000" b="1" dirty="0">
                <a:ea typeface="Calibri" panose="020F0502020204030204" pitchFamily="34" charset="0"/>
                <a:cs typeface="Times New Roman" panose="02020603050405020304" pitchFamily="18" charset="0"/>
              </a:rPr>
              <a:t>them or creating your own</a:t>
            </a:r>
            <a:r>
              <a:rPr lang="en-GB" sz="2000" dirty="0">
                <a:ea typeface="Calibri" panose="020F0502020204030204" pitchFamily="34" charset="0"/>
                <a:cs typeface="Times New Roman" panose="02020603050405020304" pitchFamily="18" charset="0"/>
              </a:rPr>
              <a:t>. </a:t>
            </a:r>
          </a:p>
          <a:p>
            <a:pPr>
              <a:lnSpc>
                <a:spcPct val="107000"/>
              </a:lnSpc>
              <a:spcAft>
                <a:spcPts val="600"/>
              </a:spcAft>
            </a:pPr>
            <a:r>
              <a:rPr lang="en-GB" sz="2000" dirty="0">
                <a:ea typeface="Calibri" panose="020F0502020204030204" pitchFamily="34" charset="0"/>
                <a:cs typeface="Times New Roman" panose="02020603050405020304" pitchFamily="18" charset="0"/>
              </a:rPr>
              <a:t>You can create from scratch or copy/paste tables and figures from JASP into your report, but you MUST edit them:</a:t>
            </a:r>
          </a:p>
          <a:p>
            <a:pPr marL="742950" lvl="1" indent="-28575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Make them APA formatted</a:t>
            </a:r>
          </a:p>
          <a:p>
            <a:pPr marL="742950" lvl="1" indent="-28575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Delete redundant / unnecessary information</a:t>
            </a:r>
          </a:p>
          <a:p>
            <a:pPr marL="742950" lvl="1" indent="-28575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Number your tables and figures</a:t>
            </a:r>
          </a:p>
          <a:p>
            <a:pPr marL="742950" lvl="1" indent="-28575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Give appropriate titles / labels / legends that match the rest of your report</a:t>
            </a:r>
          </a:p>
        </p:txBody>
      </p:sp>
      <p:sp>
        <p:nvSpPr>
          <p:cNvPr id="2" name="Content Placeholder 2">
            <a:extLst>
              <a:ext uri="{FF2B5EF4-FFF2-40B4-BE49-F238E27FC236}">
                <a16:creationId xmlns:a16="http://schemas.microsoft.com/office/drawing/2014/main" id="{27C43D18-5D62-82E4-B581-79DF50EE3657}"/>
              </a:ext>
            </a:extLst>
          </p:cNvPr>
          <p:cNvSpPr>
            <a:spLocks noGrp="1"/>
          </p:cNvSpPr>
          <p:nvPr>
            <p:ph idx="1"/>
          </p:nvPr>
        </p:nvSpPr>
        <p:spPr>
          <a:xfrm>
            <a:off x="748756" y="316154"/>
            <a:ext cx="7812148" cy="911397"/>
          </a:xfrm>
          <a:noFill/>
        </p:spPr>
        <p:txBody>
          <a:bodyPr>
            <a:normAutofit/>
          </a:bodyPr>
          <a:lstStyle/>
          <a:p>
            <a:pPr marL="0" indent="0" algn="ctr">
              <a:buNone/>
            </a:pPr>
            <a:r>
              <a:rPr lang="en-GB" sz="4000" dirty="0">
                <a:solidFill>
                  <a:schemeClr val="tx1"/>
                </a:solidFill>
                <a:latin typeface="+mj-lt"/>
              </a:rPr>
              <a:t>A note on copy/pasting from JASP</a:t>
            </a:r>
          </a:p>
        </p:txBody>
      </p:sp>
    </p:spTree>
    <p:extLst>
      <p:ext uri="{BB962C8B-B14F-4D97-AF65-F5344CB8AC3E}">
        <p14:creationId xmlns:p14="http://schemas.microsoft.com/office/powerpoint/2010/main" val="3018071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BC8C8DE-726F-FC94-EC6E-844484384BE9}"/>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F6BCDF54-50DD-728C-9DE3-E13BC1D8179D}"/>
              </a:ext>
            </a:extLst>
          </p:cNvPr>
          <p:cNvSpPr>
            <a:spLocks noGrp="1"/>
          </p:cNvSpPr>
          <p:nvPr>
            <p:ph idx="1"/>
          </p:nvPr>
        </p:nvSpPr>
        <p:spPr>
          <a:xfrm>
            <a:off x="665926" y="316154"/>
            <a:ext cx="7812148" cy="911397"/>
          </a:xfrm>
          <a:noFill/>
        </p:spPr>
        <p:txBody>
          <a:bodyPr>
            <a:normAutofit/>
          </a:bodyPr>
          <a:lstStyle/>
          <a:p>
            <a:pPr marL="0" indent="0" algn="ctr">
              <a:buNone/>
            </a:pPr>
            <a:r>
              <a:rPr lang="en-GB" sz="4000" dirty="0">
                <a:solidFill>
                  <a:schemeClr val="tx1"/>
                </a:solidFill>
                <a:latin typeface="+mj-lt"/>
              </a:rPr>
              <a:t>Reporting Assumptions</a:t>
            </a:r>
          </a:p>
        </p:txBody>
      </p:sp>
      <p:sp>
        <p:nvSpPr>
          <p:cNvPr id="3" name="TextBox 2">
            <a:extLst>
              <a:ext uri="{FF2B5EF4-FFF2-40B4-BE49-F238E27FC236}">
                <a16:creationId xmlns:a16="http://schemas.microsoft.com/office/drawing/2014/main" id="{198ECA30-D927-1CC5-4302-5DBF805DFA1C}"/>
              </a:ext>
            </a:extLst>
          </p:cNvPr>
          <p:cNvSpPr txBox="1"/>
          <p:nvPr/>
        </p:nvSpPr>
        <p:spPr>
          <a:xfrm>
            <a:off x="278773" y="1227551"/>
            <a:ext cx="8752114" cy="4708981"/>
          </a:xfrm>
          <a:prstGeom prst="rect">
            <a:avLst/>
          </a:prstGeom>
          <a:noFill/>
        </p:spPr>
        <p:txBody>
          <a:bodyPr wrap="square">
            <a:spAutoFit/>
          </a:bodyPr>
          <a:lstStyle/>
          <a:p>
            <a:pPr lvl="0" defTabSz="914400">
              <a:defRPr/>
            </a:pPr>
            <a:r>
              <a:rPr lang="en-GB" sz="2000" dirty="0"/>
              <a:t>You don’t typically report/explain that </a:t>
            </a:r>
            <a:r>
              <a:rPr lang="en-GB" sz="2000" i="1" dirty="0"/>
              <a:t>every</a:t>
            </a:r>
            <a:r>
              <a:rPr lang="en-GB" sz="2000" dirty="0"/>
              <a:t> assumption was checked or discuss them in detail – we only report those that matter for interpretation.</a:t>
            </a:r>
          </a:p>
          <a:p>
            <a:pPr lvl="0" defTabSz="914400">
              <a:defRPr/>
            </a:pPr>
            <a:endParaRPr lang="en-GB" sz="2000" dirty="0"/>
          </a:p>
          <a:p>
            <a:pPr lvl="0" defTabSz="914400">
              <a:defRPr/>
            </a:pPr>
            <a:r>
              <a:rPr lang="en-GB" sz="2000" dirty="0"/>
              <a:t>It’s assumed (and important) you’ve checked all assumptions and ran the appropriate test – </a:t>
            </a:r>
            <a:r>
              <a:rPr lang="en-GB" sz="2000" b="1" dirty="0"/>
              <a:t>they do matter, so make sure you check!</a:t>
            </a:r>
            <a:endParaRPr lang="en-GB" sz="2000" dirty="0"/>
          </a:p>
          <a:p>
            <a:pPr lvl="0" defTabSz="914400">
              <a:defRPr/>
            </a:pPr>
            <a:endParaRPr lang="en-GB" sz="2000" dirty="0"/>
          </a:p>
          <a:p>
            <a:pPr lvl="0" defTabSz="914400">
              <a:defRPr/>
            </a:pPr>
            <a:r>
              <a:rPr lang="en-GB" sz="2000" b="1" u="sng" dirty="0"/>
              <a:t>You report assumptions if:</a:t>
            </a:r>
          </a:p>
          <a:p>
            <a:pPr marL="342900" lvl="0" indent="-342900" defTabSz="914400">
              <a:buFontTx/>
              <a:buChar char="-"/>
              <a:defRPr/>
            </a:pPr>
            <a:r>
              <a:rPr lang="en-GB" sz="2000" dirty="0"/>
              <a:t>you are specifically </a:t>
            </a:r>
            <a:r>
              <a:rPr lang="en-GB" sz="2000" i="1" dirty="0"/>
              <a:t>asked</a:t>
            </a:r>
            <a:r>
              <a:rPr lang="en-GB" sz="2000" dirty="0"/>
              <a:t> to report them (e.g. in exams)</a:t>
            </a:r>
          </a:p>
          <a:p>
            <a:pPr marL="342900" lvl="0" indent="-342900" defTabSz="914400">
              <a:buFontTx/>
              <a:buChar char="-"/>
              <a:defRPr/>
            </a:pPr>
            <a:r>
              <a:rPr lang="en-GB" sz="2000" dirty="0"/>
              <a:t>you violated assumptions e.g., you are using a Non-Parametric test</a:t>
            </a:r>
          </a:p>
          <a:p>
            <a:pPr marL="342900" lvl="0" indent="-342900" defTabSz="914400">
              <a:buFontTx/>
              <a:buChar char="-"/>
              <a:defRPr/>
            </a:pPr>
            <a:r>
              <a:rPr lang="en-GB" sz="2000" dirty="0"/>
              <a:t>you found/removed/kept outliers (best practice to tell the reader what you did with them)</a:t>
            </a:r>
          </a:p>
          <a:p>
            <a:pPr marL="342900" lvl="0" indent="-342900" defTabSz="914400">
              <a:buFontTx/>
              <a:buChar char="-"/>
              <a:defRPr/>
            </a:pPr>
            <a:r>
              <a:rPr lang="en-GB" sz="2000" dirty="0"/>
              <a:t>you transformed the data, or are using any corrections (e.g. Welch)</a:t>
            </a:r>
          </a:p>
          <a:p>
            <a:pPr marL="342900" indent="-342900" defTabSz="914400">
              <a:buFontTx/>
              <a:buChar char="-"/>
              <a:defRPr/>
            </a:pPr>
            <a:r>
              <a:rPr lang="en-GB" sz="2000" dirty="0"/>
              <a:t>a dissertation supervisor, reviewer, editor or colleague requests it</a:t>
            </a:r>
          </a:p>
          <a:p>
            <a:pPr defTabSz="914400">
              <a:defRPr/>
            </a:pPr>
            <a:endParaRPr lang="en-GB" sz="2000" dirty="0"/>
          </a:p>
          <a:p>
            <a:pPr defTabSz="914400">
              <a:defRPr/>
            </a:pPr>
            <a:r>
              <a:rPr lang="en-GB" sz="2000" dirty="0"/>
              <a:t>Often, it’s a </a:t>
            </a:r>
            <a:r>
              <a:rPr lang="en-GB" sz="2000" u="sng" dirty="0"/>
              <a:t>brief</a:t>
            </a:r>
            <a:r>
              <a:rPr lang="en-GB" sz="2000" dirty="0"/>
              <a:t> sentence and a result (e.g. of a Shapiro-Wilk test)</a:t>
            </a:r>
          </a:p>
        </p:txBody>
      </p:sp>
    </p:spTree>
    <p:custDataLst>
      <p:tags r:id="rId1"/>
    </p:custDataLst>
    <p:extLst>
      <p:ext uri="{BB962C8B-B14F-4D97-AF65-F5344CB8AC3E}">
        <p14:creationId xmlns:p14="http://schemas.microsoft.com/office/powerpoint/2010/main" val="3458783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C171B0-36DA-FF03-4DB6-2DD294ACDF3D}"/>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26005478-6D0C-382B-552A-E065E6C1C1BC}"/>
              </a:ext>
            </a:extLst>
          </p:cNvPr>
          <p:cNvSpPr>
            <a:spLocks noGrp="1"/>
          </p:cNvSpPr>
          <p:nvPr>
            <p:ph idx="1"/>
          </p:nvPr>
        </p:nvSpPr>
        <p:spPr>
          <a:xfrm>
            <a:off x="748756" y="316154"/>
            <a:ext cx="7812148" cy="911397"/>
          </a:xfrm>
          <a:noFill/>
        </p:spPr>
        <p:txBody>
          <a:bodyPr>
            <a:normAutofit/>
          </a:bodyPr>
          <a:lstStyle/>
          <a:p>
            <a:pPr marL="0" indent="0" algn="ctr">
              <a:buNone/>
            </a:pPr>
            <a:r>
              <a:rPr lang="en-GB" sz="4000" dirty="0">
                <a:solidFill>
                  <a:schemeClr val="tx1"/>
                </a:solidFill>
                <a:latin typeface="+mj-lt"/>
              </a:rPr>
              <a:t>Reporting Assumptions</a:t>
            </a:r>
          </a:p>
        </p:txBody>
      </p:sp>
      <p:grpSp>
        <p:nvGrpSpPr>
          <p:cNvPr id="2" name="Group 1">
            <a:extLst>
              <a:ext uri="{FF2B5EF4-FFF2-40B4-BE49-F238E27FC236}">
                <a16:creationId xmlns:a16="http://schemas.microsoft.com/office/drawing/2014/main" id="{B1409E22-2AC6-0635-706A-8175338DEDBB}"/>
              </a:ext>
            </a:extLst>
          </p:cNvPr>
          <p:cNvGrpSpPr/>
          <p:nvPr/>
        </p:nvGrpSpPr>
        <p:grpSpPr>
          <a:xfrm>
            <a:off x="748799" y="1119106"/>
            <a:ext cx="2302050" cy="1177384"/>
            <a:chOff x="1161" y="120439"/>
            <a:chExt cx="2302050" cy="1177384"/>
          </a:xfrm>
        </p:grpSpPr>
        <p:sp>
          <p:nvSpPr>
            <p:cNvPr id="14" name="Rectangle: Rounded Corners 13">
              <a:extLst>
                <a:ext uri="{FF2B5EF4-FFF2-40B4-BE49-F238E27FC236}">
                  <a16:creationId xmlns:a16="http://schemas.microsoft.com/office/drawing/2014/main" id="{EC2EFA48-7766-D020-8885-6BA8D9B154D2}"/>
                </a:ext>
              </a:extLst>
            </p:cNvPr>
            <p:cNvSpPr/>
            <p:nvPr/>
          </p:nvSpPr>
          <p:spPr>
            <a:xfrm>
              <a:off x="1161" y="120439"/>
              <a:ext cx="2302050" cy="1177384"/>
            </a:xfrm>
            <a:prstGeom prst="roundRect">
              <a:avLst/>
            </a:prstGeom>
            <a:solidFill>
              <a:schemeClr val="accent2">
                <a:lumMod val="40000"/>
                <a:lumOff val="60000"/>
              </a:schemeClr>
            </a:solidFill>
          </p:spPr>
          <p:style>
            <a:lnRef idx="0">
              <a:schemeClr val="dk2">
                <a:shade val="80000"/>
                <a:hueOff val="0"/>
                <a:satOff val="0"/>
                <a:lumOff val="0"/>
                <a:alphaOff val="0"/>
              </a:schemeClr>
            </a:lnRef>
            <a:fillRef idx="3">
              <a:scrgbClr r="0" g="0" b="0"/>
            </a:fillRef>
            <a:effectRef idx="2">
              <a:schemeClr val="lt1">
                <a:hueOff val="0"/>
                <a:satOff val="0"/>
                <a:lumOff val="0"/>
                <a:alphaOff val="0"/>
              </a:schemeClr>
            </a:effectRef>
            <a:fontRef idx="minor">
              <a:schemeClr val="dk2">
                <a:hueOff val="0"/>
                <a:satOff val="0"/>
                <a:lumOff val="0"/>
                <a:alphaOff val="0"/>
              </a:schemeClr>
            </a:fontRef>
          </p:style>
          <p:txBody>
            <a:bodyPr/>
            <a:lstStyle/>
            <a:p>
              <a:endParaRPr lang="en-GB"/>
            </a:p>
          </p:txBody>
        </p:sp>
        <p:sp>
          <p:nvSpPr>
            <p:cNvPr id="15" name="Rectangle: Rounded Corners 4">
              <a:extLst>
                <a:ext uri="{FF2B5EF4-FFF2-40B4-BE49-F238E27FC236}">
                  <a16:creationId xmlns:a16="http://schemas.microsoft.com/office/drawing/2014/main" id="{C2F26F4D-05E0-A9D1-2C5E-9E8A1F7BE91F}"/>
                </a:ext>
              </a:extLst>
            </p:cNvPr>
            <p:cNvSpPr txBox="1"/>
            <p:nvPr/>
          </p:nvSpPr>
          <p:spPr>
            <a:xfrm>
              <a:off x="58636" y="177914"/>
              <a:ext cx="2187100" cy="1062434"/>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Independent observations</a:t>
              </a:r>
            </a:p>
          </p:txBody>
        </p:sp>
      </p:grpSp>
      <p:grpSp>
        <p:nvGrpSpPr>
          <p:cNvPr id="4" name="Group 3">
            <a:extLst>
              <a:ext uri="{FF2B5EF4-FFF2-40B4-BE49-F238E27FC236}">
                <a16:creationId xmlns:a16="http://schemas.microsoft.com/office/drawing/2014/main" id="{7199747B-657A-A88C-AC4F-868370A7D7B1}"/>
              </a:ext>
            </a:extLst>
          </p:cNvPr>
          <p:cNvGrpSpPr/>
          <p:nvPr/>
        </p:nvGrpSpPr>
        <p:grpSpPr>
          <a:xfrm>
            <a:off x="748799" y="2510767"/>
            <a:ext cx="2302036" cy="1177722"/>
            <a:chOff x="1161" y="1512100"/>
            <a:chExt cx="2302036" cy="1177722"/>
          </a:xfrm>
        </p:grpSpPr>
        <p:sp>
          <p:nvSpPr>
            <p:cNvPr id="12" name="Rectangle: Rounded Corners 11">
              <a:extLst>
                <a:ext uri="{FF2B5EF4-FFF2-40B4-BE49-F238E27FC236}">
                  <a16:creationId xmlns:a16="http://schemas.microsoft.com/office/drawing/2014/main" id="{9E77E6D8-6878-2EE1-D0F8-BA5F46D196DE}"/>
                </a:ext>
              </a:extLst>
            </p:cNvPr>
            <p:cNvSpPr/>
            <p:nvPr/>
          </p:nvSpPr>
          <p:spPr>
            <a:xfrm>
              <a:off x="1161" y="1512100"/>
              <a:ext cx="2302036" cy="1177722"/>
            </a:xfrm>
            <a:prstGeom prst="roundRect">
              <a:avLst/>
            </a:prstGeom>
            <a:solidFill>
              <a:schemeClr val="accent2">
                <a:lumMod val="40000"/>
                <a:lumOff val="60000"/>
              </a:schemeClr>
            </a:solidFill>
          </p:spPr>
          <p:style>
            <a:lnRef idx="0">
              <a:schemeClr val="dk2">
                <a:shade val="80000"/>
                <a:hueOff val="0"/>
                <a:satOff val="0"/>
                <a:lumOff val="0"/>
                <a:alphaOff val="0"/>
              </a:schemeClr>
            </a:lnRef>
            <a:fillRef idx="3">
              <a:scrgbClr r="0" g="0" b="0"/>
            </a:fillRef>
            <a:effectRef idx="2">
              <a:schemeClr val="lt1">
                <a:hueOff val="0"/>
                <a:satOff val="0"/>
                <a:lumOff val="0"/>
                <a:alphaOff val="0"/>
              </a:schemeClr>
            </a:effectRef>
            <a:fontRef idx="minor">
              <a:schemeClr val="dk2">
                <a:hueOff val="0"/>
                <a:satOff val="0"/>
                <a:lumOff val="0"/>
                <a:alphaOff val="0"/>
              </a:schemeClr>
            </a:fontRef>
          </p:style>
          <p:txBody>
            <a:bodyPr/>
            <a:lstStyle/>
            <a:p>
              <a:endParaRPr lang="en-GB"/>
            </a:p>
          </p:txBody>
        </p:sp>
        <p:sp>
          <p:nvSpPr>
            <p:cNvPr id="13" name="Rectangle: Rounded Corners 6">
              <a:extLst>
                <a:ext uri="{FF2B5EF4-FFF2-40B4-BE49-F238E27FC236}">
                  <a16:creationId xmlns:a16="http://schemas.microsoft.com/office/drawing/2014/main" id="{5C440A08-13B6-2200-5ABC-52113B806243}"/>
                </a:ext>
              </a:extLst>
            </p:cNvPr>
            <p:cNvSpPr txBox="1"/>
            <p:nvPr/>
          </p:nvSpPr>
          <p:spPr>
            <a:xfrm>
              <a:off x="58653" y="1569592"/>
              <a:ext cx="2187052" cy="1062738"/>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Normality</a:t>
              </a:r>
            </a:p>
          </p:txBody>
        </p:sp>
      </p:grpSp>
      <p:grpSp>
        <p:nvGrpSpPr>
          <p:cNvPr id="5" name="Group 4">
            <a:extLst>
              <a:ext uri="{FF2B5EF4-FFF2-40B4-BE49-F238E27FC236}">
                <a16:creationId xmlns:a16="http://schemas.microsoft.com/office/drawing/2014/main" id="{DDE29458-BDDA-6094-3280-2B17A46A8C4C}"/>
              </a:ext>
            </a:extLst>
          </p:cNvPr>
          <p:cNvGrpSpPr/>
          <p:nvPr/>
        </p:nvGrpSpPr>
        <p:grpSpPr>
          <a:xfrm>
            <a:off x="748756" y="3766214"/>
            <a:ext cx="2302032" cy="1206824"/>
            <a:chOff x="1118" y="2767547"/>
            <a:chExt cx="2302032" cy="1206824"/>
          </a:xfrm>
        </p:grpSpPr>
        <p:sp>
          <p:nvSpPr>
            <p:cNvPr id="10" name="Rectangle: Rounded Corners 9">
              <a:extLst>
                <a:ext uri="{FF2B5EF4-FFF2-40B4-BE49-F238E27FC236}">
                  <a16:creationId xmlns:a16="http://schemas.microsoft.com/office/drawing/2014/main" id="{EDD25BE5-7007-884E-20AB-A385891083B8}"/>
                </a:ext>
              </a:extLst>
            </p:cNvPr>
            <p:cNvSpPr/>
            <p:nvPr/>
          </p:nvSpPr>
          <p:spPr>
            <a:xfrm>
              <a:off x="1118" y="2767547"/>
              <a:ext cx="2302032" cy="1206824"/>
            </a:xfrm>
            <a:prstGeom prst="roundRect">
              <a:avLst/>
            </a:prstGeom>
            <a:solidFill>
              <a:schemeClr val="accent2">
                <a:lumMod val="40000"/>
                <a:lumOff val="60000"/>
              </a:schemeClr>
            </a:solidFill>
          </p:spPr>
          <p:style>
            <a:lnRef idx="0">
              <a:schemeClr val="dk2">
                <a:shade val="80000"/>
                <a:hueOff val="0"/>
                <a:satOff val="0"/>
                <a:lumOff val="0"/>
                <a:alphaOff val="0"/>
              </a:schemeClr>
            </a:lnRef>
            <a:fillRef idx="3">
              <a:scrgbClr r="0" g="0" b="0"/>
            </a:fillRef>
            <a:effectRef idx="2">
              <a:schemeClr val="lt1">
                <a:hueOff val="0"/>
                <a:satOff val="0"/>
                <a:lumOff val="0"/>
                <a:alphaOff val="0"/>
              </a:schemeClr>
            </a:effectRef>
            <a:fontRef idx="minor">
              <a:schemeClr val="dk2">
                <a:hueOff val="0"/>
                <a:satOff val="0"/>
                <a:lumOff val="0"/>
                <a:alphaOff val="0"/>
              </a:schemeClr>
            </a:fontRef>
          </p:style>
          <p:txBody>
            <a:bodyPr/>
            <a:lstStyle/>
            <a:p>
              <a:endParaRPr lang="en-GB"/>
            </a:p>
          </p:txBody>
        </p:sp>
        <p:sp>
          <p:nvSpPr>
            <p:cNvPr id="11" name="Rectangle: Rounded Corners 8">
              <a:extLst>
                <a:ext uri="{FF2B5EF4-FFF2-40B4-BE49-F238E27FC236}">
                  <a16:creationId xmlns:a16="http://schemas.microsoft.com/office/drawing/2014/main" id="{68BDD7A4-C93C-6D2C-A47B-00E584D8F4DE}"/>
                </a:ext>
              </a:extLst>
            </p:cNvPr>
            <p:cNvSpPr txBox="1"/>
            <p:nvPr/>
          </p:nvSpPr>
          <p:spPr>
            <a:xfrm>
              <a:off x="60030" y="2826459"/>
              <a:ext cx="2184208" cy="1089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Homogeneity of variance</a:t>
              </a:r>
            </a:p>
          </p:txBody>
        </p:sp>
      </p:grpSp>
      <p:grpSp>
        <p:nvGrpSpPr>
          <p:cNvPr id="6" name="Group 5">
            <a:extLst>
              <a:ext uri="{FF2B5EF4-FFF2-40B4-BE49-F238E27FC236}">
                <a16:creationId xmlns:a16="http://schemas.microsoft.com/office/drawing/2014/main" id="{C71129D2-F69F-AD55-2AF5-62288C870A38}"/>
              </a:ext>
            </a:extLst>
          </p:cNvPr>
          <p:cNvGrpSpPr/>
          <p:nvPr/>
        </p:nvGrpSpPr>
        <p:grpSpPr>
          <a:xfrm>
            <a:off x="748799" y="5102085"/>
            <a:ext cx="2302035" cy="1206824"/>
            <a:chOff x="1161" y="4103418"/>
            <a:chExt cx="2302035" cy="1206824"/>
          </a:xfrm>
        </p:grpSpPr>
        <p:sp>
          <p:nvSpPr>
            <p:cNvPr id="7" name="Rectangle: Rounded Corners 6">
              <a:extLst>
                <a:ext uri="{FF2B5EF4-FFF2-40B4-BE49-F238E27FC236}">
                  <a16:creationId xmlns:a16="http://schemas.microsoft.com/office/drawing/2014/main" id="{00D19948-1DFE-E167-6C61-A169B0883325}"/>
                </a:ext>
              </a:extLst>
            </p:cNvPr>
            <p:cNvSpPr/>
            <p:nvPr/>
          </p:nvSpPr>
          <p:spPr>
            <a:xfrm>
              <a:off x="1161" y="4103418"/>
              <a:ext cx="2302035" cy="1206824"/>
            </a:xfrm>
            <a:prstGeom prst="roundRect">
              <a:avLst/>
            </a:prstGeom>
            <a:solidFill>
              <a:srgbClr val="A3CEED"/>
            </a:solidFill>
          </p:spPr>
          <p:style>
            <a:lnRef idx="0">
              <a:schemeClr val="dk2">
                <a:shade val="80000"/>
                <a:hueOff val="0"/>
                <a:satOff val="0"/>
                <a:lumOff val="0"/>
                <a:alphaOff val="0"/>
              </a:schemeClr>
            </a:lnRef>
            <a:fillRef idx="3">
              <a:scrgbClr r="0" g="0" b="0"/>
            </a:fillRef>
            <a:effectRef idx="2">
              <a:schemeClr val="lt1">
                <a:hueOff val="0"/>
                <a:satOff val="0"/>
                <a:lumOff val="0"/>
                <a:alphaOff val="0"/>
              </a:schemeClr>
            </a:effectRef>
            <a:fontRef idx="minor">
              <a:schemeClr val="dk2">
                <a:hueOff val="0"/>
                <a:satOff val="0"/>
                <a:lumOff val="0"/>
                <a:alphaOff val="0"/>
              </a:schemeClr>
            </a:fontRef>
          </p:style>
          <p:txBody>
            <a:bodyPr/>
            <a:lstStyle/>
            <a:p>
              <a:endParaRPr lang="en-GB"/>
            </a:p>
          </p:txBody>
        </p:sp>
        <p:sp>
          <p:nvSpPr>
            <p:cNvPr id="8" name="Rectangle: Rounded Corners 10">
              <a:extLst>
                <a:ext uri="{FF2B5EF4-FFF2-40B4-BE49-F238E27FC236}">
                  <a16:creationId xmlns:a16="http://schemas.microsoft.com/office/drawing/2014/main" id="{8685C9C5-5477-EC1C-A4B0-3768923E242B}"/>
                </a:ext>
              </a:extLst>
            </p:cNvPr>
            <p:cNvSpPr txBox="1"/>
            <p:nvPr/>
          </p:nvSpPr>
          <p:spPr>
            <a:xfrm>
              <a:off x="60073" y="4162330"/>
              <a:ext cx="2184211" cy="1089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tx1"/>
                  </a:solidFill>
                </a:rPr>
                <a:t>Type of data &amp; Outliers</a:t>
              </a:r>
            </a:p>
          </p:txBody>
        </p:sp>
      </p:grpSp>
      <p:sp>
        <p:nvSpPr>
          <p:cNvPr id="16" name="TextBox 15">
            <a:extLst>
              <a:ext uri="{FF2B5EF4-FFF2-40B4-BE49-F238E27FC236}">
                <a16:creationId xmlns:a16="http://schemas.microsoft.com/office/drawing/2014/main" id="{5E468374-DB99-C768-AF86-70670A4CC4BF}"/>
              </a:ext>
            </a:extLst>
          </p:cNvPr>
          <p:cNvSpPr txBox="1"/>
          <p:nvPr/>
        </p:nvSpPr>
        <p:spPr>
          <a:xfrm>
            <a:off x="3157957" y="1227551"/>
            <a:ext cx="5878917" cy="923330"/>
          </a:xfrm>
          <a:prstGeom prst="rect">
            <a:avLst/>
          </a:prstGeom>
          <a:noFill/>
        </p:spPr>
        <p:txBody>
          <a:bodyPr wrap="square">
            <a:spAutoFit/>
          </a:bodyPr>
          <a:lstStyle/>
          <a:p>
            <a:pPr lvl="0" defTabSz="914400">
              <a:defRPr/>
            </a:pPr>
            <a:r>
              <a:rPr lang="en-GB" dirty="0"/>
              <a:t>It matters, but we don’t report it. We assumed you’ve checked / done this when designing and collecting data (part of good practice)</a:t>
            </a:r>
          </a:p>
        </p:txBody>
      </p:sp>
      <p:sp>
        <p:nvSpPr>
          <p:cNvPr id="17" name="TextBox 16">
            <a:extLst>
              <a:ext uri="{FF2B5EF4-FFF2-40B4-BE49-F238E27FC236}">
                <a16:creationId xmlns:a16="http://schemas.microsoft.com/office/drawing/2014/main" id="{8D7EA809-AE57-2B64-F1E1-FBBDFC6AF1D5}"/>
              </a:ext>
            </a:extLst>
          </p:cNvPr>
          <p:cNvSpPr txBox="1"/>
          <p:nvPr/>
        </p:nvSpPr>
        <p:spPr>
          <a:xfrm>
            <a:off x="3157957" y="2401785"/>
            <a:ext cx="5874669" cy="1200329"/>
          </a:xfrm>
          <a:prstGeom prst="rect">
            <a:avLst/>
          </a:prstGeom>
          <a:noFill/>
        </p:spPr>
        <p:txBody>
          <a:bodyPr wrap="square">
            <a:spAutoFit/>
          </a:bodyPr>
          <a:lstStyle/>
          <a:p>
            <a:pPr lvl="0" defTabSz="914400">
              <a:defRPr/>
            </a:pPr>
            <a:r>
              <a:rPr lang="en-GB" dirty="0"/>
              <a:t>Report the Shapiro-Wilk statistic and p-value for each group. One short sentence is enough or in a descriptives table. Don’t include the graphs (distributions or histograms) for each group.</a:t>
            </a:r>
          </a:p>
        </p:txBody>
      </p:sp>
      <p:sp>
        <p:nvSpPr>
          <p:cNvPr id="18" name="TextBox 17">
            <a:extLst>
              <a:ext uri="{FF2B5EF4-FFF2-40B4-BE49-F238E27FC236}">
                <a16:creationId xmlns:a16="http://schemas.microsoft.com/office/drawing/2014/main" id="{13691534-CCD2-B358-6A05-7C0FAEC0824D}"/>
              </a:ext>
            </a:extLst>
          </p:cNvPr>
          <p:cNvSpPr txBox="1"/>
          <p:nvPr/>
        </p:nvSpPr>
        <p:spPr>
          <a:xfrm>
            <a:off x="3157956" y="3853018"/>
            <a:ext cx="5878917" cy="923330"/>
          </a:xfrm>
          <a:prstGeom prst="rect">
            <a:avLst/>
          </a:prstGeom>
          <a:noFill/>
        </p:spPr>
        <p:txBody>
          <a:bodyPr wrap="square">
            <a:spAutoFit/>
          </a:bodyPr>
          <a:lstStyle/>
          <a:p>
            <a:pPr lvl="0" defTabSz="914400">
              <a:defRPr/>
            </a:pPr>
            <a:r>
              <a:rPr lang="en-GB" dirty="0"/>
              <a:t>If applicable (for the test), include a brief sentence to say it was met or violated - report Levene’s test (value and p-value). If violated, say you used Welch’s correction.</a:t>
            </a:r>
          </a:p>
        </p:txBody>
      </p:sp>
      <p:sp>
        <p:nvSpPr>
          <p:cNvPr id="19" name="TextBox 18">
            <a:extLst>
              <a:ext uri="{FF2B5EF4-FFF2-40B4-BE49-F238E27FC236}">
                <a16:creationId xmlns:a16="http://schemas.microsoft.com/office/drawing/2014/main" id="{65C875EC-9FB2-BFAA-DCAE-5F09D372A0DC}"/>
              </a:ext>
            </a:extLst>
          </p:cNvPr>
          <p:cNvSpPr txBox="1"/>
          <p:nvPr/>
        </p:nvSpPr>
        <p:spPr>
          <a:xfrm>
            <a:off x="3153709" y="5102085"/>
            <a:ext cx="5878917" cy="1200329"/>
          </a:xfrm>
          <a:prstGeom prst="rect">
            <a:avLst/>
          </a:prstGeom>
          <a:noFill/>
        </p:spPr>
        <p:txBody>
          <a:bodyPr wrap="square">
            <a:spAutoFit/>
          </a:bodyPr>
          <a:lstStyle/>
          <a:p>
            <a:pPr lvl="0" defTabSz="914400">
              <a:defRPr/>
            </a:pPr>
            <a:r>
              <a:rPr lang="en-GB" dirty="0"/>
              <a:t>Type of data: it matters, but you don’t tend to report it unless you’re asked to/required.</a:t>
            </a:r>
          </a:p>
          <a:p>
            <a:pPr lvl="0" defTabSz="914400">
              <a:defRPr/>
            </a:pPr>
            <a:r>
              <a:rPr lang="en-GB" dirty="0"/>
              <a:t>Outliers: one sentence stating whether there were any outliers and what you did with them.</a:t>
            </a:r>
          </a:p>
        </p:txBody>
      </p:sp>
    </p:spTree>
    <p:custDataLst>
      <p:tags r:id="rId1"/>
    </p:custDataLst>
    <p:extLst>
      <p:ext uri="{BB962C8B-B14F-4D97-AF65-F5344CB8AC3E}">
        <p14:creationId xmlns:p14="http://schemas.microsoft.com/office/powerpoint/2010/main" val="9313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5FA5C84-D703-58F7-E206-50DAB56F351D}"/>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7E05610B-7833-5CC1-08C6-F93324430049}"/>
              </a:ext>
            </a:extLst>
          </p:cNvPr>
          <p:cNvSpPr>
            <a:spLocks noGrp="1"/>
          </p:cNvSpPr>
          <p:nvPr>
            <p:ph type="title"/>
          </p:nvPr>
        </p:nvSpPr>
        <p:spPr>
          <a:xfrm>
            <a:off x="665926" y="-22033"/>
            <a:ext cx="7812148" cy="1043432"/>
          </a:xfrm>
        </p:spPr>
        <p:txBody>
          <a:bodyPr>
            <a:normAutofit/>
          </a:bodyPr>
          <a:lstStyle/>
          <a:p>
            <a:pPr algn="ctr"/>
            <a:r>
              <a:rPr lang="en-GB" sz="4400" dirty="0">
                <a:solidFill>
                  <a:srgbClr val="0070C0"/>
                </a:solidFill>
              </a:rPr>
              <a:t>Write up Checklist</a:t>
            </a:r>
            <a:endParaRPr lang="en-GB" dirty="0">
              <a:solidFill>
                <a:schemeClr val="tx1"/>
              </a:solidFill>
            </a:endParaRPr>
          </a:p>
        </p:txBody>
      </p:sp>
      <p:pic>
        <p:nvPicPr>
          <p:cNvPr id="12" name="Graphic 11" descr="Clipboard Checked outline">
            <a:extLst>
              <a:ext uri="{FF2B5EF4-FFF2-40B4-BE49-F238E27FC236}">
                <a16:creationId xmlns:a16="http://schemas.microsoft.com/office/drawing/2014/main" id="{C7E035A6-E4AC-06B5-3251-1C42C1A4DB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11934" y="157966"/>
            <a:ext cx="1442580" cy="1442580"/>
          </a:xfrm>
          <a:prstGeom prst="rect">
            <a:avLst/>
          </a:prstGeom>
        </p:spPr>
      </p:pic>
      <p:sp>
        <p:nvSpPr>
          <p:cNvPr id="14" name="TextBox 13">
            <a:extLst>
              <a:ext uri="{FF2B5EF4-FFF2-40B4-BE49-F238E27FC236}">
                <a16:creationId xmlns:a16="http://schemas.microsoft.com/office/drawing/2014/main" id="{90B8CE00-3D8D-0E54-1E67-EC9501973AE5}"/>
              </a:ext>
            </a:extLst>
          </p:cNvPr>
          <p:cNvSpPr txBox="1"/>
          <p:nvPr/>
        </p:nvSpPr>
        <p:spPr>
          <a:xfrm>
            <a:off x="1053156" y="1329472"/>
            <a:ext cx="8090843" cy="5232202"/>
          </a:xfrm>
          <a:prstGeom prst="rect">
            <a:avLst/>
          </a:prstGeom>
          <a:solidFill>
            <a:schemeClr val="bg1"/>
          </a:solidFill>
        </p:spPr>
        <p:txBody>
          <a:bodyPr wrap="square">
            <a:spAutoFit/>
          </a:bodyPr>
          <a:lstStyle/>
          <a:p>
            <a:pPr marL="342900" indent="-342900">
              <a:spcBef>
                <a:spcPts val="600"/>
              </a:spcBef>
              <a:spcAft>
                <a:spcPts val="600"/>
              </a:spcAft>
              <a:buFont typeface="+mj-lt"/>
              <a:buAutoNum type="arabicPeriod"/>
            </a:pPr>
            <a:r>
              <a:rPr lang="en-GB" sz="2400" b="1" dirty="0"/>
              <a:t>Test type</a:t>
            </a:r>
            <a:r>
              <a:rPr lang="en-GB" sz="2400" b="0" dirty="0"/>
              <a:t>: type of t-test (e.g. Paired-samples t-test)</a:t>
            </a:r>
          </a:p>
          <a:p>
            <a:pPr marL="342900" indent="-342900">
              <a:spcBef>
                <a:spcPts val="600"/>
              </a:spcBef>
              <a:spcAft>
                <a:spcPts val="600"/>
              </a:spcAft>
              <a:buFont typeface="+mj-lt"/>
              <a:buAutoNum type="arabicPeriod"/>
            </a:pPr>
            <a:r>
              <a:rPr lang="en-GB" sz="2400" b="1" dirty="0"/>
              <a:t>Variables: </a:t>
            </a:r>
            <a:r>
              <a:rPr lang="en-GB" sz="2400" dirty="0"/>
              <a:t>measures being explored – the IV (including the levels) and the DV</a:t>
            </a:r>
          </a:p>
          <a:p>
            <a:pPr marL="342900" indent="-342900">
              <a:spcBef>
                <a:spcPts val="600"/>
              </a:spcBef>
              <a:spcAft>
                <a:spcPts val="600"/>
              </a:spcAft>
              <a:buFont typeface="+mj-lt"/>
              <a:buAutoNum type="arabicPeriod"/>
            </a:pPr>
            <a:r>
              <a:rPr lang="en-GB" sz="2400" b="1" dirty="0"/>
              <a:t>Test statistic </a:t>
            </a:r>
            <a:r>
              <a:rPr lang="en-GB" sz="2400" b="0" dirty="0"/>
              <a:t>(</a:t>
            </a:r>
            <a:r>
              <a:rPr lang="en-GB" sz="2400" i="1" dirty="0"/>
              <a:t>t </a:t>
            </a:r>
            <a:r>
              <a:rPr lang="en-GB" sz="2400" dirty="0"/>
              <a:t>– for parametric</a:t>
            </a:r>
            <a:r>
              <a:rPr lang="en-GB" sz="2400" b="0" dirty="0"/>
              <a:t>)</a:t>
            </a:r>
          </a:p>
          <a:p>
            <a:pPr marL="342900" indent="-342900">
              <a:spcBef>
                <a:spcPts val="600"/>
              </a:spcBef>
              <a:spcAft>
                <a:spcPts val="600"/>
              </a:spcAft>
              <a:buFont typeface="+mj-lt"/>
              <a:buAutoNum type="arabicPeriod"/>
            </a:pPr>
            <a:r>
              <a:rPr lang="en-GB" sz="2400" b="1" dirty="0"/>
              <a:t>Df</a:t>
            </a:r>
            <a:r>
              <a:rPr lang="en-GB" sz="2400" b="0" dirty="0"/>
              <a:t> (degrees of freedom)</a:t>
            </a:r>
          </a:p>
          <a:p>
            <a:pPr marL="342900" indent="-342900">
              <a:spcBef>
                <a:spcPts val="600"/>
              </a:spcBef>
              <a:spcAft>
                <a:spcPts val="600"/>
              </a:spcAft>
              <a:buFont typeface="+mj-lt"/>
              <a:buAutoNum type="arabicPeriod"/>
            </a:pPr>
            <a:r>
              <a:rPr lang="en-GB" sz="2400" b="1" dirty="0"/>
              <a:t>p-value</a:t>
            </a:r>
          </a:p>
          <a:p>
            <a:pPr marL="342900" indent="-342900">
              <a:spcBef>
                <a:spcPts val="600"/>
              </a:spcBef>
              <a:spcAft>
                <a:spcPts val="600"/>
              </a:spcAft>
              <a:buFont typeface="+mj-lt"/>
              <a:buAutoNum type="arabicPeriod"/>
            </a:pPr>
            <a:r>
              <a:rPr lang="en-GB" sz="2400" b="1" dirty="0"/>
              <a:t>Significance: </a:t>
            </a:r>
            <a:r>
              <a:rPr lang="en-GB" sz="2400" dirty="0"/>
              <a:t>significant or not/non-significant (never say ‘insignificant’)</a:t>
            </a:r>
            <a:endParaRPr lang="en-GB" sz="2400" b="1" dirty="0"/>
          </a:p>
          <a:p>
            <a:pPr marL="342900" indent="-342900">
              <a:spcBef>
                <a:spcPts val="600"/>
              </a:spcBef>
              <a:spcAft>
                <a:spcPts val="600"/>
              </a:spcAft>
              <a:buFont typeface="+mj-lt"/>
              <a:buAutoNum type="arabicPeriod"/>
            </a:pPr>
            <a:r>
              <a:rPr lang="en-GB" sz="2400" b="1" dirty="0"/>
              <a:t>Direction</a:t>
            </a:r>
            <a:r>
              <a:rPr lang="en-GB" sz="2400" b="0" dirty="0"/>
              <a:t> (interpret): direction of the difference e.g. which group is faster/slower/higher etc.</a:t>
            </a:r>
          </a:p>
          <a:p>
            <a:pPr marL="342900" indent="-342900">
              <a:spcBef>
                <a:spcPts val="600"/>
              </a:spcBef>
              <a:spcAft>
                <a:spcPts val="600"/>
              </a:spcAft>
              <a:buFont typeface="+mj-lt"/>
              <a:buAutoNum type="arabicPeriod"/>
            </a:pPr>
            <a:r>
              <a:rPr lang="en-GB" sz="2400" b="1" dirty="0">
                <a:solidFill>
                  <a:srgbClr val="0070C0"/>
                </a:solidFill>
              </a:rPr>
              <a:t>Descriptives </a:t>
            </a:r>
            <a:r>
              <a:rPr lang="en-GB" sz="2400" dirty="0">
                <a:solidFill>
                  <a:srgbClr val="0070C0"/>
                </a:solidFill>
              </a:rPr>
              <a:t>(mean/median) in text, table or graph</a:t>
            </a:r>
            <a:endParaRPr lang="en-GB" sz="2400" b="0" dirty="0">
              <a:solidFill>
                <a:srgbClr val="0070C0"/>
              </a:solidFill>
            </a:endParaRPr>
          </a:p>
        </p:txBody>
      </p:sp>
      <p:pic>
        <p:nvPicPr>
          <p:cNvPr id="15" name="Graphic 14" descr="Checkbox Checked with solid fill">
            <a:extLst>
              <a:ext uri="{FF2B5EF4-FFF2-40B4-BE49-F238E27FC236}">
                <a16:creationId xmlns:a16="http://schemas.microsoft.com/office/drawing/2014/main" id="{A1841418-C759-45E4-2077-528B4D21DE0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1286518"/>
            <a:ext cx="563880" cy="563880"/>
          </a:xfrm>
          <a:prstGeom prst="rect">
            <a:avLst/>
          </a:prstGeom>
        </p:spPr>
      </p:pic>
      <p:pic>
        <p:nvPicPr>
          <p:cNvPr id="16" name="Graphic 15" descr="Checkbox Checked with solid fill">
            <a:extLst>
              <a:ext uri="{FF2B5EF4-FFF2-40B4-BE49-F238E27FC236}">
                <a16:creationId xmlns:a16="http://schemas.microsoft.com/office/drawing/2014/main" id="{74C8F225-D9F1-7070-E06D-AF1A0784A94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1802336"/>
            <a:ext cx="563880" cy="563880"/>
          </a:xfrm>
          <a:prstGeom prst="rect">
            <a:avLst/>
          </a:prstGeom>
        </p:spPr>
      </p:pic>
      <p:pic>
        <p:nvPicPr>
          <p:cNvPr id="17" name="Graphic 16" descr="Checkbox Checked with solid fill">
            <a:extLst>
              <a:ext uri="{FF2B5EF4-FFF2-40B4-BE49-F238E27FC236}">
                <a16:creationId xmlns:a16="http://schemas.microsoft.com/office/drawing/2014/main" id="{5C3AFA46-A41C-A425-F71F-0F5D8DC9EE8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2680380"/>
            <a:ext cx="563880" cy="563880"/>
          </a:xfrm>
          <a:prstGeom prst="rect">
            <a:avLst/>
          </a:prstGeom>
        </p:spPr>
      </p:pic>
      <p:pic>
        <p:nvPicPr>
          <p:cNvPr id="18" name="Graphic 17" descr="Checkbox Checked with solid fill">
            <a:extLst>
              <a:ext uri="{FF2B5EF4-FFF2-40B4-BE49-F238E27FC236}">
                <a16:creationId xmlns:a16="http://schemas.microsoft.com/office/drawing/2014/main" id="{F8A493A4-7690-A877-5CF2-B548CD94A8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3210619"/>
            <a:ext cx="563880" cy="563880"/>
          </a:xfrm>
          <a:prstGeom prst="rect">
            <a:avLst/>
          </a:prstGeom>
        </p:spPr>
      </p:pic>
      <p:pic>
        <p:nvPicPr>
          <p:cNvPr id="20" name="Graphic 19" descr="Checkbox Checked with solid fill">
            <a:extLst>
              <a:ext uri="{FF2B5EF4-FFF2-40B4-BE49-F238E27FC236}">
                <a16:creationId xmlns:a16="http://schemas.microsoft.com/office/drawing/2014/main" id="{624689F3-3FB7-3202-D54D-FE8BD10E8DC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3720121"/>
            <a:ext cx="563880" cy="563880"/>
          </a:xfrm>
          <a:prstGeom prst="rect">
            <a:avLst/>
          </a:prstGeom>
        </p:spPr>
      </p:pic>
      <p:pic>
        <p:nvPicPr>
          <p:cNvPr id="21" name="Graphic 20" descr="Checkbox Checked with solid fill">
            <a:extLst>
              <a:ext uri="{FF2B5EF4-FFF2-40B4-BE49-F238E27FC236}">
                <a16:creationId xmlns:a16="http://schemas.microsoft.com/office/drawing/2014/main" id="{259DCF57-8BE4-241A-25C1-9804610249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5118955"/>
            <a:ext cx="563880" cy="563880"/>
          </a:xfrm>
          <a:prstGeom prst="rect">
            <a:avLst/>
          </a:prstGeom>
        </p:spPr>
      </p:pic>
      <p:sp>
        <p:nvSpPr>
          <p:cNvPr id="23" name="Content Placeholder 3">
            <a:extLst>
              <a:ext uri="{FF2B5EF4-FFF2-40B4-BE49-F238E27FC236}">
                <a16:creationId xmlns:a16="http://schemas.microsoft.com/office/drawing/2014/main" id="{39BC66C6-6BCF-1610-078C-06D876349A64}"/>
              </a:ext>
            </a:extLst>
          </p:cNvPr>
          <p:cNvSpPr txBox="1">
            <a:spLocks/>
          </p:cNvSpPr>
          <p:nvPr/>
        </p:nvSpPr>
        <p:spPr>
          <a:xfrm>
            <a:off x="6044768" y="2638530"/>
            <a:ext cx="3009746" cy="1442580"/>
          </a:xfrm>
          <a:prstGeom prst="rect">
            <a:avLst/>
          </a:prstGeom>
          <a:ln>
            <a:solidFill>
              <a:srgbClr val="FF0000"/>
            </a:solidFill>
          </a:ln>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spcBef>
                <a:spcPts val="0"/>
              </a:spcBef>
              <a:spcAft>
                <a:spcPts val="0"/>
              </a:spcAft>
            </a:pPr>
            <a:r>
              <a:rPr lang="en-GB" dirty="0">
                <a:solidFill>
                  <a:srgbClr val="FF5353"/>
                </a:solidFill>
              </a:rPr>
              <a:t>In (roughly) this order.</a:t>
            </a:r>
          </a:p>
          <a:p>
            <a:pPr algn="ctr">
              <a:spcBef>
                <a:spcPts val="0"/>
              </a:spcBef>
              <a:spcAft>
                <a:spcPts val="0"/>
              </a:spcAft>
            </a:pPr>
            <a:r>
              <a:rPr lang="en-GB" dirty="0">
                <a:solidFill>
                  <a:srgbClr val="FF5353"/>
                </a:solidFill>
              </a:rPr>
              <a:t>While there will likely be similarity between you, you need to write as independently as possible</a:t>
            </a:r>
          </a:p>
          <a:p>
            <a:pPr marL="0" indent="0" algn="ctr">
              <a:spcBef>
                <a:spcPts val="0"/>
              </a:spcBef>
              <a:spcAft>
                <a:spcPts val="0"/>
              </a:spcAft>
              <a:buNone/>
            </a:pPr>
            <a:endParaRPr lang="en-GB" dirty="0">
              <a:solidFill>
                <a:srgbClr val="FF5353"/>
              </a:solidFill>
            </a:endParaRPr>
          </a:p>
        </p:txBody>
      </p:sp>
      <p:pic>
        <p:nvPicPr>
          <p:cNvPr id="3" name="Graphic 2" descr="Checkbox Checked with solid fill">
            <a:extLst>
              <a:ext uri="{FF2B5EF4-FFF2-40B4-BE49-F238E27FC236}">
                <a16:creationId xmlns:a16="http://schemas.microsoft.com/office/drawing/2014/main" id="{D969E8AE-80CF-CF91-2C1E-D3939B77CAF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4284001"/>
            <a:ext cx="563880" cy="563880"/>
          </a:xfrm>
          <a:prstGeom prst="rect">
            <a:avLst/>
          </a:prstGeom>
        </p:spPr>
      </p:pic>
      <p:pic>
        <p:nvPicPr>
          <p:cNvPr id="4" name="Graphic 3" descr="Checkbox Checked with solid fill">
            <a:extLst>
              <a:ext uri="{FF2B5EF4-FFF2-40B4-BE49-F238E27FC236}">
                <a16:creationId xmlns:a16="http://schemas.microsoft.com/office/drawing/2014/main" id="{046F6A5B-64FE-E745-275D-47B52210846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5953785"/>
            <a:ext cx="563880" cy="563880"/>
          </a:xfrm>
          <a:prstGeom prst="rect">
            <a:avLst/>
          </a:prstGeom>
        </p:spPr>
      </p:pic>
    </p:spTree>
    <p:custDataLst>
      <p:tags r:id="rId1"/>
    </p:custDataLst>
    <p:extLst>
      <p:ext uri="{BB962C8B-B14F-4D97-AF65-F5344CB8AC3E}">
        <p14:creationId xmlns:p14="http://schemas.microsoft.com/office/powerpoint/2010/main" val="57573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25DFFCD-AC88-E0FD-D1B4-F794E37617A9}"/>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42FB0BA1-D2D2-8E7B-51AD-CF954726727A}"/>
              </a:ext>
            </a:extLst>
          </p:cNvPr>
          <p:cNvSpPr>
            <a:spLocks noGrp="1"/>
          </p:cNvSpPr>
          <p:nvPr>
            <p:ph type="title"/>
          </p:nvPr>
        </p:nvSpPr>
        <p:spPr>
          <a:xfrm>
            <a:off x="665926" y="-22033"/>
            <a:ext cx="7812148" cy="1043432"/>
          </a:xfrm>
        </p:spPr>
        <p:txBody>
          <a:bodyPr>
            <a:normAutofit/>
          </a:bodyPr>
          <a:lstStyle/>
          <a:p>
            <a:pPr algn="ctr"/>
            <a:r>
              <a:rPr lang="en-GB" sz="4400" dirty="0">
                <a:solidFill>
                  <a:srgbClr val="0070C0"/>
                </a:solidFill>
              </a:rPr>
              <a:t>Write up Checklist</a:t>
            </a:r>
            <a:endParaRPr lang="en-GB" dirty="0">
              <a:solidFill>
                <a:schemeClr val="tx1"/>
              </a:solidFill>
            </a:endParaRPr>
          </a:p>
        </p:txBody>
      </p:sp>
      <p:pic>
        <p:nvPicPr>
          <p:cNvPr id="12" name="Graphic 11" descr="Clipboard Checked outline">
            <a:extLst>
              <a:ext uri="{FF2B5EF4-FFF2-40B4-BE49-F238E27FC236}">
                <a16:creationId xmlns:a16="http://schemas.microsoft.com/office/drawing/2014/main" id="{6A5150C5-C1AE-9886-6947-8C5EABD069E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11934" y="157966"/>
            <a:ext cx="1442580" cy="1442580"/>
          </a:xfrm>
          <a:prstGeom prst="rect">
            <a:avLst/>
          </a:prstGeom>
        </p:spPr>
      </p:pic>
      <p:sp>
        <p:nvSpPr>
          <p:cNvPr id="14" name="TextBox 13">
            <a:extLst>
              <a:ext uri="{FF2B5EF4-FFF2-40B4-BE49-F238E27FC236}">
                <a16:creationId xmlns:a16="http://schemas.microsoft.com/office/drawing/2014/main" id="{5CAD8A24-A4C2-32FE-2DBC-86D58474D205}"/>
              </a:ext>
            </a:extLst>
          </p:cNvPr>
          <p:cNvSpPr txBox="1"/>
          <p:nvPr/>
        </p:nvSpPr>
        <p:spPr>
          <a:xfrm>
            <a:off x="1053156" y="1329472"/>
            <a:ext cx="8090843" cy="5232202"/>
          </a:xfrm>
          <a:prstGeom prst="rect">
            <a:avLst/>
          </a:prstGeom>
          <a:solidFill>
            <a:schemeClr val="bg1"/>
          </a:solidFill>
        </p:spPr>
        <p:txBody>
          <a:bodyPr wrap="square">
            <a:spAutoFit/>
          </a:bodyPr>
          <a:lstStyle/>
          <a:p>
            <a:pPr marL="342900" indent="-342900">
              <a:spcBef>
                <a:spcPts val="600"/>
              </a:spcBef>
              <a:spcAft>
                <a:spcPts val="600"/>
              </a:spcAft>
              <a:buFont typeface="+mj-lt"/>
              <a:buAutoNum type="arabicPeriod"/>
            </a:pPr>
            <a:r>
              <a:rPr lang="en-GB" sz="2400" b="1" dirty="0">
                <a:solidFill>
                  <a:schemeClr val="bg1">
                    <a:lumMod val="95000"/>
                  </a:schemeClr>
                </a:solidFill>
              </a:rPr>
              <a:t>Test type</a:t>
            </a:r>
            <a:r>
              <a:rPr lang="en-GB" sz="2400" b="0" dirty="0">
                <a:solidFill>
                  <a:schemeClr val="bg1">
                    <a:lumMod val="95000"/>
                  </a:schemeClr>
                </a:solidFill>
              </a:rPr>
              <a:t>: type of t-test (e.g. Paired-samples t-test)</a:t>
            </a:r>
          </a:p>
          <a:p>
            <a:pPr marL="342900" indent="-342900">
              <a:spcBef>
                <a:spcPts val="600"/>
              </a:spcBef>
              <a:spcAft>
                <a:spcPts val="600"/>
              </a:spcAft>
              <a:buFont typeface="+mj-lt"/>
              <a:buAutoNum type="arabicPeriod"/>
            </a:pPr>
            <a:r>
              <a:rPr lang="en-GB" sz="2400" b="1" dirty="0">
                <a:solidFill>
                  <a:schemeClr val="bg1">
                    <a:lumMod val="95000"/>
                  </a:schemeClr>
                </a:solidFill>
              </a:rPr>
              <a:t>Variables: </a:t>
            </a:r>
            <a:r>
              <a:rPr lang="en-GB" sz="2400" dirty="0">
                <a:solidFill>
                  <a:schemeClr val="bg1">
                    <a:lumMod val="95000"/>
                  </a:schemeClr>
                </a:solidFill>
              </a:rPr>
              <a:t>measures being explored – the IV (including the levels) and the DV</a:t>
            </a:r>
          </a:p>
          <a:p>
            <a:pPr marL="342900" indent="-342900">
              <a:spcBef>
                <a:spcPts val="600"/>
              </a:spcBef>
              <a:spcAft>
                <a:spcPts val="600"/>
              </a:spcAft>
              <a:buFont typeface="+mj-lt"/>
              <a:buAutoNum type="arabicPeriod"/>
            </a:pPr>
            <a:r>
              <a:rPr lang="en-GB" sz="2400" b="1" dirty="0"/>
              <a:t>Test statistic </a:t>
            </a:r>
            <a:r>
              <a:rPr lang="en-GB" sz="2400" b="0" dirty="0"/>
              <a:t>(</a:t>
            </a:r>
            <a:r>
              <a:rPr lang="en-GB" sz="2400" i="1" dirty="0"/>
              <a:t>t </a:t>
            </a:r>
            <a:r>
              <a:rPr lang="en-GB" sz="2400" dirty="0"/>
              <a:t>– for parametric</a:t>
            </a:r>
            <a:r>
              <a:rPr lang="en-GB" sz="2400" b="0" dirty="0"/>
              <a:t>)</a:t>
            </a:r>
          </a:p>
          <a:p>
            <a:pPr marL="342900" indent="-342900">
              <a:spcBef>
                <a:spcPts val="600"/>
              </a:spcBef>
              <a:spcAft>
                <a:spcPts val="600"/>
              </a:spcAft>
              <a:buFont typeface="+mj-lt"/>
              <a:buAutoNum type="arabicPeriod"/>
            </a:pPr>
            <a:r>
              <a:rPr lang="en-GB" sz="2400" b="1" dirty="0"/>
              <a:t>Df</a:t>
            </a:r>
            <a:r>
              <a:rPr lang="en-GB" sz="2400" b="0" dirty="0"/>
              <a:t> (degrees of freedom)</a:t>
            </a:r>
          </a:p>
          <a:p>
            <a:pPr marL="342900" indent="-342900">
              <a:spcBef>
                <a:spcPts val="600"/>
              </a:spcBef>
              <a:spcAft>
                <a:spcPts val="600"/>
              </a:spcAft>
              <a:buFont typeface="+mj-lt"/>
              <a:buAutoNum type="arabicPeriod"/>
            </a:pPr>
            <a:r>
              <a:rPr lang="en-GB" sz="2400" b="1" dirty="0"/>
              <a:t>p-value</a:t>
            </a:r>
          </a:p>
          <a:p>
            <a:pPr marL="342900" indent="-342900">
              <a:spcBef>
                <a:spcPts val="600"/>
              </a:spcBef>
              <a:spcAft>
                <a:spcPts val="600"/>
              </a:spcAft>
              <a:buFont typeface="+mj-lt"/>
              <a:buAutoNum type="arabicPeriod"/>
            </a:pPr>
            <a:r>
              <a:rPr lang="en-GB" sz="2400" b="1" dirty="0">
                <a:solidFill>
                  <a:schemeClr val="bg1">
                    <a:lumMod val="95000"/>
                  </a:schemeClr>
                </a:solidFill>
              </a:rPr>
              <a:t>Significance: </a:t>
            </a:r>
            <a:r>
              <a:rPr lang="en-GB" sz="2400" dirty="0">
                <a:solidFill>
                  <a:schemeClr val="bg1">
                    <a:lumMod val="95000"/>
                  </a:schemeClr>
                </a:solidFill>
              </a:rPr>
              <a:t>significant or not/non-significant (never say ‘insignificant’)</a:t>
            </a:r>
            <a:endParaRPr lang="en-GB" sz="2400" b="1" dirty="0">
              <a:solidFill>
                <a:schemeClr val="bg1">
                  <a:lumMod val="95000"/>
                </a:schemeClr>
              </a:solidFill>
            </a:endParaRPr>
          </a:p>
          <a:p>
            <a:pPr marL="342900" indent="-342900">
              <a:spcBef>
                <a:spcPts val="600"/>
              </a:spcBef>
              <a:spcAft>
                <a:spcPts val="600"/>
              </a:spcAft>
              <a:buFont typeface="+mj-lt"/>
              <a:buAutoNum type="arabicPeriod"/>
            </a:pPr>
            <a:r>
              <a:rPr lang="en-GB" sz="2400" b="1" dirty="0">
                <a:solidFill>
                  <a:schemeClr val="bg1">
                    <a:lumMod val="95000"/>
                  </a:schemeClr>
                </a:solidFill>
              </a:rPr>
              <a:t>Direction</a:t>
            </a:r>
            <a:r>
              <a:rPr lang="en-GB" sz="2400" b="0" dirty="0">
                <a:solidFill>
                  <a:schemeClr val="bg1">
                    <a:lumMod val="95000"/>
                  </a:schemeClr>
                </a:solidFill>
              </a:rPr>
              <a:t> (interpret): direction of the difference e.g. which group is faster/slower/higher etc.</a:t>
            </a:r>
          </a:p>
          <a:p>
            <a:pPr marL="342900" indent="-342900">
              <a:spcBef>
                <a:spcPts val="600"/>
              </a:spcBef>
              <a:spcAft>
                <a:spcPts val="600"/>
              </a:spcAft>
              <a:buFont typeface="+mj-lt"/>
              <a:buAutoNum type="arabicPeriod"/>
            </a:pPr>
            <a:r>
              <a:rPr lang="en-GB" sz="2400" b="1" dirty="0">
                <a:solidFill>
                  <a:schemeClr val="bg1">
                    <a:lumMod val="95000"/>
                  </a:schemeClr>
                </a:solidFill>
              </a:rPr>
              <a:t>Descriptives </a:t>
            </a:r>
            <a:r>
              <a:rPr lang="en-GB" sz="2400" dirty="0">
                <a:solidFill>
                  <a:schemeClr val="bg1">
                    <a:lumMod val="95000"/>
                  </a:schemeClr>
                </a:solidFill>
              </a:rPr>
              <a:t>(mean/median) in text, table or graph</a:t>
            </a:r>
            <a:endParaRPr lang="en-GB" sz="2400" b="0" dirty="0">
              <a:solidFill>
                <a:schemeClr val="bg1">
                  <a:lumMod val="95000"/>
                </a:schemeClr>
              </a:solidFill>
            </a:endParaRPr>
          </a:p>
        </p:txBody>
      </p:sp>
      <p:pic>
        <p:nvPicPr>
          <p:cNvPr id="15" name="Graphic 14" descr="Checkbox Checked with solid fill">
            <a:extLst>
              <a:ext uri="{FF2B5EF4-FFF2-40B4-BE49-F238E27FC236}">
                <a16:creationId xmlns:a16="http://schemas.microsoft.com/office/drawing/2014/main" id="{A46B6C52-B9CA-3B56-3E09-78EC6C5FE57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1286518"/>
            <a:ext cx="563880" cy="563880"/>
          </a:xfrm>
          <a:prstGeom prst="rect">
            <a:avLst/>
          </a:prstGeom>
        </p:spPr>
      </p:pic>
      <p:pic>
        <p:nvPicPr>
          <p:cNvPr id="16" name="Graphic 15" descr="Checkbox Checked with solid fill">
            <a:extLst>
              <a:ext uri="{FF2B5EF4-FFF2-40B4-BE49-F238E27FC236}">
                <a16:creationId xmlns:a16="http://schemas.microsoft.com/office/drawing/2014/main" id="{70C46073-B3E9-B26A-D0FF-7B79CAFAA4A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1802336"/>
            <a:ext cx="563880" cy="563880"/>
          </a:xfrm>
          <a:prstGeom prst="rect">
            <a:avLst/>
          </a:prstGeom>
        </p:spPr>
      </p:pic>
      <p:pic>
        <p:nvPicPr>
          <p:cNvPr id="17" name="Graphic 16" descr="Checkbox Checked with solid fill">
            <a:extLst>
              <a:ext uri="{FF2B5EF4-FFF2-40B4-BE49-F238E27FC236}">
                <a16:creationId xmlns:a16="http://schemas.microsoft.com/office/drawing/2014/main" id="{1E72547F-5451-142E-7933-A6D6A8762B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9277" y="2680380"/>
            <a:ext cx="563880" cy="563880"/>
          </a:xfrm>
          <a:prstGeom prst="rect">
            <a:avLst/>
          </a:prstGeom>
        </p:spPr>
      </p:pic>
      <p:pic>
        <p:nvPicPr>
          <p:cNvPr id="18" name="Graphic 17" descr="Checkbox Checked with solid fill">
            <a:extLst>
              <a:ext uri="{FF2B5EF4-FFF2-40B4-BE49-F238E27FC236}">
                <a16:creationId xmlns:a16="http://schemas.microsoft.com/office/drawing/2014/main" id="{A6DF38CD-6D6E-44CD-36CA-1478428439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9277" y="3210619"/>
            <a:ext cx="563880" cy="563880"/>
          </a:xfrm>
          <a:prstGeom prst="rect">
            <a:avLst/>
          </a:prstGeom>
        </p:spPr>
      </p:pic>
      <p:pic>
        <p:nvPicPr>
          <p:cNvPr id="20" name="Graphic 19" descr="Checkbox Checked with solid fill">
            <a:extLst>
              <a:ext uri="{FF2B5EF4-FFF2-40B4-BE49-F238E27FC236}">
                <a16:creationId xmlns:a16="http://schemas.microsoft.com/office/drawing/2014/main" id="{CFAC0A23-CCF2-96FB-E694-181299F5BDC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9277" y="3720121"/>
            <a:ext cx="563880" cy="563880"/>
          </a:xfrm>
          <a:prstGeom prst="rect">
            <a:avLst/>
          </a:prstGeom>
        </p:spPr>
      </p:pic>
      <p:pic>
        <p:nvPicPr>
          <p:cNvPr id="21" name="Graphic 20" descr="Checkbox Checked with solid fill">
            <a:extLst>
              <a:ext uri="{FF2B5EF4-FFF2-40B4-BE49-F238E27FC236}">
                <a16:creationId xmlns:a16="http://schemas.microsoft.com/office/drawing/2014/main" id="{3C15B514-0C6E-12ED-9D4A-D0A7152C326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5118955"/>
            <a:ext cx="563880" cy="563880"/>
          </a:xfrm>
          <a:prstGeom prst="rect">
            <a:avLst/>
          </a:prstGeom>
        </p:spPr>
      </p:pic>
      <p:pic>
        <p:nvPicPr>
          <p:cNvPr id="3" name="Graphic 2" descr="Checkbox Checked with solid fill">
            <a:extLst>
              <a:ext uri="{FF2B5EF4-FFF2-40B4-BE49-F238E27FC236}">
                <a16:creationId xmlns:a16="http://schemas.microsoft.com/office/drawing/2014/main" id="{6AA0B3B7-B21D-C594-163C-AD8A702D9EF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4284001"/>
            <a:ext cx="563880" cy="563880"/>
          </a:xfrm>
          <a:prstGeom prst="rect">
            <a:avLst/>
          </a:prstGeom>
        </p:spPr>
      </p:pic>
      <p:pic>
        <p:nvPicPr>
          <p:cNvPr id="4" name="Graphic 3" descr="Checkbox Checked with solid fill">
            <a:extLst>
              <a:ext uri="{FF2B5EF4-FFF2-40B4-BE49-F238E27FC236}">
                <a16:creationId xmlns:a16="http://schemas.microsoft.com/office/drawing/2014/main" id="{6D005FAA-0085-E981-27F0-A337FFD757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9277" y="5953785"/>
            <a:ext cx="563880" cy="563880"/>
          </a:xfrm>
          <a:prstGeom prst="rect">
            <a:avLst/>
          </a:prstGeom>
        </p:spPr>
      </p:pic>
      <p:sp>
        <p:nvSpPr>
          <p:cNvPr id="5" name="Content Placeholder 3">
            <a:extLst>
              <a:ext uri="{FF2B5EF4-FFF2-40B4-BE49-F238E27FC236}">
                <a16:creationId xmlns:a16="http://schemas.microsoft.com/office/drawing/2014/main" id="{BC682D64-8A9E-ADE3-D5F7-83539A565598}"/>
              </a:ext>
            </a:extLst>
          </p:cNvPr>
          <p:cNvSpPr txBox="1">
            <a:spLocks/>
          </p:cNvSpPr>
          <p:nvPr/>
        </p:nvSpPr>
        <p:spPr>
          <a:xfrm>
            <a:off x="5499100" y="2421097"/>
            <a:ext cx="2421741" cy="2325925"/>
          </a:xfrm>
          <a:prstGeom prst="rect">
            <a:avLst/>
          </a:prstGeom>
          <a:solidFill>
            <a:schemeClr val="bg1"/>
          </a:solidFill>
          <a:ln>
            <a:solidFill>
              <a:srgbClr val="FF0000"/>
            </a:solidFill>
          </a:ln>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Bef>
                <a:spcPts val="0"/>
              </a:spcBef>
              <a:spcAft>
                <a:spcPts val="0"/>
              </a:spcAft>
            </a:pPr>
            <a:r>
              <a:rPr lang="en-GB" dirty="0">
                <a:solidFill>
                  <a:srgbClr val="FF5353"/>
                </a:solidFill>
              </a:rPr>
              <a:t>Remember, these three are written in a…</a:t>
            </a:r>
          </a:p>
          <a:p>
            <a:pPr>
              <a:spcBef>
                <a:spcPts val="0"/>
              </a:spcBef>
              <a:spcAft>
                <a:spcPts val="0"/>
              </a:spcAft>
            </a:pPr>
            <a:r>
              <a:rPr lang="en-GB" b="1" dirty="0">
                <a:solidFill>
                  <a:srgbClr val="FF5353"/>
                </a:solidFill>
              </a:rPr>
              <a:t>LINE</a:t>
            </a:r>
            <a:r>
              <a:rPr lang="en-GB" dirty="0">
                <a:solidFill>
                  <a:srgbClr val="FF5353"/>
                </a:solidFill>
              </a:rPr>
              <a:t> of results</a:t>
            </a:r>
          </a:p>
          <a:p>
            <a:pPr>
              <a:spcBef>
                <a:spcPts val="0"/>
              </a:spcBef>
              <a:spcAft>
                <a:spcPts val="0"/>
              </a:spcAft>
            </a:pPr>
            <a:endParaRPr lang="en-GB" dirty="0">
              <a:solidFill>
                <a:srgbClr val="FF5353"/>
              </a:solidFill>
            </a:endParaRPr>
          </a:p>
          <a:p>
            <a:pPr>
              <a:spcBef>
                <a:spcPts val="0"/>
              </a:spcBef>
              <a:spcAft>
                <a:spcPts val="0"/>
              </a:spcAft>
            </a:pPr>
            <a:r>
              <a:rPr lang="en-GB" dirty="0">
                <a:solidFill>
                  <a:srgbClr val="FF5353"/>
                </a:solidFill>
              </a:rPr>
              <a:t>(like we did for the Chi-square and Correlation) </a:t>
            </a:r>
          </a:p>
        </p:txBody>
      </p:sp>
    </p:spTree>
    <p:custDataLst>
      <p:tags r:id="rId1"/>
    </p:custDataLst>
    <p:extLst>
      <p:ext uri="{BB962C8B-B14F-4D97-AF65-F5344CB8AC3E}">
        <p14:creationId xmlns:p14="http://schemas.microsoft.com/office/powerpoint/2010/main" val="2082886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89BAA78-F8A4-7A57-7BB7-5B2C9B74A14E}"/>
            </a:ext>
          </a:extLst>
        </p:cNvPr>
        <p:cNvGrpSpPr/>
        <p:nvPr/>
      </p:nvGrpSpPr>
      <p:grpSpPr>
        <a:xfrm>
          <a:off x="0" y="0"/>
          <a:ext cx="0" cy="0"/>
          <a:chOff x="0" y="0"/>
          <a:chExt cx="0" cy="0"/>
        </a:xfrm>
      </p:grpSpPr>
      <p:sp>
        <p:nvSpPr>
          <p:cNvPr id="9" name="Line Callout 1 2">
            <a:extLst>
              <a:ext uri="{FF2B5EF4-FFF2-40B4-BE49-F238E27FC236}">
                <a16:creationId xmlns:a16="http://schemas.microsoft.com/office/drawing/2014/main" id="{AA046F74-FF17-4046-FF6E-9720D5776CC4}"/>
              </a:ext>
            </a:extLst>
          </p:cNvPr>
          <p:cNvSpPr/>
          <p:nvPr/>
        </p:nvSpPr>
        <p:spPr>
          <a:xfrm>
            <a:off x="111632" y="3340737"/>
            <a:ext cx="1593056" cy="1188244"/>
          </a:xfrm>
          <a:prstGeom prst="borderCallout1">
            <a:avLst>
              <a:gd name="adj1" fmla="val -1043"/>
              <a:gd name="adj2" fmla="val 50557"/>
              <a:gd name="adj3" fmla="val -31258"/>
              <a:gd name="adj4" fmla="val 50206"/>
            </a:avLst>
          </a:prstGeom>
          <a:ln w="38100">
            <a:solidFill>
              <a:srgbClr val="8064A2"/>
            </a:solidFill>
            <a:headEnd type="arrow"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GB" sz="1200" dirty="0">
                <a:solidFill>
                  <a:schemeClr val="tx1"/>
                </a:solidFill>
              </a:rPr>
              <a:t>For </a:t>
            </a:r>
            <a:r>
              <a:rPr lang="en-GB" sz="1200" b="1" dirty="0">
                <a:solidFill>
                  <a:schemeClr val="tx1"/>
                </a:solidFill>
              </a:rPr>
              <a:t>parametric</a:t>
            </a:r>
            <a:r>
              <a:rPr lang="en-GB" sz="1200" dirty="0">
                <a:solidFill>
                  <a:schemeClr val="tx1"/>
                </a:solidFill>
              </a:rPr>
              <a:t> tests: use ‘t’.</a:t>
            </a:r>
          </a:p>
          <a:p>
            <a:pPr algn="ctr">
              <a:defRPr/>
            </a:pPr>
            <a:r>
              <a:rPr lang="en-GB" sz="1200" dirty="0">
                <a:solidFill>
                  <a:schemeClr val="tx1"/>
                </a:solidFill>
              </a:rPr>
              <a:t>For Wilcoxon use “W”. For Mann-Whitney use “U”</a:t>
            </a:r>
          </a:p>
        </p:txBody>
      </p:sp>
      <p:sp>
        <p:nvSpPr>
          <p:cNvPr id="10" name="Line Callout 1 3">
            <a:extLst>
              <a:ext uri="{FF2B5EF4-FFF2-40B4-BE49-F238E27FC236}">
                <a16:creationId xmlns:a16="http://schemas.microsoft.com/office/drawing/2014/main" id="{31440A62-AD4C-F3BD-2685-731944DB642F}"/>
              </a:ext>
            </a:extLst>
          </p:cNvPr>
          <p:cNvSpPr/>
          <p:nvPr/>
        </p:nvSpPr>
        <p:spPr>
          <a:xfrm>
            <a:off x="1877086" y="3340737"/>
            <a:ext cx="1593056" cy="1188244"/>
          </a:xfrm>
          <a:prstGeom prst="borderCallout1">
            <a:avLst>
              <a:gd name="adj1" fmla="val -1043"/>
              <a:gd name="adj2" fmla="val 50557"/>
              <a:gd name="adj3" fmla="val -31258"/>
              <a:gd name="adj4" fmla="val 50206"/>
            </a:avLst>
          </a:prstGeom>
          <a:ln w="38100">
            <a:solidFill>
              <a:srgbClr val="8064A2"/>
            </a:solidFill>
            <a:headEnd type="arrow"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marL="0" lvl="1" algn="ctr">
              <a:defRPr/>
            </a:pPr>
            <a:r>
              <a:rPr lang="en-GB" sz="1200" dirty="0">
                <a:solidFill>
                  <a:schemeClr val="tx1"/>
                </a:solidFill>
                <a:cs typeface="Arial" charset="0"/>
              </a:rPr>
              <a:t>df = degrees of freedom in JASP test output</a:t>
            </a:r>
          </a:p>
          <a:p>
            <a:pPr marL="0" lvl="1" algn="ctr">
              <a:defRPr/>
            </a:pPr>
            <a:endParaRPr lang="en-GB" sz="200" dirty="0">
              <a:solidFill>
                <a:schemeClr val="tx1"/>
              </a:solidFill>
              <a:cs typeface="Arial" charset="0"/>
            </a:endParaRPr>
          </a:p>
        </p:txBody>
      </p:sp>
      <p:sp>
        <p:nvSpPr>
          <p:cNvPr id="11" name="Line Callout 1 4">
            <a:extLst>
              <a:ext uri="{FF2B5EF4-FFF2-40B4-BE49-F238E27FC236}">
                <a16:creationId xmlns:a16="http://schemas.microsoft.com/office/drawing/2014/main" id="{A82007C6-B78A-F8A4-2812-24A78DBD5BA3}"/>
              </a:ext>
            </a:extLst>
          </p:cNvPr>
          <p:cNvSpPr/>
          <p:nvPr/>
        </p:nvSpPr>
        <p:spPr>
          <a:xfrm>
            <a:off x="3703939" y="3340737"/>
            <a:ext cx="1593056" cy="1188244"/>
          </a:xfrm>
          <a:prstGeom prst="borderCallout1">
            <a:avLst>
              <a:gd name="adj1" fmla="val -1043"/>
              <a:gd name="adj2" fmla="val 50557"/>
              <a:gd name="adj3" fmla="val -31258"/>
              <a:gd name="adj4" fmla="val 50206"/>
            </a:avLst>
          </a:prstGeom>
          <a:ln w="38100">
            <a:solidFill>
              <a:srgbClr val="8064A2"/>
            </a:solidFill>
            <a:headEnd type="arrow"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GB" sz="1200" dirty="0">
                <a:solidFill>
                  <a:schemeClr val="tx1"/>
                </a:solidFill>
              </a:rPr>
              <a:t>The test statistic (t-value) calculated from analysis. Include the sign (-) if shown.</a:t>
            </a:r>
          </a:p>
        </p:txBody>
      </p:sp>
      <p:sp>
        <p:nvSpPr>
          <p:cNvPr id="12" name="Line Callout 1 5">
            <a:extLst>
              <a:ext uri="{FF2B5EF4-FFF2-40B4-BE49-F238E27FC236}">
                <a16:creationId xmlns:a16="http://schemas.microsoft.com/office/drawing/2014/main" id="{47F9C066-3EE4-2898-EDE1-7C6F5CF5F64E}"/>
              </a:ext>
            </a:extLst>
          </p:cNvPr>
          <p:cNvSpPr/>
          <p:nvPr/>
        </p:nvSpPr>
        <p:spPr>
          <a:xfrm>
            <a:off x="5520774" y="3340737"/>
            <a:ext cx="1593056" cy="1188244"/>
          </a:xfrm>
          <a:prstGeom prst="borderCallout1">
            <a:avLst>
              <a:gd name="adj1" fmla="val -1043"/>
              <a:gd name="adj2" fmla="val 50557"/>
              <a:gd name="adj3" fmla="val -31258"/>
              <a:gd name="adj4" fmla="val 50206"/>
            </a:avLst>
          </a:prstGeom>
          <a:ln w="38100">
            <a:solidFill>
              <a:srgbClr val="8064A2"/>
            </a:solidFill>
            <a:headEnd type="arrow"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GB" sz="1200" dirty="0">
                <a:solidFill>
                  <a:schemeClr val="tx1"/>
                </a:solidFill>
              </a:rPr>
              <a:t>Report the EXACT p-value (e.g., </a:t>
            </a:r>
            <a:r>
              <a:rPr lang="en-GB" sz="1200" i="1" dirty="0">
                <a:solidFill>
                  <a:schemeClr val="tx1"/>
                </a:solidFill>
              </a:rPr>
              <a:t>p</a:t>
            </a:r>
            <a:r>
              <a:rPr lang="en-GB" sz="1200" dirty="0">
                <a:solidFill>
                  <a:schemeClr val="tx1"/>
                </a:solidFill>
              </a:rPr>
              <a:t> = .042) OR </a:t>
            </a:r>
            <a:r>
              <a:rPr lang="en-GB" sz="1200" i="1" dirty="0">
                <a:solidFill>
                  <a:schemeClr val="tx1"/>
                </a:solidFill>
              </a:rPr>
              <a:t>p </a:t>
            </a:r>
            <a:r>
              <a:rPr lang="en-GB" sz="1200" dirty="0">
                <a:solidFill>
                  <a:schemeClr val="tx1"/>
                </a:solidFill>
              </a:rPr>
              <a:t>&lt; .001 if output says that.</a:t>
            </a:r>
          </a:p>
        </p:txBody>
      </p:sp>
      <p:sp>
        <p:nvSpPr>
          <p:cNvPr id="13" name="TextBox 6">
            <a:extLst>
              <a:ext uri="{FF2B5EF4-FFF2-40B4-BE49-F238E27FC236}">
                <a16:creationId xmlns:a16="http://schemas.microsoft.com/office/drawing/2014/main" id="{533627AE-C94E-219C-8E50-661F6EF82E80}"/>
              </a:ext>
            </a:extLst>
          </p:cNvPr>
          <p:cNvSpPr txBox="1">
            <a:spLocks noChangeArrowheads="1"/>
          </p:cNvSpPr>
          <p:nvPr/>
        </p:nvSpPr>
        <p:spPr bwMode="auto">
          <a:xfrm>
            <a:off x="2039880" y="1248529"/>
            <a:ext cx="56585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GB" altLang="en-US" sz="3200" i="1" dirty="0">
                <a:latin typeface="Calibri" panose="020F0502020204030204" pitchFamily="34" charset="0"/>
              </a:rPr>
              <a:t>t</a:t>
            </a:r>
            <a:r>
              <a:rPr lang="en-GB" altLang="en-US" sz="3200" dirty="0">
                <a:latin typeface="Calibri" panose="020F0502020204030204" pitchFamily="34" charset="0"/>
              </a:rPr>
              <a:t>(</a:t>
            </a:r>
            <a:r>
              <a:rPr lang="en-GB" altLang="en-US" sz="3200" dirty="0" err="1">
                <a:latin typeface="Calibri" panose="020F0502020204030204" pitchFamily="34" charset="0"/>
              </a:rPr>
              <a:t>df</a:t>
            </a:r>
            <a:r>
              <a:rPr lang="en-GB" altLang="en-US" sz="3200" dirty="0">
                <a:latin typeface="Calibri" panose="020F0502020204030204" pitchFamily="34" charset="0"/>
              </a:rPr>
              <a:t>) = XX.XX, </a:t>
            </a:r>
            <a:r>
              <a:rPr lang="en-GB" altLang="en-US" sz="3200" i="1" dirty="0">
                <a:latin typeface="Calibri" panose="020F0502020204030204" pitchFamily="34" charset="0"/>
              </a:rPr>
              <a:t>p</a:t>
            </a:r>
            <a:r>
              <a:rPr lang="en-GB" altLang="en-US" sz="3200" dirty="0">
                <a:latin typeface="Calibri" panose="020F0502020204030204" pitchFamily="34" charset="0"/>
              </a:rPr>
              <a:t> = .XXX, </a:t>
            </a:r>
            <a:r>
              <a:rPr lang="en-GB" altLang="en-US" sz="3200" i="1" dirty="0">
                <a:latin typeface="Calibri" panose="020F0502020204030204" pitchFamily="34" charset="0"/>
              </a:rPr>
              <a:t>d</a:t>
            </a:r>
            <a:r>
              <a:rPr lang="en-GB" altLang="en-US" sz="3200" dirty="0">
                <a:latin typeface="Calibri" panose="020F0502020204030204" pitchFamily="34" charset="0"/>
              </a:rPr>
              <a:t> = XX.XX</a:t>
            </a:r>
          </a:p>
        </p:txBody>
      </p:sp>
      <p:sp>
        <p:nvSpPr>
          <p:cNvPr id="14" name="Line Callout 1 7">
            <a:extLst>
              <a:ext uri="{FF2B5EF4-FFF2-40B4-BE49-F238E27FC236}">
                <a16:creationId xmlns:a16="http://schemas.microsoft.com/office/drawing/2014/main" id="{D66A3B68-FD79-C1E1-8F45-700621C70A46}"/>
              </a:ext>
            </a:extLst>
          </p:cNvPr>
          <p:cNvSpPr/>
          <p:nvPr/>
        </p:nvSpPr>
        <p:spPr>
          <a:xfrm>
            <a:off x="111632" y="2206071"/>
            <a:ext cx="1593056" cy="864394"/>
          </a:xfrm>
          <a:prstGeom prst="borderCallout1">
            <a:avLst>
              <a:gd name="adj1" fmla="val 778"/>
              <a:gd name="adj2" fmla="val 49745"/>
              <a:gd name="adj3" fmla="val -66022"/>
              <a:gd name="adj4" fmla="val 123294"/>
            </a:avLst>
          </a:prstGeom>
          <a:solidFill>
            <a:srgbClr val="EDEAF0"/>
          </a:solidFill>
          <a:ln w="38100">
            <a:solidFill>
              <a:srgbClr val="8064A2"/>
            </a:solidFill>
            <a:headEnd type="none" w="med" len="med"/>
            <a:tailEnd type="arrow" w="med" len="med"/>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GB" sz="1350" dirty="0">
                <a:solidFill>
                  <a:schemeClr val="tx1"/>
                </a:solidFill>
              </a:rPr>
              <a:t>State the test you calculated</a:t>
            </a:r>
          </a:p>
        </p:txBody>
      </p:sp>
      <p:sp>
        <p:nvSpPr>
          <p:cNvPr id="15" name="Line Callout 1 8">
            <a:extLst>
              <a:ext uri="{FF2B5EF4-FFF2-40B4-BE49-F238E27FC236}">
                <a16:creationId xmlns:a16="http://schemas.microsoft.com/office/drawing/2014/main" id="{7A422197-5401-3710-9526-B4EE7F979BC6}"/>
              </a:ext>
            </a:extLst>
          </p:cNvPr>
          <p:cNvSpPr/>
          <p:nvPr/>
        </p:nvSpPr>
        <p:spPr>
          <a:xfrm>
            <a:off x="1874705" y="2206071"/>
            <a:ext cx="1593056" cy="864394"/>
          </a:xfrm>
          <a:prstGeom prst="borderCallout1">
            <a:avLst>
              <a:gd name="adj1" fmla="val -77"/>
              <a:gd name="adj2" fmla="val 50557"/>
              <a:gd name="adj3" fmla="val -50354"/>
              <a:gd name="adj4" fmla="val 52432"/>
            </a:avLst>
          </a:prstGeom>
          <a:solidFill>
            <a:srgbClr val="EDEAF0"/>
          </a:solidFill>
          <a:ln w="38100">
            <a:solidFill>
              <a:srgbClr val="8064A2"/>
            </a:solidFill>
            <a:headEnd type="none" w="med" len="med"/>
            <a:tailEnd type="arrow" w="med" len="med"/>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GB" sz="1200" dirty="0">
                <a:solidFill>
                  <a:schemeClr val="tx1"/>
                </a:solidFill>
              </a:rPr>
              <a:t>The degrees of freedom (</a:t>
            </a:r>
            <a:r>
              <a:rPr lang="en-GB" sz="1200" b="1" dirty="0">
                <a:solidFill>
                  <a:schemeClr val="tx1"/>
                </a:solidFill>
              </a:rPr>
              <a:t>parametric</a:t>
            </a:r>
            <a:r>
              <a:rPr lang="en-GB" sz="1200" dirty="0">
                <a:solidFill>
                  <a:schemeClr val="tx1"/>
                </a:solidFill>
              </a:rPr>
              <a:t> tests only)</a:t>
            </a:r>
          </a:p>
        </p:txBody>
      </p:sp>
      <p:sp>
        <p:nvSpPr>
          <p:cNvPr id="16" name="Line Callout 1 9">
            <a:extLst>
              <a:ext uri="{FF2B5EF4-FFF2-40B4-BE49-F238E27FC236}">
                <a16:creationId xmlns:a16="http://schemas.microsoft.com/office/drawing/2014/main" id="{1247622F-8699-DCF4-42DC-CBE3185C3338}"/>
              </a:ext>
            </a:extLst>
          </p:cNvPr>
          <p:cNvSpPr/>
          <p:nvPr/>
        </p:nvSpPr>
        <p:spPr>
          <a:xfrm>
            <a:off x="3706320" y="2206071"/>
            <a:ext cx="1593056" cy="864394"/>
          </a:xfrm>
          <a:prstGeom prst="borderCallout1">
            <a:avLst>
              <a:gd name="adj1" fmla="val -77"/>
              <a:gd name="adj2" fmla="val 49745"/>
              <a:gd name="adj3" fmla="val -59905"/>
              <a:gd name="adj4" fmla="val 20546"/>
            </a:avLst>
          </a:prstGeom>
          <a:solidFill>
            <a:srgbClr val="EDEAF0"/>
          </a:solidFill>
          <a:ln w="38100">
            <a:solidFill>
              <a:srgbClr val="8064A2"/>
            </a:solidFill>
            <a:headEnd type="none" w="med" len="med"/>
            <a:tailEnd type="arrow" w="med" len="med"/>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GB" sz="1350" dirty="0">
                <a:solidFill>
                  <a:schemeClr val="tx1"/>
                </a:solidFill>
              </a:rPr>
              <a:t>The calculated test statistic (t-value)</a:t>
            </a:r>
          </a:p>
        </p:txBody>
      </p:sp>
      <p:sp>
        <p:nvSpPr>
          <p:cNvPr id="17" name="Line Callout 1 10">
            <a:extLst>
              <a:ext uri="{FF2B5EF4-FFF2-40B4-BE49-F238E27FC236}">
                <a16:creationId xmlns:a16="http://schemas.microsoft.com/office/drawing/2014/main" id="{22B4C832-FA0A-8124-A80C-B895DA9362FD}"/>
              </a:ext>
            </a:extLst>
          </p:cNvPr>
          <p:cNvSpPr/>
          <p:nvPr/>
        </p:nvSpPr>
        <p:spPr>
          <a:xfrm>
            <a:off x="5527918" y="2206071"/>
            <a:ext cx="1593056" cy="864394"/>
          </a:xfrm>
          <a:prstGeom prst="borderCallout1">
            <a:avLst>
              <a:gd name="adj1" fmla="val -77"/>
              <a:gd name="adj2" fmla="val 49339"/>
              <a:gd name="adj3" fmla="val -50931"/>
              <a:gd name="adj4" fmla="val -19302"/>
            </a:avLst>
          </a:prstGeom>
          <a:solidFill>
            <a:srgbClr val="EDEAF0"/>
          </a:solidFill>
          <a:ln w="38100">
            <a:solidFill>
              <a:srgbClr val="8064A2"/>
            </a:solidFill>
            <a:headEnd type="none" w="med" len="med"/>
            <a:tailEnd type="arrow" w="med" len="med"/>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GB" sz="1350" dirty="0">
                <a:solidFill>
                  <a:schemeClr val="tx1"/>
                </a:solidFill>
              </a:rPr>
              <a:t>The associated significance</a:t>
            </a:r>
          </a:p>
          <a:p>
            <a:pPr algn="ctr">
              <a:defRPr/>
            </a:pPr>
            <a:r>
              <a:rPr lang="en-GB" sz="1350" dirty="0">
                <a:solidFill>
                  <a:schemeClr val="tx1"/>
                </a:solidFill>
              </a:rPr>
              <a:t>p-value</a:t>
            </a:r>
          </a:p>
        </p:txBody>
      </p:sp>
      <p:sp>
        <p:nvSpPr>
          <p:cNvPr id="18" name="Line Callout 1 5">
            <a:extLst>
              <a:ext uri="{FF2B5EF4-FFF2-40B4-BE49-F238E27FC236}">
                <a16:creationId xmlns:a16="http://schemas.microsoft.com/office/drawing/2014/main" id="{B717BA3D-1440-BCF2-D83F-B8AAB8D8AA5A}"/>
              </a:ext>
            </a:extLst>
          </p:cNvPr>
          <p:cNvSpPr/>
          <p:nvPr/>
        </p:nvSpPr>
        <p:spPr>
          <a:xfrm>
            <a:off x="7330466" y="3340737"/>
            <a:ext cx="1593056" cy="1188244"/>
          </a:xfrm>
          <a:prstGeom prst="borderCallout1">
            <a:avLst>
              <a:gd name="adj1" fmla="val -1043"/>
              <a:gd name="adj2" fmla="val 50557"/>
              <a:gd name="adj3" fmla="val -31258"/>
              <a:gd name="adj4" fmla="val 50206"/>
            </a:avLst>
          </a:prstGeom>
          <a:ln w="38100">
            <a:solidFill>
              <a:srgbClr val="8064A2"/>
            </a:solidFill>
            <a:headEnd type="arrow"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GB" sz="1200" dirty="0">
                <a:solidFill>
                  <a:schemeClr val="tx1"/>
                </a:solidFill>
              </a:rPr>
              <a:t>Cohen’s</a:t>
            </a:r>
            <a:r>
              <a:rPr lang="en-GB" sz="1200" i="1" dirty="0">
                <a:solidFill>
                  <a:schemeClr val="tx1"/>
                </a:solidFill>
              </a:rPr>
              <a:t> d </a:t>
            </a:r>
            <a:r>
              <a:rPr lang="en-GB" sz="1200" dirty="0">
                <a:solidFill>
                  <a:schemeClr val="tx1"/>
                </a:solidFill>
              </a:rPr>
              <a:t>for </a:t>
            </a:r>
            <a:r>
              <a:rPr lang="en-GB" sz="1200" b="1" dirty="0">
                <a:solidFill>
                  <a:schemeClr val="tx1"/>
                </a:solidFill>
              </a:rPr>
              <a:t>parametric</a:t>
            </a:r>
            <a:r>
              <a:rPr lang="en-GB" sz="1200" dirty="0">
                <a:solidFill>
                  <a:schemeClr val="tx1"/>
                </a:solidFill>
              </a:rPr>
              <a:t> tests. </a:t>
            </a:r>
          </a:p>
          <a:p>
            <a:pPr algn="ctr">
              <a:defRPr/>
            </a:pPr>
            <a:r>
              <a:rPr lang="en-GB" sz="1200" dirty="0">
                <a:solidFill>
                  <a:schemeClr val="tx1"/>
                </a:solidFill>
              </a:rPr>
              <a:t>Rank Biserial (</a:t>
            </a:r>
            <a:r>
              <a:rPr lang="en-GB" altLang="en-US" sz="1200" i="1" dirty="0" err="1">
                <a:solidFill>
                  <a:schemeClr val="tx1"/>
                </a:solidFill>
                <a:latin typeface="Calibri" panose="020F0502020204030204" pitchFamily="34" charset="0"/>
              </a:rPr>
              <a:t>r</a:t>
            </a:r>
            <a:r>
              <a:rPr lang="en-GB" altLang="en-US" sz="1200" i="1" baseline="-25000" dirty="0" err="1">
                <a:solidFill>
                  <a:schemeClr val="tx1"/>
                </a:solidFill>
                <a:latin typeface="Calibri" panose="020F0502020204030204" pitchFamily="34" charset="0"/>
              </a:rPr>
              <a:t>b</a:t>
            </a:r>
            <a:r>
              <a:rPr lang="en-GB" altLang="en-US" sz="1200" i="1" baseline="-25000" dirty="0">
                <a:solidFill>
                  <a:schemeClr val="tx1"/>
                </a:solidFill>
                <a:latin typeface="Calibri" panose="020F0502020204030204" pitchFamily="34" charset="0"/>
              </a:rPr>
              <a:t> </a:t>
            </a:r>
            <a:r>
              <a:rPr lang="en-GB" altLang="en-US" sz="1200" dirty="0">
                <a:solidFill>
                  <a:schemeClr val="tx1"/>
                </a:solidFill>
              </a:rPr>
              <a:t>) for </a:t>
            </a:r>
            <a:r>
              <a:rPr lang="en-GB" altLang="en-US" sz="1200" b="1" dirty="0">
                <a:solidFill>
                  <a:schemeClr val="tx1"/>
                </a:solidFill>
              </a:rPr>
              <a:t>non-parametric</a:t>
            </a:r>
            <a:r>
              <a:rPr lang="en-GB" altLang="en-US" sz="1200" dirty="0">
                <a:solidFill>
                  <a:schemeClr val="tx1"/>
                </a:solidFill>
              </a:rPr>
              <a:t>. In</a:t>
            </a:r>
            <a:r>
              <a:rPr lang="en-GB" sz="1200" dirty="0">
                <a:solidFill>
                  <a:schemeClr val="tx1"/>
                </a:solidFill>
              </a:rPr>
              <a:t>clude the sign (-) if shown. </a:t>
            </a:r>
          </a:p>
        </p:txBody>
      </p:sp>
      <p:sp>
        <p:nvSpPr>
          <p:cNvPr id="19" name="Line Callout 1 10">
            <a:extLst>
              <a:ext uri="{FF2B5EF4-FFF2-40B4-BE49-F238E27FC236}">
                <a16:creationId xmlns:a16="http://schemas.microsoft.com/office/drawing/2014/main" id="{C8A7C19D-0BDE-B59A-361D-F750C332FB75}"/>
              </a:ext>
            </a:extLst>
          </p:cNvPr>
          <p:cNvSpPr/>
          <p:nvPr/>
        </p:nvSpPr>
        <p:spPr>
          <a:xfrm>
            <a:off x="7337609" y="2206071"/>
            <a:ext cx="1593056" cy="864394"/>
          </a:xfrm>
          <a:prstGeom prst="borderCallout1">
            <a:avLst>
              <a:gd name="adj1" fmla="val -77"/>
              <a:gd name="adj2" fmla="val 49339"/>
              <a:gd name="adj3" fmla="val -48428"/>
              <a:gd name="adj4" fmla="val -2833"/>
            </a:avLst>
          </a:prstGeom>
          <a:solidFill>
            <a:srgbClr val="EDEAF0"/>
          </a:solidFill>
          <a:ln w="38100">
            <a:solidFill>
              <a:srgbClr val="8064A2"/>
            </a:solidFill>
            <a:headEnd type="none" w="med" len="med"/>
            <a:tailEnd type="arrow" w="med" len="med"/>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GB" sz="1350" dirty="0">
                <a:solidFill>
                  <a:schemeClr val="tx1"/>
                </a:solidFill>
              </a:rPr>
              <a:t>The effect size (Cohen’s d or Rank-Biserial)</a:t>
            </a:r>
          </a:p>
        </p:txBody>
      </p:sp>
      <p:sp>
        <p:nvSpPr>
          <p:cNvPr id="7" name="Title 2">
            <a:extLst>
              <a:ext uri="{FF2B5EF4-FFF2-40B4-BE49-F238E27FC236}">
                <a16:creationId xmlns:a16="http://schemas.microsoft.com/office/drawing/2014/main" id="{63D07682-FB5D-63ED-8FD6-E87770103B13}"/>
              </a:ext>
            </a:extLst>
          </p:cNvPr>
          <p:cNvSpPr>
            <a:spLocks noGrp="1"/>
          </p:cNvSpPr>
          <p:nvPr>
            <p:ph type="title"/>
          </p:nvPr>
        </p:nvSpPr>
        <p:spPr>
          <a:xfrm>
            <a:off x="800100" y="190011"/>
            <a:ext cx="7543800" cy="613941"/>
          </a:xfrm>
        </p:spPr>
        <p:txBody>
          <a:bodyPr>
            <a:normAutofit fontScale="90000"/>
          </a:bodyPr>
          <a:lstStyle/>
          <a:p>
            <a:pPr algn="ctr"/>
            <a:r>
              <a:rPr lang="en-GB" sz="4400" dirty="0">
                <a:solidFill>
                  <a:schemeClr val="tx1"/>
                </a:solidFill>
              </a:rPr>
              <a:t>Write up t-tests (aka the </a:t>
            </a:r>
            <a:r>
              <a:rPr lang="en-GB" sz="4400" b="1" dirty="0">
                <a:solidFill>
                  <a:srgbClr val="F03E06"/>
                </a:solidFill>
              </a:rPr>
              <a:t>LINE</a:t>
            </a:r>
            <a:r>
              <a:rPr lang="en-GB" sz="4400" dirty="0">
                <a:solidFill>
                  <a:schemeClr val="tx1"/>
                </a:solidFill>
              </a:rPr>
              <a:t>)</a:t>
            </a:r>
            <a:endParaRPr lang="en-GB" dirty="0">
              <a:solidFill>
                <a:schemeClr val="tx1"/>
              </a:solidFill>
            </a:endParaRPr>
          </a:p>
        </p:txBody>
      </p:sp>
      <p:sp>
        <p:nvSpPr>
          <p:cNvPr id="20" name="TextBox 19">
            <a:extLst>
              <a:ext uri="{FF2B5EF4-FFF2-40B4-BE49-F238E27FC236}">
                <a16:creationId xmlns:a16="http://schemas.microsoft.com/office/drawing/2014/main" id="{06B2BBBB-8552-88F7-8B6E-21134BBD92C7}"/>
              </a:ext>
            </a:extLst>
          </p:cNvPr>
          <p:cNvSpPr txBox="1"/>
          <p:nvPr/>
        </p:nvSpPr>
        <p:spPr>
          <a:xfrm>
            <a:off x="3638968" y="4577898"/>
            <a:ext cx="5370956" cy="2308324"/>
          </a:xfrm>
          <a:prstGeom prst="rect">
            <a:avLst/>
          </a:prstGeom>
          <a:noFill/>
        </p:spPr>
        <p:txBody>
          <a:bodyPr wrap="square">
            <a:spAutoFit/>
          </a:bodyPr>
          <a:lstStyle/>
          <a:p>
            <a:r>
              <a:rPr lang="en-GB" b="1" dirty="0">
                <a:solidFill>
                  <a:srgbClr val="FF0000"/>
                </a:solidFill>
              </a:rPr>
              <a:t>This is APA standards. And very important! Please note:</a:t>
            </a:r>
          </a:p>
          <a:p>
            <a:r>
              <a:rPr lang="en-GB" dirty="0">
                <a:solidFill>
                  <a:srgbClr val="FF0000"/>
                </a:solidFill>
              </a:rPr>
              <a:t>Where I have put spaces</a:t>
            </a:r>
          </a:p>
          <a:p>
            <a:r>
              <a:rPr lang="en-GB" dirty="0">
                <a:solidFill>
                  <a:srgbClr val="FF0000"/>
                </a:solidFill>
              </a:rPr>
              <a:t>Use 2 decimal places for test statistics (unless the statistic is a whole number) and effect sizes</a:t>
            </a:r>
          </a:p>
          <a:p>
            <a:r>
              <a:rPr lang="en-GB" dirty="0">
                <a:solidFill>
                  <a:srgbClr val="FF0000"/>
                </a:solidFill>
              </a:rPr>
              <a:t>Italicise letters </a:t>
            </a:r>
            <a:r>
              <a:rPr lang="en-GB" i="1" dirty="0">
                <a:solidFill>
                  <a:srgbClr val="FF0000"/>
                </a:solidFill>
              </a:rPr>
              <a:t>t (W or U) </a:t>
            </a:r>
            <a:r>
              <a:rPr lang="en-GB" dirty="0">
                <a:solidFill>
                  <a:srgbClr val="FF0000"/>
                </a:solidFill>
              </a:rPr>
              <a:t>and </a:t>
            </a:r>
            <a:r>
              <a:rPr lang="en-GB" i="1" dirty="0">
                <a:solidFill>
                  <a:srgbClr val="FF0000"/>
                </a:solidFill>
              </a:rPr>
              <a:t>p.</a:t>
            </a:r>
          </a:p>
          <a:p>
            <a:r>
              <a:rPr lang="en-GB" dirty="0">
                <a:solidFill>
                  <a:srgbClr val="FF0000"/>
                </a:solidFill>
              </a:rPr>
              <a:t>If p value output p = .000, write as p &lt; .001 (never ‘&lt;=‘ )</a:t>
            </a:r>
          </a:p>
          <a:p>
            <a:r>
              <a:rPr lang="en-GB" dirty="0">
                <a:solidFill>
                  <a:srgbClr val="FF0000"/>
                </a:solidFill>
              </a:rPr>
              <a:t>No leading zeros for p, so p = .444 instead of p = 0.444</a:t>
            </a:r>
          </a:p>
        </p:txBody>
      </p:sp>
      <p:sp>
        <p:nvSpPr>
          <p:cNvPr id="22" name="TextBox 21">
            <a:extLst>
              <a:ext uri="{FF2B5EF4-FFF2-40B4-BE49-F238E27FC236}">
                <a16:creationId xmlns:a16="http://schemas.microsoft.com/office/drawing/2014/main" id="{A1D820F7-0EB3-4203-C61C-17A412014C1D}"/>
              </a:ext>
            </a:extLst>
          </p:cNvPr>
          <p:cNvSpPr txBox="1"/>
          <p:nvPr/>
        </p:nvSpPr>
        <p:spPr>
          <a:xfrm>
            <a:off x="111633" y="4732308"/>
            <a:ext cx="3356128" cy="2031325"/>
          </a:xfrm>
          <a:prstGeom prst="rect">
            <a:avLst/>
          </a:prstGeom>
          <a:noFill/>
        </p:spPr>
        <p:txBody>
          <a:bodyPr wrap="square">
            <a:spAutoFit/>
          </a:bodyPr>
          <a:lstStyle/>
          <a:p>
            <a:r>
              <a:rPr lang="en-GB" u="sng" dirty="0">
                <a:solidFill>
                  <a:srgbClr val="FF0000"/>
                </a:solidFill>
              </a:rPr>
              <a:t>Report descriptives: </a:t>
            </a:r>
          </a:p>
          <a:p>
            <a:r>
              <a:rPr lang="en-GB" dirty="0">
                <a:solidFill>
                  <a:srgbClr val="FF0000"/>
                </a:solidFill>
              </a:rPr>
              <a:t>Mean/SD: 2 decimal places Median/IQR: usually whole numbers (0 decimal places)</a:t>
            </a:r>
          </a:p>
          <a:p>
            <a:r>
              <a:rPr lang="en-GB" u="sng" dirty="0">
                <a:solidFill>
                  <a:srgbClr val="FF0000"/>
                </a:solidFill>
              </a:rPr>
              <a:t>Report Shapiro-Wilk or Levene’s:</a:t>
            </a:r>
          </a:p>
          <a:p>
            <a:r>
              <a:rPr lang="en-GB" dirty="0">
                <a:solidFill>
                  <a:srgbClr val="FF0000"/>
                </a:solidFill>
              </a:rPr>
              <a:t>2 decimal places, italicise ‘W’, ‘F’ and ‘p’ (p-value).</a:t>
            </a:r>
          </a:p>
        </p:txBody>
      </p:sp>
    </p:spTree>
    <p:extLst>
      <p:ext uri="{BB962C8B-B14F-4D97-AF65-F5344CB8AC3E}">
        <p14:creationId xmlns:p14="http://schemas.microsoft.com/office/powerpoint/2010/main" val="2645537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761F8F2-0668-626D-9667-964124EBAF09}"/>
            </a:ext>
          </a:extLst>
        </p:cNvPr>
        <p:cNvGrpSpPr/>
        <p:nvPr/>
      </p:nvGrpSpPr>
      <p:grpSpPr>
        <a:xfrm>
          <a:off x="0" y="0"/>
          <a:ext cx="0" cy="0"/>
          <a:chOff x="0" y="0"/>
          <a:chExt cx="0" cy="0"/>
        </a:xfrm>
      </p:grpSpPr>
      <p:sp>
        <p:nvSpPr>
          <p:cNvPr id="9" name="Line Callout 1 2">
            <a:extLst>
              <a:ext uri="{FF2B5EF4-FFF2-40B4-BE49-F238E27FC236}">
                <a16:creationId xmlns:a16="http://schemas.microsoft.com/office/drawing/2014/main" id="{BF7D5DC6-E462-7918-43A4-CA82E87AEA32}"/>
              </a:ext>
            </a:extLst>
          </p:cNvPr>
          <p:cNvSpPr/>
          <p:nvPr/>
        </p:nvSpPr>
        <p:spPr>
          <a:xfrm>
            <a:off x="111632" y="3340737"/>
            <a:ext cx="1593056" cy="1188244"/>
          </a:xfrm>
          <a:prstGeom prst="borderCallout1">
            <a:avLst>
              <a:gd name="adj1" fmla="val -1043"/>
              <a:gd name="adj2" fmla="val 50557"/>
              <a:gd name="adj3" fmla="val -31258"/>
              <a:gd name="adj4" fmla="val 50206"/>
            </a:avLst>
          </a:prstGeom>
          <a:ln w="38100">
            <a:solidFill>
              <a:srgbClr val="8064A2"/>
            </a:solidFill>
            <a:headEnd type="arrow"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GB" sz="1200" dirty="0">
                <a:solidFill>
                  <a:schemeClr val="tx1"/>
                </a:solidFill>
              </a:rPr>
              <a:t>For </a:t>
            </a:r>
            <a:r>
              <a:rPr lang="en-GB" sz="1200" b="1" dirty="0">
                <a:solidFill>
                  <a:schemeClr val="tx1"/>
                </a:solidFill>
              </a:rPr>
              <a:t>parametric</a:t>
            </a:r>
            <a:r>
              <a:rPr lang="en-GB" sz="1200" dirty="0">
                <a:solidFill>
                  <a:schemeClr val="tx1"/>
                </a:solidFill>
              </a:rPr>
              <a:t> tests: use ‘t’.</a:t>
            </a:r>
          </a:p>
          <a:p>
            <a:pPr algn="ctr">
              <a:defRPr/>
            </a:pPr>
            <a:r>
              <a:rPr lang="en-GB" sz="1200" dirty="0">
                <a:solidFill>
                  <a:schemeClr val="tx1"/>
                </a:solidFill>
              </a:rPr>
              <a:t>For Wilcoxon use “W”. For Mann-Whitney use “U”</a:t>
            </a:r>
          </a:p>
        </p:txBody>
      </p:sp>
      <p:sp>
        <p:nvSpPr>
          <p:cNvPr id="11" name="Line Callout 1 4">
            <a:extLst>
              <a:ext uri="{FF2B5EF4-FFF2-40B4-BE49-F238E27FC236}">
                <a16:creationId xmlns:a16="http://schemas.microsoft.com/office/drawing/2014/main" id="{DB1F2113-EFC3-B44D-45C2-766D26AD1433}"/>
              </a:ext>
            </a:extLst>
          </p:cNvPr>
          <p:cNvSpPr/>
          <p:nvPr/>
        </p:nvSpPr>
        <p:spPr>
          <a:xfrm>
            <a:off x="3703939" y="3340737"/>
            <a:ext cx="1593056" cy="1188244"/>
          </a:xfrm>
          <a:prstGeom prst="borderCallout1">
            <a:avLst>
              <a:gd name="adj1" fmla="val -1043"/>
              <a:gd name="adj2" fmla="val 50557"/>
              <a:gd name="adj3" fmla="val -31258"/>
              <a:gd name="adj4" fmla="val 50206"/>
            </a:avLst>
          </a:prstGeom>
          <a:ln w="38100">
            <a:solidFill>
              <a:srgbClr val="8064A2"/>
            </a:solidFill>
            <a:headEnd type="arrow"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GB" sz="1200" dirty="0">
                <a:solidFill>
                  <a:schemeClr val="tx1"/>
                </a:solidFill>
              </a:rPr>
              <a:t>The test statistic (t-value) calculated from analysis. Include the sign (-) if shown.</a:t>
            </a:r>
          </a:p>
        </p:txBody>
      </p:sp>
      <p:sp>
        <p:nvSpPr>
          <p:cNvPr id="12" name="Line Callout 1 5">
            <a:extLst>
              <a:ext uri="{FF2B5EF4-FFF2-40B4-BE49-F238E27FC236}">
                <a16:creationId xmlns:a16="http://schemas.microsoft.com/office/drawing/2014/main" id="{AB20943F-DB51-2219-7DB8-0677E6FC9759}"/>
              </a:ext>
            </a:extLst>
          </p:cNvPr>
          <p:cNvSpPr/>
          <p:nvPr/>
        </p:nvSpPr>
        <p:spPr>
          <a:xfrm>
            <a:off x="5520774" y="3340737"/>
            <a:ext cx="1593056" cy="1188244"/>
          </a:xfrm>
          <a:prstGeom prst="borderCallout1">
            <a:avLst>
              <a:gd name="adj1" fmla="val -1043"/>
              <a:gd name="adj2" fmla="val 50557"/>
              <a:gd name="adj3" fmla="val -31258"/>
              <a:gd name="adj4" fmla="val 50206"/>
            </a:avLst>
          </a:prstGeom>
          <a:ln w="38100">
            <a:solidFill>
              <a:srgbClr val="8064A2"/>
            </a:solidFill>
            <a:headEnd type="arrow"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GB" sz="1200" dirty="0">
                <a:solidFill>
                  <a:schemeClr val="tx1"/>
                </a:solidFill>
              </a:rPr>
              <a:t>Report the EXACT p-value (e.g., </a:t>
            </a:r>
            <a:r>
              <a:rPr lang="en-GB" sz="1200" i="1" dirty="0">
                <a:solidFill>
                  <a:schemeClr val="tx1"/>
                </a:solidFill>
              </a:rPr>
              <a:t>p</a:t>
            </a:r>
            <a:r>
              <a:rPr lang="en-GB" sz="1200" dirty="0">
                <a:solidFill>
                  <a:schemeClr val="tx1"/>
                </a:solidFill>
              </a:rPr>
              <a:t> = .042) OR </a:t>
            </a:r>
            <a:r>
              <a:rPr lang="en-GB" sz="1200" i="1" dirty="0">
                <a:solidFill>
                  <a:schemeClr val="tx1"/>
                </a:solidFill>
              </a:rPr>
              <a:t>p </a:t>
            </a:r>
            <a:r>
              <a:rPr lang="en-GB" sz="1200" dirty="0">
                <a:solidFill>
                  <a:schemeClr val="tx1"/>
                </a:solidFill>
              </a:rPr>
              <a:t>&lt; .001 if output says that.</a:t>
            </a:r>
          </a:p>
        </p:txBody>
      </p:sp>
      <p:sp>
        <p:nvSpPr>
          <p:cNvPr id="13" name="TextBox 6">
            <a:extLst>
              <a:ext uri="{FF2B5EF4-FFF2-40B4-BE49-F238E27FC236}">
                <a16:creationId xmlns:a16="http://schemas.microsoft.com/office/drawing/2014/main" id="{74A3B76E-D698-C4E2-7B2F-F6392C2E9052}"/>
              </a:ext>
            </a:extLst>
          </p:cNvPr>
          <p:cNvSpPr txBox="1">
            <a:spLocks noChangeArrowheads="1"/>
          </p:cNvSpPr>
          <p:nvPr/>
        </p:nvSpPr>
        <p:spPr bwMode="auto">
          <a:xfrm>
            <a:off x="2236057" y="1248529"/>
            <a:ext cx="526618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GB" altLang="en-US" sz="3200" i="1" dirty="0">
                <a:latin typeface="Calibri" panose="020F0502020204030204" pitchFamily="34" charset="0"/>
              </a:rPr>
              <a:t>W </a:t>
            </a:r>
            <a:r>
              <a:rPr lang="en-GB" altLang="en-US" sz="3200" dirty="0">
                <a:latin typeface="Calibri" panose="020F0502020204030204" pitchFamily="34" charset="0"/>
              </a:rPr>
              <a:t>= XX.XX, </a:t>
            </a:r>
            <a:r>
              <a:rPr lang="en-GB" altLang="en-US" sz="3200" i="1" dirty="0">
                <a:latin typeface="Calibri" panose="020F0502020204030204" pitchFamily="34" charset="0"/>
              </a:rPr>
              <a:t>p</a:t>
            </a:r>
            <a:r>
              <a:rPr lang="en-GB" altLang="en-US" sz="3200" dirty="0">
                <a:latin typeface="Calibri" panose="020F0502020204030204" pitchFamily="34" charset="0"/>
              </a:rPr>
              <a:t> = .XXX, </a:t>
            </a:r>
            <a:r>
              <a:rPr lang="en-GB" altLang="en-US" sz="3200" i="1" dirty="0" err="1">
                <a:latin typeface="Calibri" panose="020F0502020204030204" pitchFamily="34" charset="0"/>
              </a:rPr>
              <a:t>r</a:t>
            </a:r>
            <a:r>
              <a:rPr lang="en-GB" altLang="en-US" sz="3200" i="1" baseline="-25000" dirty="0" err="1">
                <a:latin typeface="Calibri" panose="020F0502020204030204" pitchFamily="34" charset="0"/>
              </a:rPr>
              <a:t>b</a:t>
            </a:r>
            <a:r>
              <a:rPr lang="en-GB" altLang="en-US" sz="3200" dirty="0">
                <a:latin typeface="Calibri" panose="020F0502020204030204" pitchFamily="34" charset="0"/>
              </a:rPr>
              <a:t> = XX.XX</a:t>
            </a:r>
          </a:p>
        </p:txBody>
      </p:sp>
      <p:sp>
        <p:nvSpPr>
          <p:cNvPr id="14" name="Line Callout 1 7">
            <a:extLst>
              <a:ext uri="{FF2B5EF4-FFF2-40B4-BE49-F238E27FC236}">
                <a16:creationId xmlns:a16="http://schemas.microsoft.com/office/drawing/2014/main" id="{AC498AA7-C777-6859-F6A4-4F7E318FD9DD}"/>
              </a:ext>
            </a:extLst>
          </p:cNvPr>
          <p:cNvSpPr/>
          <p:nvPr/>
        </p:nvSpPr>
        <p:spPr>
          <a:xfrm>
            <a:off x="111632" y="2206071"/>
            <a:ext cx="1593056" cy="864394"/>
          </a:xfrm>
          <a:prstGeom prst="borderCallout1">
            <a:avLst>
              <a:gd name="adj1" fmla="val 778"/>
              <a:gd name="adj2" fmla="val 49745"/>
              <a:gd name="adj3" fmla="val -66022"/>
              <a:gd name="adj4" fmla="val 123294"/>
            </a:avLst>
          </a:prstGeom>
          <a:solidFill>
            <a:srgbClr val="EDEAF0"/>
          </a:solidFill>
          <a:ln w="38100">
            <a:solidFill>
              <a:srgbClr val="8064A2"/>
            </a:solidFill>
            <a:headEnd type="none" w="med" len="med"/>
            <a:tailEnd type="arrow" w="med" len="med"/>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GB" sz="1350" dirty="0">
                <a:solidFill>
                  <a:schemeClr val="tx1"/>
                </a:solidFill>
              </a:rPr>
              <a:t>State the test you calculated</a:t>
            </a:r>
          </a:p>
        </p:txBody>
      </p:sp>
      <p:sp>
        <p:nvSpPr>
          <p:cNvPr id="16" name="Line Callout 1 9">
            <a:extLst>
              <a:ext uri="{FF2B5EF4-FFF2-40B4-BE49-F238E27FC236}">
                <a16:creationId xmlns:a16="http://schemas.microsoft.com/office/drawing/2014/main" id="{4AADED7E-A2E7-1479-0418-C75F47BDC60B}"/>
              </a:ext>
            </a:extLst>
          </p:cNvPr>
          <p:cNvSpPr/>
          <p:nvPr/>
        </p:nvSpPr>
        <p:spPr>
          <a:xfrm>
            <a:off x="3706320" y="2206071"/>
            <a:ext cx="1593056" cy="864394"/>
          </a:xfrm>
          <a:prstGeom prst="borderCallout1">
            <a:avLst>
              <a:gd name="adj1" fmla="val -77"/>
              <a:gd name="adj2" fmla="val 49745"/>
              <a:gd name="adj3" fmla="val -55783"/>
              <a:gd name="adj4" fmla="val 16073"/>
            </a:avLst>
          </a:prstGeom>
          <a:solidFill>
            <a:srgbClr val="EDEAF0"/>
          </a:solidFill>
          <a:ln w="38100">
            <a:solidFill>
              <a:srgbClr val="8064A2"/>
            </a:solidFill>
            <a:headEnd type="none" w="med" len="med"/>
            <a:tailEnd type="arrow" w="med" len="med"/>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GB" sz="1350" dirty="0">
                <a:solidFill>
                  <a:schemeClr val="tx1"/>
                </a:solidFill>
              </a:rPr>
              <a:t>The calculated test statistic (t-value)</a:t>
            </a:r>
          </a:p>
        </p:txBody>
      </p:sp>
      <p:sp>
        <p:nvSpPr>
          <p:cNvPr id="17" name="Line Callout 1 10">
            <a:extLst>
              <a:ext uri="{FF2B5EF4-FFF2-40B4-BE49-F238E27FC236}">
                <a16:creationId xmlns:a16="http://schemas.microsoft.com/office/drawing/2014/main" id="{42B418C4-CEB8-AD0D-6082-8DAE2C9A523B}"/>
              </a:ext>
            </a:extLst>
          </p:cNvPr>
          <p:cNvSpPr/>
          <p:nvPr/>
        </p:nvSpPr>
        <p:spPr>
          <a:xfrm>
            <a:off x="5527918" y="2206071"/>
            <a:ext cx="1593056" cy="864394"/>
          </a:xfrm>
          <a:prstGeom prst="borderCallout1">
            <a:avLst>
              <a:gd name="adj1" fmla="val -77"/>
              <a:gd name="adj2" fmla="val 49339"/>
              <a:gd name="adj3" fmla="val -50931"/>
              <a:gd name="adj4" fmla="val -19302"/>
            </a:avLst>
          </a:prstGeom>
          <a:solidFill>
            <a:srgbClr val="EDEAF0"/>
          </a:solidFill>
          <a:ln w="38100">
            <a:solidFill>
              <a:srgbClr val="8064A2"/>
            </a:solidFill>
            <a:headEnd type="none" w="med" len="med"/>
            <a:tailEnd type="arrow" w="med" len="med"/>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GB" sz="1350" dirty="0">
                <a:solidFill>
                  <a:schemeClr val="tx1"/>
                </a:solidFill>
              </a:rPr>
              <a:t>The associated significance</a:t>
            </a:r>
          </a:p>
          <a:p>
            <a:pPr algn="ctr">
              <a:defRPr/>
            </a:pPr>
            <a:r>
              <a:rPr lang="en-GB" sz="1350" dirty="0">
                <a:solidFill>
                  <a:schemeClr val="tx1"/>
                </a:solidFill>
              </a:rPr>
              <a:t>p-value</a:t>
            </a:r>
          </a:p>
        </p:txBody>
      </p:sp>
      <p:sp>
        <p:nvSpPr>
          <p:cNvPr id="18" name="Line Callout 1 5">
            <a:extLst>
              <a:ext uri="{FF2B5EF4-FFF2-40B4-BE49-F238E27FC236}">
                <a16:creationId xmlns:a16="http://schemas.microsoft.com/office/drawing/2014/main" id="{292B15E6-726E-17C5-0497-B0A17E6A8FF2}"/>
              </a:ext>
            </a:extLst>
          </p:cNvPr>
          <p:cNvSpPr/>
          <p:nvPr/>
        </p:nvSpPr>
        <p:spPr>
          <a:xfrm>
            <a:off x="7330466" y="3340737"/>
            <a:ext cx="1593056" cy="1188244"/>
          </a:xfrm>
          <a:prstGeom prst="borderCallout1">
            <a:avLst>
              <a:gd name="adj1" fmla="val -1043"/>
              <a:gd name="adj2" fmla="val 50557"/>
              <a:gd name="adj3" fmla="val -31258"/>
              <a:gd name="adj4" fmla="val 50206"/>
            </a:avLst>
          </a:prstGeom>
          <a:ln w="38100">
            <a:solidFill>
              <a:srgbClr val="8064A2"/>
            </a:solidFill>
            <a:headEnd type="arrow"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GB" sz="1200" dirty="0">
                <a:solidFill>
                  <a:schemeClr val="tx1"/>
                </a:solidFill>
              </a:rPr>
              <a:t>Cohen’s</a:t>
            </a:r>
            <a:r>
              <a:rPr lang="en-GB" sz="1200" i="1" dirty="0">
                <a:solidFill>
                  <a:schemeClr val="tx1"/>
                </a:solidFill>
              </a:rPr>
              <a:t> d </a:t>
            </a:r>
            <a:r>
              <a:rPr lang="en-GB" sz="1200" dirty="0">
                <a:solidFill>
                  <a:schemeClr val="tx1"/>
                </a:solidFill>
              </a:rPr>
              <a:t>for </a:t>
            </a:r>
            <a:r>
              <a:rPr lang="en-GB" sz="1200" b="1" dirty="0">
                <a:solidFill>
                  <a:schemeClr val="tx1"/>
                </a:solidFill>
              </a:rPr>
              <a:t>parametric</a:t>
            </a:r>
            <a:r>
              <a:rPr lang="en-GB" sz="1200" dirty="0">
                <a:solidFill>
                  <a:schemeClr val="tx1"/>
                </a:solidFill>
              </a:rPr>
              <a:t> tests. </a:t>
            </a:r>
          </a:p>
          <a:p>
            <a:pPr algn="ctr">
              <a:defRPr/>
            </a:pPr>
            <a:r>
              <a:rPr lang="en-GB" sz="1200" dirty="0">
                <a:solidFill>
                  <a:schemeClr val="tx1"/>
                </a:solidFill>
              </a:rPr>
              <a:t>Rank Biserial (</a:t>
            </a:r>
            <a:r>
              <a:rPr lang="en-GB" altLang="en-US" sz="1200" i="1" dirty="0" err="1">
                <a:solidFill>
                  <a:schemeClr val="tx1"/>
                </a:solidFill>
                <a:latin typeface="Calibri" panose="020F0502020204030204" pitchFamily="34" charset="0"/>
              </a:rPr>
              <a:t>r</a:t>
            </a:r>
            <a:r>
              <a:rPr lang="en-GB" altLang="en-US" sz="1200" i="1" baseline="-25000" dirty="0" err="1">
                <a:solidFill>
                  <a:schemeClr val="tx1"/>
                </a:solidFill>
                <a:latin typeface="Calibri" panose="020F0502020204030204" pitchFamily="34" charset="0"/>
              </a:rPr>
              <a:t>b</a:t>
            </a:r>
            <a:r>
              <a:rPr lang="en-GB" altLang="en-US" sz="1200" i="1" baseline="-25000" dirty="0">
                <a:solidFill>
                  <a:schemeClr val="tx1"/>
                </a:solidFill>
                <a:latin typeface="Calibri" panose="020F0502020204030204" pitchFamily="34" charset="0"/>
              </a:rPr>
              <a:t> </a:t>
            </a:r>
            <a:r>
              <a:rPr lang="en-GB" altLang="en-US" sz="1200" dirty="0">
                <a:solidFill>
                  <a:schemeClr val="tx1"/>
                </a:solidFill>
              </a:rPr>
              <a:t>) for </a:t>
            </a:r>
            <a:r>
              <a:rPr lang="en-GB" altLang="en-US" sz="1200" b="1" dirty="0">
                <a:solidFill>
                  <a:schemeClr val="tx1"/>
                </a:solidFill>
              </a:rPr>
              <a:t>non-parametric</a:t>
            </a:r>
            <a:r>
              <a:rPr lang="en-GB" altLang="en-US" sz="1200" dirty="0">
                <a:solidFill>
                  <a:schemeClr val="tx1"/>
                </a:solidFill>
              </a:rPr>
              <a:t>. In</a:t>
            </a:r>
            <a:r>
              <a:rPr lang="en-GB" sz="1200" dirty="0">
                <a:solidFill>
                  <a:schemeClr val="tx1"/>
                </a:solidFill>
              </a:rPr>
              <a:t>clude the sign (-) if shown. </a:t>
            </a:r>
          </a:p>
        </p:txBody>
      </p:sp>
      <p:sp>
        <p:nvSpPr>
          <p:cNvPr id="19" name="Line Callout 1 10">
            <a:extLst>
              <a:ext uri="{FF2B5EF4-FFF2-40B4-BE49-F238E27FC236}">
                <a16:creationId xmlns:a16="http://schemas.microsoft.com/office/drawing/2014/main" id="{20E0EE3F-FEB6-909E-EA4F-FB2D5CF93E5F}"/>
              </a:ext>
            </a:extLst>
          </p:cNvPr>
          <p:cNvSpPr/>
          <p:nvPr/>
        </p:nvSpPr>
        <p:spPr>
          <a:xfrm>
            <a:off x="7337609" y="2206071"/>
            <a:ext cx="1593056" cy="864394"/>
          </a:xfrm>
          <a:prstGeom prst="borderCallout1">
            <a:avLst>
              <a:gd name="adj1" fmla="val -77"/>
              <a:gd name="adj2" fmla="val 49339"/>
              <a:gd name="adj3" fmla="val -48428"/>
              <a:gd name="adj4" fmla="val -2833"/>
            </a:avLst>
          </a:prstGeom>
          <a:solidFill>
            <a:srgbClr val="EDEAF0"/>
          </a:solidFill>
          <a:ln w="38100">
            <a:solidFill>
              <a:srgbClr val="8064A2"/>
            </a:solidFill>
            <a:headEnd type="none" w="med" len="med"/>
            <a:tailEnd type="arrow" w="med" len="med"/>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GB" sz="1350" dirty="0">
                <a:solidFill>
                  <a:schemeClr val="tx1"/>
                </a:solidFill>
              </a:rPr>
              <a:t>The effect size (Cohen’s d or Rank-Biserial)</a:t>
            </a:r>
          </a:p>
        </p:txBody>
      </p:sp>
      <p:sp>
        <p:nvSpPr>
          <p:cNvPr id="7" name="Title 2">
            <a:extLst>
              <a:ext uri="{FF2B5EF4-FFF2-40B4-BE49-F238E27FC236}">
                <a16:creationId xmlns:a16="http://schemas.microsoft.com/office/drawing/2014/main" id="{6802C29B-1049-8E36-D3EB-03D2795DBAC4}"/>
              </a:ext>
            </a:extLst>
          </p:cNvPr>
          <p:cNvSpPr>
            <a:spLocks noGrp="1"/>
          </p:cNvSpPr>
          <p:nvPr>
            <p:ph type="title"/>
          </p:nvPr>
        </p:nvSpPr>
        <p:spPr>
          <a:xfrm>
            <a:off x="800100" y="190011"/>
            <a:ext cx="7543800" cy="613941"/>
          </a:xfrm>
        </p:spPr>
        <p:txBody>
          <a:bodyPr>
            <a:normAutofit fontScale="90000"/>
          </a:bodyPr>
          <a:lstStyle/>
          <a:p>
            <a:pPr algn="ctr"/>
            <a:r>
              <a:rPr lang="en-GB" sz="4400" dirty="0">
                <a:solidFill>
                  <a:schemeClr val="tx1"/>
                </a:solidFill>
              </a:rPr>
              <a:t>Write up t-tests (aka the </a:t>
            </a:r>
            <a:r>
              <a:rPr lang="en-GB" sz="4400" b="1" dirty="0">
                <a:solidFill>
                  <a:srgbClr val="F03E06"/>
                </a:solidFill>
              </a:rPr>
              <a:t>LINE</a:t>
            </a:r>
            <a:r>
              <a:rPr lang="en-GB" sz="4400" dirty="0">
                <a:solidFill>
                  <a:schemeClr val="tx1"/>
                </a:solidFill>
              </a:rPr>
              <a:t>)</a:t>
            </a:r>
            <a:endParaRPr lang="en-GB" dirty="0">
              <a:solidFill>
                <a:schemeClr val="tx1"/>
              </a:solidFill>
            </a:endParaRPr>
          </a:p>
        </p:txBody>
      </p:sp>
      <p:sp>
        <p:nvSpPr>
          <p:cNvPr id="2" name="TextBox 1">
            <a:extLst>
              <a:ext uri="{FF2B5EF4-FFF2-40B4-BE49-F238E27FC236}">
                <a16:creationId xmlns:a16="http://schemas.microsoft.com/office/drawing/2014/main" id="{E158E421-EEB5-55B3-699E-480A2E33B59F}"/>
              </a:ext>
            </a:extLst>
          </p:cNvPr>
          <p:cNvSpPr txBox="1"/>
          <p:nvPr/>
        </p:nvSpPr>
        <p:spPr>
          <a:xfrm>
            <a:off x="101342" y="663754"/>
            <a:ext cx="5195653" cy="584775"/>
          </a:xfrm>
          <a:prstGeom prst="rect">
            <a:avLst/>
          </a:prstGeom>
          <a:noFill/>
        </p:spPr>
        <p:txBody>
          <a:bodyPr wrap="square" rtlCol="0">
            <a:spAutoFit/>
          </a:bodyPr>
          <a:lstStyle/>
          <a:p>
            <a:r>
              <a:rPr lang="en-GB" sz="3200" b="1" dirty="0">
                <a:solidFill>
                  <a:srgbClr val="D29956"/>
                </a:solidFill>
              </a:rPr>
              <a:t>(Non-Parametric example)</a:t>
            </a:r>
          </a:p>
        </p:txBody>
      </p:sp>
      <p:sp>
        <p:nvSpPr>
          <p:cNvPr id="3" name="TextBox 2">
            <a:extLst>
              <a:ext uri="{FF2B5EF4-FFF2-40B4-BE49-F238E27FC236}">
                <a16:creationId xmlns:a16="http://schemas.microsoft.com/office/drawing/2014/main" id="{282BA420-B398-77B5-8131-AB90F2D3AAF0}"/>
              </a:ext>
            </a:extLst>
          </p:cNvPr>
          <p:cNvSpPr txBox="1"/>
          <p:nvPr/>
        </p:nvSpPr>
        <p:spPr>
          <a:xfrm>
            <a:off x="2041795" y="2638268"/>
            <a:ext cx="1322657" cy="646331"/>
          </a:xfrm>
          <a:prstGeom prst="rect">
            <a:avLst/>
          </a:prstGeom>
          <a:noFill/>
        </p:spPr>
        <p:txBody>
          <a:bodyPr wrap="square">
            <a:spAutoFit/>
          </a:bodyPr>
          <a:lstStyle/>
          <a:p>
            <a:r>
              <a:rPr lang="en-GB" dirty="0">
                <a:solidFill>
                  <a:srgbClr val="FF0000"/>
                </a:solidFill>
              </a:rPr>
              <a:t>No degrees of freedom</a:t>
            </a:r>
          </a:p>
        </p:txBody>
      </p:sp>
    </p:spTree>
    <p:extLst>
      <p:ext uri="{BB962C8B-B14F-4D97-AF65-F5344CB8AC3E}">
        <p14:creationId xmlns:p14="http://schemas.microsoft.com/office/powerpoint/2010/main" val="393052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4" grpId="0" animBg="1"/>
      <p:bldP spid="16" grpId="0" animBg="1"/>
      <p:bldP spid="17" grpId="0" animBg="1"/>
      <p:bldP spid="18"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FE43E-E23D-C08A-C984-FD62782ADD12}"/>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9571509C-F1DC-E342-C32D-1CFE7AD9E736}"/>
              </a:ext>
            </a:extLst>
          </p:cNvPr>
          <p:cNvSpPr>
            <a:spLocks noGrp="1"/>
          </p:cNvSpPr>
          <p:nvPr>
            <p:ph type="subTitle" idx="1"/>
          </p:nvPr>
        </p:nvSpPr>
        <p:spPr>
          <a:xfrm>
            <a:off x="5752654" y="852792"/>
            <a:ext cx="2917818" cy="5152416"/>
          </a:xfrm>
          <a:noFill/>
        </p:spPr>
        <p:txBody>
          <a:bodyPr>
            <a:noAutofit/>
          </a:bodyPr>
          <a:lstStyle/>
          <a:p>
            <a:endParaRPr lang="en-US" sz="3200" b="1" dirty="0">
              <a:solidFill>
                <a:schemeClr val="tx1"/>
              </a:solidFill>
            </a:endParaRPr>
          </a:p>
          <a:p>
            <a:r>
              <a:rPr lang="en-US" sz="3200" b="1" dirty="0">
                <a:solidFill>
                  <a:schemeClr val="tx1"/>
                </a:solidFill>
              </a:rPr>
              <a:t>2. Read the jasp output:</a:t>
            </a:r>
          </a:p>
          <a:p>
            <a:endParaRPr lang="en-US" sz="3200" b="1" dirty="0">
              <a:solidFill>
                <a:schemeClr val="tx1"/>
              </a:solidFill>
            </a:endParaRPr>
          </a:p>
          <a:p>
            <a:r>
              <a:rPr lang="en-US" sz="3200" b="1" dirty="0">
                <a:solidFill>
                  <a:schemeClr val="tx1"/>
                </a:solidFill>
              </a:rPr>
              <a:t>One-Sample t-test</a:t>
            </a:r>
          </a:p>
          <a:p>
            <a:endParaRPr lang="en-US" sz="3200" b="1" dirty="0">
              <a:solidFill>
                <a:schemeClr val="tx1"/>
              </a:solidFill>
            </a:endParaRPr>
          </a:p>
        </p:txBody>
      </p:sp>
      <p:pic>
        <p:nvPicPr>
          <p:cNvPr id="3" name="Picture 6" descr="See the source image">
            <a:extLst>
              <a:ext uri="{FF2B5EF4-FFF2-40B4-BE49-F238E27FC236}">
                <a16:creationId xmlns:a16="http://schemas.microsoft.com/office/drawing/2014/main" id="{2D4B4AA6-5014-1F2D-620F-44F312EED2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182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72E29E9-44AE-D6AA-9E7C-B6924E7646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517E18E-3CF6-DF3A-E6DE-0FAA7E06AF37}"/>
              </a:ext>
            </a:extLst>
          </p:cNvPr>
          <p:cNvSpPr txBox="1"/>
          <p:nvPr/>
        </p:nvSpPr>
        <p:spPr>
          <a:xfrm>
            <a:off x="665924" y="418179"/>
            <a:ext cx="4088955" cy="1077218"/>
          </a:xfrm>
          <a:prstGeom prst="rect">
            <a:avLst/>
          </a:prstGeom>
          <a:noFill/>
        </p:spPr>
        <p:txBody>
          <a:bodyPr wrap="square" rtlCol="0">
            <a:spAutoFit/>
          </a:bodyPr>
          <a:lstStyle/>
          <a:p>
            <a:r>
              <a:rPr lang="en-GB" sz="3200" b="1" u="sng" dirty="0">
                <a:solidFill>
                  <a:schemeClr val="accent2"/>
                </a:solidFill>
              </a:rPr>
              <a:t>One-sample t-test</a:t>
            </a:r>
          </a:p>
          <a:p>
            <a:r>
              <a:rPr lang="en-GB" sz="3200" b="1" dirty="0">
                <a:solidFill>
                  <a:srgbClr val="7030A0"/>
                </a:solidFill>
              </a:rPr>
              <a:t>(Parametric)</a:t>
            </a:r>
          </a:p>
        </p:txBody>
      </p:sp>
      <p:sp>
        <p:nvSpPr>
          <p:cNvPr id="6" name="TextBox 5">
            <a:extLst>
              <a:ext uri="{FF2B5EF4-FFF2-40B4-BE49-F238E27FC236}">
                <a16:creationId xmlns:a16="http://schemas.microsoft.com/office/drawing/2014/main" id="{A2C5B5F9-14B2-33A1-F2FF-AAB530CB57D0}"/>
              </a:ext>
            </a:extLst>
          </p:cNvPr>
          <p:cNvSpPr txBox="1"/>
          <p:nvPr/>
        </p:nvSpPr>
        <p:spPr>
          <a:xfrm>
            <a:off x="665925" y="2050595"/>
            <a:ext cx="3217287" cy="1785104"/>
          </a:xfrm>
          <a:prstGeom prst="rect">
            <a:avLst/>
          </a:prstGeom>
          <a:noFill/>
        </p:spPr>
        <p:txBody>
          <a:bodyPr wrap="square" rtlCol="0">
            <a:spAutoFit/>
          </a:bodyPr>
          <a:lstStyle/>
          <a:p>
            <a:r>
              <a:rPr lang="en-GB" sz="2200" dirty="0"/>
              <a:t>Compare mean Happiness ratings of Durham University sample with a known, average UK population.</a:t>
            </a:r>
          </a:p>
        </p:txBody>
      </p:sp>
      <p:sp>
        <p:nvSpPr>
          <p:cNvPr id="7" name="ZoneTexte 11">
            <a:extLst>
              <a:ext uri="{FF2B5EF4-FFF2-40B4-BE49-F238E27FC236}">
                <a16:creationId xmlns:a16="http://schemas.microsoft.com/office/drawing/2014/main" id="{21D53DAA-90FE-5098-D2F3-A19C1EB315E0}"/>
              </a:ext>
            </a:extLst>
          </p:cNvPr>
          <p:cNvSpPr txBox="1"/>
          <p:nvPr/>
        </p:nvSpPr>
        <p:spPr>
          <a:xfrm>
            <a:off x="5260788" y="2304247"/>
            <a:ext cx="3387432" cy="1323439"/>
          </a:xfrm>
          <a:prstGeom prst="rect">
            <a:avLst/>
          </a:prstGeom>
          <a:noFill/>
        </p:spPr>
        <p:txBody>
          <a:bodyPr wrap="square" rtlCol="0">
            <a:spAutoFit/>
          </a:bodyPr>
          <a:lstStyle/>
          <a:p>
            <a:pPr algn="ctr"/>
            <a:r>
              <a:rPr lang="en-GB" sz="2000" b="1" dirty="0"/>
              <a:t>Group 1: </a:t>
            </a:r>
            <a:r>
              <a:rPr lang="en-GB" sz="2000" dirty="0"/>
              <a:t>Happiness ratings of DU students </a:t>
            </a:r>
          </a:p>
          <a:p>
            <a:pPr algn="ctr"/>
            <a:r>
              <a:rPr lang="en-GB" sz="2000" b="1" dirty="0">
                <a:solidFill>
                  <a:srgbClr val="0070C0"/>
                </a:solidFill>
              </a:rPr>
              <a:t>N = 32, Mean = 20</a:t>
            </a:r>
          </a:p>
          <a:p>
            <a:pPr algn="ctr"/>
            <a:endParaRPr lang="en-GB" sz="2000" dirty="0"/>
          </a:p>
        </p:txBody>
      </p:sp>
      <p:pic>
        <p:nvPicPr>
          <p:cNvPr id="10" name="Picture 2" descr="Tic Tac English: Who is who?">
            <a:extLst>
              <a:ext uri="{FF2B5EF4-FFF2-40B4-BE49-F238E27FC236}">
                <a16:creationId xmlns:a16="http://schemas.microsoft.com/office/drawing/2014/main" id="{F7E031CC-07CD-D4FA-CB7E-423A18771BA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63" b="-8707"/>
          <a:stretch/>
        </p:blipFill>
        <p:spPr bwMode="auto">
          <a:xfrm>
            <a:off x="5256099" y="980808"/>
            <a:ext cx="3221975" cy="132343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Durham postcode information - list of postal codes | PostcodeArea.co.uk">
            <a:extLst>
              <a:ext uri="{FF2B5EF4-FFF2-40B4-BE49-F238E27FC236}">
                <a16:creationId xmlns:a16="http://schemas.microsoft.com/office/drawing/2014/main" id="{A2EDA708-10F4-3C9F-C18C-0AEC8B56079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54879" y="4443293"/>
            <a:ext cx="740258" cy="897660"/>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2DD80D45-FFFD-0EE5-DEDC-4DD05CF4CFC1}"/>
              </a:ext>
            </a:extLst>
          </p:cNvPr>
          <p:cNvSpPr txBox="1"/>
          <p:nvPr/>
        </p:nvSpPr>
        <p:spPr>
          <a:xfrm>
            <a:off x="5260788" y="4443293"/>
            <a:ext cx="3387432" cy="1015663"/>
          </a:xfrm>
          <a:prstGeom prst="rect">
            <a:avLst/>
          </a:prstGeom>
          <a:noFill/>
        </p:spPr>
        <p:txBody>
          <a:bodyPr wrap="square" rtlCol="0">
            <a:spAutoFit/>
          </a:bodyPr>
          <a:lstStyle/>
          <a:p>
            <a:pPr algn="ctr"/>
            <a:r>
              <a:rPr lang="en-GB" sz="2000" b="1" dirty="0"/>
              <a:t>Reference: </a:t>
            </a:r>
            <a:r>
              <a:rPr lang="en-GB" sz="2000" dirty="0"/>
              <a:t>average UK happiness ratings </a:t>
            </a:r>
          </a:p>
          <a:p>
            <a:pPr algn="ctr"/>
            <a:r>
              <a:rPr lang="el-GR" sz="2000" b="1" dirty="0">
                <a:solidFill>
                  <a:srgbClr val="0070C0"/>
                </a:solidFill>
              </a:rPr>
              <a:t>μ</a:t>
            </a:r>
            <a:r>
              <a:rPr lang="en-GB" sz="2000" b="1" dirty="0">
                <a:solidFill>
                  <a:srgbClr val="0070C0"/>
                </a:solidFill>
              </a:rPr>
              <a:t> = 18  (population mean) </a:t>
            </a:r>
          </a:p>
        </p:txBody>
      </p:sp>
      <p:sp>
        <p:nvSpPr>
          <p:cNvPr id="3" name="TextBox 2">
            <a:extLst>
              <a:ext uri="{FF2B5EF4-FFF2-40B4-BE49-F238E27FC236}">
                <a16:creationId xmlns:a16="http://schemas.microsoft.com/office/drawing/2014/main" id="{21A4470D-52D6-ED99-6CBF-8C5518AB167B}"/>
              </a:ext>
            </a:extLst>
          </p:cNvPr>
          <p:cNvSpPr txBox="1"/>
          <p:nvPr/>
        </p:nvSpPr>
        <p:spPr>
          <a:xfrm>
            <a:off x="5571319" y="3306484"/>
            <a:ext cx="2676372" cy="1063347"/>
          </a:xfrm>
          <a:prstGeom prst="downArrow">
            <a:avLst/>
          </a:prstGeom>
          <a:solidFill>
            <a:schemeClr val="accent2">
              <a:lumMod val="60000"/>
              <a:lumOff val="40000"/>
            </a:schemeClr>
          </a:solidFill>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en-GB" sz="1400" b="1" dirty="0"/>
              <a:t>COMPARED TO</a:t>
            </a:r>
          </a:p>
          <a:p>
            <a:pPr algn="ctr"/>
            <a:endParaRPr lang="en-GB" sz="1600" b="1" dirty="0"/>
          </a:p>
          <a:p>
            <a:pPr algn="ctr"/>
            <a:endParaRPr lang="en-GB" sz="1600" b="1" dirty="0"/>
          </a:p>
        </p:txBody>
      </p:sp>
      <p:sp>
        <p:nvSpPr>
          <p:cNvPr id="4" name="Rectangle à coins arrondis 31">
            <a:extLst>
              <a:ext uri="{FF2B5EF4-FFF2-40B4-BE49-F238E27FC236}">
                <a16:creationId xmlns:a16="http://schemas.microsoft.com/office/drawing/2014/main" id="{51363CA2-B691-AB4F-B002-435FB5B177E0}"/>
              </a:ext>
            </a:extLst>
          </p:cNvPr>
          <p:cNvSpPr/>
          <p:nvPr/>
        </p:nvSpPr>
        <p:spPr>
          <a:xfrm>
            <a:off x="665924" y="4403486"/>
            <a:ext cx="3592010" cy="1785104"/>
          </a:xfrm>
          <a:prstGeom prst="roundRect">
            <a:avLst/>
          </a:prstGeom>
          <a:ln>
            <a:solidFill>
              <a:srgbClr val="D29956"/>
            </a:solidFill>
          </a:ln>
        </p:spPr>
        <p:style>
          <a:lnRef idx="2">
            <a:schemeClr val="accent3"/>
          </a:lnRef>
          <a:fillRef idx="1">
            <a:schemeClr val="lt1"/>
          </a:fillRef>
          <a:effectRef idx="0">
            <a:schemeClr val="accent3"/>
          </a:effectRef>
          <a:fontRef idx="minor">
            <a:schemeClr val="dk1"/>
          </a:fontRef>
        </p:style>
        <p:txBody>
          <a:bodyPr rtlCol="0" anchor="ctr"/>
          <a:lstStyle/>
          <a:p>
            <a:r>
              <a:rPr lang="en-GB" sz="2200" b="1" dirty="0">
                <a:solidFill>
                  <a:schemeClr val="tx1"/>
                </a:solidFill>
              </a:rPr>
              <a:t>OR, if one or more assumptions are severely violated…run a </a:t>
            </a:r>
          </a:p>
          <a:p>
            <a:r>
              <a:rPr lang="en-GB" sz="2200" b="1" dirty="0">
                <a:solidFill>
                  <a:srgbClr val="D29956"/>
                </a:solidFill>
              </a:rPr>
              <a:t>Wilcoxon Signed Rank test</a:t>
            </a:r>
          </a:p>
        </p:txBody>
      </p:sp>
      <p:sp>
        <p:nvSpPr>
          <p:cNvPr id="2" name="Content Placeholder 3">
            <a:extLst>
              <a:ext uri="{FF2B5EF4-FFF2-40B4-BE49-F238E27FC236}">
                <a16:creationId xmlns:a16="http://schemas.microsoft.com/office/drawing/2014/main" id="{974F7EE7-08EF-86AA-DE42-13D2DCC3CF4D}"/>
              </a:ext>
            </a:extLst>
          </p:cNvPr>
          <p:cNvSpPr txBox="1">
            <a:spLocks/>
          </p:cNvSpPr>
          <p:nvPr/>
        </p:nvSpPr>
        <p:spPr>
          <a:xfrm>
            <a:off x="1231802" y="6322056"/>
            <a:ext cx="1823682" cy="421732"/>
          </a:xfrm>
          <a:prstGeom prst="round2DiagRect">
            <a:avLst/>
          </a:prstGeom>
          <a:solidFill>
            <a:srgbClr val="FFB3B3"/>
          </a:solidFill>
          <a:ln>
            <a:solidFill>
              <a:srgbClr val="FF0000"/>
            </a:solidFill>
          </a:ln>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spcBef>
                <a:spcPts val="0"/>
              </a:spcBef>
              <a:spcAft>
                <a:spcPts val="0"/>
              </a:spcAft>
            </a:pPr>
            <a:r>
              <a:rPr lang="en-GB" dirty="0">
                <a:solidFill>
                  <a:sysClr val="windowText" lastClr="000000"/>
                </a:solidFill>
              </a:rPr>
              <a:t>(Two-tailed)</a:t>
            </a:r>
          </a:p>
        </p:txBody>
      </p:sp>
    </p:spTree>
    <p:extLst>
      <p:ext uri="{BB962C8B-B14F-4D97-AF65-F5344CB8AC3E}">
        <p14:creationId xmlns:p14="http://schemas.microsoft.com/office/powerpoint/2010/main" val="3425992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9051A0-83B1-7E26-CDDF-33EC49230EC0}"/>
              </a:ext>
            </a:extLst>
          </p:cNvPr>
          <p:cNvPicPr>
            <a:picLocks noChangeAspect="1"/>
          </p:cNvPicPr>
          <p:nvPr/>
        </p:nvPicPr>
        <p:blipFill>
          <a:blip r:embed="rId3"/>
          <a:stretch>
            <a:fillRect/>
          </a:stretch>
        </p:blipFill>
        <p:spPr>
          <a:xfrm>
            <a:off x="1019630" y="2646749"/>
            <a:ext cx="7055379" cy="1942149"/>
          </a:xfrm>
          <a:prstGeom prst="rect">
            <a:avLst/>
          </a:prstGeom>
        </p:spPr>
      </p:pic>
      <p:sp>
        <p:nvSpPr>
          <p:cNvPr id="2" name="Titre 1"/>
          <p:cNvSpPr>
            <a:spLocks noGrp="1"/>
          </p:cNvSpPr>
          <p:nvPr>
            <p:ph type="title"/>
          </p:nvPr>
        </p:nvSpPr>
        <p:spPr>
          <a:xfrm>
            <a:off x="4361753" y="612240"/>
            <a:ext cx="3841017" cy="536717"/>
          </a:xfrm>
        </p:spPr>
        <p:txBody>
          <a:bodyPr/>
          <a:lstStyle/>
          <a:p>
            <a:pPr algn="ctr"/>
            <a:r>
              <a:rPr lang="en-GB" sz="3200" dirty="0">
                <a:solidFill>
                  <a:schemeClr val="tx1"/>
                </a:solidFill>
              </a:rPr>
              <a:t>Read the output table</a:t>
            </a:r>
          </a:p>
        </p:txBody>
      </p:sp>
      <p:sp>
        <p:nvSpPr>
          <p:cNvPr id="8" name="Rectangle à coins arrondis 7"/>
          <p:cNvSpPr/>
          <p:nvPr/>
        </p:nvSpPr>
        <p:spPr>
          <a:xfrm>
            <a:off x="4340975" y="3174130"/>
            <a:ext cx="866394" cy="70207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2" name="ZoneTexte 11"/>
          <p:cNvSpPr txBox="1"/>
          <p:nvPr/>
        </p:nvSpPr>
        <p:spPr>
          <a:xfrm>
            <a:off x="1019630" y="4900907"/>
            <a:ext cx="2275315" cy="738664"/>
          </a:xfrm>
          <a:prstGeom prst="rect">
            <a:avLst/>
          </a:prstGeom>
          <a:noFill/>
        </p:spPr>
        <p:txBody>
          <a:bodyPr wrap="square" rtlCol="0">
            <a:spAutoFit/>
          </a:bodyPr>
          <a:lstStyle/>
          <a:p>
            <a:pPr algn="ctr"/>
            <a:r>
              <a:rPr lang="en-GB" sz="2100" dirty="0"/>
              <a:t>The test statistic, </a:t>
            </a:r>
          </a:p>
          <a:p>
            <a:pPr algn="ctr"/>
            <a:r>
              <a:rPr lang="en-GB" sz="2100" dirty="0"/>
              <a:t>t-value</a:t>
            </a:r>
          </a:p>
        </p:txBody>
      </p:sp>
      <p:cxnSp>
        <p:nvCxnSpPr>
          <p:cNvPr id="14" name="Connecteur droit avec flèche 13"/>
          <p:cNvCxnSpPr>
            <a:cxnSpLocks/>
          </p:cNvCxnSpPr>
          <p:nvPr/>
        </p:nvCxnSpPr>
        <p:spPr>
          <a:xfrm flipV="1">
            <a:off x="2428552" y="3876208"/>
            <a:ext cx="400174" cy="1024699"/>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eur droit avec flèche 13">
            <a:extLst>
              <a:ext uri="{FF2B5EF4-FFF2-40B4-BE49-F238E27FC236}">
                <a16:creationId xmlns:a16="http://schemas.microsoft.com/office/drawing/2014/main" id="{E28146B0-CD0E-3EBC-F25E-7B7431D58149}"/>
              </a:ext>
            </a:extLst>
          </p:cNvPr>
          <p:cNvCxnSpPr>
            <a:cxnSpLocks/>
          </p:cNvCxnSpPr>
          <p:nvPr/>
        </p:nvCxnSpPr>
        <p:spPr>
          <a:xfrm flipH="1">
            <a:off x="2628639" y="2116356"/>
            <a:ext cx="438082" cy="561820"/>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à coins arrondis 7">
            <a:extLst>
              <a:ext uri="{FF2B5EF4-FFF2-40B4-BE49-F238E27FC236}">
                <a16:creationId xmlns:a16="http://schemas.microsoft.com/office/drawing/2014/main" id="{4756C962-15ED-75C6-57C6-F4F1B1212D12}"/>
              </a:ext>
            </a:extLst>
          </p:cNvPr>
          <p:cNvSpPr/>
          <p:nvPr/>
        </p:nvSpPr>
        <p:spPr>
          <a:xfrm>
            <a:off x="1019630" y="2678176"/>
            <a:ext cx="2220063" cy="448411"/>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6" name="ZoneTexte 11">
            <a:extLst>
              <a:ext uri="{FF2B5EF4-FFF2-40B4-BE49-F238E27FC236}">
                <a16:creationId xmlns:a16="http://schemas.microsoft.com/office/drawing/2014/main" id="{C4FAF1A6-755F-E5E5-3963-43348E9AF361}"/>
              </a:ext>
            </a:extLst>
          </p:cNvPr>
          <p:cNvSpPr txBox="1"/>
          <p:nvPr/>
        </p:nvSpPr>
        <p:spPr>
          <a:xfrm>
            <a:off x="1195332" y="1748159"/>
            <a:ext cx="2256819" cy="415498"/>
          </a:xfrm>
          <a:prstGeom prst="rect">
            <a:avLst/>
          </a:prstGeom>
          <a:noFill/>
        </p:spPr>
        <p:txBody>
          <a:bodyPr wrap="square" rtlCol="0">
            <a:spAutoFit/>
          </a:bodyPr>
          <a:lstStyle/>
          <a:p>
            <a:pPr algn="ctr"/>
            <a:r>
              <a:rPr lang="en-GB" sz="2100" dirty="0"/>
              <a:t>Type of t-test</a:t>
            </a:r>
          </a:p>
        </p:txBody>
      </p:sp>
      <p:sp>
        <p:nvSpPr>
          <p:cNvPr id="6" name="ZoneTexte 11">
            <a:extLst>
              <a:ext uri="{FF2B5EF4-FFF2-40B4-BE49-F238E27FC236}">
                <a16:creationId xmlns:a16="http://schemas.microsoft.com/office/drawing/2014/main" id="{ADC725F0-1F8C-B686-46DF-A6394D95E760}"/>
              </a:ext>
            </a:extLst>
          </p:cNvPr>
          <p:cNvSpPr txBox="1"/>
          <p:nvPr/>
        </p:nvSpPr>
        <p:spPr>
          <a:xfrm>
            <a:off x="3249457" y="5030255"/>
            <a:ext cx="2817845" cy="738664"/>
          </a:xfrm>
          <a:prstGeom prst="rect">
            <a:avLst/>
          </a:prstGeom>
          <a:noFill/>
        </p:spPr>
        <p:txBody>
          <a:bodyPr wrap="square" rtlCol="0">
            <a:spAutoFit/>
          </a:bodyPr>
          <a:lstStyle/>
          <a:p>
            <a:pPr algn="ctr"/>
            <a:r>
              <a:rPr lang="en-GB" sz="2100" dirty="0"/>
              <a:t>The p-value (significance value)</a:t>
            </a:r>
          </a:p>
        </p:txBody>
      </p:sp>
      <p:sp>
        <p:nvSpPr>
          <p:cNvPr id="11" name="Rectangle à coins arrondis 7">
            <a:extLst>
              <a:ext uri="{FF2B5EF4-FFF2-40B4-BE49-F238E27FC236}">
                <a16:creationId xmlns:a16="http://schemas.microsoft.com/office/drawing/2014/main" id="{3D0F1FDB-ECA4-7460-1C48-50074E96D3AF}"/>
              </a:ext>
            </a:extLst>
          </p:cNvPr>
          <p:cNvSpPr/>
          <p:nvPr/>
        </p:nvSpPr>
        <p:spPr>
          <a:xfrm>
            <a:off x="2428552" y="3143899"/>
            <a:ext cx="866394" cy="702078"/>
          </a:xfrm>
          <a:prstGeom prst="round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18" name="Connecteur droit avec flèche 13">
            <a:extLst>
              <a:ext uri="{FF2B5EF4-FFF2-40B4-BE49-F238E27FC236}">
                <a16:creationId xmlns:a16="http://schemas.microsoft.com/office/drawing/2014/main" id="{C70E25C7-5402-2C38-C713-7C9294F8E3B3}"/>
              </a:ext>
            </a:extLst>
          </p:cNvPr>
          <p:cNvCxnSpPr>
            <a:cxnSpLocks/>
          </p:cNvCxnSpPr>
          <p:nvPr/>
        </p:nvCxnSpPr>
        <p:spPr>
          <a:xfrm flipV="1">
            <a:off x="4340451" y="4052908"/>
            <a:ext cx="317929" cy="107608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à coins arrondis 7">
            <a:extLst>
              <a:ext uri="{FF2B5EF4-FFF2-40B4-BE49-F238E27FC236}">
                <a16:creationId xmlns:a16="http://schemas.microsoft.com/office/drawing/2014/main" id="{8D111AD3-452B-A00C-2F7C-CC4D630576F6}"/>
              </a:ext>
            </a:extLst>
          </p:cNvPr>
          <p:cNvSpPr/>
          <p:nvPr/>
        </p:nvSpPr>
        <p:spPr>
          <a:xfrm>
            <a:off x="5367571" y="3145680"/>
            <a:ext cx="866394" cy="702078"/>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22" name="ZoneTexte 11">
            <a:extLst>
              <a:ext uri="{FF2B5EF4-FFF2-40B4-BE49-F238E27FC236}">
                <a16:creationId xmlns:a16="http://schemas.microsoft.com/office/drawing/2014/main" id="{5E16387B-25AF-F62E-2AFB-D6C589B7BBF3}"/>
              </a:ext>
            </a:extLst>
          </p:cNvPr>
          <p:cNvSpPr txBox="1"/>
          <p:nvPr/>
        </p:nvSpPr>
        <p:spPr>
          <a:xfrm>
            <a:off x="7088846" y="4532888"/>
            <a:ext cx="1567543" cy="107721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i="1" dirty="0"/>
              <a:t>Fonts are for teaching purposes, don’t use colour!</a:t>
            </a:r>
          </a:p>
        </p:txBody>
      </p:sp>
      <p:cxnSp>
        <p:nvCxnSpPr>
          <p:cNvPr id="23" name="Connecteur droit avec flèche 13">
            <a:extLst>
              <a:ext uri="{FF2B5EF4-FFF2-40B4-BE49-F238E27FC236}">
                <a16:creationId xmlns:a16="http://schemas.microsoft.com/office/drawing/2014/main" id="{691F62C6-B6A6-C2CD-D278-36405D1798B6}"/>
              </a:ext>
            </a:extLst>
          </p:cNvPr>
          <p:cNvCxnSpPr>
            <a:cxnSpLocks/>
          </p:cNvCxnSpPr>
          <p:nvPr/>
        </p:nvCxnSpPr>
        <p:spPr>
          <a:xfrm flipH="1">
            <a:off x="5901003" y="2240460"/>
            <a:ext cx="784997" cy="812577"/>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à coins arrondis 7">
            <a:extLst>
              <a:ext uri="{FF2B5EF4-FFF2-40B4-BE49-F238E27FC236}">
                <a16:creationId xmlns:a16="http://schemas.microsoft.com/office/drawing/2014/main" id="{2864D3CE-F30F-35C2-6BBD-EA0F066CFB4C}"/>
              </a:ext>
            </a:extLst>
          </p:cNvPr>
          <p:cNvSpPr/>
          <p:nvPr/>
        </p:nvSpPr>
        <p:spPr>
          <a:xfrm>
            <a:off x="3418909" y="3145680"/>
            <a:ext cx="866394" cy="702078"/>
          </a:xfrm>
          <a:prstGeom prst="roundRect">
            <a:avLst/>
          </a:pr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27" name="Connecteur droit avec flèche 13">
            <a:extLst>
              <a:ext uri="{FF2B5EF4-FFF2-40B4-BE49-F238E27FC236}">
                <a16:creationId xmlns:a16="http://schemas.microsoft.com/office/drawing/2014/main" id="{B613B132-7F49-BA7E-A4E2-116187AAFBBD}"/>
              </a:ext>
            </a:extLst>
          </p:cNvPr>
          <p:cNvCxnSpPr>
            <a:cxnSpLocks/>
          </p:cNvCxnSpPr>
          <p:nvPr/>
        </p:nvCxnSpPr>
        <p:spPr>
          <a:xfrm flipH="1">
            <a:off x="3796590" y="2189628"/>
            <a:ext cx="565163" cy="867702"/>
          </a:xfrm>
          <a:prstGeom prst="straightConnector1">
            <a:avLst/>
          </a:prstGeom>
          <a:ln w="762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ZoneTexte 11">
            <a:extLst>
              <a:ext uri="{FF2B5EF4-FFF2-40B4-BE49-F238E27FC236}">
                <a16:creationId xmlns:a16="http://schemas.microsoft.com/office/drawing/2014/main" id="{29E5399C-60EE-1B66-658C-375563C0A4B3}"/>
              </a:ext>
            </a:extLst>
          </p:cNvPr>
          <p:cNvSpPr txBox="1"/>
          <p:nvPr/>
        </p:nvSpPr>
        <p:spPr>
          <a:xfrm>
            <a:off x="3852106" y="1650259"/>
            <a:ext cx="2256819" cy="738664"/>
          </a:xfrm>
          <a:prstGeom prst="rect">
            <a:avLst/>
          </a:prstGeom>
          <a:noFill/>
        </p:spPr>
        <p:txBody>
          <a:bodyPr wrap="square" rtlCol="0">
            <a:spAutoFit/>
          </a:bodyPr>
          <a:lstStyle/>
          <a:p>
            <a:pPr algn="ctr"/>
            <a:r>
              <a:rPr lang="en-GB" sz="2100" dirty="0"/>
              <a:t>Degrees of freedom</a:t>
            </a:r>
          </a:p>
        </p:txBody>
      </p:sp>
      <p:sp>
        <p:nvSpPr>
          <p:cNvPr id="3" name="TextBox 2">
            <a:extLst>
              <a:ext uri="{FF2B5EF4-FFF2-40B4-BE49-F238E27FC236}">
                <a16:creationId xmlns:a16="http://schemas.microsoft.com/office/drawing/2014/main" id="{3024DEDB-77ED-A127-1AD8-6C58E9277CDC}"/>
              </a:ext>
            </a:extLst>
          </p:cNvPr>
          <p:cNvSpPr txBox="1"/>
          <p:nvPr/>
        </p:nvSpPr>
        <p:spPr>
          <a:xfrm>
            <a:off x="500637" y="325690"/>
            <a:ext cx="4088955" cy="954107"/>
          </a:xfrm>
          <a:prstGeom prst="rect">
            <a:avLst/>
          </a:prstGeom>
          <a:noFill/>
        </p:spPr>
        <p:txBody>
          <a:bodyPr wrap="square" rtlCol="0">
            <a:spAutoFit/>
          </a:bodyPr>
          <a:lstStyle/>
          <a:p>
            <a:r>
              <a:rPr lang="en-GB" sz="2800" b="1" u="sng" dirty="0">
                <a:solidFill>
                  <a:schemeClr val="accent2"/>
                </a:solidFill>
              </a:rPr>
              <a:t>One-sample t-test</a:t>
            </a:r>
          </a:p>
          <a:p>
            <a:r>
              <a:rPr lang="en-GB" sz="2800" b="1" dirty="0">
                <a:solidFill>
                  <a:srgbClr val="7030A0"/>
                </a:solidFill>
              </a:rPr>
              <a:t>(Parametric)</a:t>
            </a:r>
          </a:p>
        </p:txBody>
      </p:sp>
      <p:sp>
        <p:nvSpPr>
          <p:cNvPr id="10" name="TextBox 9">
            <a:extLst>
              <a:ext uri="{FF2B5EF4-FFF2-40B4-BE49-F238E27FC236}">
                <a16:creationId xmlns:a16="http://schemas.microsoft.com/office/drawing/2014/main" id="{14DCE722-2E10-5D8A-E166-17A1C88A0D8A}"/>
              </a:ext>
            </a:extLst>
          </p:cNvPr>
          <p:cNvSpPr txBox="1"/>
          <p:nvPr/>
        </p:nvSpPr>
        <p:spPr>
          <a:xfrm>
            <a:off x="1019630" y="6124566"/>
            <a:ext cx="7327076" cy="523220"/>
          </a:xfrm>
          <a:prstGeom prst="rect">
            <a:avLst/>
          </a:prstGeom>
          <a:noFill/>
        </p:spPr>
        <p:txBody>
          <a:bodyPr wrap="square">
            <a:spAutoFit/>
          </a:bodyPr>
          <a:lstStyle/>
          <a:p>
            <a:pPr algn="ctr"/>
            <a:r>
              <a:rPr lang="en-GB" altLang="en-US" sz="2800" b="1" dirty="0">
                <a:solidFill>
                  <a:srgbClr val="FF5353"/>
                </a:solidFill>
                <a:latin typeface="Calibri" panose="020F0502020204030204" pitchFamily="34" charset="0"/>
              </a:rPr>
              <a:t>Line of results: </a:t>
            </a:r>
            <a:r>
              <a:rPr lang="en-GB" altLang="en-US" sz="2800" i="1" dirty="0">
                <a:latin typeface="Calibri" panose="020F0502020204030204" pitchFamily="34" charset="0"/>
              </a:rPr>
              <a:t>XXX </a:t>
            </a:r>
            <a:r>
              <a:rPr lang="en-GB" altLang="en-US" sz="2800" dirty="0">
                <a:latin typeface="Calibri" panose="020F0502020204030204" pitchFamily="34" charset="0"/>
              </a:rPr>
              <a:t>= XX.XX, </a:t>
            </a:r>
            <a:r>
              <a:rPr lang="en-GB" altLang="en-US" sz="2800" i="1" dirty="0">
                <a:latin typeface="Calibri" panose="020F0502020204030204" pitchFamily="34" charset="0"/>
              </a:rPr>
              <a:t>X</a:t>
            </a:r>
            <a:r>
              <a:rPr lang="en-GB" altLang="en-US" sz="2800" dirty="0">
                <a:latin typeface="Calibri" panose="020F0502020204030204" pitchFamily="34" charset="0"/>
              </a:rPr>
              <a:t> = .XXX, </a:t>
            </a:r>
            <a:r>
              <a:rPr lang="en-GB" altLang="en-US" sz="2800" i="1" dirty="0">
                <a:latin typeface="Calibri" panose="020F0502020204030204" pitchFamily="34" charset="0"/>
              </a:rPr>
              <a:t>X</a:t>
            </a:r>
            <a:r>
              <a:rPr lang="en-GB" altLang="en-US" sz="2800" dirty="0">
                <a:latin typeface="Calibri" panose="020F0502020204030204" pitchFamily="34" charset="0"/>
              </a:rPr>
              <a:t> = XX.XX</a:t>
            </a:r>
          </a:p>
        </p:txBody>
      </p:sp>
      <p:sp>
        <p:nvSpPr>
          <p:cNvPr id="17" name="ZoneTexte 11">
            <a:extLst>
              <a:ext uri="{FF2B5EF4-FFF2-40B4-BE49-F238E27FC236}">
                <a16:creationId xmlns:a16="http://schemas.microsoft.com/office/drawing/2014/main" id="{6D023A87-10E0-FBA9-A40D-63EAF313346B}"/>
              </a:ext>
            </a:extLst>
          </p:cNvPr>
          <p:cNvSpPr txBox="1"/>
          <p:nvPr/>
        </p:nvSpPr>
        <p:spPr>
          <a:xfrm>
            <a:off x="6123153" y="1977631"/>
            <a:ext cx="2817845" cy="415498"/>
          </a:xfrm>
          <a:prstGeom prst="rect">
            <a:avLst/>
          </a:prstGeom>
          <a:noFill/>
        </p:spPr>
        <p:txBody>
          <a:bodyPr wrap="square" rtlCol="0">
            <a:spAutoFit/>
          </a:bodyPr>
          <a:lstStyle/>
          <a:p>
            <a:pPr algn="ctr"/>
            <a:r>
              <a:rPr lang="en-GB" sz="2100" dirty="0"/>
              <a:t>The effect size</a:t>
            </a:r>
          </a:p>
        </p:txBody>
      </p:sp>
      <p:sp>
        <p:nvSpPr>
          <p:cNvPr id="19" name="Rectangle à coins arrondis 7">
            <a:extLst>
              <a:ext uri="{FF2B5EF4-FFF2-40B4-BE49-F238E27FC236}">
                <a16:creationId xmlns:a16="http://schemas.microsoft.com/office/drawing/2014/main" id="{013A3812-F3F6-24CD-2BAC-53482D73ED4C}"/>
              </a:ext>
            </a:extLst>
          </p:cNvPr>
          <p:cNvSpPr/>
          <p:nvPr/>
        </p:nvSpPr>
        <p:spPr>
          <a:xfrm>
            <a:off x="1318520" y="3766897"/>
            <a:ext cx="2220063" cy="702078"/>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Tree>
    <p:extLst>
      <p:ext uri="{BB962C8B-B14F-4D97-AF65-F5344CB8AC3E}">
        <p14:creationId xmlns:p14="http://schemas.microsoft.com/office/powerpoint/2010/main" val="3887434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9"/>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p:bldP spid="15" grpId="0" animBg="1"/>
      <p:bldP spid="16" grpId="0"/>
      <p:bldP spid="6" grpId="0"/>
      <p:bldP spid="11" grpId="0" animBg="1"/>
      <p:bldP spid="21" grpId="0" animBg="1"/>
      <p:bldP spid="22" grpId="0" animBg="1"/>
      <p:bldP spid="26" grpId="0" animBg="1"/>
      <p:bldP spid="26" grpId="1" animBg="1"/>
      <p:bldP spid="29" grpId="0"/>
      <p:bldP spid="29" grpId="1"/>
      <p:bldP spid="10" grpId="0"/>
      <p:bldP spid="10" grpId="1"/>
      <p:bldP spid="17" grpId="0"/>
      <p:bldP spid="19" grpId="0" animBg="1"/>
      <p:bldP spid="19"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3C295-28A0-CE28-F9BA-B9C6A7A0946B}"/>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F92BBAAB-3EC6-E2BF-F468-B70F67288DAF}"/>
              </a:ext>
            </a:extLst>
          </p:cNvPr>
          <p:cNvSpPr>
            <a:spLocks noGrp="1"/>
          </p:cNvSpPr>
          <p:nvPr>
            <p:ph idx="1"/>
          </p:nvPr>
        </p:nvSpPr>
        <p:spPr>
          <a:xfrm>
            <a:off x="846147" y="1522883"/>
            <a:ext cx="7631927" cy="4758953"/>
          </a:xfrm>
          <a:solidFill>
            <a:schemeClr val="bg1"/>
          </a:solidFill>
        </p:spPr>
        <p:txBody>
          <a:bodyPr>
            <a:normAutofit/>
          </a:bodyPr>
          <a:lstStyle/>
          <a:p>
            <a:pPr marL="0" indent="0">
              <a:buNone/>
            </a:pPr>
            <a:r>
              <a:rPr lang="en-GB" sz="2200" dirty="0">
                <a:solidFill>
                  <a:schemeClr val="tx1"/>
                </a:solidFill>
              </a:rPr>
              <a:t>A one-sample t-test was conducted to examine whether there was a difference in average happiness scores (rated on a scale from 0-100) between a sample of Durham participants and the average UK population who took the new exercise class (</a:t>
            </a:r>
            <a:r>
              <a:rPr lang="en-GB" sz="2200" i="1" dirty="0">
                <a:solidFill>
                  <a:schemeClr val="tx1"/>
                </a:solidFill>
              </a:rPr>
              <a:t>μ</a:t>
            </a:r>
            <a:r>
              <a:rPr lang="en-GB" sz="2200" dirty="0">
                <a:solidFill>
                  <a:schemeClr val="tx1"/>
                </a:solidFill>
              </a:rPr>
              <a:t> = 18). All assumptions were met, including the assumption of normality (</a:t>
            </a:r>
            <a:r>
              <a:rPr lang="en-GB" sz="2200" i="1" dirty="0">
                <a:solidFill>
                  <a:schemeClr val="tx1"/>
                </a:solidFill>
              </a:rPr>
              <a:t>W</a:t>
            </a:r>
            <a:r>
              <a:rPr lang="en-GB" sz="2200" dirty="0">
                <a:solidFill>
                  <a:schemeClr val="tx1"/>
                </a:solidFill>
              </a:rPr>
              <a:t> = 0.98, </a:t>
            </a:r>
            <a:r>
              <a:rPr lang="en-GB" sz="2200" i="1" dirty="0">
                <a:solidFill>
                  <a:schemeClr val="tx1"/>
                </a:solidFill>
              </a:rPr>
              <a:t>p</a:t>
            </a:r>
            <a:r>
              <a:rPr lang="en-GB" sz="2200" dirty="0">
                <a:solidFill>
                  <a:schemeClr val="tx1"/>
                </a:solidFill>
              </a:rPr>
              <a:t> = .862). Durham students had significantly higher happiness ratings compared to the UK population, </a:t>
            </a:r>
            <a:r>
              <a:rPr lang="en-GB" sz="2200" i="1" dirty="0">
                <a:solidFill>
                  <a:schemeClr val="tx1"/>
                </a:solidFill>
              </a:rPr>
              <a:t>t</a:t>
            </a:r>
            <a:r>
              <a:rPr lang="en-GB" sz="2200" dirty="0">
                <a:solidFill>
                  <a:schemeClr val="tx1"/>
                </a:solidFill>
              </a:rPr>
              <a:t>(31) = 2.06, </a:t>
            </a:r>
            <a:r>
              <a:rPr lang="en-GB" sz="2200" i="1" dirty="0">
                <a:solidFill>
                  <a:schemeClr val="tx1"/>
                </a:solidFill>
              </a:rPr>
              <a:t>p</a:t>
            </a:r>
            <a:r>
              <a:rPr lang="en-GB" sz="2200" dirty="0">
                <a:solidFill>
                  <a:schemeClr val="tx1"/>
                </a:solidFill>
              </a:rPr>
              <a:t> = .048, </a:t>
            </a:r>
            <a:r>
              <a:rPr lang="en-GB" sz="2200" i="1" dirty="0">
                <a:solidFill>
                  <a:schemeClr val="tx1"/>
                </a:solidFill>
              </a:rPr>
              <a:t>d </a:t>
            </a:r>
            <a:r>
              <a:rPr lang="en-GB" sz="2200" dirty="0">
                <a:solidFill>
                  <a:schemeClr val="tx1"/>
                </a:solidFill>
              </a:rPr>
              <a:t>= 0.37. However, the effect size is relatively small, which suggests only a small difference – Durham students (M = 20.00, SD = 5.48) were only slightly happier than the rest of the UK population. </a:t>
            </a:r>
          </a:p>
          <a:p>
            <a:pPr marL="0" indent="0">
              <a:buNone/>
            </a:pPr>
            <a:endParaRPr lang="en-GB" sz="2200" i="1" dirty="0">
              <a:solidFill>
                <a:schemeClr val="tx1"/>
              </a:solidFill>
            </a:endParaRPr>
          </a:p>
          <a:p>
            <a:pPr marL="0" indent="0">
              <a:buNone/>
            </a:pPr>
            <a:r>
              <a:rPr lang="en-GB" sz="2400" i="1" dirty="0">
                <a:solidFill>
                  <a:srgbClr val="0070C0"/>
                </a:solidFill>
              </a:rPr>
              <a:t>(remember, it’s just an example)</a:t>
            </a:r>
          </a:p>
        </p:txBody>
      </p:sp>
      <p:sp>
        <p:nvSpPr>
          <p:cNvPr id="2" name="Title 2">
            <a:extLst>
              <a:ext uri="{FF2B5EF4-FFF2-40B4-BE49-F238E27FC236}">
                <a16:creationId xmlns:a16="http://schemas.microsoft.com/office/drawing/2014/main" id="{7166FA41-3FA7-3519-074C-82B1653F87A8}"/>
              </a:ext>
            </a:extLst>
          </p:cNvPr>
          <p:cNvSpPr>
            <a:spLocks noGrp="1"/>
          </p:cNvSpPr>
          <p:nvPr>
            <p:ph type="title"/>
          </p:nvPr>
        </p:nvSpPr>
        <p:spPr>
          <a:xfrm>
            <a:off x="665926" y="286604"/>
            <a:ext cx="7812148" cy="1043432"/>
          </a:xfrm>
        </p:spPr>
        <p:txBody>
          <a:bodyPr>
            <a:normAutofit fontScale="90000"/>
          </a:bodyPr>
          <a:lstStyle/>
          <a:p>
            <a:pPr algn="ctr"/>
            <a:r>
              <a:rPr lang="en-GB" sz="4400" dirty="0">
                <a:solidFill>
                  <a:srgbClr val="0070C0"/>
                </a:solidFill>
              </a:rPr>
              <a:t>Example</a:t>
            </a:r>
            <a:r>
              <a:rPr lang="en-GB" sz="4400" dirty="0">
                <a:solidFill>
                  <a:schemeClr val="tx1"/>
                </a:solidFill>
              </a:rPr>
              <a:t> write up: </a:t>
            </a:r>
            <a:r>
              <a:rPr lang="en-GB" sz="4400" b="1" dirty="0">
                <a:solidFill>
                  <a:srgbClr val="0070C0"/>
                </a:solidFill>
              </a:rPr>
              <a:t>One-Samples t-test</a:t>
            </a:r>
            <a:endParaRPr lang="en-GB" b="1" dirty="0">
              <a:solidFill>
                <a:srgbClr val="0070C0"/>
              </a:solidFill>
            </a:endParaRPr>
          </a:p>
        </p:txBody>
      </p:sp>
      <p:sp>
        <p:nvSpPr>
          <p:cNvPr id="3" name="ZoneTexte 11">
            <a:extLst>
              <a:ext uri="{FF2B5EF4-FFF2-40B4-BE49-F238E27FC236}">
                <a16:creationId xmlns:a16="http://schemas.microsoft.com/office/drawing/2014/main" id="{23140607-C80D-C4BB-1382-5B727174D7DF}"/>
              </a:ext>
            </a:extLst>
          </p:cNvPr>
          <p:cNvSpPr txBox="1"/>
          <p:nvPr/>
        </p:nvSpPr>
        <p:spPr>
          <a:xfrm>
            <a:off x="5855425" y="4823345"/>
            <a:ext cx="2442428" cy="1323439"/>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algn="ctr"/>
            <a:r>
              <a:rPr lang="en-GB" sz="1600" i="1" dirty="0"/>
              <a:t>We don’t talk about our hypothesis in the Results section, and we assume it’s two-tailed unless told otherwise</a:t>
            </a:r>
          </a:p>
        </p:txBody>
      </p:sp>
    </p:spTree>
    <p:custDataLst>
      <p:tags r:id="rId1"/>
    </p:custDataLst>
    <p:extLst>
      <p:ext uri="{BB962C8B-B14F-4D97-AF65-F5344CB8AC3E}">
        <p14:creationId xmlns:p14="http://schemas.microsoft.com/office/powerpoint/2010/main" val="4246575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8676F2-4335-7184-8F2C-C2727F9C78E9}"/>
              </a:ext>
            </a:extLst>
          </p:cNvPr>
          <p:cNvSpPr>
            <a:spLocks noGrp="1"/>
          </p:cNvSpPr>
          <p:nvPr>
            <p:ph idx="1"/>
          </p:nvPr>
        </p:nvSpPr>
        <p:spPr>
          <a:xfrm>
            <a:off x="846147" y="1522883"/>
            <a:ext cx="7631927" cy="4758953"/>
          </a:xfrm>
          <a:solidFill>
            <a:schemeClr val="bg1"/>
          </a:solidFill>
        </p:spPr>
        <p:txBody>
          <a:bodyPr>
            <a:normAutofit/>
          </a:bodyPr>
          <a:lstStyle/>
          <a:p>
            <a:pPr marL="0" indent="0">
              <a:buNone/>
            </a:pPr>
            <a:r>
              <a:rPr lang="en-GB" dirty="0">
                <a:solidFill>
                  <a:schemeClr val="tx1"/>
                </a:solidFill>
              </a:rPr>
              <a:t>A one-sample t-test was conducted to examine whether there was a difference in average happiness scores (rated on a scale from 0-100) between a sample of Durham participants and the average UK population who took the new exercise class (</a:t>
            </a:r>
            <a:r>
              <a:rPr lang="en-GB" i="1" dirty="0">
                <a:solidFill>
                  <a:schemeClr val="tx1"/>
                </a:solidFill>
              </a:rPr>
              <a:t>μ</a:t>
            </a:r>
            <a:r>
              <a:rPr lang="en-GB" dirty="0">
                <a:solidFill>
                  <a:schemeClr val="tx1"/>
                </a:solidFill>
              </a:rPr>
              <a:t> = 18). All assumptions were met, including the assumption of normality (</a:t>
            </a:r>
            <a:r>
              <a:rPr lang="en-GB" i="1" dirty="0">
                <a:solidFill>
                  <a:schemeClr val="tx1"/>
                </a:solidFill>
              </a:rPr>
              <a:t>W</a:t>
            </a:r>
            <a:r>
              <a:rPr lang="en-GB" dirty="0">
                <a:solidFill>
                  <a:schemeClr val="tx1"/>
                </a:solidFill>
              </a:rPr>
              <a:t> = 0.98, </a:t>
            </a:r>
            <a:r>
              <a:rPr lang="en-GB" i="1" dirty="0">
                <a:solidFill>
                  <a:schemeClr val="tx1"/>
                </a:solidFill>
              </a:rPr>
              <a:t>p</a:t>
            </a:r>
            <a:r>
              <a:rPr lang="en-GB" dirty="0">
                <a:solidFill>
                  <a:schemeClr val="tx1"/>
                </a:solidFill>
              </a:rPr>
              <a:t> = .862). Durham students had significantly higher happiness ratings compared to the UK population, </a:t>
            </a:r>
            <a:r>
              <a:rPr lang="en-GB" i="1" dirty="0">
                <a:solidFill>
                  <a:schemeClr val="tx1"/>
                </a:solidFill>
              </a:rPr>
              <a:t>t</a:t>
            </a:r>
            <a:r>
              <a:rPr lang="en-GB" dirty="0">
                <a:solidFill>
                  <a:schemeClr val="tx1"/>
                </a:solidFill>
              </a:rPr>
              <a:t>(31) = 2.06, </a:t>
            </a:r>
            <a:r>
              <a:rPr lang="en-GB" i="1" dirty="0">
                <a:solidFill>
                  <a:schemeClr val="tx1"/>
                </a:solidFill>
              </a:rPr>
              <a:t>p</a:t>
            </a:r>
            <a:r>
              <a:rPr lang="en-GB" dirty="0">
                <a:solidFill>
                  <a:schemeClr val="tx1"/>
                </a:solidFill>
              </a:rPr>
              <a:t> = .048, </a:t>
            </a:r>
            <a:r>
              <a:rPr lang="en-GB" i="1" dirty="0">
                <a:solidFill>
                  <a:schemeClr val="tx1"/>
                </a:solidFill>
              </a:rPr>
              <a:t>d</a:t>
            </a:r>
            <a:r>
              <a:rPr lang="en-GB" dirty="0">
                <a:solidFill>
                  <a:schemeClr val="tx1"/>
                </a:solidFill>
              </a:rPr>
              <a:t> = 0.37. However, the effect size is relatively small, which suggests only a small difference – Durham students (M = 20.00, SD = 5.48) were only slightly happier than the rest of the UK population. </a:t>
            </a:r>
          </a:p>
        </p:txBody>
      </p:sp>
      <p:sp>
        <p:nvSpPr>
          <p:cNvPr id="2" name="Title 2">
            <a:extLst>
              <a:ext uri="{FF2B5EF4-FFF2-40B4-BE49-F238E27FC236}">
                <a16:creationId xmlns:a16="http://schemas.microsoft.com/office/drawing/2014/main" id="{7645AA91-C61C-EB78-4547-411177150EE8}"/>
              </a:ext>
            </a:extLst>
          </p:cNvPr>
          <p:cNvSpPr>
            <a:spLocks noGrp="1"/>
          </p:cNvSpPr>
          <p:nvPr>
            <p:ph type="title"/>
          </p:nvPr>
        </p:nvSpPr>
        <p:spPr>
          <a:xfrm>
            <a:off x="665926" y="286604"/>
            <a:ext cx="7812148" cy="1043432"/>
          </a:xfrm>
        </p:spPr>
        <p:txBody>
          <a:bodyPr>
            <a:normAutofit fontScale="90000"/>
          </a:bodyPr>
          <a:lstStyle/>
          <a:p>
            <a:pPr algn="ctr"/>
            <a:r>
              <a:rPr lang="en-GB" sz="4400" dirty="0">
                <a:solidFill>
                  <a:srgbClr val="0070C0"/>
                </a:solidFill>
              </a:rPr>
              <a:t>Example</a:t>
            </a:r>
            <a:r>
              <a:rPr lang="en-GB" sz="4400" dirty="0">
                <a:solidFill>
                  <a:schemeClr val="tx1"/>
                </a:solidFill>
              </a:rPr>
              <a:t> write up: </a:t>
            </a:r>
            <a:r>
              <a:rPr lang="en-GB" sz="4400" b="1" dirty="0">
                <a:solidFill>
                  <a:srgbClr val="0070C0"/>
                </a:solidFill>
              </a:rPr>
              <a:t>One-Samples t-test</a:t>
            </a:r>
            <a:endParaRPr lang="en-GB" b="1" dirty="0">
              <a:solidFill>
                <a:srgbClr val="0070C0"/>
              </a:solidFill>
            </a:endParaRPr>
          </a:p>
        </p:txBody>
      </p:sp>
      <p:pic>
        <p:nvPicPr>
          <p:cNvPr id="5" name="Picture 4">
            <a:extLst>
              <a:ext uri="{FF2B5EF4-FFF2-40B4-BE49-F238E27FC236}">
                <a16:creationId xmlns:a16="http://schemas.microsoft.com/office/drawing/2014/main" id="{40499D61-F885-5114-D985-2AA175C1758E}"/>
              </a:ext>
            </a:extLst>
          </p:cNvPr>
          <p:cNvPicPr>
            <a:picLocks noChangeAspect="1"/>
          </p:cNvPicPr>
          <p:nvPr/>
        </p:nvPicPr>
        <p:blipFill>
          <a:blip r:embed="rId4"/>
          <a:stretch>
            <a:fillRect/>
          </a:stretch>
        </p:blipFill>
        <p:spPr>
          <a:xfrm>
            <a:off x="6400801" y="4066674"/>
            <a:ext cx="2663619" cy="2791326"/>
          </a:xfrm>
          <a:prstGeom prst="rect">
            <a:avLst/>
          </a:prstGeom>
        </p:spPr>
      </p:pic>
      <p:sp>
        <p:nvSpPr>
          <p:cNvPr id="6" name="Rectangle à coins arrondis 7">
            <a:extLst>
              <a:ext uri="{FF2B5EF4-FFF2-40B4-BE49-F238E27FC236}">
                <a16:creationId xmlns:a16="http://schemas.microsoft.com/office/drawing/2014/main" id="{7D03BE13-F645-F2D5-6229-CA3C066005D7}"/>
              </a:ext>
            </a:extLst>
          </p:cNvPr>
          <p:cNvSpPr/>
          <p:nvPr/>
        </p:nvSpPr>
        <p:spPr>
          <a:xfrm>
            <a:off x="1078793" y="1557167"/>
            <a:ext cx="1840832" cy="257791"/>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dirty="0">
              <a:solidFill>
                <a:schemeClr val="tx1"/>
              </a:solidFill>
            </a:endParaRPr>
          </a:p>
        </p:txBody>
      </p:sp>
      <p:sp>
        <p:nvSpPr>
          <p:cNvPr id="7" name="Rectangle à coins arrondis 7">
            <a:extLst>
              <a:ext uri="{FF2B5EF4-FFF2-40B4-BE49-F238E27FC236}">
                <a16:creationId xmlns:a16="http://schemas.microsoft.com/office/drawing/2014/main" id="{43D925CC-2046-1B0F-C80E-73ACA3D289AD}"/>
              </a:ext>
            </a:extLst>
          </p:cNvPr>
          <p:cNvSpPr/>
          <p:nvPr/>
        </p:nvSpPr>
        <p:spPr>
          <a:xfrm>
            <a:off x="3007895" y="1791290"/>
            <a:ext cx="4896851" cy="308828"/>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dirty="0">
              <a:solidFill>
                <a:schemeClr val="tx1"/>
              </a:solidFill>
            </a:endParaRPr>
          </a:p>
        </p:txBody>
      </p:sp>
      <p:sp>
        <p:nvSpPr>
          <p:cNvPr id="8" name="Rectangle à coins arrondis 7">
            <a:extLst>
              <a:ext uri="{FF2B5EF4-FFF2-40B4-BE49-F238E27FC236}">
                <a16:creationId xmlns:a16="http://schemas.microsoft.com/office/drawing/2014/main" id="{8064FB05-D58F-8BF2-DC10-F2A8094D5771}"/>
              </a:ext>
            </a:extLst>
          </p:cNvPr>
          <p:cNvSpPr/>
          <p:nvPr/>
        </p:nvSpPr>
        <p:spPr>
          <a:xfrm>
            <a:off x="6063916" y="2100117"/>
            <a:ext cx="2414158" cy="257791"/>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dirty="0">
              <a:solidFill>
                <a:schemeClr val="tx1"/>
              </a:solidFill>
            </a:endParaRPr>
          </a:p>
        </p:txBody>
      </p:sp>
      <p:sp>
        <p:nvSpPr>
          <p:cNvPr id="10" name="Rectangle à coins arrondis 7">
            <a:extLst>
              <a:ext uri="{FF2B5EF4-FFF2-40B4-BE49-F238E27FC236}">
                <a16:creationId xmlns:a16="http://schemas.microsoft.com/office/drawing/2014/main" id="{7241A8FD-36A5-306D-D02E-CF662EE89801}"/>
              </a:ext>
            </a:extLst>
          </p:cNvPr>
          <p:cNvSpPr/>
          <p:nvPr/>
        </p:nvSpPr>
        <p:spPr>
          <a:xfrm>
            <a:off x="2126072" y="2940248"/>
            <a:ext cx="1447910" cy="257791"/>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dirty="0">
              <a:solidFill>
                <a:schemeClr val="tx1"/>
              </a:solidFill>
            </a:endParaRPr>
          </a:p>
        </p:txBody>
      </p:sp>
      <p:sp>
        <p:nvSpPr>
          <p:cNvPr id="11" name="Rectangle à coins arrondis 7">
            <a:extLst>
              <a:ext uri="{FF2B5EF4-FFF2-40B4-BE49-F238E27FC236}">
                <a16:creationId xmlns:a16="http://schemas.microsoft.com/office/drawing/2014/main" id="{A60362D1-38F8-F1A3-26B0-20CAE0F4B5B3}"/>
              </a:ext>
            </a:extLst>
          </p:cNvPr>
          <p:cNvSpPr/>
          <p:nvPr/>
        </p:nvSpPr>
        <p:spPr>
          <a:xfrm>
            <a:off x="3573981" y="2957033"/>
            <a:ext cx="4713983" cy="235221"/>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dirty="0">
              <a:solidFill>
                <a:schemeClr val="tx1"/>
              </a:solidFill>
            </a:endParaRPr>
          </a:p>
        </p:txBody>
      </p:sp>
      <p:sp>
        <p:nvSpPr>
          <p:cNvPr id="13" name="Rectangle à coins arrondis 7">
            <a:extLst>
              <a:ext uri="{FF2B5EF4-FFF2-40B4-BE49-F238E27FC236}">
                <a16:creationId xmlns:a16="http://schemas.microsoft.com/office/drawing/2014/main" id="{45A5AE09-BFBD-8359-309B-34E91425F420}"/>
              </a:ext>
            </a:extLst>
          </p:cNvPr>
          <p:cNvSpPr/>
          <p:nvPr/>
        </p:nvSpPr>
        <p:spPr>
          <a:xfrm>
            <a:off x="2126073" y="3219709"/>
            <a:ext cx="3047506" cy="257791"/>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dirty="0">
              <a:solidFill>
                <a:schemeClr val="tx1"/>
              </a:solidFill>
            </a:endParaRPr>
          </a:p>
        </p:txBody>
      </p:sp>
      <p:sp>
        <p:nvSpPr>
          <p:cNvPr id="14" name="Rectangle à coins arrondis 7">
            <a:extLst>
              <a:ext uri="{FF2B5EF4-FFF2-40B4-BE49-F238E27FC236}">
                <a16:creationId xmlns:a16="http://schemas.microsoft.com/office/drawing/2014/main" id="{40A77E9D-AE7D-2C77-C9C9-B97D1B6CF1C4}"/>
              </a:ext>
            </a:extLst>
          </p:cNvPr>
          <p:cNvSpPr/>
          <p:nvPr/>
        </p:nvSpPr>
        <p:spPr>
          <a:xfrm>
            <a:off x="6163915" y="3192254"/>
            <a:ext cx="1937434" cy="257791"/>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dirty="0">
              <a:solidFill>
                <a:schemeClr val="tx1"/>
              </a:solidFill>
            </a:endParaRPr>
          </a:p>
        </p:txBody>
      </p:sp>
      <p:sp>
        <p:nvSpPr>
          <p:cNvPr id="15" name="Rectangle à coins arrondis 7">
            <a:extLst>
              <a:ext uri="{FF2B5EF4-FFF2-40B4-BE49-F238E27FC236}">
                <a16:creationId xmlns:a16="http://schemas.microsoft.com/office/drawing/2014/main" id="{49238B9F-61AD-30B8-7E53-065404A1013A}"/>
              </a:ext>
            </a:extLst>
          </p:cNvPr>
          <p:cNvSpPr/>
          <p:nvPr/>
        </p:nvSpPr>
        <p:spPr>
          <a:xfrm>
            <a:off x="846146" y="3773463"/>
            <a:ext cx="2306127" cy="264706"/>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dirty="0">
              <a:solidFill>
                <a:schemeClr val="tx1"/>
              </a:solidFill>
            </a:endParaRPr>
          </a:p>
        </p:txBody>
      </p:sp>
    </p:spTree>
    <p:custDataLst>
      <p:tags r:id="rId1"/>
    </p:custDataLst>
    <p:extLst>
      <p:ext uri="{BB962C8B-B14F-4D97-AF65-F5344CB8AC3E}">
        <p14:creationId xmlns:p14="http://schemas.microsoft.com/office/powerpoint/2010/main" val="106124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7"/>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hidden"/>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1"/>
                                        </p:tgtEl>
                                        <p:attrNameLst>
                                          <p:attrName>style.visibility</p:attrName>
                                        </p:attrNameLst>
                                      </p:cBhvr>
                                      <p:to>
                                        <p:strVal val="hidden"/>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13"/>
                                        </p:tgtEl>
                                        <p:attrNameLst>
                                          <p:attrName>style.visibility</p:attrName>
                                        </p:attrNameLst>
                                      </p:cBhvr>
                                      <p:to>
                                        <p:strVal val="hidden"/>
                                      </p:to>
                                    </p:set>
                                  </p:childTnLst>
                                </p:cTn>
                              </p:par>
                            </p:childTnLst>
                          </p:cTn>
                        </p:par>
                        <p:par>
                          <p:cTn id="46" fill="hold">
                            <p:stCondLst>
                              <p:cond delay="0"/>
                            </p:stCondLst>
                            <p:childTnLst>
                              <p:par>
                                <p:cTn id="47" presetID="1" presetClass="entr" presetSubtype="0" fill="hold" grpId="0" nodeType="after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14"/>
                                        </p:tgtEl>
                                        <p:attrNameLst>
                                          <p:attrName>style.visibility</p:attrName>
                                        </p:attrNameLst>
                                      </p:cBhvr>
                                      <p:to>
                                        <p:strVal val="hidden"/>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1" nodeType="clickEffect">
                                  <p:stCondLst>
                                    <p:cond delay="0"/>
                                  </p:stCondLst>
                                  <p:childTnLst>
                                    <p:set>
                                      <p:cBhvr>
                                        <p:cTn id="59"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10" grpId="0" animBg="1"/>
      <p:bldP spid="10" grpId="1" animBg="1"/>
      <p:bldP spid="11" grpId="0" animBg="1"/>
      <p:bldP spid="11" grpId="1" animBg="1"/>
      <p:bldP spid="13" grpId="0" animBg="1"/>
      <p:bldP spid="13" grpId="1" animBg="1"/>
      <p:bldP spid="14" grpId="0" animBg="1"/>
      <p:bldP spid="14" grpId="1" animBg="1"/>
      <p:bldP spid="15" grpId="0" animBg="1"/>
      <p:bldP spid="15" grpId="1"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889942F-748E-7654-D18E-B8B366E8BD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22A3185-D7AF-89F7-2856-F92FA76716D3}"/>
              </a:ext>
            </a:extLst>
          </p:cNvPr>
          <p:cNvPicPr>
            <a:picLocks noChangeAspect="1"/>
          </p:cNvPicPr>
          <p:nvPr/>
        </p:nvPicPr>
        <p:blipFill>
          <a:blip r:embed="rId3"/>
          <a:stretch>
            <a:fillRect/>
          </a:stretch>
        </p:blipFill>
        <p:spPr>
          <a:xfrm>
            <a:off x="1242301" y="2581931"/>
            <a:ext cx="7414088" cy="1921472"/>
          </a:xfrm>
          <a:prstGeom prst="rect">
            <a:avLst/>
          </a:prstGeom>
        </p:spPr>
      </p:pic>
      <p:sp>
        <p:nvSpPr>
          <p:cNvPr id="2" name="Titre 1">
            <a:extLst>
              <a:ext uri="{FF2B5EF4-FFF2-40B4-BE49-F238E27FC236}">
                <a16:creationId xmlns:a16="http://schemas.microsoft.com/office/drawing/2014/main" id="{DE38D665-36AF-C4E7-AC4A-877BBE3C23D5}"/>
              </a:ext>
            </a:extLst>
          </p:cNvPr>
          <p:cNvSpPr>
            <a:spLocks noGrp="1"/>
          </p:cNvSpPr>
          <p:nvPr>
            <p:ph type="title"/>
          </p:nvPr>
        </p:nvSpPr>
        <p:spPr>
          <a:xfrm>
            <a:off x="4821382" y="635800"/>
            <a:ext cx="3841017" cy="536717"/>
          </a:xfrm>
        </p:spPr>
        <p:txBody>
          <a:bodyPr/>
          <a:lstStyle/>
          <a:p>
            <a:pPr algn="ctr"/>
            <a:r>
              <a:rPr lang="en-GB" sz="3200" dirty="0">
                <a:solidFill>
                  <a:schemeClr val="tx1"/>
                </a:solidFill>
              </a:rPr>
              <a:t>Read the output table</a:t>
            </a:r>
          </a:p>
        </p:txBody>
      </p:sp>
      <p:sp>
        <p:nvSpPr>
          <p:cNvPr id="8" name="Rectangle à coins arrondis 7">
            <a:extLst>
              <a:ext uri="{FF2B5EF4-FFF2-40B4-BE49-F238E27FC236}">
                <a16:creationId xmlns:a16="http://schemas.microsoft.com/office/drawing/2014/main" id="{13EA3096-D2A2-7164-7107-5A9F4EF513BE}"/>
              </a:ext>
            </a:extLst>
          </p:cNvPr>
          <p:cNvSpPr/>
          <p:nvPr/>
        </p:nvSpPr>
        <p:spPr>
          <a:xfrm>
            <a:off x="3450204" y="3143899"/>
            <a:ext cx="866394" cy="70207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2" name="ZoneTexte 11">
            <a:extLst>
              <a:ext uri="{FF2B5EF4-FFF2-40B4-BE49-F238E27FC236}">
                <a16:creationId xmlns:a16="http://schemas.microsoft.com/office/drawing/2014/main" id="{142F5F1F-DCA3-401C-FE74-4C1123B69A8D}"/>
              </a:ext>
            </a:extLst>
          </p:cNvPr>
          <p:cNvSpPr txBox="1"/>
          <p:nvPr/>
        </p:nvSpPr>
        <p:spPr>
          <a:xfrm>
            <a:off x="1019630" y="4900907"/>
            <a:ext cx="2275315" cy="1061829"/>
          </a:xfrm>
          <a:prstGeom prst="rect">
            <a:avLst/>
          </a:prstGeom>
          <a:noFill/>
        </p:spPr>
        <p:txBody>
          <a:bodyPr wrap="square" rtlCol="0">
            <a:spAutoFit/>
          </a:bodyPr>
          <a:lstStyle/>
          <a:p>
            <a:pPr algn="ctr"/>
            <a:r>
              <a:rPr lang="en-GB" sz="2100" dirty="0"/>
              <a:t>The test statistic, W (even though it says V!)</a:t>
            </a:r>
          </a:p>
        </p:txBody>
      </p:sp>
      <p:cxnSp>
        <p:nvCxnSpPr>
          <p:cNvPr id="14" name="Connecteur droit avec flèche 13">
            <a:extLst>
              <a:ext uri="{FF2B5EF4-FFF2-40B4-BE49-F238E27FC236}">
                <a16:creationId xmlns:a16="http://schemas.microsoft.com/office/drawing/2014/main" id="{365B58B0-0BF6-91BC-775B-B2E5D3F5E0E0}"/>
              </a:ext>
            </a:extLst>
          </p:cNvPr>
          <p:cNvCxnSpPr>
            <a:cxnSpLocks/>
          </p:cNvCxnSpPr>
          <p:nvPr/>
        </p:nvCxnSpPr>
        <p:spPr>
          <a:xfrm flipV="1">
            <a:off x="2428552" y="3876208"/>
            <a:ext cx="400174" cy="1024699"/>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eur droit avec flèche 13">
            <a:extLst>
              <a:ext uri="{FF2B5EF4-FFF2-40B4-BE49-F238E27FC236}">
                <a16:creationId xmlns:a16="http://schemas.microsoft.com/office/drawing/2014/main" id="{EAB54B35-C1EE-ED4D-415E-B5C46523343E}"/>
              </a:ext>
            </a:extLst>
          </p:cNvPr>
          <p:cNvCxnSpPr>
            <a:cxnSpLocks/>
          </p:cNvCxnSpPr>
          <p:nvPr/>
        </p:nvCxnSpPr>
        <p:spPr>
          <a:xfrm flipH="1">
            <a:off x="2628639" y="2116356"/>
            <a:ext cx="438082" cy="561820"/>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à coins arrondis 7">
            <a:extLst>
              <a:ext uri="{FF2B5EF4-FFF2-40B4-BE49-F238E27FC236}">
                <a16:creationId xmlns:a16="http://schemas.microsoft.com/office/drawing/2014/main" id="{033A7B13-AE8C-FB96-CD6F-BDFA0AFB0501}"/>
              </a:ext>
            </a:extLst>
          </p:cNvPr>
          <p:cNvSpPr/>
          <p:nvPr/>
        </p:nvSpPr>
        <p:spPr>
          <a:xfrm>
            <a:off x="1019630" y="2678176"/>
            <a:ext cx="2220063" cy="448411"/>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6" name="ZoneTexte 11">
            <a:extLst>
              <a:ext uri="{FF2B5EF4-FFF2-40B4-BE49-F238E27FC236}">
                <a16:creationId xmlns:a16="http://schemas.microsoft.com/office/drawing/2014/main" id="{6FCD8340-7CE3-E971-086B-7D21CC61BDF8}"/>
              </a:ext>
            </a:extLst>
          </p:cNvPr>
          <p:cNvSpPr txBox="1"/>
          <p:nvPr/>
        </p:nvSpPr>
        <p:spPr>
          <a:xfrm>
            <a:off x="1195332" y="1748159"/>
            <a:ext cx="2256819" cy="415498"/>
          </a:xfrm>
          <a:prstGeom prst="rect">
            <a:avLst/>
          </a:prstGeom>
          <a:noFill/>
        </p:spPr>
        <p:txBody>
          <a:bodyPr wrap="square" rtlCol="0">
            <a:spAutoFit/>
          </a:bodyPr>
          <a:lstStyle/>
          <a:p>
            <a:pPr algn="ctr"/>
            <a:r>
              <a:rPr lang="en-GB" sz="2100" dirty="0"/>
              <a:t>Type of t-test</a:t>
            </a:r>
          </a:p>
        </p:txBody>
      </p:sp>
      <p:sp>
        <p:nvSpPr>
          <p:cNvPr id="6" name="ZoneTexte 11">
            <a:extLst>
              <a:ext uri="{FF2B5EF4-FFF2-40B4-BE49-F238E27FC236}">
                <a16:creationId xmlns:a16="http://schemas.microsoft.com/office/drawing/2014/main" id="{3D77616A-C16E-BE10-DDED-136F2F4F75D2}"/>
              </a:ext>
            </a:extLst>
          </p:cNvPr>
          <p:cNvSpPr txBox="1"/>
          <p:nvPr/>
        </p:nvSpPr>
        <p:spPr>
          <a:xfrm>
            <a:off x="3249457" y="5030255"/>
            <a:ext cx="2817845" cy="738664"/>
          </a:xfrm>
          <a:prstGeom prst="rect">
            <a:avLst/>
          </a:prstGeom>
          <a:noFill/>
        </p:spPr>
        <p:txBody>
          <a:bodyPr wrap="square" rtlCol="0">
            <a:spAutoFit/>
          </a:bodyPr>
          <a:lstStyle/>
          <a:p>
            <a:pPr algn="ctr"/>
            <a:r>
              <a:rPr lang="en-GB" sz="2100" dirty="0"/>
              <a:t>The p-value (significance value)</a:t>
            </a:r>
          </a:p>
        </p:txBody>
      </p:sp>
      <p:sp>
        <p:nvSpPr>
          <p:cNvPr id="11" name="Rectangle à coins arrondis 7">
            <a:extLst>
              <a:ext uri="{FF2B5EF4-FFF2-40B4-BE49-F238E27FC236}">
                <a16:creationId xmlns:a16="http://schemas.microsoft.com/office/drawing/2014/main" id="{B52287D3-ABF4-C5FE-19B7-7E8A5A05A824}"/>
              </a:ext>
            </a:extLst>
          </p:cNvPr>
          <p:cNvSpPr/>
          <p:nvPr/>
        </p:nvSpPr>
        <p:spPr>
          <a:xfrm>
            <a:off x="2428552" y="3143899"/>
            <a:ext cx="866394" cy="702078"/>
          </a:xfrm>
          <a:prstGeom prst="round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18" name="Connecteur droit avec flèche 13">
            <a:extLst>
              <a:ext uri="{FF2B5EF4-FFF2-40B4-BE49-F238E27FC236}">
                <a16:creationId xmlns:a16="http://schemas.microsoft.com/office/drawing/2014/main" id="{C9DCEFFE-528A-48EE-3A44-FF72E57BEA75}"/>
              </a:ext>
            </a:extLst>
          </p:cNvPr>
          <p:cNvCxnSpPr>
            <a:cxnSpLocks/>
          </p:cNvCxnSpPr>
          <p:nvPr/>
        </p:nvCxnSpPr>
        <p:spPr>
          <a:xfrm flipH="1" flipV="1">
            <a:off x="3938758" y="3876208"/>
            <a:ext cx="401693" cy="125278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à coins arrondis 7">
            <a:extLst>
              <a:ext uri="{FF2B5EF4-FFF2-40B4-BE49-F238E27FC236}">
                <a16:creationId xmlns:a16="http://schemas.microsoft.com/office/drawing/2014/main" id="{A706828C-996C-6861-64C6-6BE68F5C91D6}"/>
              </a:ext>
            </a:extLst>
          </p:cNvPr>
          <p:cNvSpPr/>
          <p:nvPr/>
        </p:nvSpPr>
        <p:spPr>
          <a:xfrm>
            <a:off x="4340451" y="3130180"/>
            <a:ext cx="1712845" cy="702078"/>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22" name="ZoneTexte 11">
            <a:extLst>
              <a:ext uri="{FF2B5EF4-FFF2-40B4-BE49-F238E27FC236}">
                <a16:creationId xmlns:a16="http://schemas.microsoft.com/office/drawing/2014/main" id="{1124AAD4-8C67-467B-8B51-6BECC587210F}"/>
              </a:ext>
            </a:extLst>
          </p:cNvPr>
          <p:cNvSpPr txBox="1"/>
          <p:nvPr/>
        </p:nvSpPr>
        <p:spPr>
          <a:xfrm>
            <a:off x="6365174" y="4692205"/>
            <a:ext cx="2092977"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dirty="0"/>
              <a:t>Remember we don’t report DF for non-parametric tests</a:t>
            </a:r>
          </a:p>
        </p:txBody>
      </p:sp>
      <p:cxnSp>
        <p:nvCxnSpPr>
          <p:cNvPr id="23" name="Connecteur droit avec flèche 13">
            <a:extLst>
              <a:ext uri="{FF2B5EF4-FFF2-40B4-BE49-F238E27FC236}">
                <a16:creationId xmlns:a16="http://schemas.microsoft.com/office/drawing/2014/main" id="{B414C5CB-AC8B-4C56-53CC-CEF2912E2874}"/>
              </a:ext>
            </a:extLst>
          </p:cNvPr>
          <p:cNvCxnSpPr>
            <a:cxnSpLocks/>
          </p:cNvCxnSpPr>
          <p:nvPr/>
        </p:nvCxnSpPr>
        <p:spPr>
          <a:xfrm flipH="1">
            <a:off x="5901003" y="2240460"/>
            <a:ext cx="784997" cy="812577"/>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157D36F-CB55-2CB0-DBC2-4617EE694E68}"/>
              </a:ext>
            </a:extLst>
          </p:cNvPr>
          <p:cNvSpPr txBox="1"/>
          <p:nvPr/>
        </p:nvSpPr>
        <p:spPr>
          <a:xfrm>
            <a:off x="414021" y="125111"/>
            <a:ext cx="4407362" cy="1384995"/>
          </a:xfrm>
          <a:prstGeom prst="rect">
            <a:avLst/>
          </a:prstGeom>
          <a:noFill/>
        </p:spPr>
        <p:txBody>
          <a:bodyPr wrap="square" rtlCol="0">
            <a:spAutoFit/>
          </a:bodyPr>
          <a:lstStyle/>
          <a:p>
            <a:r>
              <a:rPr lang="en-GB" sz="2800" b="1" u="sng" dirty="0">
                <a:solidFill>
                  <a:srgbClr val="D29956"/>
                </a:solidFill>
              </a:rPr>
              <a:t>Wilcoxon-signed rank test</a:t>
            </a:r>
            <a:r>
              <a:rPr lang="en-GB" sz="2800" b="1" dirty="0">
                <a:solidFill>
                  <a:srgbClr val="D29956"/>
                </a:solidFill>
              </a:rPr>
              <a:t> </a:t>
            </a:r>
          </a:p>
          <a:p>
            <a:r>
              <a:rPr lang="en-GB" sz="2800" b="1" dirty="0">
                <a:solidFill>
                  <a:srgbClr val="D29956"/>
                </a:solidFill>
              </a:rPr>
              <a:t>(Non-Parametric </a:t>
            </a:r>
            <a:r>
              <a:rPr lang="en-GB" sz="2800" dirty="0">
                <a:solidFill>
                  <a:srgbClr val="D29956"/>
                </a:solidFill>
              </a:rPr>
              <a:t>equivalent of One-sample t-test)</a:t>
            </a:r>
          </a:p>
        </p:txBody>
      </p:sp>
      <p:sp>
        <p:nvSpPr>
          <p:cNvPr id="10" name="TextBox 9">
            <a:extLst>
              <a:ext uri="{FF2B5EF4-FFF2-40B4-BE49-F238E27FC236}">
                <a16:creationId xmlns:a16="http://schemas.microsoft.com/office/drawing/2014/main" id="{6B2B26F9-3742-CDE3-2EB4-291E6433EF57}"/>
              </a:ext>
            </a:extLst>
          </p:cNvPr>
          <p:cNvSpPr txBox="1"/>
          <p:nvPr/>
        </p:nvSpPr>
        <p:spPr>
          <a:xfrm>
            <a:off x="856648" y="6113630"/>
            <a:ext cx="7756235" cy="523220"/>
          </a:xfrm>
          <a:prstGeom prst="rect">
            <a:avLst/>
          </a:prstGeom>
          <a:noFill/>
        </p:spPr>
        <p:txBody>
          <a:bodyPr wrap="square">
            <a:spAutoFit/>
          </a:bodyPr>
          <a:lstStyle/>
          <a:p>
            <a:pPr algn="ctr"/>
            <a:r>
              <a:rPr lang="en-GB" altLang="en-US" sz="2800" b="1" dirty="0">
                <a:solidFill>
                  <a:srgbClr val="FF5353"/>
                </a:solidFill>
                <a:latin typeface="Calibri" panose="020F0502020204030204" pitchFamily="34" charset="0"/>
              </a:rPr>
              <a:t>Line of results: </a:t>
            </a:r>
            <a:r>
              <a:rPr lang="en-GB" altLang="en-US" sz="2800" i="1" dirty="0">
                <a:latin typeface="Calibri" panose="020F0502020204030204" pitchFamily="34" charset="0"/>
              </a:rPr>
              <a:t>X</a:t>
            </a:r>
            <a:r>
              <a:rPr lang="en-GB" altLang="en-US" sz="2800" dirty="0">
                <a:latin typeface="Calibri" panose="020F0502020204030204" pitchFamily="34" charset="0"/>
              </a:rPr>
              <a:t> = XX.XX, </a:t>
            </a:r>
            <a:r>
              <a:rPr lang="en-GB" altLang="en-US" sz="2800" i="1" dirty="0">
                <a:latin typeface="Calibri" panose="020F0502020204030204" pitchFamily="34" charset="0"/>
              </a:rPr>
              <a:t>X</a:t>
            </a:r>
            <a:r>
              <a:rPr lang="en-GB" altLang="en-US" sz="2800" dirty="0">
                <a:latin typeface="Calibri" panose="020F0502020204030204" pitchFamily="34" charset="0"/>
              </a:rPr>
              <a:t> = .XXX, </a:t>
            </a:r>
            <a:r>
              <a:rPr lang="en-GB" altLang="en-US" sz="2800" i="1" dirty="0">
                <a:latin typeface="Calibri" panose="020F0502020204030204" pitchFamily="34" charset="0"/>
              </a:rPr>
              <a:t>X</a:t>
            </a:r>
            <a:r>
              <a:rPr lang="en-GB" altLang="en-US" sz="2800" dirty="0">
                <a:latin typeface="Calibri" panose="020F0502020204030204" pitchFamily="34" charset="0"/>
              </a:rPr>
              <a:t>= XX.XX</a:t>
            </a:r>
          </a:p>
        </p:txBody>
      </p:sp>
      <p:sp>
        <p:nvSpPr>
          <p:cNvPr id="17" name="ZoneTexte 11">
            <a:extLst>
              <a:ext uri="{FF2B5EF4-FFF2-40B4-BE49-F238E27FC236}">
                <a16:creationId xmlns:a16="http://schemas.microsoft.com/office/drawing/2014/main" id="{D368E0A0-1109-4E17-35A8-B844E7FB366D}"/>
              </a:ext>
            </a:extLst>
          </p:cNvPr>
          <p:cNvSpPr txBox="1"/>
          <p:nvPr/>
        </p:nvSpPr>
        <p:spPr>
          <a:xfrm>
            <a:off x="6123153" y="1977631"/>
            <a:ext cx="2817845" cy="415498"/>
          </a:xfrm>
          <a:prstGeom prst="rect">
            <a:avLst/>
          </a:prstGeom>
          <a:noFill/>
        </p:spPr>
        <p:txBody>
          <a:bodyPr wrap="square" rtlCol="0">
            <a:spAutoFit/>
          </a:bodyPr>
          <a:lstStyle/>
          <a:p>
            <a:pPr algn="ctr"/>
            <a:r>
              <a:rPr lang="en-GB" sz="2100" dirty="0"/>
              <a:t>The effect size</a:t>
            </a:r>
          </a:p>
        </p:txBody>
      </p:sp>
      <p:sp>
        <p:nvSpPr>
          <p:cNvPr id="19" name="Rectangle à coins arrondis 7">
            <a:extLst>
              <a:ext uri="{FF2B5EF4-FFF2-40B4-BE49-F238E27FC236}">
                <a16:creationId xmlns:a16="http://schemas.microsoft.com/office/drawing/2014/main" id="{A207A83C-3E56-4BE4-B6A1-CA5EA02CD77F}"/>
              </a:ext>
            </a:extLst>
          </p:cNvPr>
          <p:cNvSpPr/>
          <p:nvPr/>
        </p:nvSpPr>
        <p:spPr>
          <a:xfrm>
            <a:off x="1318520" y="3766897"/>
            <a:ext cx="2220063" cy="702078"/>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Tree>
    <p:extLst>
      <p:ext uri="{BB962C8B-B14F-4D97-AF65-F5344CB8AC3E}">
        <p14:creationId xmlns:p14="http://schemas.microsoft.com/office/powerpoint/2010/main" val="3106105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9"/>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p:bldP spid="15" grpId="0" animBg="1"/>
      <p:bldP spid="16" grpId="0"/>
      <p:bldP spid="6" grpId="0"/>
      <p:bldP spid="11" grpId="0" animBg="1"/>
      <p:bldP spid="21" grpId="0" animBg="1"/>
      <p:bldP spid="22" grpId="0" animBg="1"/>
      <p:bldP spid="10" grpId="0"/>
      <p:bldP spid="10" grpId="1"/>
      <p:bldP spid="17" grpId="0"/>
      <p:bldP spid="19" grpId="0" animBg="1"/>
      <p:bldP spid="19"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6DB20-1097-101F-25D1-C36B845E2858}"/>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96347B9-309B-9B38-65C1-D4902D372A96}"/>
              </a:ext>
            </a:extLst>
          </p:cNvPr>
          <p:cNvSpPr>
            <a:spLocks noGrp="1"/>
          </p:cNvSpPr>
          <p:nvPr>
            <p:ph idx="1"/>
          </p:nvPr>
        </p:nvSpPr>
        <p:spPr>
          <a:xfrm>
            <a:off x="846147" y="1522883"/>
            <a:ext cx="7988571" cy="4758953"/>
          </a:xfrm>
          <a:solidFill>
            <a:schemeClr val="bg1"/>
          </a:solidFill>
        </p:spPr>
        <p:txBody>
          <a:bodyPr>
            <a:normAutofit/>
          </a:bodyPr>
          <a:lstStyle/>
          <a:p>
            <a:pPr marL="0" indent="0">
              <a:buNone/>
            </a:pPr>
            <a:r>
              <a:rPr lang="en-GB" sz="2200" dirty="0">
                <a:solidFill>
                  <a:schemeClr val="tx1"/>
                </a:solidFill>
              </a:rPr>
              <a:t>A Wilcoxon-signed rank test was conducted to examine whether there was a difference in happiness scores (rated on a scale from 0-100) between a sample of Durham participants and the average UK population who took the new exercise class (μ = 18). The sample violated the assumption of normality (</a:t>
            </a:r>
            <a:r>
              <a:rPr lang="en-GB" sz="2200" i="1" dirty="0">
                <a:solidFill>
                  <a:schemeClr val="tx1"/>
                </a:solidFill>
              </a:rPr>
              <a:t>W</a:t>
            </a:r>
            <a:r>
              <a:rPr lang="en-GB" sz="2200" dirty="0">
                <a:solidFill>
                  <a:schemeClr val="tx1"/>
                </a:solidFill>
              </a:rPr>
              <a:t> = 0.85, </a:t>
            </a:r>
            <a:r>
              <a:rPr lang="en-GB" sz="2200" i="1" dirty="0">
                <a:solidFill>
                  <a:schemeClr val="tx1"/>
                </a:solidFill>
              </a:rPr>
              <a:t>p</a:t>
            </a:r>
            <a:r>
              <a:rPr lang="en-GB" sz="2200" dirty="0">
                <a:solidFill>
                  <a:schemeClr val="tx1"/>
                </a:solidFill>
              </a:rPr>
              <a:t> = .006). There was a significant difference in happiness scores between the Durham sample and UK population, </a:t>
            </a:r>
            <a:r>
              <a:rPr lang="en-GB" sz="2200" i="1" dirty="0">
                <a:solidFill>
                  <a:schemeClr val="tx1"/>
                </a:solidFill>
              </a:rPr>
              <a:t>W</a:t>
            </a:r>
            <a:r>
              <a:rPr lang="en-GB" sz="2200" dirty="0">
                <a:solidFill>
                  <a:schemeClr val="tx1"/>
                </a:solidFill>
              </a:rPr>
              <a:t> = 2.06, </a:t>
            </a:r>
            <a:r>
              <a:rPr lang="en-GB" sz="2200" i="1" dirty="0">
                <a:solidFill>
                  <a:schemeClr val="tx1"/>
                </a:solidFill>
              </a:rPr>
              <a:t>p</a:t>
            </a:r>
            <a:r>
              <a:rPr lang="en-GB" sz="2200" dirty="0">
                <a:solidFill>
                  <a:schemeClr val="tx1"/>
                </a:solidFill>
              </a:rPr>
              <a:t> = .048, </a:t>
            </a:r>
            <a:r>
              <a:rPr lang="en-GB" altLang="en-US" i="1" dirty="0" err="1">
                <a:solidFill>
                  <a:schemeClr val="tx1"/>
                </a:solidFill>
                <a:latin typeface="Calibri" panose="020F0502020204030204" pitchFamily="34" charset="0"/>
              </a:rPr>
              <a:t>r</a:t>
            </a:r>
            <a:r>
              <a:rPr lang="en-GB" altLang="en-US" i="1" baseline="-25000" dirty="0" err="1">
                <a:solidFill>
                  <a:schemeClr val="tx1"/>
                </a:solidFill>
                <a:latin typeface="Calibri" panose="020F0502020204030204" pitchFamily="34" charset="0"/>
              </a:rPr>
              <a:t>b</a:t>
            </a:r>
            <a:r>
              <a:rPr lang="en-GB" sz="2200" dirty="0">
                <a:solidFill>
                  <a:schemeClr val="tx1"/>
                </a:solidFill>
              </a:rPr>
              <a:t> = 0.37. However, the effect size is relatively small, which suggests that while the average happiness scores in our sample (</a:t>
            </a:r>
            <a:r>
              <a:rPr lang="en-GB" sz="2200" dirty="0" err="1">
                <a:solidFill>
                  <a:schemeClr val="tx1"/>
                </a:solidFill>
              </a:rPr>
              <a:t>Mdn</a:t>
            </a:r>
            <a:r>
              <a:rPr lang="en-GB" sz="2200" dirty="0">
                <a:solidFill>
                  <a:schemeClr val="tx1"/>
                </a:solidFill>
              </a:rPr>
              <a:t> = 3.50, IQR = 2.00) were higher than the UK population, this difference was marginal. It suggests that Durham participants were slightly happier than the rest of the UK population after taking the new exercise class.</a:t>
            </a:r>
          </a:p>
          <a:p>
            <a:pPr marL="0" indent="0">
              <a:buNone/>
            </a:pPr>
            <a:endParaRPr lang="en-GB" sz="2400" i="1" dirty="0">
              <a:solidFill>
                <a:srgbClr val="0070C0"/>
              </a:solidFill>
            </a:endParaRPr>
          </a:p>
          <a:p>
            <a:pPr marL="0" indent="0">
              <a:buNone/>
            </a:pPr>
            <a:r>
              <a:rPr lang="en-GB" sz="2400" i="1" dirty="0">
                <a:solidFill>
                  <a:srgbClr val="0070C0"/>
                </a:solidFill>
              </a:rPr>
              <a:t>(remember, it’s just an example)</a:t>
            </a:r>
          </a:p>
        </p:txBody>
      </p:sp>
      <p:sp>
        <p:nvSpPr>
          <p:cNvPr id="2" name="Title 2">
            <a:extLst>
              <a:ext uri="{FF2B5EF4-FFF2-40B4-BE49-F238E27FC236}">
                <a16:creationId xmlns:a16="http://schemas.microsoft.com/office/drawing/2014/main" id="{9143EC5C-5146-4E42-7C6B-09C29F8B83E3}"/>
              </a:ext>
            </a:extLst>
          </p:cNvPr>
          <p:cNvSpPr>
            <a:spLocks noGrp="1"/>
          </p:cNvSpPr>
          <p:nvPr>
            <p:ph type="title"/>
          </p:nvPr>
        </p:nvSpPr>
        <p:spPr>
          <a:xfrm>
            <a:off x="0" y="240884"/>
            <a:ext cx="9306559" cy="1043432"/>
          </a:xfrm>
        </p:spPr>
        <p:txBody>
          <a:bodyPr>
            <a:noAutofit/>
          </a:bodyPr>
          <a:lstStyle/>
          <a:p>
            <a:pPr algn="ctr"/>
            <a:r>
              <a:rPr lang="en-GB" sz="4000" dirty="0">
                <a:solidFill>
                  <a:srgbClr val="0070C0"/>
                </a:solidFill>
              </a:rPr>
              <a:t>Example</a:t>
            </a:r>
            <a:r>
              <a:rPr lang="en-GB" sz="4000" dirty="0">
                <a:solidFill>
                  <a:schemeClr val="tx1"/>
                </a:solidFill>
              </a:rPr>
              <a:t> write up: </a:t>
            </a:r>
            <a:r>
              <a:rPr lang="en-GB" sz="4000" b="1" dirty="0">
                <a:solidFill>
                  <a:srgbClr val="D29956"/>
                </a:solidFill>
              </a:rPr>
              <a:t>Wilcoxon-signed rank test</a:t>
            </a:r>
          </a:p>
        </p:txBody>
      </p:sp>
    </p:spTree>
    <p:custDataLst>
      <p:tags r:id="rId1"/>
    </p:custDataLst>
    <p:extLst>
      <p:ext uri="{BB962C8B-B14F-4D97-AF65-F5344CB8AC3E}">
        <p14:creationId xmlns:p14="http://schemas.microsoft.com/office/powerpoint/2010/main" val="3296839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B18C-A646-B723-DAFD-5187D013D623}"/>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7A77C9F8-6853-47A8-3C84-2B7D06439F6D}"/>
              </a:ext>
            </a:extLst>
          </p:cNvPr>
          <p:cNvSpPr>
            <a:spLocks noGrp="1"/>
          </p:cNvSpPr>
          <p:nvPr>
            <p:ph idx="1"/>
          </p:nvPr>
        </p:nvSpPr>
        <p:spPr>
          <a:xfrm>
            <a:off x="846147" y="1522883"/>
            <a:ext cx="7988571" cy="4758953"/>
          </a:xfrm>
          <a:solidFill>
            <a:schemeClr val="bg1"/>
          </a:solidFill>
        </p:spPr>
        <p:txBody>
          <a:bodyPr>
            <a:normAutofit/>
          </a:bodyPr>
          <a:lstStyle/>
          <a:p>
            <a:pPr marL="0" indent="0">
              <a:buNone/>
            </a:pPr>
            <a:r>
              <a:rPr lang="en-GB" sz="2200" dirty="0">
                <a:solidFill>
                  <a:schemeClr val="tx1"/>
                </a:solidFill>
              </a:rPr>
              <a:t>A </a:t>
            </a:r>
            <a:r>
              <a:rPr lang="en-GB" sz="2200" dirty="0">
                <a:solidFill>
                  <a:schemeClr val="tx1"/>
                </a:solidFill>
                <a:highlight>
                  <a:srgbClr val="FFFF00"/>
                </a:highlight>
              </a:rPr>
              <a:t>Wilcoxon-signed rank </a:t>
            </a:r>
            <a:r>
              <a:rPr lang="en-GB" sz="2200" dirty="0">
                <a:solidFill>
                  <a:schemeClr val="tx1"/>
                </a:solidFill>
              </a:rPr>
              <a:t>test was conducted to examine whether there was a difference in happiness scores (rated on a scale from 0-100) between a sample of Durham participants and the average UK population who took the new exercise class (μ = 18). The sample </a:t>
            </a:r>
            <a:r>
              <a:rPr lang="en-GB" sz="2200" dirty="0">
                <a:solidFill>
                  <a:schemeClr val="tx1"/>
                </a:solidFill>
                <a:highlight>
                  <a:srgbClr val="FFFF00"/>
                </a:highlight>
              </a:rPr>
              <a:t>violated the assumption </a:t>
            </a:r>
            <a:r>
              <a:rPr lang="en-GB" sz="2200" dirty="0">
                <a:solidFill>
                  <a:schemeClr val="tx1"/>
                </a:solidFill>
              </a:rPr>
              <a:t>of normality (</a:t>
            </a:r>
            <a:r>
              <a:rPr lang="en-GB" sz="2200" i="1" dirty="0">
                <a:solidFill>
                  <a:schemeClr val="tx1"/>
                </a:solidFill>
              </a:rPr>
              <a:t>W</a:t>
            </a:r>
            <a:r>
              <a:rPr lang="en-GB" sz="2200" dirty="0">
                <a:solidFill>
                  <a:schemeClr val="tx1"/>
                </a:solidFill>
              </a:rPr>
              <a:t> = 0.85, </a:t>
            </a:r>
            <a:r>
              <a:rPr lang="en-GB" sz="2200" i="1" dirty="0">
                <a:solidFill>
                  <a:schemeClr val="tx1"/>
                </a:solidFill>
              </a:rPr>
              <a:t>p</a:t>
            </a:r>
            <a:r>
              <a:rPr lang="en-GB" sz="2200" dirty="0">
                <a:solidFill>
                  <a:schemeClr val="tx1"/>
                </a:solidFill>
              </a:rPr>
              <a:t> = .006). There was a significant difference in happiness scores between the Durham sample and UK population, </a:t>
            </a:r>
            <a:r>
              <a:rPr lang="en-GB" sz="2200" i="1" dirty="0">
                <a:solidFill>
                  <a:schemeClr val="tx1"/>
                </a:solidFill>
                <a:highlight>
                  <a:srgbClr val="FFFF00"/>
                </a:highlight>
              </a:rPr>
              <a:t>W</a:t>
            </a:r>
            <a:r>
              <a:rPr lang="en-GB" sz="2200" dirty="0">
                <a:solidFill>
                  <a:schemeClr val="tx1"/>
                </a:solidFill>
                <a:highlight>
                  <a:srgbClr val="FFFF00"/>
                </a:highlight>
              </a:rPr>
              <a:t> = 2.06</a:t>
            </a:r>
            <a:r>
              <a:rPr lang="en-GB" sz="2200" dirty="0">
                <a:solidFill>
                  <a:schemeClr val="tx1"/>
                </a:solidFill>
              </a:rPr>
              <a:t>, </a:t>
            </a:r>
            <a:r>
              <a:rPr lang="en-GB" sz="2200" i="1" dirty="0">
                <a:solidFill>
                  <a:schemeClr val="tx1"/>
                </a:solidFill>
              </a:rPr>
              <a:t>p</a:t>
            </a:r>
            <a:r>
              <a:rPr lang="en-GB" sz="2200" dirty="0">
                <a:solidFill>
                  <a:schemeClr val="tx1"/>
                </a:solidFill>
              </a:rPr>
              <a:t> = .048, </a:t>
            </a:r>
            <a:r>
              <a:rPr lang="en-GB" altLang="en-US" i="1" dirty="0" err="1">
                <a:solidFill>
                  <a:schemeClr val="tx1"/>
                </a:solidFill>
                <a:highlight>
                  <a:srgbClr val="FFFF00"/>
                </a:highlight>
                <a:latin typeface="Calibri" panose="020F0502020204030204" pitchFamily="34" charset="0"/>
              </a:rPr>
              <a:t>r</a:t>
            </a:r>
            <a:r>
              <a:rPr lang="en-GB" altLang="en-US" i="1" baseline="-25000" dirty="0" err="1">
                <a:solidFill>
                  <a:schemeClr val="tx1"/>
                </a:solidFill>
                <a:highlight>
                  <a:srgbClr val="FFFF00"/>
                </a:highlight>
                <a:latin typeface="Calibri" panose="020F0502020204030204" pitchFamily="34" charset="0"/>
              </a:rPr>
              <a:t>b</a:t>
            </a:r>
            <a:r>
              <a:rPr lang="en-GB" sz="2200" dirty="0">
                <a:solidFill>
                  <a:schemeClr val="tx1"/>
                </a:solidFill>
                <a:highlight>
                  <a:srgbClr val="FFFF00"/>
                </a:highlight>
              </a:rPr>
              <a:t> = 0.37</a:t>
            </a:r>
            <a:r>
              <a:rPr lang="en-GB" sz="2200" dirty="0">
                <a:solidFill>
                  <a:schemeClr val="tx1"/>
                </a:solidFill>
              </a:rPr>
              <a:t>. However, the effect size is relatively small, which suggests that while the average happiness scores in our sample (</a:t>
            </a:r>
            <a:r>
              <a:rPr lang="en-GB" sz="2200" dirty="0" err="1">
                <a:solidFill>
                  <a:schemeClr val="tx1"/>
                </a:solidFill>
                <a:highlight>
                  <a:srgbClr val="FFFF00"/>
                </a:highlight>
              </a:rPr>
              <a:t>Mdn</a:t>
            </a:r>
            <a:r>
              <a:rPr lang="en-GB" sz="2200" dirty="0">
                <a:solidFill>
                  <a:schemeClr val="tx1"/>
                </a:solidFill>
                <a:highlight>
                  <a:srgbClr val="FFFF00"/>
                </a:highlight>
              </a:rPr>
              <a:t> = 3.50, IQR = 2.00</a:t>
            </a:r>
            <a:r>
              <a:rPr lang="en-GB" sz="2200" dirty="0">
                <a:solidFill>
                  <a:schemeClr val="tx1"/>
                </a:solidFill>
              </a:rPr>
              <a:t>) were higher than the UK population, this difference was marginal. It suggests that Durham participants were slightly happier than the rest of the UK population after taking the new exercise class.</a:t>
            </a:r>
          </a:p>
          <a:p>
            <a:pPr marL="0" indent="0">
              <a:buNone/>
            </a:pPr>
            <a:endParaRPr lang="en-GB" sz="2200" dirty="0">
              <a:solidFill>
                <a:schemeClr val="tx1"/>
              </a:solidFill>
            </a:endParaRPr>
          </a:p>
        </p:txBody>
      </p:sp>
      <p:sp>
        <p:nvSpPr>
          <p:cNvPr id="2" name="Title 2">
            <a:extLst>
              <a:ext uri="{FF2B5EF4-FFF2-40B4-BE49-F238E27FC236}">
                <a16:creationId xmlns:a16="http://schemas.microsoft.com/office/drawing/2014/main" id="{44445A7F-E4CE-F547-91A0-B5E494323720}"/>
              </a:ext>
            </a:extLst>
          </p:cNvPr>
          <p:cNvSpPr>
            <a:spLocks noGrp="1"/>
          </p:cNvSpPr>
          <p:nvPr>
            <p:ph type="title"/>
          </p:nvPr>
        </p:nvSpPr>
        <p:spPr>
          <a:xfrm>
            <a:off x="0" y="240884"/>
            <a:ext cx="9306559" cy="1043432"/>
          </a:xfrm>
        </p:spPr>
        <p:txBody>
          <a:bodyPr>
            <a:noAutofit/>
          </a:bodyPr>
          <a:lstStyle/>
          <a:p>
            <a:pPr algn="ctr"/>
            <a:r>
              <a:rPr lang="en-GB" sz="4000" dirty="0">
                <a:solidFill>
                  <a:srgbClr val="0070C0"/>
                </a:solidFill>
              </a:rPr>
              <a:t>Example</a:t>
            </a:r>
            <a:r>
              <a:rPr lang="en-GB" sz="4000" dirty="0">
                <a:solidFill>
                  <a:schemeClr val="tx1"/>
                </a:solidFill>
              </a:rPr>
              <a:t> write up: </a:t>
            </a:r>
            <a:r>
              <a:rPr lang="en-GB" sz="4000" b="1" dirty="0">
                <a:solidFill>
                  <a:srgbClr val="D29956"/>
                </a:solidFill>
              </a:rPr>
              <a:t>Wilcoxon-signed rank test</a:t>
            </a:r>
          </a:p>
        </p:txBody>
      </p:sp>
    </p:spTree>
    <p:custDataLst>
      <p:tags r:id="rId1"/>
    </p:custDataLst>
    <p:extLst>
      <p:ext uri="{BB962C8B-B14F-4D97-AF65-F5344CB8AC3E}">
        <p14:creationId xmlns:p14="http://schemas.microsoft.com/office/powerpoint/2010/main" val="3179387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CABB8-B5B9-7A84-607F-05AAB2BDC8D7}"/>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DB6A106D-043F-05C5-54ED-3BB86EFFE9B2}"/>
              </a:ext>
            </a:extLst>
          </p:cNvPr>
          <p:cNvSpPr>
            <a:spLocks noGrp="1"/>
          </p:cNvSpPr>
          <p:nvPr>
            <p:ph type="subTitle" idx="1"/>
          </p:nvPr>
        </p:nvSpPr>
        <p:spPr>
          <a:xfrm>
            <a:off x="5661212" y="1192059"/>
            <a:ext cx="3107231" cy="5152416"/>
          </a:xfrm>
          <a:noFill/>
        </p:spPr>
        <p:txBody>
          <a:bodyPr>
            <a:noAutofit/>
          </a:bodyPr>
          <a:lstStyle/>
          <a:p>
            <a:endParaRPr lang="en-US" sz="2800" b="1" dirty="0">
              <a:solidFill>
                <a:schemeClr val="tx1"/>
              </a:solidFill>
            </a:endParaRPr>
          </a:p>
          <a:p>
            <a:r>
              <a:rPr lang="en-US" sz="2800" b="1" dirty="0">
                <a:solidFill>
                  <a:schemeClr val="tx1"/>
                </a:solidFill>
              </a:rPr>
              <a:t>3</a:t>
            </a:r>
            <a:r>
              <a:rPr lang="en-US" sz="3000" b="1" dirty="0">
                <a:solidFill>
                  <a:schemeClr val="tx1"/>
                </a:solidFill>
              </a:rPr>
              <a:t>. </a:t>
            </a:r>
            <a:r>
              <a:rPr lang="en-US" sz="2800" b="1" dirty="0">
                <a:solidFill>
                  <a:schemeClr val="tx1"/>
                </a:solidFill>
              </a:rPr>
              <a:t>Read the jasp output:</a:t>
            </a:r>
          </a:p>
          <a:p>
            <a:endParaRPr lang="en-US" sz="2800" b="1" dirty="0">
              <a:solidFill>
                <a:schemeClr val="tx1"/>
              </a:solidFill>
            </a:endParaRPr>
          </a:p>
          <a:p>
            <a:r>
              <a:rPr lang="en-US" sz="3000" b="1" dirty="0">
                <a:solidFill>
                  <a:schemeClr val="tx1"/>
                </a:solidFill>
              </a:rPr>
              <a:t>Paired-Samples t-test</a:t>
            </a:r>
          </a:p>
          <a:p>
            <a:endParaRPr lang="en-US" sz="2800" b="1" dirty="0">
              <a:solidFill>
                <a:schemeClr val="tx1"/>
              </a:solidFill>
            </a:endParaRPr>
          </a:p>
        </p:txBody>
      </p:sp>
      <p:pic>
        <p:nvPicPr>
          <p:cNvPr id="3" name="Picture 6" descr="See the source image">
            <a:extLst>
              <a:ext uri="{FF2B5EF4-FFF2-40B4-BE49-F238E27FC236}">
                <a16:creationId xmlns:a16="http://schemas.microsoft.com/office/drawing/2014/main" id="{2247E926-5693-C38E-E727-99DFCD9443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2566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024ED9E-6970-36D2-858C-F4246A8D23C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B24C3FE-8B56-A51F-FF3F-4F64491D41E3}"/>
              </a:ext>
            </a:extLst>
          </p:cNvPr>
          <p:cNvSpPr txBox="1"/>
          <p:nvPr/>
        </p:nvSpPr>
        <p:spPr>
          <a:xfrm>
            <a:off x="651715" y="611656"/>
            <a:ext cx="4213227" cy="1508105"/>
          </a:xfrm>
          <a:prstGeom prst="rect">
            <a:avLst/>
          </a:prstGeom>
          <a:noFill/>
        </p:spPr>
        <p:txBody>
          <a:bodyPr wrap="square" rtlCol="0">
            <a:spAutoFit/>
          </a:bodyPr>
          <a:lstStyle/>
          <a:p>
            <a:r>
              <a:rPr lang="en-GB" sz="3200" b="1" u="sng" dirty="0">
                <a:solidFill>
                  <a:schemeClr val="accent5"/>
                </a:solidFill>
              </a:rPr>
              <a:t>Paired-samples t-test</a:t>
            </a:r>
          </a:p>
          <a:p>
            <a:r>
              <a:rPr lang="en-GB" sz="3200" b="1" dirty="0">
                <a:solidFill>
                  <a:srgbClr val="7030A0"/>
                </a:solidFill>
              </a:rPr>
              <a:t>(Parametric)</a:t>
            </a:r>
          </a:p>
          <a:p>
            <a:endParaRPr lang="en-GB" sz="2800" b="1" u="sng" dirty="0">
              <a:solidFill>
                <a:srgbClr val="3E8853"/>
              </a:solidFill>
            </a:endParaRPr>
          </a:p>
        </p:txBody>
      </p:sp>
      <p:sp>
        <p:nvSpPr>
          <p:cNvPr id="6" name="TextBox 5">
            <a:extLst>
              <a:ext uri="{FF2B5EF4-FFF2-40B4-BE49-F238E27FC236}">
                <a16:creationId xmlns:a16="http://schemas.microsoft.com/office/drawing/2014/main" id="{7F750AEB-62BD-F9D0-41D8-77A1460D99F1}"/>
              </a:ext>
            </a:extLst>
          </p:cNvPr>
          <p:cNvSpPr txBox="1"/>
          <p:nvPr/>
        </p:nvSpPr>
        <p:spPr>
          <a:xfrm>
            <a:off x="865430" y="1796947"/>
            <a:ext cx="3392504" cy="1785104"/>
          </a:xfrm>
          <a:prstGeom prst="rect">
            <a:avLst/>
          </a:prstGeom>
          <a:noFill/>
        </p:spPr>
        <p:txBody>
          <a:bodyPr wrap="square" rtlCol="0">
            <a:spAutoFit/>
          </a:bodyPr>
          <a:lstStyle/>
          <a:p>
            <a:r>
              <a:rPr lang="en-GB" sz="2200" dirty="0"/>
              <a:t>Compare participants average happiness ratings after </a:t>
            </a:r>
            <a:r>
              <a:rPr lang="en-GB" sz="2200" b="1" dirty="0"/>
              <a:t>1 month </a:t>
            </a:r>
            <a:r>
              <a:rPr lang="en-GB" sz="2200" dirty="0"/>
              <a:t>of exercise with their happiness ratings after </a:t>
            </a:r>
            <a:r>
              <a:rPr lang="en-GB" sz="2200" b="1" dirty="0"/>
              <a:t>6</a:t>
            </a:r>
            <a:r>
              <a:rPr lang="en-GB" sz="2200" dirty="0"/>
              <a:t> </a:t>
            </a:r>
            <a:r>
              <a:rPr lang="en-GB" sz="2200" b="1" dirty="0"/>
              <a:t>months</a:t>
            </a:r>
            <a:r>
              <a:rPr lang="en-GB" sz="2200" dirty="0"/>
              <a:t> of exercise.   </a:t>
            </a:r>
          </a:p>
        </p:txBody>
      </p:sp>
      <p:sp>
        <p:nvSpPr>
          <p:cNvPr id="7" name="ZoneTexte 11">
            <a:extLst>
              <a:ext uri="{FF2B5EF4-FFF2-40B4-BE49-F238E27FC236}">
                <a16:creationId xmlns:a16="http://schemas.microsoft.com/office/drawing/2014/main" id="{0EAADC75-8520-2976-AD8B-264215E422CE}"/>
              </a:ext>
            </a:extLst>
          </p:cNvPr>
          <p:cNvSpPr txBox="1"/>
          <p:nvPr/>
        </p:nvSpPr>
        <p:spPr>
          <a:xfrm>
            <a:off x="5265479" y="1900300"/>
            <a:ext cx="3349812" cy="1323439"/>
          </a:xfrm>
          <a:prstGeom prst="rect">
            <a:avLst/>
          </a:prstGeom>
          <a:noFill/>
        </p:spPr>
        <p:txBody>
          <a:bodyPr wrap="square" rtlCol="0">
            <a:spAutoFit/>
          </a:bodyPr>
          <a:lstStyle/>
          <a:p>
            <a:pPr algn="ctr"/>
            <a:r>
              <a:rPr lang="en-GB" sz="2000" b="1" dirty="0"/>
              <a:t>Group 1: </a:t>
            </a:r>
            <a:r>
              <a:rPr lang="en-GB" sz="2000" dirty="0"/>
              <a:t>Happiness ratings after </a:t>
            </a:r>
            <a:r>
              <a:rPr lang="en-GB" sz="2000" b="1" dirty="0"/>
              <a:t>1 month </a:t>
            </a:r>
            <a:r>
              <a:rPr lang="en-GB" sz="2000" dirty="0"/>
              <a:t>of exercise</a:t>
            </a:r>
          </a:p>
          <a:p>
            <a:pPr algn="ctr"/>
            <a:r>
              <a:rPr lang="en-GB" sz="2000" b="1" dirty="0">
                <a:solidFill>
                  <a:srgbClr val="0070C0"/>
                </a:solidFill>
              </a:rPr>
              <a:t>N = 16, Mean = 19</a:t>
            </a:r>
          </a:p>
          <a:p>
            <a:pPr algn="ctr"/>
            <a:endParaRPr lang="en-GB" sz="2000" dirty="0"/>
          </a:p>
        </p:txBody>
      </p:sp>
      <p:pic>
        <p:nvPicPr>
          <p:cNvPr id="10" name="Picture 2" descr="Tic Tac English: Who is who?">
            <a:extLst>
              <a:ext uri="{FF2B5EF4-FFF2-40B4-BE49-F238E27FC236}">
                <a16:creationId xmlns:a16="http://schemas.microsoft.com/office/drawing/2014/main" id="{01CC533D-EAAD-5E15-5F13-93C1CEECC56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63" b="-8707"/>
          <a:stretch/>
        </p:blipFill>
        <p:spPr bwMode="auto">
          <a:xfrm>
            <a:off x="5260790" y="557680"/>
            <a:ext cx="3221975" cy="132343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27ACE8D-2F96-299F-43F0-8B4354512B5E}"/>
              </a:ext>
            </a:extLst>
          </p:cNvPr>
          <p:cNvSpPr txBox="1"/>
          <p:nvPr/>
        </p:nvSpPr>
        <p:spPr>
          <a:xfrm>
            <a:off x="5602198" y="2935144"/>
            <a:ext cx="2676372" cy="1063347"/>
          </a:xfrm>
          <a:prstGeom prst="downArrow">
            <a:avLst/>
          </a:prstGeom>
          <a:solidFill>
            <a:schemeClr val="accent5">
              <a:lumMod val="60000"/>
              <a:lumOff val="40000"/>
            </a:schemeClr>
          </a:solidFill>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en-GB" sz="1400" b="1" dirty="0"/>
              <a:t>COMPARED TO</a:t>
            </a:r>
          </a:p>
          <a:p>
            <a:pPr algn="ctr"/>
            <a:endParaRPr lang="en-GB" sz="1600" b="1" dirty="0"/>
          </a:p>
          <a:p>
            <a:pPr algn="ctr"/>
            <a:endParaRPr lang="en-GB" sz="1600" b="1" dirty="0"/>
          </a:p>
        </p:txBody>
      </p:sp>
      <p:sp>
        <p:nvSpPr>
          <p:cNvPr id="3" name="ZoneTexte 11">
            <a:extLst>
              <a:ext uri="{FF2B5EF4-FFF2-40B4-BE49-F238E27FC236}">
                <a16:creationId xmlns:a16="http://schemas.microsoft.com/office/drawing/2014/main" id="{16147BB6-FEDB-9F50-FB0B-4B2C7697C397}"/>
              </a:ext>
            </a:extLst>
          </p:cNvPr>
          <p:cNvSpPr txBox="1"/>
          <p:nvPr/>
        </p:nvSpPr>
        <p:spPr>
          <a:xfrm>
            <a:off x="4864943" y="5398352"/>
            <a:ext cx="3949701" cy="1015663"/>
          </a:xfrm>
          <a:prstGeom prst="rect">
            <a:avLst/>
          </a:prstGeom>
          <a:noFill/>
        </p:spPr>
        <p:txBody>
          <a:bodyPr wrap="square" rtlCol="0">
            <a:spAutoFit/>
          </a:bodyPr>
          <a:lstStyle/>
          <a:p>
            <a:pPr algn="ctr"/>
            <a:r>
              <a:rPr lang="en-GB" sz="2000" b="1" dirty="0"/>
              <a:t>Group 1: </a:t>
            </a:r>
            <a:r>
              <a:rPr lang="en-GB" sz="2000" dirty="0"/>
              <a:t>Happiness ratings after </a:t>
            </a:r>
            <a:r>
              <a:rPr lang="en-GB" sz="2000" b="1" dirty="0"/>
              <a:t>6 months</a:t>
            </a:r>
            <a:r>
              <a:rPr lang="en-GB" sz="2000" dirty="0"/>
              <a:t> of exercise</a:t>
            </a:r>
          </a:p>
          <a:p>
            <a:pPr algn="ctr"/>
            <a:r>
              <a:rPr lang="en-GB" sz="2000" b="1" dirty="0">
                <a:solidFill>
                  <a:srgbClr val="0070C0"/>
                </a:solidFill>
              </a:rPr>
              <a:t>N = 16, Mean = 21</a:t>
            </a:r>
          </a:p>
        </p:txBody>
      </p:sp>
      <p:pic>
        <p:nvPicPr>
          <p:cNvPr id="4" name="Picture 2" descr="Tic Tac English: Who is who?">
            <a:extLst>
              <a:ext uri="{FF2B5EF4-FFF2-40B4-BE49-F238E27FC236}">
                <a16:creationId xmlns:a16="http://schemas.microsoft.com/office/drawing/2014/main" id="{CB96EC51-E524-A7AE-A6A2-360637CEAEA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63" b="-8707"/>
          <a:stretch/>
        </p:blipFill>
        <p:spPr bwMode="auto">
          <a:xfrm>
            <a:off x="5329396" y="3998491"/>
            <a:ext cx="3221975" cy="132343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à coins arrondis 31">
            <a:extLst>
              <a:ext uri="{FF2B5EF4-FFF2-40B4-BE49-F238E27FC236}">
                <a16:creationId xmlns:a16="http://schemas.microsoft.com/office/drawing/2014/main" id="{1C4ED1BB-A3D1-3D75-4A07-CEE84BB13B8E}"/>
              </a:ext>
            </a:extLst>
          </p:cNvPr>
          <p:cNvSpPr/>
          <p:nvPr/>
        </p:nvSpPr>
        <p:spPr>
          <a:xfrm>
            <a:off x="665924" y="4122132"/>
            <a:ext cx="3592010" cy="1785104"/>
          </a:xfrm>
          <a:prstGeom prst="roundRect">
            <a:avLst/>
          </a:prstGeom>
          <a:ln>
            <a:solidFill>
              <a:srgbClr val="D29956"/>
            </a:solidFill>
          </a:ln>
        </p:spPr>
        <p:style>
          <a:lnRef idx="2">
            <a:schemeClr val="accent3"/>
          </a:lnRef>
          <a:fillRef idx="1">
            <a:schemeClr val="lt1"/>
          </a:fillRef>
          <a:effectRef idx="0">
            <a:schemeClr val="accent3"/>
          </a:effectRef>
          <a:fontRef idx="minor">
            <a:schemeClr val="dk1"/>
          </a:fontRef>
        </p:style>
        <p:txBody>
          <a:bodyPr rtlCol="0" anchor="ctr"/>
          <a:lstStyle/>
          <a:p>
            <a:r>
              <a:rPr lang="en-GB" sz="2200" b="1" dirty="0">
                <a:solidFill>
                  <a:schemeClr val="tx1"/>
                </a:solidFill>
              </a:rPr>
              <a:t>OR, if one or more assumptions are severely violated…run a </a:t>
            </a:r>
          </a:p>
          <a:p>
            <a:r>
              <a:rPr lang="en-GB" sz="2200" b="1" dirty="0">
                <a:solidFill>
                  <a:srgbClr val="D29956"/>
                </a:solidFill>
              </a:rPr>
              <a:t>Wilcoxon Signed Rank test</a:t>
            </a:r>
          </a:p>
        </p:txBody>
      </p:sp>
      <p:sp>
        <p:nvSpPr>
          <p:cNvPr id="8" name="Content Placeholder 3">
            <a:extLst>
              <a:ext uri="{FF2B5EF4-FFF2-40B4-BE49-F238E27FC236}">
                <a16:creationId xmlns:a16="http://schemas.microsoft.com/office/drawing/2014/main" id="{B320F076-8142-8DD8-05B1-541AFD321098}"/>
              </a:ext>
            </a:extLst>
          </p:cNvPr>
          <p:cNvSpPr txBox="1">
            <a:spLocks/>
          </p:cNvSpPr>
          <p:nvPr/>
        </p:nvSpPr>
        <p:spPr>
          <a:xfrm>
            <a:off x="1060268" y="6264157"/>
            <a:ext cx="2418347" cy="421732"/>
          </a:xfrm>
          <a:prstGeom prst="round2DiagRect">
            <a:avLst/>
          </a:prstGeom>
          <a:solidFill>
            <a:srgbClr val="FFB3B3"/>
          </a:solidFill>
          <a:ln>
            <a:solidFill>
              <a:srgbClr val="FF0000"/>
            </a:solidFill>
          </a:ln>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spcBef>
                <a:spcPts val="0"/>
              </a:spcBef>
              <a:spcAft>
                <a:spcPts val="0"/>
              </a:spcAft>
            </a:pPr>
            <a:r>
              <a:rPr lang="en-GB" sz="1800" dirty="0">
                <a:solidFill>
                  <a:sysClr val="windowText" lastClr="000000"/>
                </a:solidFill>
              </a:rPr>
              <a:t>(One-tailed, 1M &lt; 6M)</a:t>
            </a:r>
          </a:p>
        </p:txBody>
      </p:sp>
    </p:spTree>
    <p:extLst>
      <p:ext uri="{BB962C8B-B14F-4D97-AF65-F5344CB8AC3E}">
        <p14:creationId xmlns:p14="http://schemas.microsoft.com/office/powerpoint/2010/main" val="404905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E2166C7-1B2D-5331-7017-FF7A2B5F8225}"/>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E437DAC4-EAD9-296D-4360-4E8A3AF6DC37}"/>
              </a:ext>
            </a:extLst>
          </p:cNvPr>
          <p:cNvPicPr>
            <a:picLocks noChangeAspect="1"/>
          </p:cNvPicPr>
          <p:nvPr/>
        </p:nvPicPr>
        <p:blipFill>
          <a:blip r:embed="rId3"/>
          <a:stretch>
            <a:fillRect/>
          </a:stretch>
        </p:blipFill>
        <p:spPr>
          <a:xfrm>
            <a:off x="862442" y="2759511"/>
            <a:ext cx="7887801" cy="1545552"/>
          </a:xfrm>
          <a:prstGeom prst="rect">
            <a:avLst/>
          </a:prstGeom>
        </p:spPr>
      </p:pic>
      <p:sp>
        <p:nvSpPr>
          <p:cNvPr id="2" name="Titre 1">
            <a:extLst>
              <a:ext uri="{FF2B5EF4-FFF2-40B4-BE49-F238E27FC236}">
                <a16:creationId xmlns:a16="http://schemas.microsoft.com/office/drawing/2014/main" id="{5A0AFC22-622D-46F0-C430-4FF83EFD7CBE}"/>
              </a:ext>
            </a:extLst>
          </p:cNvPr>
          <p:cNvSpPr>
            <a:spLocks noGrp="1"/>
          </p:cNvSpPr>
          <p:nvPr>
            <p:ph type="title"/>
          </p:nvPr>
        </p:nvSpPr>
        <p:spPr>
          <a:xfrm>
            <a:off x="4133153" y="564248"/>
            <a:ext cx="3841017" cy="536717"/>
          </a:xfrm>
        </p:spPr>
        <p:txBody>
          <a:bodyPr/>
          <a:lstStyle/>
          <a:p>
            <a:pPr algn="ctr"/>
            <a:r>
              <a:rPr lang="en-GB" sz="3200" dirty="0">
                <a:solidFill>
                  <a:schemeClr val="tx1"/>
                </a:solidFill>
              </a:rPr>
              <a:t>Read the output table</a:t>
            </a:r>
          </a:p>
        </p:txBody>
      </p:sp>
      <p:sp>
        <p:nvSpPr>
          <p:cNvPr id="8" name="Rectangle à coins arrondis 7">
            <a:extLst>
              <a:ext uri="{FF2B5EF4-FFF2-40B4-BE49-F238E27FC236}">
                <a16:creationId xmlns:a16="http://schemas.microsoft.com/office/drawing/2014/main" id="{E4AA23EF-22D4-9EE3-72AB-ED9D3636161B}"/>
              </a:ext>
            </a:extLst>
          </p:cNvPr>
          <p:cNvSpPr/>
          <p:nvPr/>
        </p:nvSpPr>
        <p:spPr>
          <a:xfrm>
            <a:off x="5663726" y="3052054"/>
            <a:ext cx="866394" cy="70207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2" name="ZoneTexte 11">
            <a:extLst>
              <a:ext uri="{FF2B5EF4-FFF2-40B4-BE49-F238E27FC236}">
                <a16:creationId xmlns:a16="http://schemas.microsoft.com/office/drawing/2014/main" id="{64837259-D1B3-A15D-AFD1-F56B4BB8DBEA}"/>
              </a:ext>
            </a:extLst>
          </p:cNvPr>
          <p:cNvSpPr txBox="1"/>
          <p:nvPr/>
        </p:nvSpPr>
        <p:spPr>
          <a:xfrm>
            <a:off x="2421247" y="4861625"/>
            <a:ext cx="2275315" cy="738664"/>
          </a:xfrm>
          <a:prstGeom prst="rect">
            <a:avLst/>
          </a:prstGeom>
          <a:noFill/>
        </p:spPr>
        <p:txBody>
          <a:bodyPr wrap="square" rtlCol="0">
            <a:spAutoFit/>
          </a:bodyPr>
          <a:lstStyle/>
          <a:p>
            <a:pPr algn="ctr"/>
            <a:r>
              <a:rPr lang="en-GB" sz="2100" dirty="0"/>
              <a:t>The test statistic, </a:t>
            </a:r>
          </a:p>
          <a:p>
            <a:pPr algn="ctr"/>
            <a:r>
              <a:rPr lang="en-GB" sz="2100" dirty="0"/>
              <a:t>t-value</a:t>
            </a:r>
          </a:p>
        </p:txBody>
      </p:sp>
      <p:cxnSp>
        <p:nvCxnSpPr>
          <p:cNvPr id="14" name="Connecteur droit avec flèche 13">
            <a:extLst>
              <a:ext uri="{FF2B5EF4-FFF2-40B4-BE49-F238E27FC236}">
                <a16:creationId xmlns:a16="http://schemas.microsoft.com/office/drawing/2014/main" id="{6D491ABC-2909-DC21-0D2F-135B4306761D}"/>
              </a:ext>
            </a:extLst>
          </p:cNvPr>
          <p:cNvCxnSpPr>
            <a:cxnSpLocks/>
          </p:cNvCxnSpPr>
          <p:nvPr/>
        </p:nvCxnSpPr>
        <p:spPr>
          <a:xfrm flipV="1">
            <a:off x="3830169" y="3836926"/>
            <a:ext cx="400174" cy="1024699"/>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eur droit avec flèche 13">
            <a:extLst>
              <a:ext uri="{FF2B5EF4-FFF2-40B4-BE49-F238E27FC236}">
                <a16:creationId xmlns:a16="http://schemas.microsoft.com/office/drawing/2014/main" id="{45AFB7ED-4242-05D1-5EBF-4D341D89F988}"/>
              </a:ext>
            </a:extLst>
          </p:cNvPr>
          <p:cNvCxnSpPr>
            <a:cxnSpLocks/>
          </p:cNvCxnSpPr>
          <p:nvPr/>
        </p:nvCxnSpPr>
        <p:spPr>
          <a:xfrm flipH="1">
            <a:off x="2400039" y="2068364"/>
            <a:ext cx="438082" cy="561820"/>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à coins arrondis 7">
            <a:extLst>
              <a:ext uri="{FF2B5EF4-FFF2-40B4-BE49-F238E27FC236}">
                <a16:creationId xmlns:a16="http://schemas.microsoft.com/office/drawing/2014/main" id="{5F264C8C-09B7-0BCD-7F47-648B13C619AC}"/>
              </a:ext>
            </a:extLst>
          </p:cNvPr>
          <p:cNvSpPr/>
          <p:nvPr/>
        </p:nvSpPr>
        <p:spPr>
          <a:xfrm>
            <a:off x="871660" y="2827416"/>
            <a:ext cx="1761276" cy="381806"/>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6" name="ZoneTexte 11">
            <a:extLst>
              <a:ext uri="{FF2B5EF4-FFF2-40B4-BE49-F238E27FC236}">
                <a16:creationId xmlns:a16="http://schemas.microsoft.com/office/drawing/2014/main" id="{301A586E-C8C3-F7A4-65B6-F79C2A6E23FD}"/>
              </a:ext>
            </a:extLst>
          </p:cNvPr>
          <p:cNvSpPr txBox="1"/>
          <p:nvPr/>
        </p:nvSpPr>
        <p:spPr>
          <a:xfrm>
            <a:off x="966732" y="1700167"/>
            <a:ext cx="2256819" cy="415498"/>
          </a:xfrm>
          <a:prstGeom prst="rect">
            <a:avLst/>
          </a:prstGeom>
          <a:noFill/>
        </p:spPr>
        <p:txBody>
          <a:bodyPr wrap="square" rtlCol="0">
            <a:spAutoFit/>
          </a:bodyPr>
          <a:lstStyle/>
          <a:p>
            <a:pPr algn="ctr"/>
            <a:r>
              <a:rPr lang="en-GB" sz="2100" dirty="0"/>
              <a:t>Type of t-test</a:t>
            </a:r>
          </a:p>
        </p:txBody>
      </p:sp>
      <p:sp>
        <p:nvSpPr>
          <p:cNvPr id="6" name="ZoneTexte 11">
            <a:extLst>
              <a:ext uri="{FF2B5EF4-FFF2-40B4-BE49-F238E27FC236}">
                <a16:creationId xmlns:a16="http://schemas.microsoft.com/office/drawing/2014/main" id="{674DFDF3-2565-C4FF-137D-CCBB0DBE4B7D}"/>
              </a:ext>
            </a:extLst>
          </p:cNvPr>
          <p:cNvSpPr txBox="1"/>
          <p:nvPr/>
        </p:nvSpPr>
        <p:spPr>
          <a:xfrm>
            <a:off x="4651074" y="4990973"/>
            <a:ext cx="2817845" cy="738664"/>
          </a:xfrm>
          <a:prstGeom prst="rect">
            <a:avLst/>
          </a:prstGeom>
          <a:noFill/>
        </p:spPr>
        <p:txBody>
          <a:bodyPr wrap="square" rtlCol="0">
            <a:spAutoFit/>
          </a:bodyPr>
          <a:lstStyle/>
          <a:p>
            <a:pPr algn="ctr"/>
            <a:r>
              <a:rPr lang="en-GB" sz="2100" dirty="0"/>
              <a:t>The p-value (significance value)</a:t>
            </a:r>
          </a:p>
        </p:txBody>
      </p:sp>
      <p:sp>
        <p:nvSpPr>
          <p:cNvPr id="11" name="Rectangle à coins arrondis 7">
            <a:extLst>
              <a:ext uri="{FF2B5EF4-FFF2-40B4-BE49-F238E27FC236}">
                <a16:creationId xmlns:a16="http://schemas.microsoft.com/office/drawing/2014/main" id="{18B44F6F-7553-A263-2720-B837BB52DCD4}"/>
              </a:ext>
            </a:extLst>
          </p:cNvPr>
          <p:cNvSpPr/>
          <p:nvPr/>
        </p:nvSpPr>
        <p:spPr>
          <a:xfrm>
            <a:off x="3858533" y="3039008"/>
            <a:ext cx="866394" cy="702078"/>
          </a:xfrm>
          <a:prstGeom prst="round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18" name="Connecteur droit avec flèche 13">
            <a:extLst>
              <a:ext uri="{FF2B5EF4-FFF2-40B4-BE49-F238E27FC236}">
                <a16:creationId xmlns:a16="http://schemas.microsoft.com/office/drawing/2014/main" id="{DE738DED-42FD-E5C5-7036-37338D18DD7A}"/>
              </a:ext>
            </a:extLst>
          </p:cNvPr>
          <p:cNvCxnSpPr>
            <a:cxnSpLocks/>
          </p:cNvCxnSpPr>
          <p:nvPr/>
        </p:nvCxnSpPr>
        <p:spPr>
          <a:xfrm flipV="1">
            <a:off x="5742068" y="4013626"/>
            <a:ext cx="317929" cy="107608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à coins arrondis 7">
            <a:extLst>
              <a:ext uri="{FF2B5EF4-FFF2-40B4-BE49-F238E27FC236}">
                <a16:creationId xmlns:a16="http://schemas.microsoft.com/office/drawing/2014/main" id="{AFD062C4-01C6-C901-09FD-BC2CA7D4D076}"/>
              </a:ext>
            </a:extLst>
          </p:cNvPr>
          <p:cNvSpPr/>
          <p:nvPr/>
        </p:nvSpPr>
        <p:spPr>
          <a:xfrm>
            <a:off x="6602525" y="3052054"/>
            <a:ext cx="866394" cy="702078"/>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23" name="Connecteur droit avec flèche 13">
            <a:extLst>
              <a:ext uri="{FF2B5EF4-FFF2-40B4-BE49-F238E27FC236}">
                <a16:creationId xmlns:a16="http://schemas.microsoft.com/office/drawing/2014/main" id="{EBA5A6E0-FA1E-62CB-1E86-F522BCEB65A3}"/>
              </a:ext>
            </a:extLst>
          </p:cNvPr>
          <p:cNvCxnSpPr>
            <a:cxnSpLocks/>
          </p:cNvCxnSpPr>
          <p:nvPr/>
        </p:nvCxnSpPr>
        <p:spPr>
          <a:xfrm flipH="1">
            <a:off x="7302620" y="2201178"/>
            <a:ext cx="784997" cy="812577"/>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à coins arrondis 7">
            <a:extLst>
              <a:ext uri="{FF2B5EF4-FFF2-40B4-BE49-F238E27FC236}">
                <a16:creationId xmlns:a16="http://schemas.microsoft.com/office/drawing/2014/main" id="{D817314D-49E7-DEE1-2D57-AC2CEF415ED8}"/>
              </a:ext>
            </a:extLst>
          </p:cNvPr>
          <p:cNvSpPr/>
          <p:nvPr/>
        </p:nvSpPr>
        <p:spPr>
          <a:xfrm>
            <a:off x="4724927" y="3052054"/>
            <a:ext cx="866394" cy="702078"/>
          </a:xfrm>
          <a:prstGeom prst="roundRect">
            <a:avLst/>
          </a:pr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27" name="Connecteur droit avec flèche 13">
            <a:extLst>
              <a:ext uri="{FF2B5EF4-FFF2-40B4-BE49-F238E27FC236}">
                <a16:creationId xmlns:a16="http://schemas.microsoft.com/office/drawing/2014/main" id="{EF596846-121F-E631-D78B-F3031FF183A3}"/>
              </a:ext>
            </a:extLst>
          </p:cNvPr>
          <p:cNvCxnSpPr>
            <a:cxnSpLocks/>
          </p:cNvCxnSpPr>
          <p:nvPr/>
        </p:nvCxnSpPr>
        <p:spPr>
          <a:xfrm flipH="1">
            <a:off x="5198207" y="2150346"/>
            <a:ext cx="565163" cy="867702"/>
          </a:xfrm>
          <a:prstGeom prst="straightConnector1">
            <a:avLst/>
          </a:prstGeom>
          <a:ln w="762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ZoneTexte 11">
            <a:extLst>
              <a:ext uri="{FF2B5EF4-FFF2-40B4-BE49-F238E27FC236}">
                <a16:creationId xmlns:a16="http://schemas.microsoft.com/office/drawing/2014/main" id="{12D7C371-404F-2BDE-BC45-C09E7EA26591}"/>
              </a:ext>
            </a:extLst>
          </p:cNvPr>
          <p:cNvSpPr txBox="1"/>
          <p:nvPr/>
        </p:nvSpPr>
        <p:spPr>
          <a:xfrm>
            <a:off x="5253723" y="1610977"/>
            <a:ext cx="2256819" cy="738664"/>
          </a:xfrm>
          <a:prstGeom prst="rect">
            <a:avLst/>
          </a:prstGeom>
          <a:noFill/>
        </p:spPr>
        <p:txBody>
          <a:bodyPr wrap="square" rtlCol="0">
            <a:spAutoFit/>
          </a:bodyPr>
          <a:lstStyle/>
          <a:p>
            <a:pPr algn="ctr"/>
            <a:r>
              <a:rPr lang="en-GB" sz="2100" dirty="0"/>
              <a:t>Degrees of freedom</a:t>
            </a:r>
          </a:p>
        </p:txBody>
      </p:sp>
      <p:sp>
        <p:nvSpPr>
          <p:cNvPr id="3" name="TextBox 2">
            <a:extLst>
              <a:ext uri="{FF2B5EF4-FFF2-40B4-BE49-F238E27FC236}">
                <a16:creationId xmlns:a16="http://schemas.microsoft.com/office/drawing/2014/main" id="{B6F88DE9-DEB2-8442-E0F0-EFA52D5595D9}"/>
              </a:ext>
            </a:extLst>
          </p:cNvPr>
          <p:cNvSpPr txBox="1"/>
          <p:nvPr/>
        </p:nvSpPr>
        <p:spPr>
          <a:xfrm>
            <a:off x="500637" y="325690"/>
            <a:ext cx="4088955" cy="954107"/>
          </a:xfrm>
          <a:prstGeom prst="rect">
            <a:avLst/>
          </a:prstGeom>
          <a:noFill/>
        </p:spPr>
        <p:txBody>
          <a:bodyPr wrap="square" rtlCol="0">
            <a:spAutoFit/>
          </a:bodyPr>
          <a:lstStyle/>
          <a:p>
            <a:r>
              <a:rPr lang="en-GB" sz="2800" b="1" u="sng" dirty="0">
                <a:solidFill>
                  <a:srgbClr val="3E8853"/>
                </a:solidFill>
              </a:rPr>
              <a:t>Paired-samples t-test</a:t>
            </a:r>
          </a:p>
          <a:p>
            <a:r>
              <a:rPr lang="en-GB" sz="2800" b="1" dirty="0">
                <a:solidFill>
                  <a:srgbClr val="7030A0"/>
                </a:solidFill>
              </a:rPr>
              <a:t>(Parametric)</a:t>
            </a:r>
          </a:p>
        </p:txBody>
      </p:sp>
      <p:sp>
        <p:nvSpPr>
          <p:cNvPr id="10" name="TextBox 9">
            <a:extLst>
              <a:ext uri="{FF2B5EF4-FFF2-40B4-BE49-F238E27FC236}">
                <a16:creationId xmlns:a16="http://schemas.microsoft.com/office/drawing/2014/main" id="{A5A67A57-9B96-C65E-B63A-F9B78EAB7C89}"/>
              </a:ext>
            </a:extLst>
          </p:cNvPr>
          <p:cNvSpPr txBox="1"/>
          <p:nvPr/>
        </p:nvSpPr>
        <p:spPr>
          <a:xfrm>
            <a:off x="871660" y="6065205"/>
            <a:ext cx="7327076" cy="523220"/>
          </a:xfrm>
          <a:prstGeom prst="rect">
            <a:avLst/>
          </a:prstGeom>
          <a:noFill/>
        </p:spPr>
        <p:txBody>
          <a:bodyPr wrap="square">
            <a:spAutoFit/>
          </a:bodyPr>
          <a:lstStyle/>
          <a:p>
            <a:pPr algn="ctr"/>
            <a:r>
              <a:rPr lang="en-GB" altLang="en-US" sz="2800" b="1" dirty="0">
                <a:solidFill>
                  <a:srgbClr val="FF5353"/>
                </a:solidFill>
                <a:latin typeface="Calibri" panose="020F0502020204030204" pitchFamily="34" charset="0"/>
              </a:rPr>
              <a:t>Line of results: </a:t>
            </a:r>
            <a:r>
              <a:rPr lang="en-GB" altLang="en-US" sz="2800" i="1" dirty="0">
                <a:latin typeface="Calibri" panose="020F0502020204030204" pitchFamily="34" charset="0"/>
              </a:rPr>
              <a:t>X</a:t>
            </a:r>
            <a:r>
              <a:rPr lang="en-GB" altLang="en-US" sz="2800" dirty="0">
                <a:latin typeface="Calibri" panose="020F0502020204030204" pitchFamily="34" charset="0"/>
              </a:rPr>
              <a:t>XX = XX.XX, </a:t>
            </a:r>
            <a:r>
              <a:rPr lang="en-GB" altLang="en-US" sz="2800" i="1" dirty="0">
                <a:latin typeface="Calibri" panose="020F0502020204030204" pitchFamily="34" charset="0"/>
              </a:rPr>
              <a:t>X</a:t>
            </a:r>
            <a:r>
              <a:rPr lang="en-GB" altLang="en-US" sz="2800" dirty="0">
                <a:latin typeface="Calibri" panose="020F0502020204030204" pitchFamily="34" charset="0"/>
              </a:rPr>
              <a:t> = .XXX, </a:t>
            </a:r>
            <a:r>
              <a:rPr lang="en-GB" altLang="en-US" sz="2800" i="1" dirty="0">
                <a:latin typeface="Calibri" panose="020F0502020204030204" pitchFamily="34" charset="0"/>
              </a:rPr>
              <a:t>X </a:t>
            </a:r>
            <a:r>
              <a:rPr lang="en-GB" altLang="en-US" sz="2800" dirty="0">
                <a:latin typeface="Calibri" panose="020F0502020204030204" pitchFamily="34" charset="0"/>
              </a:rPr>
              <a:t>= XX.XX</a:t>
            </a:r>
          </a:p>
        </p:txBody>
      </p:sp>
      <p:sp>
        <p:nvSpPr>
          <p:cNvPr id="17" name="ZoneTexte 11">
            <a:extLst>
              <a:ext uri="{FF2B5EF4-FFF2-40B4-BE49-F238E27FC236}">
                <a16:creationId xmlns:a16="http://schemas.microsoft.com/office/drawing/2014/main" id="{DBC76983-3CD7-5409-BAD3-A673D33D0437}"/>
              </a:ext>
            </a:extLst>
          </p:cNvPr>
          <p:cNvSpPr txBox="1"/>
          <p:nvPr/>
        </p:nvSpPr>
        <p:spPr>
          <a:xfrm>
            <a:off x="7429325" y="1401350"/>
            <a:ext cx="1506842" cy="738664"/>
          </a:xfrm>
          <a:prstGeom prst="rect">
            <a:avLst/>
          </a:prstGeom>
          <a:noFill/>
        </p:spPr>
        <p:txBody>
          <a:bodyPr wrap="square" rtlCol="0">
            <a:spAutoFit/>
          </a:bodyPr>
          <a:lstStyle/>
          <a:p>
            <a:pPr algn="ctr"/>
            <a:r>
              <a:rPr lang="en-GB" sz="2100" dirty="0"/>
              <a:t>The effect size</a:t>
            </a:r>
          </a:p>
        </p:txBody>
      </p:sp>
      <p:sp>
        <p:nvSpPr>
          <p:cNvPr id="19" name="Rectangle à coins arrondis 7">
            <a:extLst>
              <a:ext uri="{FF2B5EF4-FFF2-40B4-BE49-F238E27FC236}">
                <a16:creationId xmlns:a16="http://schemas.microsoft.com/office/drawing/2014/main" id="{AFCFDCDB-7BC3-751B-AFFA-7DF316798794}"/>
              </a:ext>
            </a:extLst>
          </p:cNvPr>
          <p:cNvSpPr/>
          <p:nvPr/>
        </p:nvSpPr>
        <p:spPr>
          <a:xfrm>
            <a:off x="862442" y="3948907"/>
            <a:ext cx="2220063" cy="260729"/>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30" name="Rectangle à coins arrondis 7">
            <a:extLst>
              <a:ext uri="{FF2B5EF4-FFF2-40B4-BE49-F238E27FC236}">
                <a16:creationId xmlns:a16="http://schemas.microsoft.com/office/drawing/2014/main" id="{D7AFD0C0-82BD-766D-8A36-9E21AEA35FF4}"/>
              </a:ext>
            </a:extLst>
          </p:cNvPr>
          <p:cNvSpPr/>
          <p:nvPr/>
        </p:nvSpPr>
        <p:spPr>
          <a:xfrm>
            <a:off x="3017979" y="3787970"/>
            <a:ext cx="4806379" cy="252710"/>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Tree>
    <p:extLst>
      <p:ext uri="{BB962C8B-B14F-4D97-AF65-F5344CB8AC3E}">
        <p14:creationId xmlns:p14="http://schemas.microsoft.com/office/powerpoint/2010/main" val="256170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30"/>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1" nodeType="clickEffect">
                                  <p:stCondLst>
                                    <p:cond delay="0"/>
                                  </p:stCondLst>
                                  <p:childTnLst>
                                    <p:set>
                                      <p:cBhvr>
                                        <p:cTn id="62" dur="1" fill="hold">
                                          <p:stCondLst>
                                            <p:cond delay="0"/>
                                          </p:stCondLst>
                                        </p:cTn>
                                        <p:tgtEl>
                                          <p:spTgt spid="1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p:bldP spid="15" grpId="0" animBg="1"/>
      <p:bldP spid="16" grpId="0"/>
      <p:bldP spid="6" grpId="0"/>
      <p:bldP spid="11" grpId="0" animBg="1"/>
      <p:bldP spid="21" grpId="0" animBg="1"/>
      <p:bldP spid="26" grpId="0" animBg="1"/>
      <p:bldP spid="26" grpId="1" animBg="1"/>
      <p:bldP spid="29" grpId="0"/>
      <p:bldP spid="29" grpId="1"/>
      <p:bldP spid="10" grpId="0"/>
      <p:bldP spid="10" grpId="1"/>
      <p:bldP spid="17" grpId="0"/>
      <p:bldP spid="19" grpId="0" animBg="1"/>
      <p:bldP spid="19" grpId="1" animBg="1"/>
      <p:bldP spid="30" grpId="0" animBg="1"/>
      <p:bldP spid="30"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CD585-ACB9-5A17-3F5B-693701A77775}"/>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2FE11D8-5BF7-76E9-B122-6FCA932A2B25}"/>
              </a:ext>
            </a:extLst>
          </p:cNvPr>
          <p:cNvSpPr>
            <a:spLocks noGrp="1"/>
          </p:cNvSpPr>
          <p:nvPr>
            <p:ph idx="1"/>
          </p:nvPr>
        </p:nvSpPr>
        <p:spPr>
          <a:xfrm>
            <a:off x="886787" y="1136803"/>
            <a:ext cx="7631927" cy="4758953"/>
          </a:xfrm>
          <a:solidFill>
            <a:schemeClr val="bg1"/>
          </a:solidFill>
        </p:spPr>
        <p:txBody>
          <a:bodyPr>
            <a:normAutofit/>
          </a:bodyPr>
          <a:lstStyle/>
          <a:p>
            <a:pPr marL="0" indent="0">
              <a:buNone/>
            </a:pPr>
            <a:r>
              <a:rPr lang="en-GB" sz="2200" dirty="0">
                <a:solidFill>
                  <a:schemeClr val="tx1"/>
                </a:solidFill>
              </a:rPr>
              <a:t>A paired samples t-test (one-tailed) was used to examine whether there was a difference in average happiness scores (scale from 0-100) for participants taking part in an Aerobics exercise class after 1 month compared to after 6 months. The assumption of normality was met for happiness at 1 month (</a:t>
            </a:r>
            <a:r>
              <a:rPr lang="en-GB" sz="2200" i="1" dirty="0">
                <a:solidFill>
                  <a:schemeClr val="tx1"/>
                </a:solidFill>
              </a:rPr>
              <a:t>W</a:t>
            </a:r>
            <a:r>
              <a:rPr lang="en-GB" sz="2200" dirty="0">
                <a:solidFill>
                  <a:schemeClr val="tx1"/>
                </a:solidFill>
              </a:rPr>
              <a:t> = 0.96, </a:t>
            </a:r>
            <a:r>
              <a:rPr lang="en-GB" sz="2200" i="1" dirty="0">
                <a:solidFill>
                  <a:schemeClr val="tx1"/>
                </a:solidFill>
              </a:rPr>
              <a:t>p</a:t>
            </a:r>
            <a:r>
              <a:rPr lang="en-GB" sz="2200" dirty="0">
                <a:solidFill>
                  <a:schemeClr val="tx1"/>
                </a:solidFill>
              </a:rPr>
              <a:t> = .729) and happiness at 6 months (</a:t>
            </a:r>
            <a:r>
              <a:rPr lang="en-GB" sz="2200" i="1" dirty="0">
                <a:solidFill>
                  <a:schemeClr val="tx1"/>
                </a:solidFill>
              </a:rPr>
              <a:t>W</a:t>
            </a:r>
            <a:r>
              <a:rPr lang="en-GB" sz="2200" dirty="0">
                <a:solidFill>
                  <a:schemeClr val="tx1"/>
                </a:solidFill>
              </a:rPr>
              <a:t> = 0.94, </a:t>
            </a:r>
            <a:r>
              <a:rPr lang="en-GB" sz="2200" i="1" dirty="0">
                <a:solidFill>
                  <a:schemeClr val="tx1"/>
                </a:solidFill>
              </a:rPr>
              <a:t>p</a:t>
            </a:r>
            <a:r>
              <a:rPr lang="en-GB" sz="2200" dirty="0">
                <a:solidFill>
                  <a:schemeClr val="tx1"/>
                </a:solidFill>
              </a:rPr>
              <a:t> = .437). There was no significant difference between happiness scores at 1 month (M = 18.56, SD = 2.78) and happiness scores at 6 months (M = 20.94, SD = 7.06), </a:t>
            </a:r>
            <a:r>
              <a:rPr lang="en-GB" sz="2200" i="1" dirty="0">
                <a:solidFill>
                  <a:schemeClr val="tx1"/>
                </a:solidFill>
              </a:rPr>
              <a:t>t</a:t>
            </a:r>
            <a:r>
              <a:rPr lang="en-GB" sz="2200" dirty="0">
                <a:solidFill>
                  <a:schemeClr val="tx1"/>
                </a:solidFill>
              </a:rPr>
              <a:t>(15) = -1.26, </a:t>
            </a:r>
            <a:r>
              <a:rPr lang="en-GB" sz="2200" i="1" dirty="0">
                <a:solidFill>
                  <a:schemeClr val="tx1"/>
                </a:solidFill>
              </a:rPr>
              <a:t>p</a:t>
            </a:r>
            <a:r>
              <a:rPr lang="en-GB" sz="2200" dirty="0">
                <a:solidFill>
                  <a:schemeClr val="tx1"/>
                </a:solidFill>
              </a:rPr>
              <a:t> = .114, </a:t>
            </a:r>
            <a:r>
              <a:rPr lang="en-GB" sz="2200" i="1" dirty="0">
                <a:solidFill>
                  <a:schemeClr val="tx1"/>
                </a:solidFill>
              </a:rPr>
              <a:t>d</a:t>
            </a:r>
            <a:r>
              <a:rPr lang="en-GB" sz="2200" dirty="0">
                <a:solidFill>
                  <a:schemeClr val="tx1"/>
                </a:solidFill>
              </a:rPr>
              <a:t> = -0.31. It suggests the duration of participation in the Aerobics class did not affect happiness ratings between the two time points.</a:t>
            </a:r>
          </a:p>
          <a:p>
            <a:pPr marL="0" indent="0">
              <a:buNone/>
            </a:pPr>
            <a:endParaRPr lang="en-GB" sz="2200" dirty="0">
              <a:solidFill>
                <a:schemeClr val="tx1"/>
              </a:solidFill>
            </a:endParaRPr>
          </a:p>
          <a:p>
            <a:pPr marL="0" indent="0">
              <a:buNone/>
            </a:pPr>
            <a:r>
              <a:rPr lang="en-GB" sz="2400" i="1" dirty="0">
                <a:solidFill>
                  <a:srgbClr val="0070C0"/>
                </a:solidFill>
              </a:rPr>
              <a:t>(an example…)</a:t>
            </a:r>
          </a:p>
        </p:txBody>
      </p:sp>
      <p:sp>
        <p:nvSpPr>
          <p:cNvPr id="2" name="Title 2">
            <a:extLst>
              <a:ext uri="{FF2B5EF4-FFF2-40B4-BE49-F238E27FC236}">
                <a16:creationId xmlns:a16="http://schemas.microsoft.com/office/drawing/2014/main" id="{E7A1E525-5706-0D35-DF71-4232CC92B085}"/>
              </a:ext>
            </a:extLst>
          </p:cNvPr>
          <p:cNvSpPr>
            <a:spLocks noGrp="1"/>
          </p:cNvSpPr>
          <p:nvPr>
            <p:ph type="title"/>
          </p:nvPr>
        </p:nvSpPr>
        <p:spPr>
          <a:xfrm>
            <a:off x="423073" y="240884"/>
            <a:ext cx="8478074" cy="754796"/>
          </a:xfrm>
        </p:spPr>
        <p:txBody>
          <a:bodyPr>
            <a:noAutofit/>
          </a:bodyPr>
          <a:lstStyle/>
          <a:p>
            <a:pPr algn="ctr"/>
            <a:r>
              <a:rPr lang="en-GB" sz="4000" dirty="0">
                <a:solidFill>
                  <a:srgbClr val="0070C0"/>
                </a:solidFill>
              </a:rPr>
              <a:t>Example</a:t>
            </a:r>
            <a:r>
              <a:rPr lang="en-GB" sz="4000" dirty="0">
                <a:solidFill>
                  <a:schemeClr val="tx1"/>
                </a:solidFill>
              </a:rPr>
              <a:t> write up: </a:t>
            </a:r>
            <a:r>
              <a:rPr lang="en-GB" sz="4000" b="1" dirty="0">
                <a:solidFill>
                  <a:schemeClr val="accent5"/>
                </a:solidFill>
              </a:rPr>
              <a:t>Paired-samples t-test</a:t>
            </a:r>
            <a:endParaRPr lang="en-GB" sz="4000" b="1" dirty="0">
              <a:solidFill>
                <a:srgbClr val="D29956"/>
              </a:solidFill>
            </a:endParaRPr>
          </a:p>
        </p:txBody>
      </p:sp>
      <p:sp>
        <p:nvSpPr>
          <p:cNvPr id="4" name="TextBox 3">
            <a:extLst>
              <a:ext uri="{FF2B5EF4-FFF2-40B4-BE49-F238E27FC236}">
                <a16:creationId xmlns:a16="http://schemas.microsoft.com/office/drawing/2014/main" id="{AB52FA36-4A2A-1369-7735-23940C1863AC}"/>
              </a:ext>
            </a:extLst>
          </p:cNvPr>
          <p:cNvSpPr txBox="1"/>
          <p:nvPr/>
        </p:nvSpPr>
        <p:spPr>
          <a:xfrm>
            <a:off x="4746812" y="4272677"/>
            <a:ext cx="4397188" cy="2308324"/>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r>
              <a:rPr lang="en-GB" dirty="0">
                <a:solidFill>
                  <a:schemeClr val="bg1"/>
                </a:solidFill>
              </a:rPr>
              <a:t>Remember we don’t refer to our hypothesis. We assume two-tailed. </a:t>
            </a:r>
          </a:p>
          <a:p>
            <a:r>
              <a:rPr lang="en-GB" dirty="0">
                <a:solidFill>
                  <a:schemeClr val="bg1"/>
                </a:solidFill>
              </a:rPr>
              <a:t>But for </a:t>
            </a:r>
            <a:r>
              <a:rPr lang="en-GB" b="1" dirty="0">
                <a:solidFill>
                  <a:schemeClr val="bg1"/>
                </a:solidFill>
              </a:rPr>
              <a:t>one-</a:t>
            </a:r>
            <a:r>
              <a:rPr lang="en-GB" sz="1800" b="1" dirty="0">
                <a:solidFill>
                  <a:schemeClr val="bg1"/>
                </a:solidFill>
              </a:rPr>
              <a:t>tailed test</a:t>
            </a:r>
            <a:r>
              <a:rPr lang="en-GB" sz="1800" dirty="0">
                <a:solidFill>
                  <a:schemeClr val="bg1"/>
                </a:solidFill>
              </a:rPr>
              <a:t>: write ‘one-tailed’, don’t write the whole hypothesis in full. </a:t>
            </a:r>
          </a:p>
          <a:p>
            <a:endParaRPr lang="en-GB" dirty="0">
              <a:solidFill>
                <a:schemeClr val="bg1"/>
              </a:solidFill>
            </a:endParaRPr>
          </a:p>
          <a:p>
            <a:r>
              <a:rPr lang="en-GB" sz="1800" dirty="0">
                <a:solidFill>
                  <a:schemeClr val="bg1"/>
                </a:solidFill>
              </a:rPr>
              <a:t>If </a:t>
            </a:r>
            <a:r>
              <a:rPr lang="en-GB" dirty="0">
                <a:solidFill>
                  <a:schemeClr val="bg1"/>
                </a:solidFill>
              </a:rPr>
              <a:t>you had lots of tests, you could </a:t>
            </a:r>
            <a:r>
              <a:rPr lang="en-GB" i="1" dirty="0">
                <a:solidFill>
                  <a:schemeClr val="bg1"/>
                </a:solidFill>
              </a:rPr>
              <a:t>briefly</a:t>
            </a:r>
            <a:r>
              <a:rPr lang="en-GB" dirty="0">
                <a:solidFill>
                  <a:schemeClr val="bg1"/>
                </a:solidFill>
              </a:rPr>
              <a:t> mention the comparison being analysed (e.g. if X &gt; Y).</a:t>
            </a:r>
            <a:endParaRPr lang="en-GB" sz="1800" dirty="0">
              <a:solidFill>
                <a:schemeClr val="bg1"/>
              </a:solidFill>
            </a:endParaRPr>
          </a:p>
        </p:txBody>
      </p:sp>
    </p:spTree>
    <p:custDataLst>
      <p:tags r:id="rId1"/>
    </p:custDataLst>
    <p:extLst>
      <p:ext uri="{BB962C8B-B14F-4D97-AF65-F5344CB8AC3E}">
        <p14:creationId xmlns:p14="http://schemas.microsoft.com/office/powerpoint/2010/main" val="366770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283A781-A00E-1D36-9F50-6F3197DBFB4F}"/>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D814DE10-48E0-53A0-48EA-E49B50E8CFB6}"/>
              </a:ext>
            </a:extLst>
          </p:cNvPr>
          <p:cNvPicPr>
            <a:picLocks noChangeAspect="1"/>
          </p:cNvPicPr>
          <p:nvPr/>
        </p:nvPicPr>
        <p:blipFill>
          <a:blip r:embed="rId3"/>
          <a:stretch>
            <a:fillRect/>
          </a:stretch>
        </p:blipFill>
        <p:spPr>
          <a:xfrm>
            <a:off x="0" y="2794467"/>
            <a:ext cx="9144000" cy="1269066"/>
          </a:xfrm>
          <a:prstGeom prst="rect">
            <a:avLst/>
          </a:prstGeom>
        </p:spPr>
      </p:pic>
      <p:sp>
        <p:nvSpPr>
          <p:cNvPr id="2" name="Titre 1">
            <a:extLst>
              <a:ext uri="{FF2B5EF4-FFF2-40B4-BE49-F238E27FC236}">
                <a16:creationId xmlns:a16="http://schemas.microsoft.com/office/drawing/2014/main" id="{EBD7C211-160B-E244-B846-A49E93476DD7}"/>
              </a:ext>
            </a:extLst>
          </p:cNvPr>
          <p:cNvSpPr>
            <a:spLocks noGrp="1"/>
          </p:cNvSpPr>
          <p:nvPr>
            <p:ph type="title"/>
          </p:nvPr>
        </p:nvSpPr>
        <p:spPr>
          <a:xfrm>
            <a:off x="4821382" y="635800"/>
            <a:ext cx="3841017" cy="536717"/>
          </a:xfrm>
        </p:spPr>
        <p:txBody>
          <a:bodyPr/>
          <a:lstStyle/>
          <a:p>
            <a:pPr algn="ctr"/>
            <a:r>
              <a:rPr lang="en-GB" sz="3200" dirty="0">
                <a:solidFill>
                  <a:schemeClr val="tx1"/>
                </a:solidFill>
              </a:rPr>
              <a:t>Read the output table</a:t>
            </a:r>
          </a:p>
        </p:txBody>
      </p:sp>
      <p:sp>
        <p:nvSpPr>
          <p:cNvPr id="8" name="Rectangle à coins arrondis 7">
            <a:extLst>
              <a:ext uri="{FF2B5EF4-FFF2-40B4-BE49-F238E27FC236}">
                <a16:creationId xmlns:a16="http://schemas.microsoft.com/office/drawing/2014/main" id="{6BFCF200-9945-C761-B8F0-BAF22766998F}"/>
              </a:ext>
            </a:extLst>
          </p:cNvPr>
          <p:cNvSpPr/>
          <p:nvPr/>
        </p:nvSpPr>
        <p:spPr>
          <a:xfrm>
            <a:off x="4889928" y="2989161"/>
            <a:ext cx="866394" cy="70207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2" name="ZoneTexte 11">
            <a:extLst>
              <a:ext uri="{FF2B5EF4-FFF2-40B4-BE49-F238E27FC236}">
                <a16:creationId xmlns:a16="http://schemas.microsoft.com/office/drawing/2014/main" id="{4A7EB04B-F343-FB29-8316-608735232A75}"/>
              </a:ext>
            </a:extLst>
          </p:cNvPr>
          <p:cNvSpPr txBox="1"/>
          <p:nvPr/>
        </p:nvSpPr>
        <p:spPr>
          <a:xfrm>
            <a:off x="1251179" y="4779973"/>
            <a:ext cx="2275315" cy="738664"/>
          </a:xfrm>
          <a:prstGeom prst="rect">
            <a:avLst/>
          </a:prstGeom>
          <a:noFill/>
        </p:spPr>
        <p:txBody>
          <a:bodyPr wrap="square" rtlCol="0">
            <a:spAutoFit/>
          </a:bodyPr>
          <a:lstStyle/>
          <a:p>
            <a:pPr algn="ctr"/>
            <a:r>
              <a:rPr lang="en-GB" sz="2100" dirty="0"/>
              <a:t>The test statistic</a:t>
            </a:r>
          </a:p>
          <a:p>
            <a:pPr algn="ctr"/>
            <a:r>
              <a:rPr lang="en-GB" sz="2100" dirty="0"/>
              <a:t>W (Wilcoxon)</a:t>
            </a:r>
          </a:p>
        </p:txBody>
      </p:sp>
      <p:cxnSp>
        <p:nvCxnSpPr>
          <p:cNvPr id="14" name="Connecteur droit avec flèche 13">
            <a:extLst>
              <a:ext uri="{FF2B5EF4-FFF2-40B4-BE49-F238E27FC236}">
                <a16:creationId xmlns:a16="http://schemas.microsoft.com/office/drawing/2014/main" id="{283E168D-D4DB-3BEB-DE68-2FF056D17549}"/>
              </a:ext>
            </a:extLst>
          </p:cNvPr>
          <p:cNvCxnSpPr>
            <a:cxnSpLocks/>
          </p:cNvCxnSpPr>
          <p:nvPr/>
        </p:nvCxnSpPr>
        <p:spPr>
          <a:xfrm flipV="1">
            <a:off x="2660101" y="3755274"/>
            <a:ext cx="400174" cy="1024699"/>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eur droit avec flèche 13">
            <a:extLst>
              <a:ext uri="{FF2B5EF4-FFF2-40B4-BE49-F238E27FC236}">
                <a16:creationId xmlns:a16="http://schemas.microsoft.com/office/drawing/2014/main" id="{7D37294D-50B3-192D-6522-C6ED631A70E1}"/>
              </a:ext>
            </a:extLst>
          </p:cNvPr>
          <p:cNvCxnSpPr>
            <a:cxnSpLocks/>
            <a:stCxn id="16" idx="2"/>
          </p:cNvCxnSpPr>
          <p:nvPr/>
        </p:nvCxnSpPr>
        <p:spPr>
          <a:xfrm flipH="1">
            <a:off x="1788160" y="2163657"/>
            <a:ext cx="535582" cy="920959"/>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à coins arrondis 7">
            <a:extLst>
              <a:ext uri="{FF2B5EF4-FFF2-40B4-BE49-F238E27FC236}">
                <a16:creationId xmlns:a16="http://schemas.microsoft.com/office/drawing/2014/main" id="{4F4DD0B1-E7E4-6398-38C2-88AA311CDC02}"/>
              </a:ext>
            </a:extLst>
          </p:cNvPr>
          <p:cNvSpPr/>
          <p:nvPr/>
        </p:nvSpPr>
        <p:spPr>
          <a:xfrm>
            <a:off x="35191" y="2763466"/>
            <a:ext cx="1416610" cy="368590"/>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6" name="ZoneTexte 11">
            <a:extLst>
              <a:ext uri="{FF2B5EF4-FFF2-40B4-BE49-F238E27FC236}">
                <a16:creationId xmlns:a16="http://schemas.microsoft.com/office/drawing/2014/main" id="{69013F1C-E2F8-4EDA-C26E-583408BF8F50}"/>
              </a:ext>
            </a:extLst>
          </p:cNvPr>
          <p:cNvSpPr txBox="1"/>
          <p:nvPr/>
        </p:nvSpPr>
        <p:spPr>
          <a:xfrm>
            <a:off x="1195332" y="1748159"/>
            <a:ext cx="2256819" cy="415498"/>
          </a:xfrm>
          <a:prstGeom prst="rect">
            <a:avLst/>
          </a:prstGeom>
          <a:noFill/>
        </p:spPr>
        <p:txBody>
          <a:bodyPr wrap="square" rtlCol="0">
            <a:spAutoFit/>
          </a:bodyPr>
          <a:lstStyle/>
          <a:p>
            <a:pPr algn="ctr"/>
            <a:r>
              <a:rPr lang="en-GB" sz="2100" dirty="0"/>
              <a:t>Type of t-test</a:t>
            </a:r>
          </a:p>
        </p:txBody>
      </p:sp>
      <p:sp>
        <p:nvSpPr>
          <p:cNvPr id="6" name="ZoneTexte 11">
            <a:extLst>
              <a:ext uri="{FF2B5EF4-FFF2-40B4-BE49-F238E27FC236}">
                <a16:creationId xmlns:a16="http://schemas.microsoft.com/office/drawing/2014/main" id="{8D240383-0A0F-A161-58EC-88BD0C0B7800}"/>
              </a:ext>
            </a:extLst>
          </p:cNvPr>
          <p:cNvSpPr txBox="1"/>
          <p:nvPr/>
        </p:nvSpPr>
        <p:spPr>
          <a:xfrm>
            <a:off x="4291521" y="5077470"/>
            <a:ext cx="2817845" cy="738664"/>
          </a:xfrm>
          <a:prstGeom prst="rect">
            <a:avLst/>
          </a:prstGeom>
          <a:noFill/>
        </p:spPr>
        <p:txBody>
          <a:bodyPr wrap="square" rtlCol="0">
            <a:spAutoFit/>
          </a:bodyPr>
          <a:lstStyle/>
          <a:p>
            <a:pPr algn="ctr"/>
            <a:r>
              <a:rPr lang="en-GB" sz="2100" dirty="0"/>
              <a:t>The p-value (significance value)</a:t>
            </a:r>
          </a:p>
        </p:txBody>
      </p:sp>
      <p:sp>
        <p:nvSpPr>
          <p:cNvPr id="11" name="Rectangle à coins arrondis 7">
            <a:extLst>
              <a:ext uri="{FF2B5EF4-FFF2-40B4-BE49-F238E27FC236}">
                <a16:creationId xmlns:a16="http://schemas.microsoft.com/office/drawing/2014/main" id="{B0BEE1EC-C027-637F-C6DB-D11F3329048F}"/>
              </a:ext>
            </a:extLst>
          </p:cNvPr>
          <p:cNvSpPr/>
          <p:nvPr/>
        </p:nvSpPr>
        <p:spPr>
          <a:xfrm>
            <a:off x="2660101" y="2961480"/>
            <a:ext cx="866394" cy="702078"/>
          </a:xfrm>
          <a:prstGeom prst="round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18" name="Connecteur droit avec flèche 13">
            <a:extLst>
              <a:ext uri="{FF2B5EF4-FFF2-40B4-BE49-F238E27FC236}">
                <a16:creationId xmlns:a16="http://schemas.microsoft.com/office/drawing/2014/main" id="{E841DB93-9F62-2062-2C3A-6BD8D81D73D0}"/>
              </a:ext>
            </a:extLst>
          </p:cNvPr>
          <p:cNvCxnSpPr>
            <a:cxnSpLocks/>
          </p:cNvCxnSpPr>
          <p:nvPr/>
        </p:nvCxnSpPr>
        <p:spPr>
          <a:xfrm flipH="1" flipV="1">
            <a:off x="5499598" y="3835801"/>
            <a:ext cx="401693" cy="125278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à coins arrondis 7">
            <a:extLst>
              <a:ext uri="{FF2B5EF4-FFF2-40B4-BE49-F238E27FC236}">
                <a16:creationId xmlns:a16="http://schemas.microsoft.com/office/drawing/2014/main" id="{C8B8C16F-A43F-558F-3C45-467FB0B5750D}"/>
              </a:ext>
            </a:extLst>
          </p:cNvPr>
          <p:cNvSpPr/>
          <p:nvPr/>
        </p:nvSpPr>
        <p:spPr>
          <a:xfrm>
            <a:off x="6384312" y="2976355"/>
            <a:ext cx="866394" cy="702078"/>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23" name="Connecteur droit avec flèche 13">
            <a:extLst>
              <a:ext uri="{FF2B5EF4-FFF2-40B4-BE49-F238E27FC236}">
                <a16:creationId xmlns:a16="http://schemas.microsoft.com/office/drawing/2014/main" id="{B4DF20DA-6345-6AE9-9A4A-D04E8C5E5CA4}"/>
              </a:ext>
            </a:extLst>
          </p:cNvPr>
          <p:cNvCxnSpPr>
            <a:cxnSpLocks/>
          </p:cNvCxnSpPr>
          <p:nvPr/>
        </p:nvCxnSpPr>
        <p:spPr>
          <a:xfrm flipH="1">
            <a:off x="6817509" y="2049172"/>
            <a:ext cx="784997" cy="812577"/>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05A1717-0E19-D3AD-571A-E3289E3DA35C}"/>
              </a:ext>
            </a:extLst>
          </p:cNvPr>
          <p:cNvSpPr txBox="1"/>
          <p:nvPr/>
        </p:nvSpPr>
        <p:spPr>
          <a:xfrm>
            <a:off x="414021" y="125111"/>
            <a:ext cx="4407362" cy="1384995"/>
          </a:xfrm>
          <a:prstGeom prst="rect">
            <a:avLst/>
          </a:prstGeom>
          <a:noFill/>
        </p:spPr>
        <p:txBody>
          <a:bodyPr wrap="square" rtlCol="0">
            <a:spAutoFit/>
          </a:bodyPr>
          <a:lstStyle/>
          <a:p>
            <a:r>
              <a:rPr lang="en-GB" sz="2800" b="1" u="sng" dirty="0">
                <a:solidFill>
                  <a:srgbClr val="D29956"/>
                </a:solidFill>
              </a:rPr>
              <a:t>Wilcoxon-signed rank test</a:t>
            </a:r>
            <a:r>
              <a:rPr lang="en-GB" sz="2800" b="1" dirty="0">
                <a:solidFill>
                  <a:srgbClr val="D29956"/>
                </a:solidFill>
              </a:rPr>
              <a:t> </a:t>
            </a:r>
          </a:p>
          <a:p>
            <a:r>
              <a:rPr lang="en-GB" sz="2800" b="1" dirty="0">
                <a:solidFill>
                  <a:srgbClr val="D29956"/>
                </a:solidFill>
              </a:rPr>
              <a:t>(Non-Parametric </a:t>
            </a:r>
            <a:r>
              <a:rPr lang="en-GB" sz="2800" dirty="0">
                <a:solidFill>
                  <a:srgbClr val="D29956"/>
                </a:solidFill>
              </a:rPr>
              <a:t>equivalent of One-sample t-test)</a:t>
            </a:r>
          </a:p>
        </p:txBody>
      </p:sp>
      <p:sp>
        <p:nvSpPr>
          <p:cNvPr id="10" name="TextBox 9">
            <a:extLst>
              <a:ext uri="{FF2B5EF4-FFF2-40B4-BE49-F238E27FC236}">
                <a16:creationId xmlns:a16="http://schemas.microsoft.com/office/drawing/2014/main" id="{C70C1881-E07E-EEE5-3DC9-B0855E06EAF1}"/>
              </a:ext>
            </a:extLst>
          </p:cNvPr>
          <p:cNvSpPr txBox="1"/>
          <p:nvPr/>
        </p:nvSpPr>
        <p:spPr>
          <a:xfrm>
            <a:off x="906164" y="6009354"/>
            <a:ext cx="7756235" cy="523220"/>
          </a:xfrm>
          <a:prstGeom prst="rect">
            <a:avLst/>
          </a:prstGeom>
          <a:noFill/>
        </p:spPr>
        <p:txBody>
          <a:bodyPr wrap="square">
            <a:spAutoFit/>
          </a:bodyPr>
          <a:lstStyle/>
          <a:p>
            <a:pPr algn="ctr"/>
            <a:r>
              <a:rPr lang="en-GB" altLang="en-US" sz="2800" b="1" dirty="0">
                <a:solidFill>
                  <a:srgbClr val="FF5353"/>
                </a:solidFill>
                <a:latin typeface="Calibri" panose="020F0502020204030204" pitchFamily="34" charset="0"/>
              </a:rPr>
              <a:t>Line of results: </a:t>
            </a:r>
            <a:r>
              <a:rPr lang="en-GB" altLang="en-US" sz="2800" i="1" dirty="0">
                <a:latin typeface="Calibri" panose="020F0502020204030204" pitchFamily="34" charset="0"/>
              </a:rPr>
              <a:t>X</a:t>
            </a:r>
            <a:r>
              <a:rPr lang="en-GB" altLang="en-US" sz="2800" dirty="0">
                <a:latin typeface="Calibri" panose="020F0502020204030204" pitchFamily="34" charset="0"/>
              </a:rPr>
              <a:t> = XX.XX, </a:t>
            </a:r>
            <a:r>
              <a:rPr lang="en-GB" altLang="en-US" sz="2800" i="1" dirty="0">
                <a:latin typeface="Calibri" panose="020F0502020204030204" pitchFamily="34" charset="0"/>
              </a:rPr>
              <a:t>X</a:t>
            </a:r>
            <a:r>
              <a:rPr lang="en-GB" altLang="en-US" sz="2800" dirty="0">
                <a:latin typeface="Calibri" panose="020F0502020204030204" pitchFamily="34" charset="0"/>
              </a:rPr>
              <a:t> = .XXX, </a:t>
            </a:r>
            <a:r>
              <a:rPr lang="en-GB" altLang="en-US" sz="2800" i="1" dirty="0">
                <a:latin typeface="Calibri" panose="020F0502020204030204" pitchFamily="34" charset="0"/>
              </a:rPr>
              <a:t>X</a:t>
            </a:r>
            <a:r>
              <a:rPr lang="en-GB" altLang="en-US" sz="2800" dirty="0">
                <a:latin typeface="Calibri" panose="020F0502020204030204" pitchFamily="34" charset="0"/>
              </a:rPr>
              <a:t> = XX.XX</a:t>
            </a:r>
          </a:p>
        </p:txBody>
      </p:sp>
      <p:sp>
        <p:nvSpPr>
          <p:cNvPr id="17" name="ZoneTexte 11">
            <a:extLst>
              <a:ext uri="{FF2B5EF4-FFF2-40B4-BE49-F238E27FC236}">
                <a16:creationId xmlns:a16="http://schemas.microsoft.com/office/drawing/2014/main" id="{623CDB0D-02AC-2859-EFF0-EB0112BA7AC8}"/>
              </a:ext>
            </a:extLst>
          </p:cNvPr>
          <p:cNvSpPr txBox="1"/>
          <p:nvPr/>
        </p:nvSpPr>
        <p:spPr>
          <a:xfrm>
            <a:off x="6293501" y="1574318"/>
            <a:ext cx="2817845" cy="415498"/>
          </a:xfrm>
          <a:prstGeom prst="rect">
            <a:avLst/>
          </a:prstGeom>
          <a:noFill/>
        </p:spPr>
        <p:txBody>
          <a:bodyPr wrap="square" rtlCol="0">
            <a:spAutoFit/>
          </a:bodyPr>
          <a:lstStyle/>
          <a:p>
            <a:pPr algn="ctr"/>
            <a:r>
              <a:rPr lang="en-GB" sz="2100" dirty="0"/>
              <a:t>The effect size</a:t>
            </a:r>
          </a:p>
        </p:txBody>
      </p:sp>
      <p:sp>
        <p:nvSpPr>
          <p:cNvPr id="19" name="Rectangle à coins arrondis 7">
            <a:extLst>
              <a:ext uri="{FF2B5EF4-FFF2-40B4-BE49-F238E27FC236}">
                <a16:creationId xmlns:a16="http://schemas.microsoft.com/office/drawing/2014/main" id="{934F2FD1-1C59-2488-666E-DC3743172CBB}"/>
              </a:ext>
            </a:extLst>
          </p:cNvPr>
          <p:cNvSpPr/>
          <p:nvPr/>
        </p:nvSpPr>
        <p:spPr>
          <a:xfrm>
            <a:off x="53231" y="3785607"/>
            <a:ext cx="1826369" cy="277926"/>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28" name="Rectangle à coins arrondis 7">
            <a:extLst>
              <a:ext uri="{FF2B5EF4-FFF2-40B4-BE49-F238E27FC236}">
                <a16:creationId xmlns:a16="http://schemas.microsoft.com/office/drawing/2014/main" id="{6D884681-8DD0-8B97-AC33-A9A868EA07F2}"/>
              </a:ext>
            </a:extLst>
          </p:cNvPr>
          <p:cNvSpPr/>
          <p:nvPr/>
        </p:nvSpPr>
        <p:spPr>
          <a:xfrm>
            <a:off x="1932832" y="3663558"/>
            <a:ext cx="4102208" cy="222375"/>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Tree>
    <p:extLst>
      <p:ext uri="{BB962C8B-B14F-4D97-AF65-F5344CB8AC3E}">
        <p14:creationId xmlns:p14="http://schemas.microsoft.com/office/powerpoint/2010/main" val="2414844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9"/>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p:bldP spid="15" grpId="0" animBg="1"/>
      <p:bldP spid="16" grpId="0"/>
      <p:bldP spid="6" grpId="0"/>
      <p:bldP spid="11" grpId="0" animBg="1"/>
      <p:bldP spid="21" grpId="0" animBg="1"/>
      <p:bldP spid="10" grpId="0"/>
      <p:bldP spid="10" grpId="1"/>
      <p:bldP spid="17" grpId="0"/>
      <p:bldP spid="19" grpId="0" animBg="1"/>
      <p:bldP spid="19" grpId="1" animBg="1"/>
      <p:bldP spid="28" grpId="0" animBg="1"/>
      <p:bldP spid="28"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B3D31-96F1-6EEC-41D3-BA562B6D44B6}"/>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ACC315E-FF89-B44D-D38A-0462B0F86C5B}"/>
              </a:ext>
            </a:extLst>
          </p:cNvPr>
          <p:cNvSpPr>
            <a:spLocks noGrp="1"/>
          </p:cNvSpPr>
          <p:nvPr>
            <p:ph idx="1"/>
          </p:nvPr>
        </p:nvSpPr>
        <p:spPr>
          <a:xfrm>
            <a:off x="886787" y="1136803"/>
            <a:ext cx="7631927" cy="4758953"/>
          </a:xfrm>
          <a:solidFill>
            <a:schemeClr val="bg1"/>
          </a:solidFill>
        </p:spPr>
        <p:txBody>
          <a:bodyPr>
            <a:normAutofit/>
          </a:bodyPr>
          <a:lstStyle/>
          <a:p>
            <a:pPr marL="0" indent="0">
              <a:buNone/>
            </a:pPr>
            <a:r>
              <a:rPr lang="en-GB" sz="2200" dirty="0">
                <a:solidFill>
                  <a:schemeClr val="tx1"/>
                </a:solidFill>
              </a:rPr>
              <a:t>The assumption of normality was violated for happiness at 6 months (</a:t>
            </a:r>
            <a:r>
              <a:rPr lang="en-GB" sz="2200" i="1" dirty="0">
                <a:solidFill>
                  <a:schemeClr val="tx1"/>
                </a:solidFill>
              </a:rPr>
              <a:t>W</a:t>
            </a:r>
            <a:r>
              <a:rPr lang="en-GB" sz="2200" dirty="0">
                <a:solidFill>
                  <a:schemeClr val="tx1"/>
                </a:solidFill>
              </a:rPr>
              <a:t> = 0.86, </a:t>
            </a:r>
            <a:r>
              <a:rPr lang="en-GB" sz="2200" i="1" dirty="0">
                <a:solidFill>
                  <a:schemeClr val="tx1"/>
                </a:solidFill>
              </a:rPr>
              <a:t>p</a:t>
            </a:r>
            <a:r>
              <a:rPr lang="en-GB" sz="2200" dirty="0">
                <a:solidFill>
                  <a:schemeClr val="tx1"/>
                </a:solidFill>
              </a:rPr>
              <a:t> = .018) and was borderline for happiness at 1 month (</a:t>
            </a:r>
            <a:r>
              <a:rPr lang="en-GB" sz="2200" i="1" dirty="0">
                <a:solidFill>
                  <a:schemeClr val="tx1"/>
                </a:solidFill>
              </a:rPr>
              <a:t>W</a:t>
            </a:r>
            <a:r>
              <a:rPr lang="en-GB" sz="2200" dirty="0">
                <a:solidFill>
                  <a:schemeClr val="tx1"/>
                </a:solidFill>
              </a:rPr>
              <a:t> = 0.89, </a:t>
            </a:r>
            <a:r>
              <a:rPr lang="en-GB" sz="2200" i="1" dirty="0">
                <a:solidFill>
                  <a:schemeClr val="tx1"/>
                </a:solidFill>
              </a:rPr>
              <a:t>p</a:t>
            </a:r>
            <a:r>
              <a:rPr lang="en-GB" sz="2200" dirty="0">
                <a:solidFill>
                  <a:schemeClr val="tx1"/>
                </a:solidFill>
              </a:rPr>
              <a:t> = .051), so a non-parametric test was used. A one-tailed Wilcoxon-signed rank test examined whether median happiness scores (from 0-100) differed between 1 month and 6 months of participants taking part in Aerobic exercise. There was a significant difference in happiness scores (</a:t>
            </a:r>
            <a:r>
              <a:rPr lang="en-GB" sz="2200" i="1" dirty="0">
                <a:solidFill>
                  <a:schemeClr val="tx1"/>
                </a:solidFill>
              </a:rPr>
              <a:t>W</a:t>
            </a:r>
            <a:r>
              <a:rPr lang="en-GB" sz="2200" dirty="0">
                <a:solidFill>
                  <a:schemeClr val="tx1"/>
                </a:solidFill>
              </a:rPr>
              <a:t> = 2.50, </a:t>
            </a:r>
            <a:r>
              <a:rPr lang="en-GB" sz="2200" i="1" dirty="0">
                <a:solidFill>
                  <a:schemeClr val="tx1"/>
                </a:solidFill>
              </a:rPr>
              <a:t>p</a:t>
            </a:r>
            <a:r>
              <a:rPr lang="en-GB" sz="2200" dirty="0">
                <a:solidFill>
                  <a:schemeClr val="tx1"/>
                </a:solidFill>
              </a:rPr>
              <a:t> = .001, </a:t>
            </a:r>
            <a:r>
              <a:rPr lang="en-GB" altLang="en-US" sz="2400" i="1" dirty="0" err="1">
                <a:solidFill>
                  <a:schemeClr val="tx1"/>
                </a:solidFill>
                <a:latin typeface="Calibri" panose="020F0502020204030204" pitchFamily="34" charset="0"/>
              </a:rPr>
              <a:t>r</a:t>
            </a:r>
            <a:r>
              <a:rPr lang="en-GB" altLang="en-US" sz="2400" i="1" baseline="-25000" dirty="0" err="1">
                <a:solidFill>
                  <a:schemeClr val="tx1"/>
                </a:solidFill>
                <a:latin typeface="Calibri" panose="020F0502020204030204" pitchFamily="34" charset="0"/>
              </a:rPr>
              <a:t>b</a:t>
            </a:r>
            <a:r>
              <a:rPr lang="en-GB" altLang="en-US" sz="2400" i="1" baseline="-25000" dirty="0">
                <a:latin typeface="Calibri" panose="020F0502020204030204" pitchFamily="34" charset="0"/>
              </a:rPr>
              <a:t> </a:t>
            </a:r>
            <a:r>
              <a:rPr lang="en-GB" sz="2200" dirty="0">
                <a:solidFill>
                  <a:schemeClr val="tx1"/>
                </a:solidFill>
              </a:rPr>
              <a:t>= -0.95), where happiness at 6 months (</a:t>
            </a:r>
            <a:r>
              <a:rPr lang="en-GB" sz="2200" dirty="0" err="1">
                <a:solidFill>
                  <a:schemeClr val="tx1"/>
                </a:solidFill>
              </a:rPr>
              <a:t>Mdn</a:t>
            </a:r>
            <a:r>
              <a:rPr lang="en-GB" sz="2200" dirty="0">
                <a:solidFill>
                  <a:schemeClr val="tx1"/>
                </a:solidFill>
              </a:rPr>
              <a:t> = 3.50, IQR = 2.00) was higher than at 1 month (</a:t>
            </a:r>
            <a:r>
              <a:rPr lang="en-GB" sz="2200" dirty="0" err="1">
                <a:solidFill>
                  <a:schemeClr val="tx1"/>
                </a:solidFill>
              </a:rPr>
              <a:t>Mdn</a:t>
            </a:r>
            <a:r>
              <a:rPr lang="en-GB" sz="2200" dirty="0">
                <a:solidFill>
                  <a:schemeClr val="tx1"/>
                </a:solidFill>
              </a:rPr>
              <a:t> = 1.50, IQR  1.00). It indicates a large effect and suggests that happiness ratings increased over time with continued participation. </a:t>
            </a:r>
          </a:p>
          <a:p>
            <a:pPr marL="0" indent="0">
              <a:buNone/>
            </a:pPr>
            <a:endParaRPr lang="en-GB" sz="2200" dirty="0">
              <a:solidFill>
                <a:schemeClr val="tx1"/>
              </a:solidFill>
            </a:endParaRPr>
          </a:p>
          <a:p>
            <a:pPr marL="0" indent="0">
              <a:buNone/>
            </a:pPr>
            <a:r>
              <a:rPr lang="en-GB" sz="2400" i="1" dirty="0">
                <a:solidFill>
                  <a:srgbClr val="0070C0"/>
                </a:solidFill>
              </a:rPr>
              <a:t>(an example…slightly different order, but all still there)</a:t>
            </a:r>
          </a:p>
        </p:txBody>
      </p:sp>
      <p:sp>
        <p:nvSpPr>
          <p:cNvPr id="6" name="Title 2">
            <a:extLst>
              <a:ext uri="{FF2B5EF4-FFF2-40B4-BE49-F238E27FC236}">
                <a16:creationId xmlns:a16="http://schemas.microsoft.com/office/drawing/2014/main" id="{7BE774C2-1141-62FC-C540-62509F2019CC}"/>
              </a:ext>
            </a:extLst>
          </p:cNvPr>
          <p:cNvSpPr>
            <a:spLocks noGrp="1"/>
          </p:cNvSpPr>
          <p:nvPr>
            <p:ph type="title"/>
          </p:nvPr>
        </p:nvSpPr>
        <p:spPr>
          <a:xfrm>
            <a:off x="0" y="240884"/>
            <a:ext cx="9306559" cy="721360"/>
          </a:xfrm>
        </p:spPr>
        <p:txBody>
          <a:bodyPr>
            <a:noAutofit/>
          </a:bodyPr>
          <a:lstStyle/>
          <a:p>
            <a:pPr algn="ctr"/>
            <a:r>
              <a:rPr lang="en-GB" sz="4000" dirty="0">
                <a:solidFill>
                  <a:srgbClr val="0070C0"/>
                </a:solidFill>
              </a:rPr>
              <a:t>Example</a:t>
            </a:r>
            <a:r>
              <a:rPr lang="en-GB" sz="4000" dirty="0">
                <a:solidFill>
                  <a:schemeClr val="tx1"/>
                </a:solidFill>
              </a:rPr>
              <a:t> write up: </a:t>
            </a:r>
            <a:r>
              <a:rPr lang="en-GB" sz="4000" b="1" dirty="0">
                <a:solidFill>
                  <a:srgbClr val="D29956"/>
                </a:solidFill>
              </a:rPr>
              <a:t>Wilcoxon-signed rank test</a:t>
            </a:r>
          </a:p>
        </p:txBody>
      </p:sp>
    </p:spTree>
    <p:custDataLst>
      <p:tags r:id="rId1"/>
    </p:custDataLst>
    <p:extLst>
      <p:ext uri="{BB962C8B-B14F-4D97-AF65-F5344CB8AC3E}">
        <p14:creationId xmlns:p14="http://schemas.microsoft.com/office/powerpoint/2010/main" val="21923625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31483-BB28-0E0D-30D6-34A543553FE0}"/>
            </a:ext>
          </a:extLst>
        </p:cNvPr>
        <p:cNvGrpSpPr/>
        <p:nvPr/>
      </p:nvGrpSpPr>
      <p:grpSpPr>
        <a:xfrm>
          <a:off x="0" y="0"/>
          <a:ext cx="0" cy="0"/>
          <a:chOff x="0" y="0"/>
          <a:chExt cx="0" cy="0"/>
        </a:xfrm>
      </p:grpSpPr>
      <p:pic>
        <p:nvPicPr>
          <p:cNvPr id="3" name="Picture 6" descr="See the source image">
            <a:extLst>
              <a:ext uri="{FF2B5EF4-FFF2-40B4-BE49-F238E27FC236}">
                <a16:creationId xmlns:a16="http://schemas.microsoft.com/office/drawing/2014/main" id="{4E6E8144-7AED-F93B-F8A3-88D51497A1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a:extLst>
              <a:ext uri="{FF2B5EF4-FFF2-40B4-BE49-F238E27FC236}">
                <a16:creationId xmlns:a16="http://schemas.microsoft.com/office/drawing/2014/main" id="{D4474948-CF6E-5325-6BD7-E4AEB2A3F1FF}"/>
              </a:ext>
            </a:extLst>
          </p:cNvPr>
          <p:cNvSpPr>
            <a:spLocks noGrp="1"/>
          </p:cNvSpPr>
          <p:nvPr>
            <p:ph type="subTitle" idx="1"/>
          </p:nvPr>
        </p:nvSpPr>
        <p:spPr>
          <a:xfrm>
            <a:off x="5661212" y="1192059"/>
            <a:ext cx="3639541" cy="5152416"/>
          </a:xfrm>
          <a:noFill/>
        </p:spPr>
        <p:txBody>
          <a:bodyPr>
            <a:noAutofit/>
          </a:bodyPr>
          <a:lstStyle/>
          <a:p>
            <a:endParaRPr lang="en-US" sz="2800" b="1" dirty="0">
              <a:solidFill>
                <a:schemeClr val="tx1"/>
              </a:solidFill>
            </a:endParaRPr>
          </a:p>
          <a:p>
            <a:r>
              <a:rPr lang="en-US" sz="2800" b="1" dirty="0">
                <a:solidFill>
                  <a:schemeClr val="tx1"/>
                </a:solidFill>
              </a:rPr>
              <a:t>4</a:t>
            </a:r>
            <a:r>
              <a:rPr lang="en-US" sz="3000" b="1" dirty="0">
                <a:solidFill>
                  <a:schemeClr val="tx1"/>
                </a:solidFill>
              </a:rPr>
              <a:t>. </a:t>
            </a:r>
            <a:r>
              <a:rPr lang="en-US" sz="2800" b="1" dirty="0">
                <a:solidFill>
                  <a:schemeClr val="tx1"/>
                </a:solidFill>
              </a:rPr>
              <a:t>Read the jasp output:</a:t>
            </a:r>
          </a:p>
          <a:p>
            <a:endParaRPr lang="en-US" sz="2800" b="1" dirty="0">
              <a:solidFill>
                <a:schemeClr val="tx1"/>
              </a:solidFill>
            </a:endParaRPr>
          </a:p>
          <a:p>
            <a:r>
              <a:rPr lang="en-US" sz="3000" b="1" dirty="0">
                <a:solidFill>
                  <a:schemeClr val="tx1"/>
                </a:solidFill>
              </a:rPr>
              <a:t>independent-Samples t-test</a:t>
            </a:r>
          </a:p>
          <a:p>
            <a:endParaRPr lang="en-US" sz="2800" b="1" dirty="0">
              <a:solidFill>
                <a:schemeClr val="tx1"/>
              </a:solidFill>
            </a:endParaRPr>
          </a:p>
        </p:txBody>
      </p:sp>
    </p:spTree>
    <p:extLst>
      <p:ext uri="{BB962C8B-B14F-4D97-AF65-F5344CB8AC3E}">
        <p14:creationId xmlns:p14="http://schemas.microsoft.com/office/powerpoint/2010/main" val="31647142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ADFD8C9-D2B6-00D3-AB07-93C4F99320D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B769AEE-6847-19ED-B5AA-26169CE5B8D6}"/>
              </a:ext>
            </a:extLst>
          </p:cNvPr>
          <p:cNvSpPr txBox="1"/>
          <p:nvPr/>
        </p:nvSpPr>
        <p:spPr>
          <a:xfrm>
            <a:off x="592656" y="316951"/>
            <a:ext cx="5350944" cy="1077218"/>
          </a:xfrm>
          <a:prstGeom prst="rect">
            <a:avLst/>
          </a:prstGeom>
          <a:noFill/>
        </p:spPr>
        <p:txBody>
          <a:bodyPr wrap="square" rtlCol="0">
            <a:spAutoFit/>
          </a:bodyPr>
          <a:lstStyle/>
          <a:p>
            <a:r>
              <a:rPr lang="en-GB" sz="3200" b="1" u="sng" dirty="0">
                <a:solidFill>
                  <a:srgbClr val="D29956"/>
                </a:solidFill>
              </a:rPr>
              <a:t>Independent-samples t-test</a:t>
            </a:r>
          </a:p>
          <a:p>
            <a:r>
              <a:rPr lang="en-GB" sz="3200" b="1" dirty="0">
                <a:solidFill>
                  <a:srgbClr val="7030A0"/>
                </a:solidFill>
              </a:rPr>
              <a:t>(Parametric)</a:t>
            </a:r>
          </a:p>
        </p:txBody>
      </p:sp>
      <p:sp>
        <p:nvSpPr>
          <p:cNvPr id="6" name="TextBox 5">
            <a:extLst>
              <a:ext uri="{FF2B5EF4-FFF2-40B4-BE49-F238E27FC236}">
                <a16:creationId xmlns:a16="http://schemas.microsoft.com/office/drawing/2014/main" id="{8C3B741F-E0D1-8470-0AE2-FCFA5CB67D1B}"/>
              </a:ext>
            </a:extLst>
          </p:cNvPr>
          <p:cNvSpPr txBox="1"/>
          <p:nvPr/>
        </p:nvSpPr>
        <p:spPr>
          <a:xfrm>
            <a:off x="665924" y="1500753"/>
            <a:ext cx="3906076" cy="2123658"/>
          </a:xfrm>
          <a:prstGeom prst="rect">
            <a:avLst/>
          </a:prstGeom>
          <a:noFill/>
        </p:spPr>
        <p:txBody>
          <a:bodyPr wrap="square" rtlCol="0">
            <a:spAutoFit/>
          </a:bodyPr>
          <a:lstStyle/>
          <a:p>
            <a:r>
              <a:rPr lang="en-GB" sz="2200" dirty="0"/>
              <a:t>Compare average happiness ratings of </a:t>
            </a:r>
            <a:r>
              <a:rPr lang="en-GB" sz="2200" b="1" dirty="0"/>
              <a:t>Group A </a:t>
            </a:r>
            <a:r>
              <a:rPr lang="en-GB" sz="2200" dirty="0"/>
              <a:t>who completed </a:t>
            </a:r>
            <a:r>
              <a:rPr lang="en-GB" sz="2200" b="1" dirty="0"/>
              <a:t>Aerobic</a:t>
            </a:r>
            <a:r>
              <a:rPr lang="en-GB" sz="2200" dirty="0"/>
              <a:t> exercise with happiness ratings of </a:t>
            </a:r>
            <a:r>
              <a:rPr lang="en-GB" sz="2200" b="1" dirty="0"/>
              <a:t>Group 2</a:t>
            </a:r>
            <a:r>
              <a:rPr lang="en-GB" sz="2200" dirty="0"/>
              <a:t>, who completed </a:t>
            </a:r>
            <a:r>
              <a:rPr lang="en-GB" sz="2200" b="1" dirty="0"/>
              <a:t>Strength</a:t>
            </a:r>
            <a:r>
              <a:rPr lang="en-GB" sz="2200" dirty="0"/>
              <a:t> exercise. </a:t>
            </a:r>
          </a:p>
        </p:txBody>
      </p:sp>
      <p:sp>
        <p:nvSpPr>
          <p:cNvPr id="7" name="ZoneTexte 11">
            <a:extLst>
              <a:ext uri="{FF2B5EF4-FFF2-40B4-BE49-F238E27FC236}">
                <a16:creationId xmlns:a16="http://schemas.microsoft.com/office/drawing/2014/main" id="{83E6300C-C5A5-80A8-5D0B-FA59B0B649C2}"/>
              </a:ext>
            </a:extLst>
          </p:cNvPr>
          <p:cNvSpPr txBox="1"/>
          <p:nvPr/>
        </p:nvSpPr>
        <p:spPr>
          <a:xfrm>
            <a:off x="4914900" y="2181654"/>
            <a:ext cx="4057425" cy="1323439"/>
          </a:xfrm>
          <a:prstGeom prst="rect">
            <a:avLst/>
          </a:prstGeom>
          <a:noFill/>
        </p:spPr>
        <p:txBody>
          <a:bodyPr wrap="square" rtlCol="0">
            <a:spAutoFit/>
          </a:bodyPr>
          <a:lstStyle/>
          <a:p>
            <a:pPr algn="ctr"/>
            <a:r>
              <a:rPr lang="en-GB" sz="2000" b="1" dirty="0"/>
              <a:t>Group 1: </a:t>
            </a:r>
            <a:r>
              <a:rPr lang="en-GB" sz="2000" dirty="0"/>
              <a:t>Happiness ratings of those who did </a:t>
            </a:r>
            <a:r>
              <a:rPr lang="en-GB" sz="2000" b="1" dirty="0"/>
              <a:t>Aerobic</a:t>
            </a:r>
            <a:r>
              <a:rPr lang="en-GB" sz="2000" dirty="0"/>
              <a:t> exercise</a:t>
            </a:r>
          </a:p>
          <a:p>
            <a:pPr algn="ctr"/>
            <a:r>
              <a:rPr lang="en-GB" sz="2000" b="1" dirty="0">
                <a:solidFill>
                  <a:srgbClr val="0070C0"/>
                </a:solidFill>
              </a:rPr>
              <a:t>N = 16, Mean = 17</a:t>
            </a:r>
          </a:p>
          <a:p>
            <a:pPr algn="ctr"/>
            <a:endParaRPr lang="en-GB" sz="2000" dirty="0"/>
          </a:p>
        </p:txBody>
      </p:sp>
      <p:pic>
        <p:nvPicPr>
          <p:cNvPr id="10" name="Picture 2" descr="Tic Tac English: Who is who?">
            <a:extLst>
              <a:ext uri="{FF2B5EF4-FFF2-40B4-BE49-F238E27FC236}">
                <a16:creationId xmlns:a16="http://schemas.microsoft.com/office/drawing/2014/main" id="{42344860-5985-2C3F-2EF7-691683885D0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63" b="-8707"/>
          <a:stretch/>
        </p:blipFill>
        <p:spPr bwMode="auto">
          <a:xfrm>
            <a:off x="5260790" y="839034"/>
            <a:ext cx="3221975" cy="1323439"/>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11">
            <a:extLst>
              <a:ext uri="{FF2B5EF4-FFF2-40B4-BE49-F238E27FC236}">
                <a16:creationId xmlns:a16="http://schemas.microsoft.com/office/drawing/2014/main" id="{0999317B-8C58-F7E4-1D54-9CA2A2382EE7}"/>
              </a:ext>
            </a:extLst>
          </p:cNvPr>
          <p:cNvSpPr txBox="1"/>
          <p:nvPr/>
        </p:nvSpPr>
        <p:spPr>
          <a:xfrm>
            <a:off x="4727884" y="5768300"/>
            <a:ext cx="4209825" cy="1015663"/>
          </a:xfrm>
          <a:prstGeom prst="rect">
            <a:avLst/>
          </a:prstGeom>
          <a:noFill/>
          <a:ln>
            <a:solidFill>
              <a:srgbClr val="C00000"/>
            </a:solidFill>
          </a:ln>
        </p:spPr>
        <p:txBody>
          <a:bodyPr wrap="square" rtlCol="0">
            <a:spAutoFit/>
          </a:bodyPr>
          <a:lstStyle/>
          <a:p>
            <a:pPr algn="ctr"/>
            <a:r>
              <a:rPr lang="en-GB" sz="2000" b="1" dirty="0"/>
              <a:t>Group 2: </a:t>
            </a:r>
            <a:r>
              <a:rPr lang="en-GB" sz="2000" dirty="0"/>
              <a:t>Happiness ratings of those who did </a:t>
            </a:r>
            <a:r>
              <a:rPr lang="en-GB" sz="2000" b="1" dirty="0"/>
              <a:t>Strength</a:t>
            </a:r>
            <a:r>
              <a:rPr lang="en-GB" sz="2000" dirty="0"/>
              <a:t> exercise</a:t>
            </a:r>
          </a:p>
          <a:p>
            <a:pPr algn="ctr"/>
            <a:r>
              <a:rPr lang="en-GB" sz="2000" b="1" dirty="0">
                <a:solidFill>
                  <a:srgbClr val="0070C0"/>
                </a:solidFill>
              </a:rPr>
              <a:t>N = 16, Mean = 23</a:t>
            </a:r>
          </a:p>
        </p:txBody>
      </p:sp>
      <p:pic>
        <p:nvPicPr>
          <p:cNvPr id="9" name="Picture 2" descr="Tic Tac English: Who is who?">
            <a:extLst>
              <a:ext uri="{FF2B5EF4-FFF2-40B4-BE49-F238E27FC236}">
                <a16:creationId xmlns:a16="http://schemas.microsoft.com/office/drawing/2014/main" id="{215D6912-8B0F-2DF9-BE2C-8BCEA27DC4B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5187521" y="4279845"/>
            <a:ext cx="3290553" cy="1351607"/>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8C26223-9499-9B3F-4972-72D3423299F3}"/>
              </a:ext>
            </a:extLst>
          </p:cNvPr>
          <p:cNvSpPr txBox="1"/>
          <p:nvPr/>
        </p:nvSpPr>
        <p:spPr>
          <a:xfrm>
            <a:off x="5494610" y="3148074"/>
            <a:ext cx="2676372" cy="1063347"/>
          </a:xfrm>
          <a:prstGeom prst="downArrow">
            <a:avLst/>
          </a:prstGeom>
          <a:solidFill>
            <a:srgbClr val="FFC000"/>
          </a:solidFill>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en-GB" sz="1400" b="1" dirty="0"/>
              <a:t>COMPARED TO</a:t>
            </a:r>
          </a:p>
          <a:p>
            <a:pPr algn="ctr"/>
            <a:endParaRPr lang="en-GB" sz="1600" b="1" dirty="0"/>
          </a:p>
          <a:p>
            <a:pPr algn="ctr"/>
            <a:endParaRPr lang="en-GB" sz="1600" b="1" dirty="0"/>
          </a:p>
        </p:txBody>
      </p:sp>
      <p:sp>
        <p:nvSpPr>
          <p:cNvPr id="11" name="Rectangle à coins arrondis 31">
            <a:extLst>
              <a:ext uri="{FF2B5EF4-FFF2-40B4-BE49-F238E27FC236}">
                <a16:creationId xmlns:a16="http://schemas.microsoft.com/office/drawing/2014/main" id="{FBF555E2-8BAE-EA59-7276-40C7FB9C8FF7}"/>
              </a:ext>
            </a:extLst>
          </p:cNvPr>
          <p:cNvSpPr/>
          <p:nvPr/>
        </p:nvSpPr>
        <p:spPr>
          <a:xfrm>
            <a:off x="665924" y="4403486"/>
            <a:ext cx="3592010" cy="1785104"/>
          </a:xfrm>
          <a:prstGeom prst="roundRect">
            <a:avLst/>
          </a:prstGeom>
          <a:ln>
            <a:solidFill>
              <a:srgbClr val="D29956"/>
            </a:solidFill>
          </a:ln>
        </p:spPr>
        <p:style>
          <a:lnRef idx="2">
            <a:schemeClr val="accent3"/>
          </a:lnRef>
          <a:fillRef idx="1">
            <a:schemeClr val="lt1"/>
          </a:fillRef>
          <a:effectRef idx="0">
            <a:schemeClr val="accent3"/>
          </a:effectRef>
          <a:fontRef idx="minor">
            <a:schemeClr val="dk1"/>
          </a:fontRef>
        </p:style>
        <p:txBody>
          <a:bodyPr rtlCol="0" anchor="ctr"/>
          <a:lstStyle/>
          <a:p>
            <a:r>
              <a:rPr lang="en-GB" sz="2200" b="1" dirty="0">
                <a:solidFill>
                  <a:schemeClr val="tx1"/>
                </a:solidFill>
              </a:rPr>
              <a:t>OR, if one or more assumptions are severely violated…run a </a:t>
            </a:r>
          </a:p>
          <a:p>
            <a:r>
              <a:rPr lang="en-GB" sz="2200" b="1" dirty="0">
                <a:solidFill>
                  <a:srgbClr val="D29956"/>
                </a:solidFill>
              </a:rPr>
              <a:t>Mann-Whitney U test</a:t>
            </a:r>
          </a:p>
        </p:txBody>
      </p:sp>
      <p:sp>
        <p:nvSpPr>
          <p:cNvPr id="2" name="Content Placeholder 3">
            <a:extLst>
              <a:ext uri="{FF2B5EF4-FFF2-40B4-BE49-F238E27FC236}">
                <a16:creationId xmlns:a16="http://schemas.microsoft.com/office/drawing/2014/main" id="{B3021806-8E28-6097-860A-46CBC6DE9137}"/>
              </a:ext>
            </a:extLst>
          </p:cNvPr>
          <p:cNvSpPr txBox="1">
            <a:spLocks/>
          </p:cNvSpPr>
          <p:nvPr/>
        </p:nvSpPr>
        <p:spPr>
          <a:xfrm>
            <a:off x="1051318" y="6362231"/>
            <a:ext cx="1752040" cy="421732"/>
          </a:xfrm>
          <a:prstGeom prst="round2DiagRect">
            <a:avLst/>
          </a:prstGeom>
          <a:solidFill>
            <a:srgbClr val="FFB3B3"/>
          </a:solidFill>
          <a:ln>
            <a:solidFill>
              <a:srgbClr val="FF0000"/>
            </a:solidFill>
          </a:ln>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spcBef>
                <a:spcPts val="0"/>
              </a:spcBef>
              <a:spcAft>
                <a:spcPts val="0"/>
              </a:spcAft>
            </a:pPr>
            <a:r>
              <a:rPr lang="en-GB" sz="1800" dirty="0">
                <a:solidFill>
                  <a:sysClr val="windowText" lastClr="000000"/>
                </a:solidFill>
              </a:rPr>
              <a:t>(Two-tailed)</a:t>
            </a:r>
          </a:p>
        </p:txBody>
      </p:sp>
    </p:spTree>
    <p:extLst>
      <p:ext uri="{BB962C8B-B14F-4D97-AF65-F5344CB8AC3E}">
        <p14:creationId xmlns:p14="http://schemas.microsoft.com/office/powerpoint/2010/main" val="309041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107474-1C14-253F-A596-E923663F565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AD1A03-1C0C-E0DD-614A-ADB6354AE8F4}"/>
              </a:ext>
            </a:extLst>
          </p:cNvPr>
          <p:cNvPicPr>
            <a:picLocks noChangeAspect="1"/>
          </p:cNvPicPr>
          <p:nvPr/>
        </p:nvPicPr>
        <p:blipFill>
          <a:blip r:embed="rId3"/>
          <a:stretch>
            <a:fillRect/>
          </a:stretch>
        </p:blipFill>
        <p:spPr>
          <a:xfrm>
            <a:off x="743295" y="2752507"/>
            <a:ext cx="7255939" cy="1425482"/>
          </a:xfrm>
          <a:prstGeom prst="rect">
            <a:avLst/>
          </a:prstGeom>
        </p:spPr>
      </p:pic>
      <p:sp>
        <p:nvSpPr>
          <p:cNvPr id="2" name="Titre 1">
            <a:extLst>
              <a:ext uri="{FF2B5EF4-FFF2-40B4-BE49-F238E27FC236}">
                <a16:creationId xmlns:a16="http://schemas.microsoft.com/office/drawing/2014/main" id="{CBBCF8E3-5BB9-1CB6-ECED-5AC52084D50A}"/>
              </a:ext>
            </a:extLst>
          </p:cNvPr>
          <p:cNvSpPr>
            <a:spLocks noGrp="1"/>
          </p:cNvSpPr>
          <p:nvPr>
            <p:ph type="title"/>
          </p:nvPr>
        </p:nvSpPr>
        <p:spPr>
          <a:xfrm>
            <a:off x="4133153" y="564248"/>
            <a:ext cx="3841017" cy="536717"/>
          </a:xfrm>
        </p:spPr>
        <p:txBody>
          <a:bodyPr/>
          <a:lstStyle/>
          <a:p>
            <a:pPr algn="ctr"/>
            <a:r>
              <a:rPr lang="en-GB" sz="3200" dirty="0">
                <a:solidFill>
                  <a:schemeClr val="tx1"/>
                </a:solidFill>
              </a:rPr>
              <a:t>Read the output table</a:t>
            </a:r>
          </a:p>
        </p:txBody>
      </p:sp>
      <p:sp>
        <p:nvSpPr>
          <p:cNvPr id="8" name="Rectangle à coins arrondis 7">
            <a:extLst>
              <a:ext uri="{FF2B5EF4-FFF2-40B4-BE49-F238E27FC236}">
                <a16:creationId xmlns:a16="http://schemas.microsoft.com/office/drawing/2014/main" id="{02160979-CD52-11EB-5369-3281F9EB20FA}"/>
              </a:ext>
            </a:extLst>
          </p:cNvPr>
          <p:cNvSpPr/>
          <p:nvPr/>
        </p:nvSpPr>
        <p:spPr>
          <a:xfrm>
            <a:off x="4536354" y="3189118"/>
            <a:ext cx="866394" cy="70207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2" name="ZoneTexte 11">
            <a:extLst>
              <a:ext uri="{FF2B5EF4-FFF2-40B4-BE49-F238E27FC236}">
                <a16:creationId xmlns:a16="http://schemas.microsoft.com/office/drawing/2014/main" id="{1490E334-9488-43D8-E381-A0067748A709}"/>
              </a:ext>
            </a:extLst>
          </p:cNvPr>
          <p:cNvSpPr txBox="1"/>
          <p:nvPr/>
        </p:nvSpPr>
        <p:spPr>
          <a:xfrm>
            <a:off x="1481422" y="4892674"/>
            <a:ext cx="2275315" cy="738664"/>
          </a:xfrm>
          <a:prstGeom prst="rect">
            <a:avLst/>
          </a:prstGeom>
          <a:noFill/>
        </p:spPr>
        <p:txBody>
          <a:bodyPr wrap="square" rtlCol="0">
            <a:spAutoFit/>
          </a:bodyPr>
          <a:lstStyle/>
          <a:p>
            <a:pPr algn="ctr"/>
            <a:r>
              <a:rPr lang="en-GB" sz="2100" dirty="0"/>
              <a:t>The test statistic, </a:t>
            </a:r>
          </a:p>
          <a:p>
            <a:pPr algn="ctr"/>
            <a:r>
              <a:rPr lang="en-GB" sz="2100" dirty="0"/>
              <a:t>t-value</a:t>
            </a:r>
          </a:p>
        </p:txBody>
      </p:sp>
      <p:cxnSp>
        <p:nvCxnSpPr>
          <p:cNvPr id="14" name="Connecteur droit avec flèche 13">
            <a:extLst>
              <a:ext uri="{FF2B5EF4-FFF2-40B4-BE49-F238E27FC236}">
                <a16:creationId xmlns:a16="http://schemas.microsoft.com/office/drawing/2014/main" id="{C967A3B5-C266-9B6B-CCA8-5AA0C360E72F}"/>
              </a:ext>
            </a:extLst>
          </p:cNvPr>
          <p:cNvCxnSpPr>
            <a:cxnSpLocks/>
          </p:cNvCxnSpPr>
          <p:nvPr/>
        </p:nvCxnSpPr>
        <p:spPr>
          <a:xfrm flipV="1">
            <a:off x="2580712" y="3898801"/>
            <a:ext cx="406651" cy="970429"/>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eur droit avec flèche 13">
            <a:extLst>
              <a:ext uri="{FF2B5EF4-FFF2-40B4-BE49-F238E27FC236}">
                <a16:creationId xmlns:a16="http://schemas.microsoft.com/office/drawing/2014/main" id="{7792C711-1314-C7BB-D806-E6227764B2CB}"/>
              </a:ext>
            </a:extLst>
          </p:cNvPr>
          <p:cNvCxnSpPr>
            <a:cxnSpLocks/>
          </p:cNvCxnSpPr>
          <p:nvPr/>
        </p:nvCxnSpPr>
        <p:spPr>
          <a:xfrm flipH="1">
            <a:off x="2400039" y="2068364"/>
            <a:ext cx="438082" cy="561820"/>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à coins arrondis 7">
            <a:extLst>
              <a:ext uri="{FF2B5EF4-FFF2-40B4-BE49-F238E27FC236}">
                <a16:creationId xmlns:a16="http://schemas.microsoft.com/office/drawing/2014/main" id="{A48F0CF6-CDAE-5C0C-2AB5-60B17AB3E6A3}"/>
              </a:ext>
            </a:extLst>
          </p:cNvPr>
          <p:cNvSpPr/>
          <p:nvPr/>
        </p:nvSpPr>
        <p:spPr>
          <a:xfrm>
            <a:off x="834108" y="2784753"/>
            <a:ext cx="2579375" cy="354097"/>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6" name="ZoneTexte 11">
            <a:extLst>
              <a:ext uri="{FF2B5EF4-FFF2-40B4-BE49-F238E27FC236}">
                <a16:creationId xmlns:a16="http://schemas.microsoft.com/office/drawing/2014/main" id="{EFE56644-CFC3-01A9-94D2-902FF19D649F}"/>
              </a:ext>
            </a:extLst>
          </p:cNvPr>
          <p:cNvSpPr txBox="1"/>
          <p:nvPr/>
        </p:nvSpPr>
        <p:spPr>
          <a:xfrm>
            <a:off x="966732" y="1700167"/>
            <a:ext cx="2256819" cy="415498"/>
          </a:xfrm>
          <a:prstGeom prst="rect">
            <a:avLst/>
          </a:prstGeom>
          <a:noFill/>
        </p:spPr>
        <p:txBody>
          <a:bodyPr wrap="square" rtlCol="0">
            <a:spAutoFit/>
          </a:bodyPr>
          <a:lstStyle/>
          <a:p>
            <a:pPr algn="ctr"/>
            <a:r>
              <a:rPr lang="en-GB" sz="2100" dirty="0"/>
              <a:t>Type of t-test</a:t>
            </a:r>
          </a:p>
        </p:txBody>
      </p:sp>
      <p:sp>
        <p:nvSpPr>
          <p:cNvPr id="6" name="ZoneTexte 11">
            <a:extLst>
              <a:ext uri="{FF2B5EF4-FFF2-40B4-BE49-F238E27FC236}">
                <a16:creationId xmlns:a16="http://schemas.microsoft.com/office/drawing/2014/main" id="{21A81CA5-0B95-B1CC-BBBB-54AE5C0CE49B}"/>
              </a:ext>
            </a:extLst>
          </p:cNvPr>
          <p:cNvSpPr txBox="1"/>
          <p:nvPr/>
        </p:nvSpPr>
        <p:spPr>
          <a:xfrm>
            <a:off x="3523702" y="5128037"/>
            <a:ext cx="2817845" cy="738664"/>
          </a:xfrm>
          <a:prstGeom prst="rect">
            <a:avLst/>
          </a:prstGeom>
          <a:noFill/>
        </p:spPr>
        <p:txBody>
          <a:bodyPr wrap="square" rtlCol="0">
            <a:spAutoFit/>
          </a:bodyPr>
          <a:lstStyle/>
          <a:p>
            <a:pPr algn="ctr"/>
            <a:r>
              <a:rPr lang="en-GB" sz="2100" dirty="0"/>
              <a:t>The p-value (significance value)</a:t>
            </a:r>
          </a:p>
        </p:txBody>
      </p:sp>
      <p:sp>
        <p:nvSpPr>
          <p:cNvPr id="11" name="Rectangle à coins arrondis 7">
            <a:extLst>
              <a:ext uri="{FF2B5EF4-FFF2-40B4-BE49-F238E27FC236}">
                <a16:creationId xmlns:a16="http://schemas.microsoft.com/office/drawing/2014/main" id="{010B030B-CDAD-7E82-F756-C2E5AF747584}"/>
              </a:ext>
            </a:extLst>
          </p:cNvPr>
          <p:cNvSpPr/>
          <p:nvPr/>
        </p:nvSpPr>
        <p:spPr>
          <a:xfrm>
            <a:off x="2350841" y="3189118"/>
            <a:ext cx="866394" cy="702078"/>
          </a:xfrm>
          <a:prstGeom prst="round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18" name="Connecteur droit avec flèche 13">
            <a:extLst>
              <a:ext uri="{FF2B5EF4-FFF2-40B4-BE49-F238E27FC236}">
                <a16:creationId xmlns:a16="http://schemas.microsoft.com/office/drawing/2014/main" id="{ADCA3DF1-B763-CC83-6984-1DCF9608E907}"/>
              </a:ext>
            </a:extLst>
          </p:cNvPr>
          <p:cNvCxnSpPr>
            <a:cxnSpLocks/>
          </p:cNvCxnSpPr>
          <p:nvPr/>
        </p:nvCxnSpPr>
        <p:spPr>
          <a:xfrm flipV="1">
            <a:off x="4614696" y="4150690"/>
            <a:ext cx="317929" cy="107608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à coins arrondis 7">
            <a:extLst>
              <a:ext uri="{FF2B5EF4-FFF2-40B4-BE49-F238E27FC236}">
                <a16:creationId xmlns:a16="http://schemas.microsoft.com/office/drawing/2014/main" id="{EA80DAC6-BE14-A930-9754-A569560939A2}"/>
              </a:ext>
            </a:extLst>
          </p:cNvPr>
          <p:cNvSpPr/>
          <p:nvPr/>
        </p:nvSpPr>
        <p:spPr>
          <a:xfrm>
            <a:off x="5475153" y="3189118"/>
            <a:ext cx="866394" cy="702078"/>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23" name="Connecteur droit avec flèche 13">
            <a:extLst>
              <a:ext uri="{FF2B5EF4-FFF2-40B4-BE49-F238E27FC236}">
                <a16:creationId xmlns:a16="http://schemas.microsoft.com/office/drawing/2014/main" id="{A0F3C617-3B39-8AE6-26B0-B13268413E80}"/>
              </a:ext>
            </a:extLst>
          </p:cNvPr>
          <p:cNvCxnSpPr>
            <a:cxnSpLocks/>
          </p:cNvCxnSpPr>
          <p:nvPr/>
        </p:nvCxnSpPr>
        <p:spPr>
          <a:xfrm flipH="1">
            <a:off x="6175248" y="2338242"/>
            <a:ext cx="784997" cy="812577"/>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à coins arrondis 7">
            <a:extLst>
              <a:ext uri="{FF2B5EF4-FFF2-40B4-BE49-F238E27FC236}">
                <a16:creationId xmlns:a16="http://schemas.microsoft.com/office/drawing/2014/main" id="{BCB3DA39-2CBE-CB35-8D13-2746C9380071}"/>
              </a:ext>
            </a:extLst>
          </p:cNvPr>
          <p:cNvSpPr/>
          <p:nvPr/>
        </p:nvSpPr>
        <p:spPr>
          <a:xfrm>
            <a:off x="3447769" y="3181085"/>
            <a:ext cx="866394" cy="702078"/>
          </a:xfrm>
          <a:prstGeom prst="roundRect">
            <a:avLst/>
          </a:pr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27" name="Connecteur droit avec flèche 13">
            <a:extLst>
              <a:ext uri="{FF2B5EF4-FFF2-40B4-BE49-F238E27FC236}">
                <a16:creationId xmlns:a16="http://schemas.microsoft.com/office/drawing/2014/main" id="{012AE96A-5E7D-B9E7-355E-B2E58B78B5F2}"/>
              </a:ext>
            </a:extLst>
          </p:cNvPr>
          <p:cNvCxnSpPr>
            <a:cxnSpLocks/>
          </p:cNvCxnSpPr>
          <p:nvPr/>
        </p:nvCxnSpPr>
        <p:spPr>
          <a:xfrm flipH="1">
            <a:off x="3988846" y="2282318"/>
            <a:ext cx="565163" cy="867702"/>
          </a:xfrm>
          <a:prstGeom prst="straightConnector1">
            <a:avLst/>
          </a:prstGeom>
          <a:ln w="762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ZoneTexte 11">
            <a:extLst>
              <a:ext uri="{FF2B5EF4-FFF2-40B4-BE49-F238E27FC236}">
                <a16:creationId xmlns:a16="http://schemas.microsoft.com/office/drawing/2014/main" id="{DE0A97B1-0F63-1021-83D8-C349FDE6164B}"/>
              </a:ext>
            </a:extLst>
          </p:cNvPr>
          <p:cNvSpPr txBox="1"/>
          <p:nvPr/>
        </p:nvSpPr>
        <p:spPr>
          <a:xfrm>
            <a:off x="3523702" y="1543654"/>
            <a:ext cx="2256819" cy="738664"/>
          </a:xfrm>
          <a:prstGeom prst="rect">
            <a:avLst/>
          </a:prstGeom>
          <a:noFill/>
        </p:spPr>
        <p:txBody>
          <a:bodyPr wrap="square" rtlCol="0">
            <a:spAutoFit/>
          </a:bodyPr>
          <a:lstStyle/>
          <a:p>
            <a:pPr algn="ctr"/>
            <a:r>
              <a:rPr lang="en-GB" sz="2100" dirty="0"/>
              <a:t>Degrees of freedom</a:t>
            </a:r>
          </a:p>
        </p:txBody>
      </p:sp>
      <p:sp>
        <p:nvSpPr>
          <p:cNvPr id="3" name="TextBox 2">
            <a:extLst>
              <a:ext uri="{FF2B5EF4-FFF2-40B4-BE49-F238E27FC236}">
                <a16:creationId xmlns:a16="http://schemas.microsoft.com/office/drawing/2014/main" id="{A1204130-3C1A-DAAF-96BD-4E664F2A1052}"/>
              </a:ext>
            </a:extLst>
          </p:cNvPr>
          <p:cNvSpPr txBox="1"/>
          <p:nvPr/>
        </p:nvSpPr>
        <p:spPr>
          <a:xfrm>
            <a:off x="500637" y="122651"/>
            <a:ext cx="3632516" cy="1384995"/>
          </a:xfrm>
          <a:prstGeom prst="rect">
            <a:avLst/>
          </a:prstGeom>
          <a:noFill/>
        </p:spPr>
        <p:txBody>
          <a:bodyPr wrap="square" rtlCol="0">
            <a:spAutoFit/>
          </a:bodyPr>
          <a:lstStyle/>
          <a:p>
            <a:r>
              <a:rPr lang="en-GB" sz="2800" b="1" u="sng" dirty="0">
                <a:solidFill>
                  <a:srgbClr val="D29956"/>
                </a:solidFill>
              </a:rPr>
              <a:t>Independent-samples t-test </a:t>
            </a:r>
          </a:p>
          <a:p>
            <a:r>
              <a:rPr lang="en-GB" sz="2800" b="1" dirty="0">
                <a:solidFill>
                  <a:srgbClr val="7030A0"/>
                </a:solidFill>
              </a:rPr>
              <a:t>(Parametric)</a:t>
            </a:r>
          </a:p>
        </p:txBody>
      </p:sp>
      <p:sp>
        <p:nvSpPr>
          <p:cNvPr id="10" name="TextBox 9">
            <a:extLst>
              <a:ext uri="{FF2B5EF4-FFF2-40B4-BE49-F238E27FC236}">
                <a16:creationId xmlns:a16="http://schemas.microsoft.com/office/drawing/2014/main" id="{B8E39F1E-5682-BF21-D5A1-331AD6583E74}"/>
              </a:ext>
            </a:extLst>
          </p:cNvPr>
          <p:cNvSpPr txBox="1"/>
          <p:nvPr/>
        </p:nvSpPr>
        <p:spPr>
          <a:xfrm>
            <a:off x="871660" y="6065205"/>
            <a:ext cx="7327076" cy="523220"/>
          </a:xfrm>
          <a:prstGeom prst="rect">
            <a:avLst/>
          </a:prstGeom>
          <a:noFill/>
        </p:spPr>
        <p:txBody>
          <a:bodyPr wrap="square">
            <a:spAutoFit/>
          </a:bodyPr>
          <a:lstStyle/>
          <a:p>
            <a:pPr algn="ctr"/>
            <a:r>
              <a:rPr lang="en-GB" altLang="en-US" sz="2800" b="1" dirty="0">
                <a:solidFill>
                  <a:srgbClr val="FF5353"/>
                </a:solidFill>
                <a:latin typeface="Calibri" panose="020F0502020204030204" pitchFamily="34" charset="0"/>
              </a:rPr>
              <a:t>Line of results: </a:t>
            </a:r>
            <a:r>
              <a:rPr lang="en-GB" altLang="en-US" sz="2800" i="1" dirty="0">
                <a:latin typeface="Calibri" panose="020F0502020204030204" pitchFamily="34" charset="0"/>
              </a:rPr>
              <a:t>XXX</a:t>
            </a:r>
            <a:r>
              <a:rPr lang="en-GB" altLang="en-US" sz="2800" dirty="0">
                <a:latin typeface="Calibri" panose="020F0502020204030204" pitchFamily="34" charset="0"/>
              </a:rPr>
              <a:t> = XX.XX, X = .XXX, </a:t>
            </a:r>
            <a:r>
              <a:rPr lang="en-GB" altLang="en-US" sz="2800" i="1" dirty="0">
                <a:latin typeface="Calibri" panose="020F0502020204030204" pitchFamily="34" charset="0"/>
              </a:rPr>
              <a:t>X</a:t>
            </a:r>
            <a:r>
              <a:rPr lang="en-GB" altLang="en-US" sz="2800" dirty="0">
                <a:latin typeface="Calibri" panose="020F0502020204030204" pitchFamily="34" charset="0"/>
              </a:rPr>
              <a:t> = XX.XX</a:t>
            </a:r>
          </a:p>
        </p:txBody>
      </p:sp>
      <p:sp>
        <p:nvSpPr>
          <p:cNvPr id="17" name="ZoneTexte 11">
            <a:extLst>
              <a:ext uri="{FF2B5EF4-FFF2-40B4-BE49-F238E27FC236}">
                <a16:creationId xmlns:a16="http://schemas.microsoft.com/office/drawing/2014/main" id="{A6574EA3-F836-6348-C509-17B9BCC5B3BA}"/>
              </a:ext>
            </a:extLst>
          </p:cNvPr>
          <p:cNvSpPr txBox="1"/>
          <p:nvPr/>
        </p:nvSpPr>
        <p:spPr>
          <a:xfrm>
            <a:off x="6301953" y="1538414"/>
            <a:ext cx="1506842" cy="738664"/>
          </a:xfrm>
          <a:prstGeom prst="rect">
            <a:avLst/>
          </a:prstGeom>
          <a:noFill/>
        </p:spPr>
        <p:txBody>
          <a:bodyPr wrap="square" rtlCol="0">
            <a:spAutoFit/>
          </a:bodyPr>
          <a:lstStyle/>
          <a:p>
            <a:pPr algn="ctr"/>
            <a:r>
              <a:rPr lang="en-GB" sz="2100" dirty="0"/>
              <a:t>The effect size</a:t>
            </a:r>
          </a:p>
        </p:txBody>
      </p:sp>
      <p:sp>
        <p:nvSpPr>
          <p:cNvPr id="19" name="Rectangle à coins arrondis 7">
            <a:extLst>
              <a:ext uri="{FF2B5EF4-FFF2-40B4-BE49-F238E27FC236}">
                <a16:creationId xmlns:a16="http://schemas.microsoft.com/office/drawing/2014/main" id="{27ABEF6E-2EA6-6184-76E0-D94A15C0DA79}"/>
              </a:ext>
            </a:extLst>
          </p:cNvPr>
          <p:cNvSpPr/>
          <p:nvPr/>
        </p:nvSpPr>
        <p:spPr>
          <a:xfrm>
            <a:off x="824769" y="3896198"/>
            <a:ext cx="1755281" cy="281791"/>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Tree>
    <p:extLst>
      <p:ext uri="{BB962C8B-B14F-4D97-AF65-F5344CB8AC3E}">
        <p14:creationId xmlns:p14="http://schemas.microsoft.com/office/powerpoint/2010/main" val="1758607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1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p:bldP spid="15" grpId="0" animBg="1"/>
      <p:bldP spid="16" grpId="0"/>
      <p:bldP spid="6" grpId="0"/>
      <p:bldP spid="11" grpId="0" animBg="1"/>
      <p:bldP spid="21" grpId="0" animBg="1"/>
      <p:bldP spid="26" grpId="0" animBg="1"/>
      <p:bldP spid="26" grpId="1" animBg="1"/>
      <p:bldP spid="29" grpId="0"/>
      <p:bldP spid="29" grpId="1"/>
      <p:bldP spid="10" grpId="0"/>
      <p:bldP spid="10" grpId="1"/>
      <p:bldP spid="17" grpId="0"/>
      <p:bldP spid="19" grpId="0" animBg="1"/>
      <p:bldP spid="19"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5E4BC-2BDC-0324-3F03-C17DFE969501}"/>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6F689D7B-1A73-F8DD-616D-E9A90029CAC7}"/>
              </a:ext>
            </a:extLst>
          </p:cNvPr>
          <p:cNvSpPr>
            <a:spLocks noGrp="1"/>
          </p:cNvSpPr>
          <p:nvPr>
            <p:ph idx="1"/>
          </p:nvPr>
        </p:nvSpPr>
        <p:spPr>
          <a:xfrm>
            <a:off x="886787" y="1136803"/>
            <a:ext cx="7907589" cy="4758953"/>
          </a:xfrm>
          <a:solidFill>
            <a:schemeClr val="bg1"/>
          </a:solidFill>
        </p:spPr>
        <p:txBody>
          <a:bodyPr>
            <a:normAutofit/>
          </a:bodyPr>
          <a:lstStyle/>
          <a:p>
            <a:pPr marL="0" indent="0">
              <a:buNone/>
            </a:pPr>
            <a:r>
              <a:rPr lang="en-GB" sz="2200" dirty="0">
                <a:solidFill>
                  <a:schemeClr val="tx1"/>
                </a:solidFill>
              </a:rPr>
              <a:t>An independent samples t-test was used to examine whether there was a difference in average happiness scores (from 0-100) between two groups of participants who took part in different exercise (Aerobics vs Strength). The assumption of normality was met for both the Aerobics (</a:t>
            </a:r>
            <a:r>
              <a:rPr lang="en-GB" sz="2200" i="1" dirty="0">
                <a:solidFill>
                  <a:schemeClr val="tx1"/>
                </a:solidFill>
              </a:rPr>
              <a:t>W</a:t>
            </a:r>
            <a:r>
              <a:rPr lang="en-GB" sz="2200" dirty="0">
                <a:solidFill>
                  <a:schemeClr val="tx1"/>
                </a:solidFill>
              </a:rPr>
              <a:t> = 0.98, </a:t>
            </a:r>
            <a:r>
              <a:rPr lang="en-GB" sz="2200" i="1" dirty="0">
                <a:solidFill>
                  <a:schemeClr val="tx1"/>
                </a:solidFill>
              </a:rPr>
              <a:t>p</a:t>
            </a:r>
            <a:r>
              <a:rPr lang="en-GB" sz="2200" dirty="0">
                <a:solidFill>
                  <a:schemeClr val="tx1"/>
                </a:solidFill>
              </a:rPr>
              <a:t> = .971) and the Strength (W = 0.95, p = .530) group, and Levene’s test was non-significant, indicating homogeneity of variance (</a:t>
            </a:r>
            <a:r>
              <a:rPr lang="en-GB" sz="2200" i="1" dirty="0">
                <a:solidFill>
                  <a:schemeClr val="tx1"/>
                </a:solidFill>
              </a:rPr>
              <a:t>F</a:t>
            </a:r>
            <a:r>
              <a:rPr lang="en-GB" sz="2200" dirty="0">
                <a:solidFill>
                  <a:schemeClr val="tx1"/>
                </a:solidFill>
              </a:rPr>
              <a:t> = 0.42, </a:t>
            </a:r>
            <a:r>
              <a:rPr lang="en-GB" sz="2200" i="1" dirty="0">
                <a:solidFill>
                  <a:schemeClr val="tx1"/>
                </a:solidFill>
              </a:rPr>
              <a:t>p</a:t>
            </a:r>
            <a:r>
              <a:rPr lang="en-GB" sz="2200" dirty="0">
                <a:solidFill>
                  <a:schemeClr val="tx1"/>
                </a:solidFill>
              </a:rPr>
              <a:t> = .522). The Strength exercise group had significantly higher happiness ratings compared to the Aerobics exercise group, </a:t>
            </a:r>
            <a:r>
              <a:rPr lang="en-GB" sz="2200" i="1" dirty="0">
                <a:solidFill>
                  <a:schemeClr val="tx1"/>
                </a:solidFill>
              </a:rPr>
              <a:t>t</a:t>
            </a:r>
            <a:r>
              <a:rPr lang="en-GB" sz="2200" dirty="0">
                <a:solidFill>
                  <a:schemeClr val="tx1"/>
                </a:solidFill>
              </a:rPr>
              <a:t>(30) = -3.89, </a:t>
            </a:r>
            <a:r>
              <a:rPr lang="en-GB" sz="2200" i="1" dirty="0">
                <a:solidFill>
                  <a:schemeClr val="tx1"/>
                </a:solidFill>
              </a:rPr>
              <a:t>p</a:t>
            </a:r>
            <a:r>
              <a:rPr lang="en-GB" sz="2200" dirty="0">
                <a:solidFill>
                  <a:schemeClr val="tx1"/>
                </a:solidFill>
              </a:rPr>
              <a:t> &lt; .001, </a:t>
            </a:r>
            <a:r>
              <a:rPr lang="en-GB" sz="2200" i="1" dirty="0">
                <a:solidFill>
                  <a:schemeClr val="tx1"/>
                </a:solidFill>
              </a:rPr>
              <a:t>d</a:t>
            </a:r>
            <a:r>
              <a:rPr lang="en-GB" sz="2200" dirty="0">
                <a:solidFill>
                  <a:schemeClr val="tx1"/>
                </a:solidFill>
              </a:rPr>
              <a:t> = 1.38. The effect is large and suggests that participants in the Strength training (M = 16.88, SD = 4.11) class were happier than those in the Aerobics class (M = 23.13, SD = 4.94).</a:t>
            </a:r>
          </a:p>
          <a:p>
            <a:pPr marL="0" indent="0">
              <a:buNone/>
            </a:pPr>
            <a:endParaRPr lang="en-GB" sz="2200" dirty="0">
              <a:solidFill>
                <a:schemeClr val="tx1"/>
              </a:solidFill>
            </a:endParaRPr>
          </a:p>
          <a:p>
            <a:pPr marL="0" indent="0">
              <a:buNone/>
            </a:pPr>
            <a:r>
              <a:rPr lang="en-GB" sz="2400" i="1" dirty="0">
                <a:solidFill>
                  <a:srgbClr val="0070C0"/>
                </a:solidFill>
              </a:rPr>
              <a:t>(an example…)</a:t>
            </a:r>
          </a:p>
        </p:txBody>
      </p:sp>
      <p:sp>
        <p:nvSpPr>
          <p:cNvPr id="2" name="Title 2">
            <a:extLst>
              <a:ext uri="{FF2B5EF4-FFF2-40B4-BE49-F238E27FC236}">
                <a16:creationId xmlns:a16="http://schemas.microsoft.com/office/drawing/2014/main" id="{D1FFAA81-94A1-1A73-A21E-563EB3C8AD39}"/>
              </a:ext>
            </a:extLst>
          </p:cNvPr>
          <p:cNvSpPr>
            <a:spLocks noGrp="1"/>
          </p:cNvSpPr>
          <p:nvPr>
            <p:ph type="title"/>
          </p:nvPr>
        </p:nvSpPr>
        <p:spPr>
          <a:xfrm>
            <a:off x="-100853" y="207448"/>
            <a:ext cx="9345706" cy="754796"/>
          </a:xfrm>
        </p:spPr>
        <p:txBody>
          <a:bodyPr>
            <a:noAutofit/>
          </a:bodyPr>
          <a:lstStyle/>
          <a:p>
            <a:pPr algn="ctr"/>
            <a:r>
              <a:rPr lang="en-GB" sz="3800" dirty="0">
                <a:solidFill>
                  <a:srgbClr val="0070C0"/>
                </a:solidFill>
              </a:rPr>
              <a:t>Example</a:t>
            </a:r>
            <a:r>
              <a:rPr lang="en-GB" sz="3800" dirty="0">
                <a:solidFill>
                  <a:schemeClr val="tx1"/>
                </a:solidFill>
              </a:rPr>
              <a:t> write up: </a:t>
            </a:r>
            <a:r>
              <a:rPr lang="en-GB" sz="3800" b="1" dirty="0">
                <a:solidFill>
                  <a:srgbClr val="D29956"/>
                </a:solidFill>
              </a:rPr>
              <a:t>Independent-samples t-test</a:t>
            </a:r>
          </a:p>
        </p:txBody>
      </p:sp>
    </p:spTree>
    <p:custDataLst>
      <p:tags r:id="rId1"/>
    </p:custDataLst>
    <p:extLst>
      <p:ext uri="{BB962C8B-B14F-4D97-AF65-F5344CB8AC3E}">
        <p14:creationId xmlns:p14="http://schemas.microsoft.com/office/powerpoint/2010/main" val="18442273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4678A7E-7C7D-3245-BE9B-966B82E63509}"/>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3513AAB2-4BCB-AC20-501A-60A8A9A65CF6}"/>
              </a:ext>
            </a:extLst>
          </p:cNvPr>
          <p:cNvSpPr>
            <a:spLocks noGrp="1"/>
          </p:cNvSpPr>
          <p:nvPr>
            <p:ph idx="1"/>
          </p:nvPr>
        </p:nvSpPr>
        <p:spPr>
          <a:xfrm>
            <a:off x="927128" y="3258000"/>
            <a:ext cx="8028613" cy="3384065"/>
          </a:xfrm>
          <a:solidFill>
            <a:schemeClr val="bg1"/>
          </a:solidFill>
        </p:spPr>
        <p:txBody>
          <a:bodyPr>
            <a:normAutofit fontScale="92500" lnSpcReduction="10000"/>
          </a:bodyPr>
          <a:lstStyle/>
          <a:p>
            <a:pPr marL="0" indent="0">
              <a:buNone/>
            </a:pPr>
            <a:r>
              <a:rPr lang="en-GB" sz="2400" dirty="0">
                <a:solidFill>
                  <a:schemeClr val="tx1"/>
                </a:solidFill>
              </a:rPr>
              <a:t>A </a:t>
            </a:r>
            <a:r>
              <a:rPr lang="en-GB" sz="2400" dirty="0">
                <a:solidFill>
                  <a:schemeClr val="tx1"/>
                </a:solidFill>
                <a:highlight>
                  <a:srgbClr val="FFFF00"/>
                </a:highlight>
              </a:rPr>
              <a:t>Welch-corrected</a:t>
            </a:r>
            <a:r>
              <a:rPr lang="en-GB" sz="2400" dirty="0">
                <a:solidFill>
                  <a:schemeClr val="tx1"/>
                </a:solidFill>
              </a:rPr>
              <a:t> independent samples t-test was used to examine whether there was a difference in average happiness scores (from 0-100) between two groups of participants who took part in different exercise (Aerobics vs Strength). The assumption of normality was met for both the Aerobics (</a:t>
            </a:r>
            <a:r>
              <a:rPr lang="en-GB" sz="2400" i="1" dirty="0">
                <a:solidFill>
                  <a:schemeClr val="tx1"/>
                </a:solidFill>
              </a:rPr>
              <a:t>W</a:t>
            </a:r>
            <a:r>
              <a:rPr lang="en-GB" sz="2400" dirty="0">
                <a:solidFill>
                  <a:schemeClr val="tx1"/>
                </a:solidFill>
              </a:rPr>
              <a:t> = 0.98, </a:t>
            </a:r>
            <a:r>
              <a:rPr lang="en-GB" sz="2400" i="1" dirty="0">
                <a:solidFill>
                  <a:schemeClr val="tx1"/>
                </a:solidFill>
              </a:rPr>
              <a:t>p</a:t>
            </a:r>
            <a:r>
              <a:rPr lang="en-GB" sz="2400" dirty="0">
                <a:solidFill>
                  <a:schemeClr val="tx1"/>
                </a:solidFill>
              </a:rPr>
              <a:t> = .971) and the Strength (W = 0.95, p = .530) group, and Levene’s test was non-significant, indicating homogeneity of variance (</a:t>
            </a:r>
            <a:r>
              <a:rPr lang="en-GB" sz="2400" i="1" dirty="0">
                <a:solidFill>
                  <a:schemeClr val="tx1"/>
                </a:solidFill>
              </a:rPr>
              <a:t>F</a:t>
            </a:r>
            <a:r>
              <a:rPr lang="en-GB" sz="2400" dirty="0">
                <a:solidFill>
                  <a:schemeClr val="tx1"/>
                </a:solidFill>
              </a:rPr>
              <a:t> = 0.42, </a:t>
            </a:r>
            <a:r>
              <a:rPr lang="en-GB" sz="2400" i="1" dirty="0">
                <a:solidFill>
                  <a:schemeClr val="tx1"/>
                </a:solidFill>
              </a:rPr>
              <a:t>p</a:t>
            </a:r>
            <a:r>
              <a:rPr lang="en-GB" sz="2400" dirty="0">
                <a:solidFill>
                  <a:schemeClr val="tx1"/>
                </a:solidFill>
              </a:rPr>
              <a:t> = .522). The Strength exercise group had significantly higher happiness ratings compared to the Aerobics exercise group, </a:t>
            </a:r>
            <a:r>
              <a:rPr lang="en-GB" sz="2400" i="1" dirty="0">
                <a:solidFill>
                  <a:schemeClr val="tx1"/>
                </a:solidFill>
              </a:rPr>
              <a:t>t</a:t>
            </a:r>
            <a:r>
              <a:rPr lang="en-GB" sz="2400" dirty="0">
                <a:solidFill>
                  <a:schemeClr val="tx1"/>
                </a:solidFill>
              </a:rPr>
              <a:t>(</a:t>
            </a:r>
            <a:r>
              <a:rPr lang="en-GB" sz="2400" dirty="0">
                <a:solidFill>
                  <a:schemeClr val="tx1"/>
                </a:solidFill>
                <a:highlight>
                  <a:srgbClr val="FFFF00"/>
                </a:highlight>
              </a:rPr>
              <a:t>29.05</a:t>
            </a:r>
            <a:r>
              <a:rPr lang="en-GB" sz="2400" dirty="0">
                <a:solidFill>
                  <a:schemeClr val="tx1"/>
                </a:solidFill>
              </a:rPr>
              <a:t>) = -3.89, </a:t>
            </a:r>
            <a:r>
              <a:rPr lang="en-GB" sz="2400" i="1" dirty="0">
                <a:solidFill>
                  <a:schemeClr val="tx1"/>
                </a:solidFill>
              </a:rPr>
              <a:t>p</a:t>
            </a:r>
            <a:r>
              <a:rPr lang="en-GB" sz="2400" dirty="0">
                <a:solidFill>
                  <a:schemeClr val="tx1"/>
                </a:solidFill>
              </a:rPr>
              <a:t> &lt; .001, </a:t>
            </a:r>
            <a:r>
              <a:rPr lang="en-GB" sz="2400" i="1" dirty="0">
                <a:solidFill>
                  <a:schemeClr val="tx1"/>
                </a:solidFill>
              </a:rPr>
              <a:t>d</a:t>
            </a:r>
            <a:r>
              <a:rPr lang="en-GB" sz="2400" dirty="0">
                <a:solidFill>
                  <a:schemeClr val="tx1"/>
                </a:solidFill>
              </a:rPr>
              <a:t> = 1.38. The effect is large and suggests that participants in the Strength training (M = 16.88, SD = 4.11) class were happier than those in the Aerobics class (M = 23.13, SD = 4.94).</a:t>
            </a:r>
          </a:p>
        </p:txBody>
      </p:sp>
      <p:sp>
        <p:nvSpPr>
          <p:cNvPr id="2" name="Title 2">
            <a:extLst>
              <a:ext uri="{FF2B5EF4-FFF2-40B4-BE49-F238E27FC236}">
                <a16:creationId xmlns:a16="http://schemas.microsoft.com/office/drawing/2014/main" id="{F078CF5E-2FD1-6160-4C5F-749E4FB7AD53}"/>
              </a:ext>
            </a:extLst>
          </p:cNvPr>
          <p:cNvSpPr>
            <a:spLocks noGrp="1"/>
          </p:cNvSpPr>
          <p:nvPr>
            <p:ph type="title"/>
          </p:nvPr>
        </p:nvSpPr>
        <p:spPr>
          <a:xfrm>
            <a:off x="-100853" y="207448"/>
            <a:ext cx="9345706" cy="754796"/>
          </a:xfrm>
        </p:spPr>
        <p:txBody>
          <a:bodyPr>
            <a:noAutofit/>
          </a:bodyPr>
          <a:lstStyle/>
          <a:p>
            <a:pPr algn="ctr"/>
            <a:r>
              <a:rPr lang="en-GB" sz="3200" dirty="0">
                <a:solidFill>
                  <a:srgbClr val="0070C0"/>
                </a:solidFill>
              </a:rPr>
              <a:t>Example</a:t>
            </a:r>
            <a:r>
              <a:rPr lang="en-GB" sz="3200" dirty="0">
                <a:solidFill>
                  <a:schemeClr val="tx1"/>
                </a:solidFill>
              </a:rPr>
              <a:t> write up: </a:t>
            </a:r>
            <a:r>
              <a:rPr lang="en-GB" sz="3200" b="1" u="sng" dirty="0">
                <a:solidFill>
                  <a:srgbClr val="D29956"/>
                </a:solidFill>
              </a:rPr>
              <a:t>Welch-corrected</a:t>
            </a:r>
            <a:r>
              <a:rPr lang="en-GB" sz="3200" b="1" dirty="0">
                <a:solidFill>
                  <a:srgbClr val="D29956"/>
                </a:solidFill>
              </a:rPr>
              <a:t> Independent t-test</a:t>
            </a:r>
          </a:p>
        </p:txBody>
      </p:sp>
      <p:sp>
        <p:nvSpPr>
          <p:cNvPr id="3" name="TextBox 2">
            <a:extLst>
              <a:ext uri="{FF2B5EF4-FFF2-40B4-BE49-F238E27FC236}">
                <a16:creationId xmlns:a16="http://schemas.microsoft.com/office/drawing/2014/main" id="{C9E8B979-33D5-164F-8D91-43A5AA34094E}"/>
              </a:ext>
            </a:extLst>
          </p:cNvPr>
          <p:cNvSpPr txBox="1"/>
          <p:nvPr/>
        </p:nvSpPr>
        <p:spPr>
          <a:xfrm>
            <a:off x="510988" y="1136803"/>
            <a:ext cx="8243048"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sz="1800" dirty="0">
                <a:solidFill>
                  <a:schemeClr val="tx1"/>
                </a:solidFill>
              </a:rPr>
              <a:t>If you</a:t>
            </a:r>
            <a:r>
              <a:rPr lang="en-GB" dirty="0">
                <a:solidFill>
                  <a:schemeClr val="tx1"/>
                </a:solidFill>
              </a:rPr>
              <a:t> only </a:t>
            </a:r>
            <a:r>
              <a:rPr lang="en-GB" sz="1800" dirty="0">
                <a:solidFill>
                  <a:schemeClr val="tx1"/>
                </a:solidFill>
              </a:rPr>
              <a:t>violated the assumption of homogeneity (Levene’s test was significant) you could </a:t>
            </a:r>
            <a:r>
              <a:rPr lang="en-GB" dirty="0">
                <a:solidFill>
                  <a:schemeClr val="tx1"/>
                </a:solidFill>
              </a:rPr>
              <a:t>run a W</a:t>
            </a:r>
            <a:r>
              <a:rPr lang="en-GB" sz="1800" dirty="0">
                <a:solidFill>
                  <a:schemeClr val="tx1"/>
                </a:solidFill>
              </a:rPr>
              <a:t>elch corrected independent samples t-test. </a:t>
            </a:r>
          </a:p>
        </p:txBody>
      </p:sp>
      <p:pic>
        <p:nvPicPr>
          <p:cNvPr id="5" name="Picture 4">
            <a:extLst>
              <a:ext uri="{FF2B5EF4-FFF2-40B4-BE49-F238E27FC236}">
                <a16:creationId xmlns:a16="http://schemas.microsoft.com/office/drawing/2014/main" id="{519ED1EB-6C24-98D5-981A-15FB2FC76F90}"/>
              </a:ext>
            </a:extLst>
          </p:cNvPr>
          <p:cNvPicPr>
            <a:picLocks noChangeAspect="1"/>
          </p:cNvPicPr>
          <p:nvPr/>
        </p:nvPicPr>
        <p:blipFill>
          <a:blip r:embed="rId4"/>
          <a:stretch>
            <a:fillRect/>
          </a:stretch>
        </p:blipFill>
        <p:spPr>
          <a:xfrm>
            <a:off x="1881870" y="1994603"/>
            <a:ext cx="5850190" cy="1051927"/>
          </a:xfrm>
          <a:prstGeom prst="rect">
            <a:avLst/>
          </a:prstGeom>
        </p:spPr>
      </p:pic>
      <p:cxnSp>
        <p:nvCxnSpPr>
          <p:cNvPr id="6" name="Connecteur droit avec flèche 13">
            <a:extLst>
              <a:ext uri="{FF2B5EF4-FFF2-40B4-BE49-F238E27FC236}">
                <a16:creationId xmlns:a16="http://schemas.microsoft.com/office/drawing/2014/main" id="{7C2C3BBE-78EF-E656-4D05-05848CF60C89}"/>
              </a:ext>
            </a:extLst>
          </p:cNvPr>
          <p:cNvCxnSpPr>
            <a:cxnSpLocks/>
          </p:cNvCxnSpPr>
          <p:nvPr/>
        </p:nvCxnSpPr>
        <p:spPr>
          <a:xfrm>
            <a:off x="927128" y="2487706"/>
            <a:ext cx="1089931" cy="403412"/>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29810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05E6B83-528E-80C8-3E22-1B1F80643EA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1C99E5F-B020-4A35-121F-8D31EC89B985}"/>
              </a:ext>
            </a:extLst>
          </p:cNvPr>
          <p:cNvPicPr>
            <a:picLocks noChangeAspect="1"/>
          </p:cNvPicPr>
          <p:nvPr/>
        </p:nvPicPr>
        <p:blipFill>
          <a:blip r:embed="rId3"/>
          <a:stretch>
            <a:fillRect/>
          </a:stretch>
        </p:blipFill>
        <p:spPr>
          <a:xfrm>
            <a:off x="670967" y="2691348"/>
            <a:ext cx="8255557" cy="1532167"/>
          </a:xfrm>
          <a:prstGeom prst="rect">
            <a:avLst/>
          </a:prstGeom>
        </p:spPr>
      </p:pic>
      <p:sp>
        <p:nvSpPr>
          <p:cNvPr id="2" name="Titre 1">
            <a:extLst>
              <a:ext uri="{FF2B5EF4-FFF2-40B4-BE49-F238E27FC236}">
                <a16:creationId xmlns:a16="http://schemas.microsoft.com/office/drawing/2014/main" id="{282FCDFE-32C9-7C99-ACA6-BDB661419780}"/>
              </a:ext>
            </a:extLst>
          </p:cNvPr>
          <p:cNvSpPr>
            <a:spLocks noGrp="1"/>
          </p:cNvSpPr>
          <p:nvPr>
            <p:ph type="title"/>
          </p:nvPr>
        </p:nvSpPr>
        <p:spPr>
          <a:xfrm>
            <a:off x="4721097" y="579910"/>
            <a:ext cx="3841017" cy="536717"/>
          </a:xfrm>
        </p:spPr>
        <p:txBody>
          <a:bodyPr/>
          <a:lstStyle/>
          <a:p>
            <a:pPr algn="ctr"/>
            <a:r>
              <a:rPr lang="en-GB" sz="3200" dirty="0">
                <a:solidFill>
                  <a:schemeClr val="tx1"/>
                </a:solidFill>
              </a:rPr>
              <a:t>Read the output table</a:t>
            </a:r>
          </a:p>
        </p:txBody>
      </p:sp>
      <p:sp>
        <p:nvSpPr>
          <p:cNvPr id="8" name="Rectangle à coins arrondis 7">
            <a:extLst>
              <a:ext uri="{FF2B5EF4-FFF2-40B4-BE49-F238E27FC236}">
                <a16:creationId xmlns:a16="http://schemas.microsoft.com/office/drawing/2014/main" id="{ADD95153-044C-BD00-2A2C-6D78725AD10F}"/>
              </a:ext>
            </a:extLst>
          </p:cNvPr>
          <p:cNvSpPr/>
          <p:nvPr/>
        </p:nvSpPr>
        <p:spPr>
          <a:xfrm>
            <a:off x="3726338" y="3092485"/>
            <a:ext cx="866394" cy="70207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2" name="ZoneTexte 11">
            <a:extLst>
              <a:ext uri="{FF2B5EF4-FFF2-40B4-BE49-F238E27FC236}">
                <a16:creationId xmlns:a16="http://schemas.microsoft.com/office/drawing/2014/main" id="{C5343906-6CE0-DB41-CDD4-13956C808243}"/>
              </a:ext>
            </a:extLst>
          </p:cNvPr>
          <p:cNvSpPr txBox="1"/>
          <p:nvPr/>
        </p:nvSpPr>
        <p:spPr>
          <a:xfrm>
            <a:off x="1060326" y="4825439"/>
            <a:ext cx="2275315" cy="738664"/>
          </a:xfrm>
          <a:prstGeom prst="rect">
            <a:avLst/>
          </a:prstGeom>
          <a:noFill/>
        </p:spPr>
        <p:txBody>
          <a:bodyPr wrap="square" rtlCol="0">
            <a:spAutoFit/>
          </a:bodyPr>
          <a:lstStyle/>
          <a:p>
            <a:pPr algn="ctr"/>
            <a:r>
              <a:rPr lang="en-GB" sz="2100" dirty="0"/>
              <a:t>The test statistic, </a:t>
            </a:r>
          </a:p>
          <a:p>
            <a:pPr algn="ctr"/>
            <a:r>
              <a:rPr lang="en-GB" sz="2100" dirty="0"/>
              <a:t>t-value</a:t>
            </a:r>
          </a:p>
        </p:txBody>
      </p:sp>
      <p:cxnSp>
        <p:nvCxnSpPr>
          <p:cNvPr id="14" name="Connecteur droit avec flèche 13">
            <a:extLst>
              <a:ext uri="{FF2B5EF4-FFF2-40B4-BE49-F238E27FC236}">
                <a16:creationId xmlns:a16="http://schemas.microsoft.com/office/drawing/2014/main" id="{88ACB014-BF1D-D0E7-485A-EF12A59E7507}"/>
              </a:ext>
            </a:extLst>
          </p:cNvPr>
          <p:cNvCxnSpPr>
            <a:cxnSpLocks/>
          </p:cNvCxnSpPr>
          <p:nvPr/>
        </p:nvCxnSpPr>
        <p:spPr>
          <a:xfrm flipV="1">
            <a:off x="2159616" y="3831566"/>
            <a:ext cx="406651" cy="970429"/>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eur droit avec flèche 13">
            <a:extLst>
              <a:ext uri="{FF2B5EF4-FFF2-40B4-BE49-F238E27FC236}">
                <a16:creationId xmlns:a16="http://schemas.microsoft.com/office/drawing/2014/main" id="{5B177F61-8260-3014-ED10-104F5CC996C3}"/>
              </a:ext>
            </a:extLst>
          </p:cNvPr>
          <p:cNvCxnSpPr>
            <a:cxnSpLocks/>
          </p:cNvCxnSpPr>
          <p:nvPr/>
        </p:nvCxnSpPr>
        <p:spPr>
          <a:xfrm flipH="1">
            <a:off x="2400039" y="2068364"/>
            <a:ext cx="438082" cy="561820"/>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à coins arrondis 7">
            <a:extLst>
              <a:ext uri="{FF2B5EF4-FFF2-40B4-BE49-F238E27FC236}">
                <a16:creationId xmlns:a16="http://schemas.microsoft.com/office/drawing/2014/main" id="{CAB7C157-7A47-20B6-3F74-398150D9F847}"/>
              </a:ext>
            </a:extLst>
          </p:cNvPr>
          <p:cNvSpPr/>
          <p:nvPr/>
        </p:nvSpPr>
        <p:spPr>
          <a:xfrm>
            <a:off x="637860" y="2784753"/>
            <a:ext cx="2579375" cy="354097"/>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6" name="ZoneTexte 11">
            <a:extLst>
              <a:ext uri="{FF2B5EF4-FFF2-40B4-BE49-F238E27FC236}">
                <a16:creationId xmlns:a16="http://schemas.microsoft.com/office/drawing/2014/main" id="{E19ED302-C632-D9EB-EAAB-9AA6B43E4F11}"/>
              </a:ext>
            </a:extLst>
          </p:cNvPr>
          <p:cNvSpPr txBox="1"/>
          <p:nvPr/>
        </p:nvSpPr>
        <p:spPr>
          <a:xfrm>
            <a:off x="966732" y="1700167"/>
            <a:ext cx="2256819" cy="415498"/>
          </a:xfrm>
          <a:prstGeom prst="rect">
            <a:avLst/>
          </a:prstGeom>
          <a:noFill/>
        </p:spPr>
        <p:txBody>
          <a:bodyPr wrap="square" rtlCol="0">
            <a:spAutoFit/>
          </a:bodyPr>
          <a:lstStyle/>
          <a:p>
            <a:pPr algn="ctr"/>
            <a:r>
              <a:rPr lang="en-GB" sz="2100" dirty="0"/>
              <a:t>Type of t-test</a:t>
            </a:r>
          </a:p>
        </p:txBody>
      </p:sp>
      <p:sp>
        <p:nvSpPr>
          <p:cNvPr id="6" name="ZoneTexte 11">
            <a:extLst>
              <a:ext uri="{FF2B5EF4-FFF2-40B4-BE49-F238E27FC236}">
                <a16:creationId xmlns:a16="http://schemas.microsoft.com/office/drawing/2014/main" id="{083A39E1-B37C-C80E-AACC-23325A01F5EF}"/>
              </a:ext>
            </a:extLst>
          </p:cNvPr>
          <p:cNvSpPr txBox="1"/>
          <p:nvPr/>
        </p:nvSpPr>
        <p:spPr>
          <a:xfrm>
            <a:off x="2838121" y="5059572"/>
            <a:ext cx="2817845" cy="738664"/>
          </a:xfrm>
          <a:prstGeom prst="rect">
            <a:avLst/>
          </a:prstGeom>
          <a:noFill/>
        </p:spPr>
        <p:txBody>
          <a:bodyPr wrap="square" rtlCol="0">
            <a:spAutoFit/>
          </a:bodyPr>
          <a:lstStyle/>
          <a:p>
            <a:pPr algn="ctr"/>
            <a:r>
              <a:rPr lang="en-GB" sz="2100" dirty="0"/>
              <a:t>The p-value (significance value)</a:t>
            </a:r>
          </a:p>
        </p:txBody>
      </p:sp>
      <p:sp>
        <p:nvSpPr>
          <p:cNvPr id="11" name="Rectangle à coins arrondis 7">
            <a:extLst>
              <a:ext uri="{FF2B5EF4-FFF2-40B4-BE49-F238E27FC236}">
                <a16:creationId xmlns:a16="http://schemas.microsoft.com/office/drawing/2014/main" id="{EB34A9D2-1B23-41FD-F755-827A1AF34768}"/>
              </a:ext>
            </a:extLst>
          </p:cNvPr>
          <p:cNvSpPr/>
          <p:nvPr/>
        </p:nvSpPr>
        <p:spPr>
          <a:xfrm>
            <a:off x="1929745" y="3121883"/>
            <a:ext cx="866394" cy="702078"/>
          </a:xfrm>
          <a:prstGeom prst="round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18" name="Connecteur droit avec flèche 13">
            <a:extLst>
              <a:ext uri="{FF2B5EF4-FFF2-40B4-BE49-F238E27FC236}">
                <a16:creationId xmlns:a16="http://schemas.microsoft.com/office/drawing/2014/main" id="{E5914B43-788E-F888-2A3C-79BED651A408}"/>
              </a:ext>
            </a:extLst>
          </p:cNvPr>
          <p:cNvCxnSpPr>
            <a:cxnSpLocks/>
          </p:cNvCxnSpPr>
          <p:nvPr/>
        </p:nvCxnSpPr>
        <p:spPr>
          <a:xfrm flipV="1">
            <a:off x="3887026" y="4001061"/>
            <a:ext cx="317929" cy="107608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à coins arrondis 7">
            <a:extLst>
              <a:ext uri="{FF2B5EF4-FFF2-40B4-BE49-F238E27FC236}">
                <a16:creationId xmlns:a16="http://schemas.microsoft.com/office/drawing/2014/main" id="{7C392DEE-F37E-61E1-B104-726365BC9F68}"/>
              </a:ext>
            </a:extLst>
          </p:cNvPr>
          <p:cNvSpPr/>
          <p:nvPr/>
        </p:nvSpPr>
        <p:spPr>
          <a:xfrm>
            <a:off x="5638682" y="3129488"/>
            <a:ext cx="866394" cy="702078"/>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23" name="Connecteur droit avec flèche 13">
            <a:extLst>
              <a:ext uri="{FF2B5EF4-FFF2-40B4-BE49-F238E27FC236}">
                <a16:creationId xmlns:a16="http://schemas.microsoft.com/office/drawing/2014/main" id="{39AD73B7-EA4A-A7E1-E5F1-C524464A3708}"/>
              </a:ext>
            </a:extLst>
          </p:cNvPr>
          <p:cNvCxnSpPr>
            <a:cxnSpLocks/>
          </p:cNvCxnSpPr>
          <p:nvPr/>
        </p:nvCxnSpPr>
        <p:spPr>
          <a:xfrm flipH="1">
            <a:off x="6192456" y="2271007"/>
            <a:ext cx="346693" cy="687310"/>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338794F-8725-95DC-90BE-1E5A500903E4}"/>
              </a:ext>
            </a:extLst>
          </p:cNvPr>
          <p:cNvSpPr txBox="1"/>
          <p:nvPr/>
        </p:nvSpPr>
        <p:spPr>
          <a:xfrm>
            <a:off x="196261" y="130507"/>
            <a:ext cx="4117902" cy="1200329"/>
          </a:xfrm>
          <a:prstGeom prst="rect">
            <a:avLst/>
          </a:prstGeom>
          <a:noFill/>
        </p:spPr>
        <p:txBody>
          <a:bodyPr wrap="square" rtlCol="0">
            <a:spAutoFit/>
          </a:bodyPr>
          <a:lstStyle/>
          <a:p>
            <a:r>
              <a:rPr lang="en-GB" sz="2400" b="1" u="sng" dirty="0">
                <a:solidFill>
                  <a:srgbClr val="D29956"/>
                </a:solidFill>
              </a:rPr>
              <a:t>Mann-Whitney U test</a:t>
            </a:r>
          </a:p>
          <a:p>
            <a:r>
              <a:rPr lang="en-GB" sz="2400" b="1" dirty="0">
                <a:solidFill>
                  <a:srgbClr val="D29956"/>
                </a:solidFill>
              </a:rPr>
              <a:t>(Non-Parametric </a:t>
            </a:r>
            <a:r>
              <a:rPr lang="en-GB" sz="2400" dirty="0">
                <a:solidFill>
                  <a:srgbClr val="D29956"/>
                </a:solidFill>
              </a:rPr>
              <a:t>equivalent of Independent-samples t-test)</a:t>
            </a:r>
          </a:p>
        </p:txBody>
      </p:sp>
      <p:sp>
        <p:nvSpPr>
          <p:cNvPr id="10" name="TextBox 9">
            <a:extLst>
              <a:ext uri="{FF2B5EF4-FFF2-40B4-BE49-F238E27FC236}">
                <a16:creationId xmlns:a16="http://schemas.microsoft.com/office/drawing/2014/main" id="{42B9E512-8872-FDA2-4A81-2BE855FFEEC6}"/>
              </a:ext>
            </a:extLst>
          </p:cNvPr>
          <p:cNvSpPr txBox="1"/>
          <p:nvPr/>
        </p:nvSpPr>
        <p:spPr>
          <a:xfrm>
            <a:off x="871660" y="6065205"/>
            <a:ext cx="7327076" cy="523220"/>
          </a:xfrm>
          <a:prstGeom prst="rect">
            <a:avLst/>
          </a:prstGeom>
          <a:noFill/>
        </p:spPr>
        <p:txBody>
          <a:bodyPr wrap="square">
            <a:spAutoFit/>
          </a:bodyPr>
          <a:lstStyle/>
          <a:p>
            <a:pPr algn="ctr"/>
            <a:r>
              <a:rPr lang="en-GB" altLang="en-US" sz="2800" b="1" dirty="0">
                <a:solidFill>
                  <a:srgbClr val="FF5353"/>
                </a:solidFill>
                <a:latin typeface="Calibri" panose="020F0502020204030204" pitchFamily="34" charset="0"/>
              </a:rPr>
              <a:t>Line of results: </a:t>
            </a:r>
            <a:r>
              <a:rPr lang="en-GB" altLang="en-US" sz="2800" i="1" dirty="0">
                <a:latin typeface="Calibri" panose="020F0502020204030204" pitchFamily="34" charset="0"/>
              </a:rPr>
              <a:t>X</a:t>
            </a:r>
            <a:r>
              <a:rPr lang="en-GB" altLang="en-US" sz="2800" dirty="0">
                <a:latin typeface="Calibri" panose="020F0502020204030204" pitchFamily="34" charset="0"/>
              </a:rPr>
              <a:t> = XX.XX, X = .XXX, </a:t>
            </a:r>
            <a:r>
              <a:rPr lang="en-GB" altLang="en-US" sz="2800" i="1" dirty="0">
                <a:latin typeface="Calibri" panose="020F0502020204030204" pitchFamily="34" charset="0"/>
              </a:rPr>
              <a:t>X</a:t>
            </a:r>
            <a:r>
              <a:rPr lang="en-GB" altLang="en-US" sz="2800" dirty="0">
                <a:latin typeface="Calibri" panose="020F0502020204030204" pitchFamily="34" charset="0"/>
              </a:rPr>
              <a:t> = XX.XX</a:t>
            </a:r>
          </a:p>
        </p:txBody>
      </p:sp>
      <p:sp>
        <p:nvSpPr>
          <p:cNvPr id="17" name="ZoneTexte 11">
            <a:extLst>
              <a:ext uri="{FF2B5EF4-FFF2-40B4-BE49-F238E27FC236}">
                <a16:creationId xmlns:a16="http://schemas.microsoft.com/office/drawing/2014/main" id="{C99DCCAB-B257-4FD5-B1F4-BF06040FAB50}"/>
              </a:ext>
            </a:extLst>
          </p:cNvPr>
          <p:cNvSpPr txBox="1"/>
          <p:nvPr/>
        </p:nvSpPr>
        <p:spPr>
          <a:xfrm>
            <a:off x="5880857" y="1471179"/>
            <a:ext cx="1506842" cy="738664"/>
          </a:xfrm>
          <a:prstGeom prst="rect">
            <a:avLst/>
          </a:prstGeom>
          <a:noFill/>
        </p:spPr>
        <p:txBody>
          <a:bodyPr wrap="square" rtlCol="0">
            <a:spAutoFit/>
          </a:bodyPr>
          <a:lstStyle/>
          <a:p>
            <a:pPr algn="ctr"/>
            <a:r>
              <a:rPr lang="en-GB" sz="2100" dirty="0"/>
              <a:t>The effect size</a:t>
            </a:r>
          </a:p>
        </p:txBody>
      </p:sp>
      <p:sp>
        <p:nvSpPr>
          <p:cNvPr id="19" name="Rectangle à coins arrondis 7">
            <a:extLst>
              <a:ext uri="{FF2B5EF4-FFF2-40B4-BE49-F238E27FC236}">
                <a16:creationId xmlns:a16="http://schemas.microsoft.com/office/drawing/2014/main" id="{496F018C-E75B-0F50-4A1F-6722B3BCD56D}"/>
              </a:ext>
            </a:extLst>
          </p:cNvPr>
          <p:cNvSpPr/>
          <p:nvPr/>
        </p:nvSpPr>
        <p:spPr>
          <a:xfrm>
            <a:off x="670967" y="3894755"/>
            <a:ext cx="2045339" cy="255935"/>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Tree>
    <p:extLst>
      <p:ext uri="{BB962C8B-B14F-4D97-AF65-F5344CB8AC3E}">
        <p14:creationId xmlns:p14="http://schemas.microsoft.com/office/powerpoint/2010/main" val="346390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1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p:bldP spid="15" grpId="0" animBg="1"/>
      <p:bldP spid="16" grpId="0"/>
      <p:bldP spid="6" grpId="0"/>
      <p:bldP spid="11" grpId="0" animBg="1"/>
      <p:bldP spid="21" grpId="0" animBg="1"/>
      <p:bldP spid="10" grpId="0"/>
      <p:bldP spid="10" grpId="1"/>
      <p:bldP spid="17" grpId="0"/>
      <p:bldP spid="19" grpId="0" animBg="1"/>
      <p:bldP spid="19"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83C57-839D-11C6-6776-0A37433A3F0F}"/>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F0EA453F-5187-0EA9-86D3-F0EB870005C4}"/>
              </a:ext>
            </a:extLst>
          </p:cNvPr>
          <p:cNvSpPr>
            <a:spLocks noGrp="1"/>
          </p:cNvSpPr>
          <p:nvPr>
            <p:ph idx="1"/>
          </p:nvPr>
        </p:nvSpPr>
        <p:spPr>
          <a:xfrm>
            <a:off x="886787" y="1136803"/>
            <a:ext cx="8129891" cy="4758953"/>
          </a:xfrm>
          <a:solidFill>
            <a:schemeClr val="bg1"/>
          </a:solidFill>
        </p:spPr>
        <p:txBody>
          <a:bodyPr>
            <a:normAutofit/>
          </a:bodyPr>
          <a:lstStyle/>
          <a:p>
            <a:pPr marL="0" indent="0">
              <a:buNone/>
            </a:pPr>
            <a:r>
              <a:rPr lang="en-GB" sz="2200" dirty="0">
                <a:solidFill>
                  <a:schemeClr val="tx1"/>
                </a:solidFill>
              </a:rPr>
              <a:t>The assumption of normality was violated for the Aerobic exercise group (</a:t>
            </a:r>
            <a:r>
              <a:rPr lang="en-GB" sz="2200" i="1" dirty="0">
                <a:solidFill>
                  <a:schemeClr val="tx1"/>
                </a:solidFill>
              </a:rPr>
              <a:t>W</a:t>
            </a:r>
            <a:r>
              <a:rPr lang="en-GB" sz="2200" dirty="0">
                <a:solidFill>
                  <a:schemeClr val="tx1"/>
                </a:solidFill>
              </a:rPr>
              <a:t> = 0.70, </a:t>
            </a:r>
            <a:r>
              <a:rPr lang="en-GB" sz="2200" i="1" dirty="0">
                <a:solidFill>
                  <a:schemeClr val="tx1"/>
                </a:solidFill>
              </a:rPr>
              <a:t>p</a:t>
            </a:r>
            <a:r>
              <a:rPr lang="en-GB" sz="2200" dirty="0">
                <a:solidFill>
                  <a:schemeClr val="tx1"/>
                </a:solidFill>
              </a:rPr>
              <a:t> &lt; .001) but was met for the Strength group (W = 0.90, p = .095). The Levene’s test of homogeneity of variance was also violated (</a:t>
            </a:r>
            <a:r>
              <a:rPr lang="en-GB" sz="2200" i="1" dirty="0">
                <a:solidFill>
                  <a:schemeClr val="tx1"/>
                </a:solidFill>
              </a:rPr>
              <a:t>F</a:t>
            </a:r>
            <a:r>
              <a:rPr lang="en-GB" sz="2200" dirty="0">
                <a:solidFill>
                  <a:schemeClr val="tx1"/>
                </a:solidFill>
              </a:rPr>
              <a:t> = 7.01, </a:t>
            </a:r>
            <a:r>
              <a:rPr lang="en-GB" sz="2200" i="1" dirty="0">
                <a:solidFill>
                  <a:schemeClr val="tx1"/>
                </a:solidFill>
              </a:rPr>
              <a:t>p</a:t>
            </a:r>
            <a:r>
              <a:rPr lang="en-GB" sz="2200" dirty="0">
                <a:solidFill>
                  <a:schemeClr val="tx1"/>
                </a:solidFill>
              </a:rPr>
              <a:t> = .013), so a Mann-Whitney U test was used to examine differences in happiness ratings (from 0-100) across the two exercise groups. The Strength exercise group (</a:t>
            </a:r>
            <a:r>
              <a:rPr lang="en-GB" sz="2200" dirty="0" err="1">
                <a:solidFill>
                  <a:schemeClr val="tx1"/>
                </a:solidFill>
              </a:rPr>
              <a:t>Mdn</a:t>
            </a:r>
            <a:r>
              <a:rPr lang="en-GB" sz="2200" dirty="0">
                <a:solidFill>
                  <a:schemeClr val="tx1"/>
                </a:solidFill>
              </a:rPr>
              <a:t> = 3.00, IQR = 2.25) had significantly higher happiness ratings compared to the Aerobics exercise group (</a:t>
            </a:r>
            <a:r>
              <a:rPr lang="en-GB" sz="2200" dirty="0" err="1">
                <a:solidFill>
                  <a:schemeClr val="tx1"/>
                </a:solidFill>
              </a:rPr>
              <a:t>Mdn</a:t>
            </a:r>
            <a:r>
              <a:rPr lang="en-GB" sz="2200" dirty="0">
                <a:solidFill>
                  <a:schemeClr val="tx1"/>
                </a:solidFill>
              </a:rPr>
              <a:t> = 1.00, IQR = 1.00), </a:t>
            </a:r>
            <a:r>
              <a:rPr lang="en-GB" sz="2200" i="1" dirty="0">
                <a:solidFill>
                  <a:schemeClr val="tx1"/>
                </a:solidFill>
              </a:rPr>
              <a:t>U</a:t>
            </a:r>
            <a:r>
              <a:rPr lang="en-GB" sz="2200" dirty="0">
                <a:solidFill>
                  <a:schemeClr val="tx1"/>
                </a:solidFill>
              </a:rPr>
              <a:t> = 31.00, </a:t>
            </a:r>
            <a:r>
              <a:rPr lang="en-GB" sz="2200" i="1" dirty="0">
                <a:solidFill>
                  <a:schemeClr val="tx1"/>
                </a:solidFill>
              </a:rPr>
              <a:t>p</a:t>
            </a:r>
            <a:r>
              <a:rPr lang="en-GB" sz="2200" dirty="0">
                <a:solidFill>
                  <a:schemeClr val="tx1"/>
                </a:solidFill>
              </a:rPr>
              <a:t> &lt; .001, </a:t>
            </a:r>
            <a:r>
              <a:rPr lang="en-GB" altLang="en-US" sz="2200" i="1" dirty="0" err="1">
                <a:latin typeface="Calibri" panose="020F0502020204030204" pitchFamily="34" charset="0"/>
              </a:rPr>
              <a:t>r</a:t>
            </a:r>
            <a:r>
              <a:rPr lang="en-GB" altLang="en-US" sz="2200" i="1" baseline="-25000" dirty="0" err="1">
                <a:latin typeface="Calibri" panose="020F0502020204030204" pitchFamily="34" charset="0"/>
              </a:rPr>
              <a:t>b</a:t>
            </a:r>
            <a:r>
              <a:rPr lang="en-GB" sz="2200" dirty="0">
                <a:solidFill>
                  <a:schemeClr val="tx1"/>
                </a:solidFill>
              </a:rPr>
              <a:t> = -0.76, indicating a large effect. This suggests that participants taking part in Strength training exercise were happier than those completing the Aerobics class.</a:t>
            </a:r>
          </a:p>
          <a:p>
            <a:pPr marL="0" indent="0">
              <a:buNone/>
            </a:pPr>
            <a:endParaRPr lang="en-GB" sz="2200" dirty="0">
              <a:solidFill>
                <a:schemeClr val="tx1"/>
              </a:solidFill>
            </a:endParaRPr>
          </a:p>
          <a:p>
            <a:pPr marL="0" indent="0">
              <a:buNone/>
            </a:pPr>
            <a:r>
              <a:rPr lang="en-GB" sz="2400" i="1" dirty="0">
                <a:solidFill>
                  <a:srgbClr val="0070C0"/>
                </a:solidFill>
              </a:rPr>
              <a:t>(an example…)</a:t>
            </a:r>
          </a:p>
        </p:txBody>
      </p:sp>
      <p:sp>
        <p:nvSpPr>
          <p:cNvPr id="2" name="Title 2">
            <a:extLst>
              <a:ext uri="{FF2B5EF4-FFF2-40B4-BE49-F238E27FC236}">
                <a16:creationId xmlns:a16="http://schemas.microsoft.com/office/drawing/2014/main" id="{32033CF0-0253-343C-5B73-FE144959636A}"/>
              </a:ext>
            </a:extLst>
          </p:cNvPr>
          <p:cNvSpPr>
            <a:spLocks noGrp="1"/>
          </p:cNvSpPr>
          <p:nvPr>
            <p:ph type="title"/>
          </p:nvPr>
        </p:nvSpPr>
        <p:spPr>
          <a:xfrm>
            <a:off x="-100853" y="207448"/>
            <a:ext cx="9345706" cy="754796"/>
          </a:xfrm>
        </p:spPr>
        <p:txBody>
          <a:bodyPr>
            <a:noAutofit/>
          </a:bodyPr>
          <a:lstStyle/>
          <a:p>
            <a:pPr algn="ctr"/>
            <a:r>
              <a:rPr lang="en-GB" sz="3800" dirty="0">
                <a:solidFill>
                  <a:srgbClr val="0070C0"/>
                </a:solidFill>
              </a:rPr>
              <a:t>Example</a:t>
            </a:r>
            <a:r>
              <a:rPr lang="en-GB" sz="3800" dirty="0">
                <a:solidFill>
                  <a:schemeClr val="tx1"/>
                </a:solidFill>
              </a:rPr>
              <a:t> write up: </a:t>
            </a:r>
            <a:r>
              <a:rPr lang="en-GB" sz="3800" b="1" dirty="0">
                <a:solidFill>
                  <a:srgbClr val="D29956"/>
                </a:solidFill>
              </a:rPr>
              <a:t>Mann-Whitney U test</a:t>
            </a:r>
          </a:p>
        </p:txBody>
      </p:sp>
    </p:spTree>
    <p:custDataLst>
      <p:tags r:id="rId1"/>
    </p:custDataLst>
    <p:extLst>
      <p:ext uri="{BB962C8B-B14F-4D97-AF65-F5344CB8AC3E}">
        <p14:creationId xmlns:p14="http://schemas.microsoft.com/office/powerpoint/2010/main" val="20683431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3A7A9-A5A0-7E00-B184-6ACEEBEB913B}"/>
            </a:ext>
          </a:extLst>
        </p:cNvPr>
        <p:cNvGrpSpPr/>
        <p:nvPr/>
      </p:nvGrpSpPr>
      <p:grpSpPr>
        <a:xfrm>
          <a:off x="0" y="0"/>
          <a:ext cx="0" cy="0"/>
          <a:chOff x="0" y="0"/>
          <a:chExt cx="0" cy="0"/>
        </a:xfrm>
      </p:grpSpPr>
      <p:pic>
        <p:nvPicPr>
          <p:cNvPr id="3" name="Picture 6" descr="See the source image">
            <a:extLst>
              <a:ext uri="{FF2B5EF4-FFF2-40B4-BE49-F238E27FC236}">
                <a16:creationId xmlns:a16="http://schemas.microsoft.com/office/drawing/2014/main" id="{5753A93D-8949-CD3D-BE8E-EAA035F21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2">
            <a:extLst>
              <a:ext uri="{FF2B5EF4-FFF2-40B4-BE49-F238E27FC236}">
                <a16:creationId xmlns:a16="http://schemas.microsoft.com/office/drawing/2014/main" id="{A2174399-8FEA-5A03-718F-0B159AEF51D9}"/>
              </a:ext>
            </a:extLst>
          </p:cNvPr>
          <p:cNvSpPr txBox="1">
            <a:spLocks/>
          </p:cNvSpPr>
          <p:nvPr/>
        </p:nvSpPr>
        <p:spPr>
          <a:xfrm>
            <a:off x="5661212" y="682430"/>
            <a:ext cx="3378616" cy="4950108"/>
          </a:xfrm>
          <a:prstGeom prst="rect">
            <a:avLst/>
          </a:prstGeom>
          <a:solidFill>
            <a:schemeClr val="bg1"/>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en-GB" sz="2800" b="1" dirty="0"/>
              <a:t>ONLINE CONTENT</a:t>
            </a:r>
            <a:endParaRPr lang="en-GB" sz="2800" b="1" dirty="0">
              <a:solidFill>
                <a:srgbClr val="FF0000"/>
              </a:solidFill>
            </a:endParaRPr>
          </a:p>
          <a:p>
            <a:pPr marL="514350" indent="-514350">
              <a:buAutoNum type="arabicParenR"/>
            </a:pPr>
            <a:r>
              <a:rPr lang="en-GB" sz="2800" dirty="0"/>
              <a:t>Complete the Activity Worksheet</a:t>
            </a:r>
          </a:p>
          <a:p>
            <a:pPr marL="0" indent="0">
              <a:buNone/>
            </a:pPr>
            <a:r>
              <a:rPr lang="en-GB" sz="1800" dirty="0"/>
              <a:t>It assesses your understanding of experimental design (different types of t-tests) and how to interpret different results.</a:t>
            </a:r>
          </a:p>
        </p:txBody>
      </p:sp>
      <p:pic>
        <p:nvPicPr>
          <p:cNvPr id="6" name="Picture 5">
            <a:extLst>
              <a:ext uri="{FF2B5EF4-FFF2-40B4-BE49-F238E27FC236}">
                <a16:creationId xmlns:a16="http://schemas.microsoft.com/office/drawing/2014/main" id="{3299056D-BFB7-AF0F-0740-6858875C88AC}"/>
              </a:ext>
            </a:extLst>
          </p:cNvPr>
          <p:cNvPicPr>
            <a:picLocks noChangeAspect="1"/>
          </p:cNvPicPr>
          <p:nvPr/>
        </p:nvPicPr>
        <p:blipFill>
          <a:blip r:embed="rId4"/>
          <a:stretch>
            <a:fillRect/>
          </a:stretch>
        </p:blipFill>
        <p:spPr>
          <a:xfrm>
            <a:off x="5700106" y="4024751"/>
            <a:ext cx="3375042" cy="2290207"/>
          </a:xfrm>
          <a:prstGeom prst="rect">
            <a:avLst/>
          </a:prstGeom>
        </p:spPr>
      </p:pic>
    </p:spTree>
    <p:extLst>
      <p:ext uri="{BB962C8B-B14F-4D97-AF65-F5344CB8AC3E}">
        <p14:creationId xmlns:p14="http://schemas.microsoft.com/office/powerpoint/2010/main" val="31228500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6|3.2|4.2|2.3|4.8|8.1"/>
</p:tagLst>
</file>

<file path=ppt/tags/tag2.xml><?xml version="1.0" encoding="utf-8"?>
<p:tagLst xmlns:a="http://schemas.openxmlformats.org/drawingml/2006/main" xmlns:r="http://schemas.openxmlformats.org/officeDocument/2006/relationships" xmlns:p="http://schemas.openxmlformats.org/presentationml/2006/main">
  <p:tag name="TIMING" val="|2.6|3.2|4.2|2.3|4.8|8.1"/>
</p:tagLst>
</file>

<file path=ppt/tags/tag3.xml><?xml version="1.0" encoding="utf-8"?>
<p:tagLst xmlns:a="http://schemas.openxmlformats.org/drawingml/2006/main" xmlns:r="http://schemas.openxmlformats.org/officeDocument/2006/relationships" xmlns:p="http://schemas.openxmlformats.org/presentationml/2006/main">
  <p:tag name="TIMING" val="|2.6|3.2|4.2|2.3|4.8|8.1"/>
</p:tagLst>
</file>

<file path=ppt/tags/tag4.xml><?xml version="1.0" encoding="utf-8"?>
<p:tagLst xmlns:a="http://schemas.openxmlformats.org/drawingml/2006/main" xmlns:r="http://schemas.openxmlformats.org/officeDocument/2006/relationships" xmlns:p="http://schemas.openxmlformats.org/presentationml/2006/main">
  <p:tag name="TIMING" val="|3.5|4.3|2.5|3.6|0.9|2.6"/>
</p:tagLst>
</file>

<file path=ppt/tags/tag5.xml><?xml version="1.0" encoding="utf-8"?>
<p:tagLst xmlns:a="http://schemas.openxmlformats.org/drawingml/2006/main" xmlns:r="http://schemas.openxmlformats.org/officeDocument/2006/relationships" xmlns:p="http://schemas.openxmlformats.org/presentationml/2006/main">
  <p:tag name="TIMING" val="|3.5|4.3|2.5|3.6|0.9|2.6"/>
</p:tagLst>
</file>

<file path=ppt/tags/tag6.xml><?xml version="1.0" encoding="utf-8"?>
<p:tagLst xmlns:a="http://schemas.openxmlformats.org/drawingml/2006/main" xmlns:r="http://schemas.openxmlformats.org/officeDocument/2006/relationships" xmlns:p="http://schemas.openxmlformats.org/presentationml/2006/main">
  <p:tag name="TIMING" val="|3.5|4.3|2.5|3.6|0.9|2.6"/>
</p:tagLst>
</file>

<file path=ppt/tags/tag7.xml><?xml version="1.0" encoding="utf-8"?>
<p:tagLst xmlns:a="http://schemas.openxmlformats.org/drawingml/2006/main" xmlns:r="http://schemas.openxmlformats.org/officeDocument/2006/relationships" xmlns:p="http://schemas.openxmlformats.org/presentationml/2006/main">
  <p:tag name="TIMING" val="|3.5|4.3|2.5|3.6|0.9|2.6"/>
</p:tagLst>
</file>

<file path=ppt/tags/tag8.xml><?xml version="1.0" encoding="utf-8"?>
<p:tagLst xmlns:a="http://schemas.openxmlformats.org/drawingml/2006/main" xmlns:r="http://schemas.openxmlformats.org/officeDocument/2006/relationships" xmlns:p="http://schemas.openxmlformats.org/presentationml/2006/main">
  <p:tag name="TIMING" val="|3.5|4.3|2.5|3.6|0.9|2.6"/>
</p:tagLst>
</file>

<file path=ppt/tags/tag9.xml><?xml version="1.0" encoding="utf-8"?>
<p:tagLst xmlns:a="http://schemas.openxmlformats.org/drawingml/2006/main" xmlns:r="http://schemas.openxmlformats.org/officeDocument/2006/relationships" xmlns:p="http://schemas.openxmlformats.org/presentationml/2006/main">
  <p:tag name="TIMING" val="|3.5|4.3|2.5|3.6|0.9|2.6"/>
</p:tagLst>
</file>

<file path=ppt/tags/tag10.xml><?xml version="1.0" encoding="utf-8"?>
<p:tagLst xmlns:a="http://schemas.openxmlformats.org/drawingml/2006/main" xmlns:r="http://schemas.openxmlformats.org/officeDocument/2006/relationships" xmlns:p="http://schemas.openxmlformats.org/presentationml/2006/main">
  <p:tag name="TIMING" val="|3.5|4.3|2.5|3.6|0.9|2.6"/>
</p:tagLst>
</file>

<file path=ppt/tags/tag11.xml><?xml version="1.0" encoding="utf-8"?>
<p:tagLst xmlns:a="http://schemas.openxmlformats.org/drawingml/2006/main" xmlns:r="http://schemas.openxmlformats.org/officeDocument/2006/relationships" xmlns:p="http://schemas.openxmlformats.org/presentationml/2006/main">
  <p:tag name="TIMING" val="|3.5|4.3|2.5|3.6|0.9|2.6"/>
</p:tagLst>
</file>

<file path=ppt/tags/tag12.xml><?xml version="1.0" encoding="utf-8"?>
<p:tagLst xmlns:a="http://schemas.openxmlformats.org/drawingml/2006/main" xmlns:r="http://schemas.openxmlformats.org/officeDocument/2006/relationships" xmlns:p="http://schemas.openxmlformats.org/presentationml/2006/main">
  <p:tag name="TIMING" val="|3.5|4.3|2.5|3.6|0.9|2.6"/>
</p:tagLst>
</file>

<file path=ppt/tags/tag13.xml><?xml version="1.0" encoding="utf-8"?>
<p:tagLst xmlns:a="http://schemas.openxmlformats.org/drawingml/2006/main" xmlns:r="http://schemas.openxmlformats.org/officeDocument/2006/relationships" xmlns:p="http://schemas.openxmlformats.org/presentationml/2006/main">
  <p:tag name="TIMING" val="|3.5|4.3|2.5|3.6|0.9|2.6"/>
</p:tagLst>
</file>

<file path=ppt/tags/tag14.xml><?xml version="1.0" encoding="utf-8"?>
<p:tagLst xmlns:a="http://schemas.openxmlformats.org/drawingml/2006/main" xmlns:r="http://schemas.openxmlformats.org/officeDocument/2006/relationships" xmlns:p="http://schemas.openxmlformats.org/presentationml/2006/main">
  <p:tag name="TIMING" val="|3.5|4.3|2.5|3.6|0.9|2.6"/>
</p:tagLst>
</file>

<file path=ppt/tags/tag15.xml><?xml version="1.0" encoding="utf-8"?>
<p:tagLst xmlns:a="http://schemas.openxmlformats.org/drawingml/2006/main" xmlns:r="http://schemas.openxmlformats.org/officeDocument/2006/relationships" xmlns:p="http://schemas.openxmlformats.org/presentationml/2006/main">
  <p:tag name="TIMING" val="|3.5|4.3|2.5|3.6|0.9|2.6"/>
</p:tagLst>
</file>

<file path=ppt/tags/tag16.xml><?xml version="1.0" encoding="utf-8"?>
<p:tagLst xmlns:a="http://schemas.openxmlformats.org/drawingml/2006/main" xmlns:r="http://schemas.openxmlformats.org/officeDocument/2006/relationships" xmlns:p="http://schemas.openxmlformats.org/presentationml/2006/main">
  <p:tag name="TIMING" val="|3.5|4.3|2.5|3.6|0.9|2.6"/>
</p:tagLst>
</file>

<file path=ppt/tags/tag17.xml><?xml version="1.0" encoding="utf-8"?>
<p:tagLst xmlns:a="http://schemas.openxmlformats.org/drawingml/2006/main" xmlns:r="http://schemas.openxmlformats.org/officeDocument/2006/relationships" xmlns:p="http://schemas.openxmlformats.org/presentationml/2006/main">
  <p:tag name="TIMING" val="|3.5|4.3|2.5|3.6|0.9|2.6"/>
</p:tagLst>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11161</TotalTime>
  <Words>4001</Words>
  <Application>Microsoft Office PowerPoint</Application>
  <PresentationFormat>On-screen Show (4:3)</PresentationFormat>
  <Paragraphs>343</Paragraphs>
  <Slides>37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Gill Sans MT</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Write up Checklist</vt:lpstr>
      <vt:lpstr>Write up Checklist</vt:lpstr>
      <vt:lpstr>Write up t-tests (aka the LINE)</vt:lpstr>
      <vt:lpstr>Write up t-tests (aka the LINE)</vt:lpstr>
      <vt:lpstr>PowerPoint Presentation</vt:lpstr>
      <vt:lpstr>PowerPoint Presentation</vt:lpstr>
      <vt:lpstr>Read the output table</vt:lpstr>
      <vt:lpstr>Example write up: One-Samples t-test</vt:lpstr>
      <vt:lpstr>Example write up: One-Samples t-test</vt:lpstr>
      <vt:lpstr>Read the output table</vt:lpstr>
      <vt:lpstr>Example write up: Wilcoxon-signed rank test</vt:lpstr>
      <vt:lpstr>Example write up: Wilcoxon-signed rank test</vt:lpstr>
      <vt:lpstr>PowerPoint Presentation</vt:lpstr>
      <vt:lpstr>PowerPoint Presentation</vt:lpstr>
      <vt:lpstr>Read the output table</vt:lpstr>
      <vt:lpstr>Example write up: Paired-samples t-test</vt:lpstr>
      <vt:lpstr>Read the output table</vt:lpstr>
      <vt:lpstr>Example write up: Wilcoxon-signed rank test</vt:lpstr>
      <vt:lpstr>PowerPoint Presentation</vt:lpstr>
      <vt:lpstr>PowerPoint Presentation</vt:lpstr>
      <vt:lpstr>Read the output table</vt:lpstr>
      <vt:lpstr>Example write up: Independent-samples t-test</vt:lpstr>
      <vt:lpstr>Example write up: Welch-corrected Independent t-test</vt:lpstr>
      <vt:lpstr>Read the output table</vt:lpstr>
      <vt:lpstr>Example write up: Mann-Whitney U test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DEWE, HAYLEY L.</dc:creator>
  <cp:lastModifiedBy>DEWE, HAYLEY L.</cp:lastModifiedBy>
  <cp:revision>1</cp:revision>
  <dcterms:created xsi:type="dcterms:W3CDTF">2023-09-30T21:10:58Z</dcterms:created>
  <dcterms:modified xsi:type="dcterms:W3CDTF">2026-02-18T14:37:16Z</dcterms:modified>
</cp:coreProperties>
</file>