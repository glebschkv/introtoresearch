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2.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3.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4.xml" ContentType="application/vnd.openxmlformats-officedocument.presentationml.tags+xml"/>
  <Override PartName="/ppt/notesSlides/notesSlide31.xml" ContentType="application/vnd.openxmlformats-officedocument.presentationml.notesSlide+xml"/>
  <Override PartName="/ppt/tags/tag15.xml" ContentType="application/vnd.openxmlformats-officedocument.presentationml.tags+xml"/>
  <Override PartName="/ppt/notesSlides/notesSlide32.xml" ContentType="application/vnd.openxmlformats-officedocument.presentationml.notesSlide+xml"/>
  <Override PartName="/ppt/tags/tag16.xml" ContentType="application/vnd.openxmlformats-officedocument.presentationml.tags+xml"/>
  <Override PartName="/ppt/notesSlides/notesSlide33.xml" ContentType="application/vnd.openxmlformats-officedocument.presentationml.notesSlide+xml"/>
  <Override PartName="/ppt/tags/tag17.xml" ContentType="application/vnd.openxmlformats-officedocument.presentationml.tags+xml"/>
  <Override PartName="/ppt/notesSlides/notesSlide34.xml" ContentType="application/vnd.openxmlformats-officedocument.presentationml.notesSlide+xml"/>
  <Override PartName="/ppt/tags/tag18.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9.xml" ContentType="application/vnd.openxmlformats-officedocument.presentationml.tags+xml"/>
  <Override PartName="/ppt/notesSlides/notesSlide37.xml" ContentType="application/vnd.openxmlformats-officedocument.presentationml.notesSlide+xml"/>
  <Override PartName="/ppt/tags/tag20.xml" ContentType="application/vnd.openxmlformats-officedocument.presentationml.tags+xml"/>
  <Override PartName="/ppt/notesSlides/notesSlide38.xml" ContentType="application/vnd.openxmlformats-officedocument.presentationml.notesSlide+xml"/>
  <Override PartName="/ppt/tags/tag21.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46"/>
  </p:notesMasterIdLst>
  <p:sldIdLst>
    <p:sldId id="256" r:id="rId2"/>
    <p:sldId id="335" r:id="rId3"/>
    <p:sldId id="887" r:id="rId4"/>
    <p:sldId id="288" r:id="rId5"/>
    <p:sldId id="1474" r:id="rId6"/>
    <p:sldId id="813" r:id="rId7"/>
    <p:sldId id="1475" r:id="rId8"/>
    <p:sldId id="1072" r:id="rId9"/>
    <p:sldId id="1476" r:id="rId10"/>
    <p:sldId id="1477" r:id="rId11"/>
    <p:sldId id="1478" r:id="rId12"/>
    <p:sldId id="1479" r:id="rId13"/>
    <p:sldId id="1480" r:id="rId14"/>
    <p:sldId id="1481" r:id="rId15"/>
    <p:sldId id="1448" r:id="rId16"/>
    <p:sldId id="1342" r:id="rId17"/>
    <p:sldId id="1473" r:id="rId18"/>
    <p:sldId id="1073" r:id="rId19"/>
    <p:sldId id="1484" r:id="rId20"/>
    <p:sldId id="1486" r:id="rId21"/>
    <p:sldId id="1492" r:id="rId22"/>
    <p:sldId id="1488" r:id="rId23"/>
    <p:sldId id="1489" r:id="rId24"/>
    <p:sldId id="1490" r:id="rId25"/>
    <p:sldId id="1491" r:id="rId26"/>
    <p:sldId id="1507" r:id="rId27"/>
    <p:sldId id="1482" r:id="rId28"/>
    <p:sldId id="1483" r:id="rId29"/>
    <p:sldId id="1463" r:id="rId30"/>
    <p:sldId id="679" r:id="rId31"/>
    <p:sldId id="1493" r:id="rId32"/>
    <p:sldId id="1495" r:id="rId33"/>
    <p:sldId id="1498" r:id="rId34"/>
    <p:sldId id="1499" r:id="rId35"/>
    <p:sldId id="1496" r:id="rId36"/>
    <p:sldId id="1471" r:id="rId37"/>
    <p:sldId id="1497" r:id="rId38"/>
    <p:sldId id="1500" r:id="rId39"/>
    <p:sldId id="1504" r:id="rId40"/>
    <p:sldId id="1503" r:id="rId41"/>
    <p:sldId id="1502" r:id="rId42"/>
    <p:sldId id="1506" r:id="rId43"/>
    <p:sldId id="1485" r:id="rId44"/>
    <p:sldId id="1472"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9956"/>
    <a:srgbClr val="F03E06"/>
    <a:srgbClr val="FFB3B3"/>
    <a:srgbClr val="3E8853"/>
    <a:srgbClr val="FFFFFF"/>
    <a:srgbClr val="A3CEED"/>
    <a:srgbClr val="EEE6EE"/>
    <a:srgbClr val="FFFFB9"/>
    <a:srgbClr val="1477B4"/>
    <a:srgbClr val="FF53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57B2D5-6E23-45BC-8E42-19338BFAF9D0}" v="2" dt="2026-02-04T12:43:51.8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18" autoAdjust="0"/>
    <p:restoredTop sz="83715" autoAdjust="0"/>
  </p:normalViewPr>
  <p:slideViewPr>
    <p:cSldViewPr snapToGrid="0">
      <p:cViewPr varScale="1">
        <p:scale>
          <a:sx n="65" d="100"/>
          <a:sy n="65" d="100"/>
        </p:scale>
        <p:origin x="1829" y="58"/>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WE, HAYLEY L." userId="5cada80b-0f7b-49a5-96b2-656b100ca6c6" providerId="ADAL" clId="{632DF7FE-9916-4FAF-8457-3521400FFCEA}"/>
    <pc:docChg chg="undo redo custSel addSld delSld modSld sldOrd">
      <pc:chgData name="DEWE, HAYLEY L." userId="5cada80b-0f7b-49a5-96b2-656b100ca6c6" providerId="ADAL" clId="{632DF7FE-9916-4FAF-8457-3521400FFCEA}" dt="2026-02-05T10:21:21.548" v="165755" actId="478"/>
      <pc:docMkLst>
        <pc:docMk/>
      </pc:docMkLst>
      <pc:sldChg chg="delSp modSp mod">
        <pc:chgData name="DEWE, HAYLEY L." userId="5cada80b-0f7b-49a5-96b2-656b100ca6c6" providerId="ADAL" clId="{632DF7FE-9916-4FAF-8457-3521400FFCEA}" dt="2026-02-04T12:39:42.077" v="165722" actId="478"/>
        <pc:sldMkLst>
          <pc:docMk/>
          <pc:sldMk cId="621895312" sldId="256"/>
        </pc:sldMkLst>
        <pc:spChg chg="del">
          <ac:chgData name="DEWE, HAYLEY L." userId="5cada80b-0f7b-49a5-96b2-656b100ca6c6" providerId="ADAL" clId="{632DF7FE-9916-4FAF-8457-3521400FFCEA}" dt="2026-02-04T12:39:42.077" v="165722" actId="478"/>
          <ac:spMkLst>
            <pc:docMk/>
            <pc:sldMk cId="621895312" sldId="256"/>
            <ac:spMk id="2" creationId="{64542607-0AE5-82BA-68ED-B915945C201B}"/>
          </ac:spMkLst>
        </pc:spChg>
        <pc:spChg chg="mod">
          <ac:chgData name="DEWE, HAYLEY L." userId="5cada80b-0f7b-49a5-96b2-656b100ca6c6" providerId="ADAL" clId="{632DF7FE-9916-4FAF-8457-3521400FFCEA}" dt="2026-02-03T15:12:57.842" v="137451" actId="20577"/>
          <ac:spMkLst>
            <pc:docMk/>
            <pc:sldMk cId="621895312" sldId="256"/>
            <ac:spMk id="4" creationId="{2011C802-73B3-2DD2-A025-1492767780BF}"/>
          </ac:spMkLst>
        </pc:spChg>
      </pc:sldChg>
      <pc:sldChg chg="modSp mod">
        <pc:chgData name="DEWE, HAYLEY L." userId="5cada80b-0f7b-49a5-96b2-656b100ca6c6" providerId="ADAL" clId="{632DF7FE-9916-4FAF-8457-3521400FFCEA}" dt="2026-02-03T15:24:22.564" v="138053" actId="20577"/>
        <pc:sldMkLst>
          <pc:docMk/>
          <pc:sldMk cId="1073770607" sldId="288"/>
        </pc:sldMkLst>
        <pc:spChg chg="mod">
          <ac:chgData name="DEWE, HAYLEY L." userId="5cada80b-0f7b-49a5-96b2-656b100ca6c6" providerId="ADAL" clId="{632DF7FE-9916-4FAF-8457-3521400FFCEA}" dt="2026-02-03T15:24:22.564" v="138053" actId="20577"/>
          <ac:spMkLst>
            <pc:docMk/>
            <pc:sldMk cId="1073770607" sldId="288"/>
            <ac:spMk id="4" creationId="{2011C802-73B3-2DD2-A025-1492767780BF}"/>
          </ac:spMkLst>
        </pc:spChg>
      </pc:sldChg>
      <pc:sldChg chg="modSp mod modAnim">
        <pc:chgData name="DEWE, HAYLEY L." userId="5cada80b-0f7b-49a5-96b2-656b100ca6c6" providerId="ADAL" clId="{632DF7FE-9916-4FAF-8457-3521400FFCEA}" dt="2026-02-03T20:13:11.336" v="146890" actId="20577"/>
        <pc:sldMkLst>
          <pc:docMk/>
          <pc:sldMk cId="338365097" sldId="335"/>
        </pc:sldMkLst>
        <pc:spChg chg="mod">
          <ac:chgData name="DEWE, HAYLEY L." userId="5cada80b-0f7b-49a5-96b2-656b100ca6c6" providerId="ADAL" clId="{632DF7FE-9916-4FAF-8457-3521400FFCEA}" dt="2026-02-03T20:13:11.336" v="146890" actId="20577"/>
          <ac:spMkLst>
            <pc:docMk/>
            <pc:sldMk cId="338365097" sldId="335"/>
            <ac:spMk id="6" creationId="{20A6FCE1-807F-78AF-7A22-954415E2EDD2}"/>
          </ac:spMkLst>
        </pc:spChg>
      </pc:sldChg>
      <pc:sldChg chg="modSp del mod modAnim">
        <pc:chgData name="DEWE, HAYLEY L." userId="5cada80b-0f7b-49a5-96b2-656b100ca6c6" providerId="ADAL" clId="{632DF7FE-9916-4FAF-8457-3521400FFCEA}" dt="2026-02-04T12:39:44.594" v="165723" actId="47"/>
        <pc:sldMkLst>
          <pc:docMk/>
          <pc:sldMk cId="2993719332" sldId="397"/>
        </pc:sldMkLst>
      </pc:sldChg>
      <pc:sldChg chg="addSp delSp modSp add mod addAnim delAnim modAnim modNotesTx">
        <pc:chgData name="DEWE, HAYLEY L." userId="5cada80b-0f7b-49a5-96b2-656b100ca6c6" providerId="ADAL" clId="{632DF7FE-9916-4FAF-8457-3521400FFCEA}" dt="2026-02-04T12:42:26.745" v="165742" actId="20577"/>
        <pc:sldMkLst>
          <pc:docMk/>
          <pc:sldMk cId="3400893078" sldId="679"/>
        </pc:sldMkLst>
        <pc:spChg chg="add mod">
          <ac:chgData name="DEWE, HAYLEY L." userId="5cada80b-0f7b-49a5-96b2-656b100ca6c6" providerId="ADAL" clId="{632DF7FE-9916-4FAF-8457-3521400FFCEA}" dt="2026-02-03T23:46:34.405" v="155980" actId="1076"/>
          <ac:spMkLst>
            <pc:docMk/>
            <pc:sldMk cId="3400893078" sldId="679"/>
            <ac:spMk id="4" creationId="{130E5074-9129-C9A5-9DD7-118C9D2AB287}"/>
          </ac:spMkLst>
        </pc:spChg>
        <pc:graphicFrameChg chg="mod modGraphic">
          <ac:chgData name="DEWE, HAYLEY L." userId="5cada80b-0f7b-49a5-96b2-656b100ca6c6" providerId="ADAL" clId="{632DF7FE-9916-4FAF-8457-3521400FFCEA}" dt="2026-02-04T00:23:30.036" v="158339" actId="207"/>
          <ac:graphicFrameMkLst>
            <pc:docMk/>
            <pc:sldMk cId="3400893078" sldId="679"/>
            <ac:graphicFrameMk id="3" creationId="{2FF296E1-4E0F-C631-954E-94B432D28242}"/>
          </ac:graphicFrameMkLst>
        </pc:graphicFrameChg>
      </pc:sldChg>
      <pc:sldChg chg="modSp mod modAnim modNotesTx">
        <pc:chgData name="DEWE, HAYLEY L." userId="5cada80b-0f7b-49a5-96b2-656b100ca6c6" providerId="ADAL" clId="{632DF7FE-9916-4FAF-8457-3521400FFCEA}" dt="2026-02-03T15:36:52.736" v="139594" actId="1076"/>
        <pc:sldMkLst>
          <pc:docMk/>
          <pc:sldMk cId="2352799976" sldId="813"/>
        </pc:sldMkLst>
        <pc:spChg chg="mod">
          <ac:chgData name="DEWE, HAYLEY L." userId="5cada80b-0f7b-49a5-96b2-656b100ca6c6" providerId="ADAL" clId="{632DF7FE-9916-4FAF-8457-3521400FFCEA}" dt="2026-02-03T15:36:52.736" v="139594" actId="1076"/>
          <ac:spMkLst>
            <pc:docMk/>
            <pc:sldMk cId="2352799976" sldId="813"/>
            <ac:spMk id="3" creationId="{A830B295-10E5-CA34-76DD-A5D6FCD543DA}"/>
          </ac:spMkLst>
        </pc:spChg>
        <pc:spChg chg="mod">
          <ac:chgData name="DEWE, HAYLEY L." userId="5cada80b-0f7b-49a5-96b2-656b100ca6c6" providerId="ADAL" clId="{632DF7FE-9916-4FAF-8457-3521400FFCEA}" dt="2026-02-03T15:33:13.185" v="139116" actId="20577"/>
          <ac:spMkLst>
            <pc:docMk/>
            <pc:sldMk cId="2352799976" sldId="813"/>
            <ac:spMk id="9" creationId="{8B4D0ED3-855F-1DAB-78EF-436A633D73CD}"/>
          </ac:spMkLst>
        </pc:spChg>
      </pc:sldChg>
      <pc:sldChg chg="modSp mod modNotesTx">
        <pc:chgData name="DEWE, HAYLEY L." userId="5cada80b-0f7b-49a5-96b2-656b100ca6c6" providerId="ADAL" clId="{632DF7FE-9916-4FAF-8457-3521400FFCEA}" dt="2026-02-04T12:37:18.486" v="165714" actId="13926"/>
        <pc:sldMkLst>
          <pc:docMk/>
          <pc:sldMk cId="711076235" sldId="887"/>
        </pc:sldMkLst>
        <pc:spChg chg="mod">
          <ac:chgData name="DEWE, HAYLEY L." userId="5cada80b-0f7b-49a5-96b2-656b100ca6c6" providerId="ADAL" clId="{632DF7FE-9916-4FAF-8457-3521400FFCEA}" dt="2026-02-04T12:37:18.486" v="165714" actId="13926"/>
          <ac:spMkLst>
            <pc:docMk/>
            <pc:sldMk cId="711076235" sldId="887"/>
            <ac:spMk id="9" creationId="{8B8676F2-4335-7184-8F2C-C2727F9C78E9}"/>
          </ac:spMkLst>
        </pc:spChg>
      </pc:sldChg>
      <pc:sldChg chg="addSp delSp modSp add del mod modAnim modNotesTx">
        <pc:chgData name="DEWE, HAYLEY L." userId="5cada80b-0f7b-49a5-96b2-656b100ca6c6" providerId="ADAL" clId="{632DF7FE-9916-4FAF-8457-3521400FFCEA}" dt="2026-02-04T02:13:20.421" v="165341" actId="47"/>
        <pc:sldMkLst>
          <pc:docMk/>
          <pc:sldMk cId="1646050800" sldId="1041"/>
        </pc:sldMkLst>
      </pc:sldChg>
      <pc:sldChg chg="addSp delSp modSp add mod ord modAnim modNotesTx">
        <pc:chgData name="DEWE, HAYLEY L." userId="5cada80b-0f7b-49a5-96b2-656b100ca6c6" providerId="ADAL" clId="{632DF7FE-9916-4FAF-8457-3521400FFCEA}" dt="2026-02-04T12:40:16.441" v="165726" actId="20577"/>
        <pc:sldMkLst>
          <pc:docMk/>
          <pc:sldMk cId="550630545" sldId="1072"/>
        </pc:sldMkLst>
        <pc:spChg chg="mod">
          <ac:chgData name="DEWE, HAYLEY L." userId="5cada80b-0f7b-49a5-96b2-656b100ca6c6" providerId="ADAL" clId="{632DF7FE-9916-4FAF-8457-3521400FFCEA}" dt="2026-02-03T15:44:12.736" v="140171" actId="20577"/>
          <ac:spMkLst>
            <pc:docMk/>
            <pc:sldMk cId="550630545" sldId="1072"/>
            <ac:spMk id="3" creationId="{B7EFADDA-12B7-4E03-2FC0-7BF4C6EFABC3}"/>
          </ac:spMkLst>
        </pc:spChg>
        <pc:spChg chg="add mod">
          <ac:chgData name="DEWE, HAYLEY L." userId="5cada80b-0f7b-49a5-96b2-656b100ca6c6" providerId="ADAL" clId="{632DF7FE-9916-4FAF-8457-3521400FFCEA}" dt="2026-02-03T15:31:10.480" v="138552"/>
          <ac:spMkLst>
            <pc:docMk/>
            <pc:sldMk cId="550630545" sldId="1072"/>
            <ac:spMk id="5" creationId="{4B456AD7-6C44-99F5-82B7-DBA149045929}"/>
          </ac:spMkLst>
        </pc:spChg>
      </pc:sldChg>
      <pc:sldChg chg="modSp add mod">
        <pc:chgData name="DEWE, HAYLEY L." userId="5cada80b-0f7b-49a5-96b2-656b100ca6c6" providerId="ADAL" clId="{632DF7FE-9916-4FAF-8457-3521400FFCEA}" dt="2026-02-03T23:30:56.713" v="154676" actId="313"/>
        <pc:sldMkLst>
          <pc:docMk/>
          <pc:sldMk cId="3880182856" sldId="1073"/>
        </pc:sldMkLst>
        <pc:spChg chg="mod">
          <ac:chgData name="DEWE, HAYLEY L." userId="5cada80b-0f7b-49a5-96b2-656b100ca6c6" providerId="ADAL" clId="{632DF7FE-9916-4FAF-8457-3521400FFCEA}" dt="2026-02-03T23:30:56.713" v="154676" actId="313"/>
          <ac:spMkLst>
            <pc:docMk/>
            <pc:sldMk cId="3880182856" sldId="1073"/>
            <ac:spMk id="4" creationId="{9571509C-F1DC-E342-C32D-1CFE7AD9E736}"/>
          </ac:spMkLst>
        </pc:spChg>
      </pc:sldChg>
      <pc:sldChg chg="addSp delSp modSp add del mod addAnim delAnim modAnim modNotesTx">
        <pc:chgData name="DEWE, HAYLEY L." userId="5cada80b-0f7b-49a5-96b2-656b100ca6c6" providerId="ADAL" clId="{632DF7FE-9916-4FAF-8457-3521400FFCEA}" dt="2026-02-04T01:58:23.083" v="164514" actId="47"/>
        <pc:sldMkLst>
          <pc:docMk/>
          <pc:sldMk cId="726045564" sldId="1168"/>
        </pc:sldMkLst>
        <pc:spChg chg="add mod">
          <ac:chgData name="DEWE, HAYLEY L." userId="5cada80b-0f7b-49a5-96b2-656b100ca6c6" providerId="ADAL" clId="{632DF7FE-9916-4FAF-8457-3521400FFCEA}" dt="2026-02-04T01:55:39.229" v="164439" actId="1076"/>
          <ac:spMkLst>
            <pc:docMk/>
            <pc:sldMk cId="726045564" sldId="1168"/>
            <ac:spMk id="3" creationId="{4E05965B-A3A9-B68A-EA80-22F84AE33A52}"/>
          </ac:spMkLst>
        </pc:spChg>
        <pc:spChg chg="add del mod">
          <ac:chgData name="DEWE, HAYLEY L." userId="5cada80b-0f7b-49a5-96b2-656b100ca6c6" providerId="ADAL" clId="{632DF7FE-9916-4FAF-8457-3521400FFCEA}" dt="2026-02-04T01:36:01.095" v="164281" actId="478"/>
          <ac:spMkLst>
            <pc:docMk/>
            <pc:sldMk cId="726045564" sldId="1168"/>
            <ac:spMk id="11" creationId="{BFA5529A-B5FC-5701-B513-7EC98683871D}"/>
          </ac:spMkLst>
        </pc:spChg>
        <pc:spChg chg="del mod">
          <ac:chgData name="DEWE, HAYLEY L." userId="5cada80b-0f7b-49a5-96b2-656b100ca6c6" providerId="ADAL" clId="{632DF7FE-9916-4FAF-8457-3521400FFCEA}" dt="2026-02-04T01:35:59.289" v="164279" actId="478"/>
          <ac:spMkLst>
            <pc:docMk/>
            <pc:sldMk cId="726045564" sldId="1168"/>
            <ac:spMk id="12" creationId="{7CE81135-A8F7-690E-A6A8-59401760B0EE}"/>
          </ac:spMkLst>
        </pc:spChg>
        <pc:spChg chg="del mod">
          <ac:chgData name="DEWE, HAYLEY L." userId="5cada80b-0f7b-49a5-96b2-656b100ca6c6" providerId="ADAL" clId="{632DF7FE-9916-4FAF-8457-3521400FFCEA}" dt="2026-02-04T01:36:00.339" v="164280" actId="478"/>
          <ac:spMkLst>
            <pc:docMk/>
            <pc:sldMk cId="726045564" sldId="1168"/>
            <ac:spMk id="13" creationId="{A65B72DC-4747-51EC-7B18-189AAA2B9540}"/>
          </ac:spMkLst>
        </pc:spChg>
        <pc:picChg chg="add del mod">
          <ac:chgData name="DEWE, HAYLEY L." userId="5cada80b-0f7b-49a5-96b2-656b100ca6c6" providerId="ADAL" clId="{632DF7FE-9916-4FAF-8457-3521400FFCEA}" dt="2026-02-04T01:55:51.940" v="164443" actId="21"/>
          <ac:picMkLst>
            <pc:docMk/>
            <pc:sldMk cId="726045564" sldId="1168"/>
            <ac:picMk id="6" creationId="{7D421B3A-E7C4-10C2-F870-465255B49EF8}"/>
          </ac:picMkLst>
        </pc:picChg>
      </pc:sldChg>
      <pc:sldChg chg="addSp delSp modSp add mod ord modAnim modNotesTx">
        <pc:chgData name="DEWE, HAYLEY L." userId="5cada80b-0f7b-49a5-96b2-656b100ca6c6" providerId="ADAL" clId="{632DF7FE-9916-4FAF-8457-3521400FFCEA}" dt="2026-02-03T19:59:03.331" v="145894" actId="20577"/>
        <pc:sldMkLst>
          <pc:docMk/>
          <pc:sldMk cId="401728352" sldId="1342"/>
        </pc:sldMkLst>
        <pc:spChg chg="add mod">
          <ac:chgData name="DEWE, HAYLEY L." userId="5cada80b-0f7b-49a5-96b2-656b100ca6c6" providerId="ADAL" clId="{632DF7FE-9916-4FAF-8457-3521400FFCEA}" dt="2026-02-03T19:53:57.735" v="145301" actId="20577"/>
          <ac:spMkLst>
            <pc:docMk/>
            <pc:sldMk cId="401728352" sldId="1342"/>
            <ac:spMk id="2" creationId="{F4C49047-A2FC-6D1A-6921-8C7244631CD1}"/>
          </ac:spMkLst>
        </pc:spChg>
        <pc:spChg chg="add mod">
          <ac:chgData name="DEWE, HAYLEY L." userId="5cada80b-0f7b-49a5-96b2-656b100ca6c6" providerId="ADAL" clId="{632DF7FE-9916-4FAF-8457-3521400FFCEA}" dt="2026-02-03T19:59:03.331" v="145894" actId="20577"/>
          <ac:spMkLst>
            <pc:docMk/>
            <pc:sldMk cId="401728352" sldId="1342"/>
            <ac:spMk id="4" creationId="{D8CA6DC4-46B9-357C-9A30-839478098A32}"/>
          </ac:spMkLst>
        </pc:spChg>
        <pc:spChg chg="mod">
          <ac:chgData name="DEWE, HAYLEY L." userId="5cada80b-0f7b-49a5-96b2-656b100ca6c6" providerId="ADAL" clId="{632DF7FE-9916-4FAF-8457-3521400FFCEA}" dt="2026-01-21T21:44:36.752" v="117789" actId="2711"/>
          <ac:spMkLst>
            <pc:docMk/>
            <pc:sldMk cId="401728352" sldId="1342"/>
            <ac:spMk id="7" creationId="{75891488-1394-404E-F52D-5FF475B0E833}"/>
          </ac:spMkLst>
        </pc:spChg>
        <pc:spChg chg="add mod">
          <ac:chgData name="DEWE, HAYLEY L." userId="5cada80b-0f7b-49a5-96b2-656b100ca6c6" providerId="ADAL" clId="{632DF7FE-9916-4FAF-8457-3521400FFCEA}" dt="2026-02-03T19:58:22.341" v="145753" actId="1076"/>
          <ac:spMkLst>
            <pc:docMk/>
            <pc:sldMk cId="401728352" sldId="1342"/>
            <ac:spMk id="10" creationId="{1C959CF9-8153-615F-8650-95718640E68C}"/>
          </ac:spMkLst>
        </pc:spChg>
        <pc:picChg chg="add mod">
          <ac:chgData name="DEWE, HAYLEY L." userId="5cada80b-0f7b-49a5-96b2-656b100ca6c6" providerId="ADAL" clId="{632DF7FE-9916-4FAF-8457-3521400FFCEA}" dt="2026-02-03T19:58:22.341" v="145753" actId="1076"/>
          <ac:picMkLst>
            <pc:docMk/>
            <pc:sldMk cId="401728352" sldId="1342"/>
            <ac:picMk id="9" creationId="{C87F6C0B-954E-2921-397E-32403C753FC9}"/>
          </ac:picMkLst>
        </pc:picChg>
      </pc:sldChg>
      <pc:sldChg chg="delSp modSp add mod ord delAnim modAnim">
        <pc:chgData name="DEWE, HAYLEY L." userId="5cada80b-0f7b-49a5-96b2-656b100ca6c6" providerId="ADAL" clId="{632DF7FE-9916-4FAF-8457-3521400FFCEA}" dt="2026-02-04T01:17:27.142" v="163511" actId="20577"/>
        <pc:sldMkLst>
          <pc:docMk/>
          <pc:sldMk cId="2781444654" sldId="1448"/>
        </pc:sldMkLst>
        <pc:spChg chg="mod">
          <ac:chgData name="DEWE, HAYLEY L." userId="5cada80b-0f7b-49a5-96b2-656b100ca6c6" providerId="ADAL" clId="{632DF7FE-9916-4FAF-8457-3521400FFCEA}" dt="2026-02-04T01:17:27.142" v="163511" actId="20577"/>
          <ac:spMkLst>
            <pc:docMk/>
            <pc:sldMk cId="2781444654" sldId="1448"/>
            <ac:spMk id="3" creationId="{00000000-0000-0000-0000-000000000000}"/>
          </ac:spMkLst>
        </pc:spChg>
        <pc:spChg chg="mod">
          <ac:chgData name="DEWE, HAYLEY L." userId="5cada80b-0f7b-49a5-96b2-656b100ca6c6" providerId="ADAL" clId="{632DF7FE-9916-4FAF-8457-3521400FFCEA}" dt="2026-01-21T16:30:29.630" v="110840" actId="255"/>
          <ac:spMkLst>
            <pc:docMk/>
            <pc:sldMk cId="2781444654" sldId="1448"/>
            <ac:spMk id="6" creationId="{2C03D6E9-CCB3-2AB4-3FBE-A60167640B92}"/>
          </ac:spMkLst>
        </pc:spChg>
      </pc:sldChg>
      <pc:sldChg chg="addSp delSp modSp add mod delAnim modAnim">
        <pc:chgData name="DEWE, HAYLEY L." userId="5cada80b-0f7b-49a5-96b2-656b100ca6c6" providerId="ADAL" clId="{632DF7FE-9916-4FAF-8457-3521400FFCEA}" dt="2026-02-04T01:06:50.337" v="162361" actId="20577"/>
        <pc:sldMkLst>
          <pc:docMk/>
          <pc:sldMk cId="3458783064" sldId="1463"/>
        </pc:sldMkLst>
        <pc:spChg chg="mod">
          <ac:chgData name="DEWE, HAYLEY L." userId="5cada80b-0f7b-49a5-96b2-656b100ca6c6" providerId="ADAL" clId="{632DF7FE-9916-4FAF-8457-3521400FFCEA}" dt="2026-02-04T01:06:50.337" v="162361" actId="20577"/>
          <ac:spMkLst>
            <pc:docMk/>
            <pc:sldMk cId="3458783064" sldId="1463"/>
            <ac:spMk id="3" creationId="{198ECA30-D927-1CC5-4302-5DBF805DFA1C}"/>
          </ac:spMkLst>
        </pc:spChg>
        <pc:spChg chg="mod">
          <ac:chgData name="DEWE, HAYLEY L." userId="5cada80b-0f7b-49a5-96b2-656b100ca6c6" providerId="ADAL" clId="{632DF7FE-9916-4FAF-8457-3521400FFCEA}" dt="2026-02-03T23:36:56.329" v="154744" actId="13926"/>
          <ac:spMkLst>
            <pc:docMk/>
            <pc:sldMk cId="3458783064" sldId="1463"/>
            <ac:spMk id="9" creationId="{F6BCDF54-50DD-728C-9DE3-E13BC1D8179D}"/>
          </ac:spMkLst>
        </pc:spChg>
      </pc:sldChg>
      <pc:sldChg chg="addSp delSp modSp add del mod addAnim delAnim modAnim modNotesTx">
        <pc:chgData name="DEWE, HAYLEY L." userId="5cada80b-0f7b-49a5-96b2-656b100ca6c6" providerId="ADAL" clId="{632DF7FE-9916-4FAF-8457-3521400FFCEA}" dt="2026-02-04T00:18:14.785" v="158233" actId="47"/>
        <pc:sldMkLst>
          <pc:docMk/>
          <pc:sldMk cId="4166861619" sldId="1465"/>
        </pc:sldMkLst>
      </pc:sldChg>
      <pc:sldChg chg="addSp delSp modSp add del mod ord modAnim modNotesTx">
        <pc:chgData name="DEWE, HAYLEY L." userId="5cada80b-0f7b-49a5-96b2-656b100ca6c6" providerId="ADAL" clId="{632DF7FE-9916-4FAF-8457-3521400FFCEA}" dt="2026-02-04T00:46:24.042" v="160376" actId="47"/>
        <pc:sldMkLst>
          <pc:docMk/>
          <pc:sldMk cId="2731388366" sldId="1466"/>
        </pc:sldMkLst>
      </pc:sldChg>
      <pc:sldChg chg="addSp delSp modSp add del mod ord addAnim delAnim modAnim modNotesTx">
        <pc:chgData name="DEWE, HAYLEY L." userId="5cada80b-0f7b-49a5-96b2-656b100ca6c6" providerId="ADAL" clId="{632DF7FE-9916-4FAF-8457-3521400FFCEA}" dt="2026-02-04T00:46:26.084" v="160377" actId="47"/>
        <pc:sldMkLst>
          <pc:docMk/>
          <pc:sldMk cId="3295820121" sldId="1468"/>
        </pc:sldMkLst>
      </pc:sldChg>
      <pc:sldChg chg="addSp delSp modSp add del mod ord addAnim delAnim modAnim modNotesTx">
        <pc:chgData name="DEWE, HAYLEY L." userId="5cada80b-0f7b-49a5-96b2-656b100ca6c6" providerId="ADAL" clId="{632DF7FE-9916-4FAF-8457-3521400FFCEA}" dt="2026-02-04T00:46:10.195" v="160375" actId="47"/>
        <pc:sldMkLst>
          <pc:docMk/>
          <pc:sldMk cId="1707670261" sldId="1469"/>
        </pc:sldMkLst>
      </pc:sldChg>
      <pc:sldChg chg="addSp delSp modSp add del mod ord addAnim delAnim modAnim modNotesTx">
        <pc:chgData name="DEWE, HAYLEY L." userId="5cada80b-0f7b-49a5-96b2-656b100ca6c6" providerId="ADAL" clId="{632DF7FE-9916-4FAF-8457-3521400FFCEA}" dt="2026-02-04T00:45:22.521" v="160367" actId="47"/>
        <pc:sldMkLst>
          <pc:docMk/>
          <pc:sldMk cId="2433178063" sldId="1470"/>
        </pc:sldMkLst>
        <pc:picChg chg="add mod">
          <ac:chgData name="DEWE, HAYLEY L." userId="5cada80b-0f7b-49a5-96b2-656b100ca6c6" providerId="ADAL" clId="{632DF7FE-9916-4FAF-8457-3521400FFCEA}" dt="2026-02-04T00:32:35.114" v="158546" actId="1076"/>
          <ac:picMkLst>
            <pc:docMk/>
            <pc:sldMk cId="2433178063" sldId="1470"/>
            <ac:picMk id="18" creationId="{D1B72847-7A88-95E8-C3B3-B65D1D2BB245}"/>
          </ac:picMkLst>
        </pc:picChg>
      </pc:sldChg>
      <pc:sldChg chg="addSp delSp modSp add mod ord addAnim delAnim modAnim modNotesTx">
        <pc:chgData name="DEWE, HAYLEY L." userId="5cada80b-0f7b-49a5-96b2-656b100ca6c6" providerId="ADAL" clId="{632DF7FE-9916-4FAF-8457-3521400FFCEA}" dt="2026-02-04T01:35:51.079" v="164278" actId="478"/>
        <pc:sldMkLst>
          <pc:docMk/>
          <pc:sldMk cId="1777518728" sldId="1471"/>
        </pc:sldMkLst>
        <pc:spChg chg="del mod">
          <ac:chgData name="DEWE, HAYLEY L." userId="5cada80b-0f7b-49a5-96b2-656b100ca6c6" providerId="ADAL" clId="{632DF7FE-9916-4FAF-8457-3521400FFCEA}" dt="2026-02-04T00:32:20.912" v="158544" actId="478"/>
          <ac:spMkLst>
            <pc:docMk/>
            <pc:sldMk cId="1777518728" sldId="1471"/>
            <ac:spMk id="3" creationId="{0D63298F-9860-2C07-1BC8-2D646B60332A}"/>
          </ac:spMkLst>
        </pc:spChg>
        <pc:spChg chg="add del mod">
          <ac:chgData name="DEWE, HAYLEY L." userId="5cada80b-0f7b-49a5-96b2-656b100ca6c6" providerId="ADAL" clId="{632DF7FE-9916-4FAF-8457-3521400FFCEA}" dt="2026-02-04T01:35:51.079" v="164278" actId="478"/>
          <ac:spMkLst>
            <pc:docMk/>
            <pc:sldMk cId="1777518728" sldId="1471"/>
            <ac:spMk id="4" creationId="{0D150939-810A-9A56-C6D5-D4FEE9E0C959}"/>
          </ac:spMkLst>
        </pc:spChg>
        <pc:spChg chg="mod">
          <ac:chgData name="DEWE, HAYLEY L." userId="5cada80b-0f7b-49a5-96b2-656b100ca6c6" providerId="ADAL" clId="{632DF7FE-9916-4FAF-8457-3521400FFCEA}" dt="2026-02-04T00:32:11.967" v="158541" actId="6549"/>
          <ac:spMkLst>
            <pc:docMk/>
            <pc:sldMk cId="1777518728" sldId="1471"/>
            <ac:spMk id="5" creationId="{C8AE04CE-3374-EAE0-9591-D48251BF075E}"/>
          </ac:spMkLst>
        </pc:spChg>
        <pc:spChg chg="del">
          <ac:chgData name="DEWE, HAYLEY L." userId="5cada80b-0f7b-49a5-96b2-656b100ca6c6" providerId="ADAL" clId="{632DF7FE-9916-4FAF-8457-3521400FFCEA}" dt="2026-02-04T00:25:07.296" v="158377" actId="478"/>
          <ac:spMkLst>
            <pc:docMk/>
            <pc:sldMk cId="1777518728" sldId="1471"/>
            <ac:spMk id="6" creationId="{16647F34-AC3D-5308-0C44-DAEDDE79C77C}"/>
          </ac:spMkLst>
        </pc:spChg>
        <pc:spChg chg="add del mod">
          <ac:chgData name="DEWE, HAYLEY L." userId="5cada80b-0f7b-49a5-96b2-656b100ca6c6" providerId="ADAL" clId="{632DF7FE-9916-4FAF-8457-3521400FFCEA}" dt="2026-02-04T01:35:43.795" v="164273" actId="478"/>
          <ac:spMkLst>
            <pc:docMk/>
            <pc:sldMk cId="1777518728" sldId="1471"/>
            <ac:spMk id="7" creationId="{5C277444-6838-C5F1-18C2-6638F6BECB26}"/>
          </ac:spMkLst>
        </pc:spChg>
        <pc:spChg chg="del">
          <ac:chgData name="DEWE, HAYLEY L." userId="5cada80b-0f7b-49a5-96b2-656b100ca6c6" providerId="ADAL" clId="{632DF7FE-9916-4FAF-8457-3521400FFCEA}" dt="2026-02-04T00:24:25.672" v="158346" actId="478"/>
          <ac:spMkLst>
            <pc:docMk/>
            <pc:sldMk cId="1777518728" sldId="1471"/>
            <ac:spMk id="12" creationId="{73A4C8AD-7DFF-6AAB-9F7E-515608B173EE}"/>
          </ac:spMkLst>
        </pc:spChg>
        <pc:spChg chg="del">
          <ac:chgData name="DEWE, HAYLEY L." userId="5cada80b-0f7b-49a5-96b2-656b100ca6c6" providerId="ADAL" clId="{632DF7FE-9916-4FAF-8457-3521400FFCEA}" dt="2026-02-04T00:26:21.538" v="158405" actId="478"/>
          <ac:spMkLst>
            <pc:docMk/>
            <pc:sldMk cId="1777518728" sldId="1471"/>
            <ac:spMk id="13" creationId="{F92C9FC5-740A-A7C3-1810-8020D753F54C}"/>
          </ac:spMkLst>
        </pc:spChg>
        <pc:spChg chg="add del mod">
          <ac:chgData name="DEWE, HAYLEY L." userId="5cada80b-0f7b-49a5-96b2-656b100ca6c6" providerId="ADAL" clId="{632DF7FE-9916-4FAF-8457-3521400FFCEA}" dt="2026-02-04T00:30:42.859" v="158503" actId="478"/>
          <ac:spMkLst>
            <pc:docMk/>
            <pc:sldMk cId="1777518728" sldId="1471"/>
            <ac:spMk id="20" creationId="{065F114D-56C3-227A-64C1-137DAF69B78A}"/>
          </ac:spMkLst>
        </pc:spChg>
        <pc:spChg chg="mod">
          <ac:chgData name="DEWE, HAYLEY L." userId="5cada80b-0f7b-49a5-96b2-656b100ca6c6" providerId="ADAL" clId="{632DF7FE-9916-4FAF-8457-3521400FFCEA}" dt="2026-02-04T00:26:52.019" v="158412" actId="207"/>
          <ac:spMkLst>
            <pc:docMk/>
            <pc:sldMk cId="1777518728" sldId="1471"/>
            <ac:spMk id="24" creationId="{71105F70-548A-B417-1EC3-4F243BEF2A16}"/>
          </ac:spMkLst>
        </pc:spChg>
        <pc:spChg chg="mod">
          <ac:chgData name="DEWE, HAYLEY L." userId="5cada80b-0f7b-49a5-96b2-656b100ca6c6" providerId="ADAL" clId="{632DF7FE-9916-4FAF-8457-3521400FFCEA}" dt="2026-02-04T00:26:52.019" v="158412" actId="207"/>
          <ac:spMkLst>
            <pc:docMk/>
            <pc:sldMk cId="1777518728" sldId="1471"/>
            <ac:spMk id="25" creationId="{0B2A4F29-08BC-923F-B536-A427AAB98E9D}"/>
          </ac:spMkLst>
        </pc:spChg>
        <pc:spChg chg="mod">
          <ac:chgData name="DEWE, HAYLEY L." userId="5cada80b-0f7b-49a5-96b2-656b100ca6c6" providerId="ADAL" clId="{632DF7FE-9916-4FAF-8457-3521400FFCEA}" dt="2026-02-04T00:26:52.019" v="158412" actId="207"/>
          <ac:spMkLst>
            <pc:docMk/>
            <pc:sldMk cId="1777518728" sldId="1471"/>
            <ac:spMk id="26" creationId="{02B7FC95-559A-7BC3-243E-3765520DC9BD}"/>
          </ac:spMkLst>
        </pc:spChg>
        <pc:spChg chg="add del mod">
          <ac:chgData name="DEWE, HAYLEY L." userId="5cada80b-0f7b-49a5-96b2-656b100ca6c6" providerId="ADAL" clId="{632DF7FE-9916-4FAF-8457-3521400FFCEA}" dt="2026-02-04T00:32:43.795" v="158547" actId="478"/>
          <ac:spMkLst>
            <pc:docMk/>
            <pc:sldMk cId="1777518728" sldId="1471"/>
            <ac:spMk id="27" creationId="{5E026CE9-FFD9-28CD-70AC-046FC2D470DC}"/>
          </ac:spMkLst>
        </pc:spChg>
        <pc:spChg chg="add del mod">
          <ac:chgData name="DEWE, HAYLEY L." userId="5cada80b-0f7b-49a5-96b2-656b100ca6c6" providerId="ADAL" clId="{632DF7FE-9916-4FAF-8457-3521400FFCEA}" dt="2026-02-04T00:35:31.918" v="158965" actId="478"/>
          <ac:spMkLst>
            <pc:docMk/>
            <pc:sldMk cId="1777518728" sldId="1471"/>
            <ac:spMk id="30" creationId="{5C2D6325-F9FD-5E4A-57D8-D868B646E488}"/>
          </ac:spMkLst>
        </pc:spChg>
        <pc:spChg chg="add del mod">
          <ac:chgData name="DEWE, HAYLEY L." userId="5cada80b-0f7b-49a5-96b2-656b100ca6c6" providerId="ADAL" clId="{632DF7FE-9916-4FAF-8457-3521400FFCEA}" dt="2026-02-04T00:33:19.579" v="158696" actId="478"/>
          <ac:spMkLst>
            <pc:docMk/>
            <pc:sldMk cId="1777518728" sldId="1471"/>
            <ac:spMk id="33" creationId="{6A5BE55C-BE82-BA47-B9FB-120870A6BEDF}"/>
          </ac:spMkLst>
        </pc:spChg>
        <pc:spChg chg="add mod">
          <ac:chgData name="DEWE, HAYLEY L." userId="5cada80b-0f7b-49a5-96b2-656b100ca6c6" providerId="ADAL" clId="{632DF7FE-9916-4FAF-8457-3521400FFCEA}" dt="2026-02-04T01:15:04.332" v="163358" actId="6549"/>
          <ac:spMkLst>
            <pc:docMk/>
            <pc:sldMk cId="1777518728" sldId="1471"/>
            <ac:spMk id="35" creationId="{2947E49E-A28C-233B-8D7D-D39BD58111DD}"/>
          </ac:spMkLst>
        </pc:spChg>
        <pc:grpChg chg="add del mod">
          <ac:chgData name="DEWE, HAYLEY L." userId="5cada80b-0f7b-49a5-96b2-656b100ca6c6" providerId="ADAL" clId="{632DF7FE-9916-4FAF-8457-3521400FFCEA}" dt="2026-02-04T00:30:25.294" v="158477" actId="478"/>
          <ac:grpSpMkLst>
            <pc:docMk/>
            <pc:sldMk cId="1777518728" sldId="1471"/>
            <ac:grpSpMk id="22" creationId="{0EE8B2DA-4120-90A1-39DC-235D56DF6CD5}"/>
          </ac:grpSpMkLst>
        </pc:grpChg>
        <pc:picChg chg="del mod">
          <ac:chgData name="DEWE, HAYLEY L." userId="5cada80b-0f7b-49a5-96b2-656b100ca6c6" providerId="ADAL" clId="{632DF7FE-9916-4FAF-8457-3521400FFCEA}" dt="2026-02-04T00:25:06.666" v="158376" actId="478"/>
          <ac:picMkLst>
            <pc:docMk/>
            <pc:sldMk cId="1777518728" sldId="1471"/>
            <ac:picMk id="2" creationId="{F44C50DD-AA6B-DA7D-0A7C-CE7C90BAAA52}"/>
          </ac:picMkLst>
        </pc:picChg>
        <pc:picChg chg="add del mod">
          <ac:chgData name="DEWE, HAYLEY L." userId="5cada80b-0f7b-49a5-96b2-656b100ca6c6" providerId="ADAL" clId="{632DF7FE-9916-4FAF-8457-3521400FFCEA}" dt="2026-02-04T00:32:08.557" v="158539" actId="478"/>
          <ac:picMkLst>
            <pc:docMk/>
            <pc:sldMk cId="1777518728" sldId="1471"/>
            <ac:picMk id="8" creationId="{20688A4E-5E3E-D4DF-543F-B0F0DFD73BD4}"/>
          </ac:picMkLst>
        </pc:picChg>
        <pc:picChg chg="add del mod">
          <ac:chgData name="DEWE, HAYLEY L." userId="5cada80b-0f7b-49a5-96b2-656b100ca6c6" providerId="ADAL" clId="{632DF7FE-9916-4FAF-8457-3521400FFCEA}" dt="2026-02-04T00:33:27.808" v="158700" actId="1076"/>
          <ac:picMkLst>
            <pc:docMk/>
            <pc:sldMk cId="1777518728" sldId="1471"/>
            <ac:picMk id="9" creationId="{9111DC1B-556E-423C-D34E-D8657C25BD4C}"/>
          </ac:picMkLst>
        </pc:picChg>
        <pc:picChg chg="del mod">
          <ac:chgData name="DEWE, HAYLEY L." userId="5cada80b-0f7b-49a5-96b2-656b100ca6c6" providerId="ADAL" clId="{632DF7FE-9916-4FAF-8457-3521400FFCEA}" dt="2026-02-04T00:24:24.789" v="158345" actId="478"/>
          <ac:picMkLst>
            <pc:docMk/>
            <pc:sldMk cId="1777518728" sldId="1471"/>
            <ac:picMk id="10" creationId="{89EA3DE7-65BF-CC54-450F-2EA303CC29C6}"/>
          </ac:picMkLst>
        </pc:picChg>
        <pc:picChg chg="add del mod">
          <ac:chgData name="DEWE, HAYLEY L." userId="5cada80b-0f7b-49a5-96b2-656b100ca6c6" providerId="ADAL" clId="{632DF7FE-9916-4FAF-8457-3521400FFCEA}" dt="2026-02-04T00:26:42.334" v="158409" actId="478"/>
          <ac:picMkLst>
            <pc:docMk/>
            <pc:sldMk cId="1777518728" sldId="1471"/>
            <ac:picMk id="21" creationId="{DDDBEB62-3DBE-D29A-B3E9-F1A51FBD92B3}"/>
          </ac:picMkLst>
        </pc:picChg>
        <pc:picChg chg="mod">
          <ac:chgData name="DEWE, HAYLEY L." userId="5cada80b-0f7b-49a5-96b2-656b100ca6c6" providerId="ADAL" clId="{632DF7FE-9916-4FAF-8457-3521400FFCEA}" dt="2026-02-04T00:26:43.062" v="158410"/>
          <ac:picMkLst>
            <pc:docMk/>
            <pc:sldMk cId="1777518728" sldId="1471"/>
            <ac:picMk id="23" creationId="{82D59F05-211A-8571-3D4C-97F8DD6DC4C2}"/>
          </ac:picMkLst>
        </pc:picChg>
        <pc:picChg chg="add del mod">
          <ac:chgData name="DEWE, HAYLEY L." userId="5cada80b-0f7b-49a5-96b2-656b100ca6c6" providerId="ADAL" clId="{632DF7FE-9916-4FAF-8457-3521400FFCEA}" dt="2026-02-04T00:33:12.978" v="158692" actId="478"/>
          <ac:picMkLst>
            <pc:docMk/>
            <pc:sldMk cId="1777518728" sldId="1471"/>
            <ac:picMk id="29" creationId="{2F25FE70-8867-F61D-9775-4A98BACEEBC8}"/>
          </ac:picMkLst>
        </pc:picChg>
        <pc:picChg chg="add del mod">
          <ac:chgData name="DEWE, HAYLEY L." userId="5cada80b-0f7b-49a5-96b2-656b100ca6c6" providerId="ADAL" clId="{632DF7FE-9916-4FAF-8457-3521400FFCEA}" dt="2026-02-04T00:32:44.350" v="158548" actId="478"/>
          <ac:picMkLst>
            <pc:docMk/>
            <pc:sldMk cId="1777518728" sldId="1471"/>
            <ac:picMk id="32" creationId="{6AEDC55C-A8D7-A19A-CB39-5B4A41FF14AB}"/>
          </ac:picMkLst>
        </pc:picChg>
        <pc:picChg chg="add del mod">
          <ac:chgData name="DEWE, HAYLEY L." userId="5cada80b-0f7b-49a5-96b2-656b100ca6c6" providerId="ADAL" clId="{632DF7FE-9916-4FAF-8457-3521400FFCEA}" dt="2026-02-04T00:35:33.651" v="158966" actId="478"/>
          <ac:picMkLst>
            <pc:docMk/>
            <pc:sldMk cId="1777518728" sldId="1471"/>
            <ac:picMk id="34" creationId="{605AF84E-0D50-1618-E603-0EF6F70CB801}"/>
          </ac:picMkLst>
        </pc:picChg>
        <pc:picChg chg="add mod">
          <ac:chgData name="DEWE, HAYLEY L." userId="5cada80b-0f7b-49a5-96b2-656b100ca6c6" providerId="ADAL" clId="{632DF7FE-9916-4FAF-8457-3521400FFCEA}" dt="2026-02-04T00:35:35.041" v="158967" actId="1076"/>
          <ac:picMkLst>
            <pc:docMk/>
            <pc:sldMk cId="1777518728" sldId="1471"/>
            <ac:picMk id="37" creationId="{92551976-C616-5CBA-5444-FCA6419D00AF}"/>
          </ac:picMkLst>
        </pc:picChg>
        <pc:cxnChg chg="add del mod">
          <ac:chgData name="DEWE, HAYLEY L." userId="5cada80b-0f7b-49a5-96b2-656b100ca6c6" providerId="ADAL" clId="{632DF7FE-9916-4FAF-8457-3521400FFCEA}" dt="2026-02-04T01:35:38.714" v="164270" actId="478"/>
          <ac:cxnSpMkLst>
            <pc:docMk/>
            <pc:sldMk cId="1777518728" sldId="1471"/>
            <ac:cxnSpMk id="11" creationId="{C149D564-FF04-1CC3-FC7B-A868519DB070}"/>
          </ac:cxnSpMkLst>
        </pc:cxnChg>
        <pc:cxnChg chg="add mod">
          <ac:chgData name="DEWE, HAYLEY L." userId="5cada80b-0f7b-49a5-96b2-656b100ca6c6" providerId="ADAL" clId="{632DF7FE-9916-4FAF-8457-3521400FFCEA}" dt="2026-02-04T01:35:50.575" v="164277" actId="14100"/>
          <ac:cxnSpMkLst>
            <pc:docMk/>
            <pc:sldMk cId="1777518728" sldId="1471"/>
            <ac:cxnSpMk id="38" creationId="{682BD399-1C1B-F212-00D6-9423265C3CDB}"/>
          </ac:cxnSpMkLst>
        </pc:cxnChg>
      </pc:sldChg>
      <pc:sldChg chg="addSp delSp modSp add mod modAnim">
        <pc:chgData name="DEWE, HAYLEY L." userId="5cada80b-0f7b-49a5-96b2-656b100ca6c6" providerId="ADAL" clId="{632DF7FE-9916-4FAF-8457-3521400FFCEA}" dt="2026-02-04T02:13:12.668" v="165338" actId="14100"/>
        <pc:sldMkLst>
          <pc:docMk/>
          <pc:sldMk cId="3122850025" sldId="1472"/>
        </pc:sldMkLst>
        <pc:spChg chg="add mod">
          <ac:chgData name="DEWE, HAYLEY L." userId="5cada80b-0f7b-49a5-96b2-656b100ca6c6" providerId="ADAL" clId="{632DF7FE-9916-4FAF-8457-3521400FFCEA}" dt="2026-02-04T02:13:12.668" v="165338" actId="14100"/>
          <ac:spMkLst>
            <pc:docMk/>
            <pc:sldMk cId="3122850025" sldId="1472"/>
            <ac:spMk id="2" creationId="{A2174399-8FEA-5A03-718F-0B159AEF51D9}"/>
          </ac:spMkLst>
        </pc:spChg>
        <pc:spChg chg="del mod">
          <ac:chgData name="DEWE, HAYLEY L." userId="5cada80b-0f7b-49a5-96b2-656b100ca6c6" providerId="ADAL" clId="{632DF7FE-9916-4FAF-8457-3521400FFCEA}" dt="2026-02-04T02:12:39.593" v="165287" actId="478"/>
          <ac:spMkLst>
            <pc:docMk/>
            <pc:sldMk cId="3122850025" sldId="1472"/>
            <ac:spMk id="4" creationId="{7BBD35F5-F609-DAA1-12DD-643BB4DC9960}"/>
          </ac:spMkLst>
        </pc:spChg>
        <pc:spChg chg="add del mod">
          <ac:chgData name="DEWE, HAYLEY L." userId="5cada80b-0f7b-49a5-96b2-656b100ca6c6" providerId="ADAL" clId="{632DF7FE-9916-4FAF-8457-3521400FFCEA}" dt="2026-02-04T02:12:42.064" v="165288" actId="478"/>
          <ac:spMkLst>
            <pc:docMk/>
            <pc:sldMk cId="3122850025" sldId="1472"/>
            <ac:spMk id="6" creationId="{DC69AE72-E25F-94F4-9E72-4A0F1CA22B2D}"/>
          </ac:spMkLst>
        </pc:spChg>
      </pc:sldChg>
      <pc:sldChg chg="modSp add mod modAnim modNotesTx">
        <pc:chgData name="DEWE, HAYLEY L." userId="5cada80b-0f7b-49a5-96b2-656b100ca6c6" providerId="ADAL" clId="{632DF7FE-9916-4FAF-8457-3521400FFCEA}" dt="2026-02-03T20:08:57.764" v="146791" actId="6549"/>
        <pc:sldMkLst>
          <pc:docMk/>
          <pc:sldMk cId="100733952" sldId="1473"/>
        </pc:sldMkLst>
        <pc:spChg chg="mod">
          <ac:chgData name="DEWE, HAYLEY L." userId="5cada80b-0f7b-49a5-96b2-656b100ca6c6" providerId="ADAL" clId="{632DF7FE-9916-4FAF-8457-3521400FFCEA}" dt="2026-02-03T20:08:57.764" v="146791" actId="6549"/>
          <ac:spMkLst>
            <pc:docMk/>
            <pc:sldMk cId="100733952" sldId="1473"/>
            <ac:spMk id="3" creationId="{1B70F044-906A-8982-0AAE-5C4ADF066DC0}"/>
          </ac:spMkLst>
        </pc:spChg>
        <pc:spChg chg="mod">
          <ac:chgData name="DEWE, HAYLEY L." userId="5cada80b-0f7b-49a5-96b2-656b100ca6c6" providerId="ADAL" clId="{632DF7FE-9916-4FAF-8457-3521400FFCEA}" dt="2026-02-03T20:07:45.443" v="146711" actId="1076"/>
          <ac:spMkLst>
            <pc:docMk/>
            <pc:sldMk cId="100733952" sldId="1473"/>
            <ac:spMk id="4" creationId="{DE56AE93-80EB-B638-EF25-9EF700411298}"/>
          </ac:spMkLst>
        </pc:spChg>
        <pc:spChg chg="mod">
          <ac:chgData name="DEWE, HAYLEY L." userId="5cada80b-0f7b-49a5-96b2-656b100ca6c6" providerId="ADAL" clId="{632DF7FE-9916-4FAF-8457-3521400FFCEA}" dt="2026-02-03T20:00:04.470" v="145904" actId="20577"/>
          <ac:spMkLst>
            <pc:docMk/>
            <pc:sldMk cId="100733952" sldId="1473"/>
            <ac:spMk id="9" creationId="{7DA685D5-F3CE-C2CA-5680-5831D421A293}"/>
          </ac:spMkLst>
        </pc:spChg>
      </pc:sldChg>
      <pc:sldChg chg="addSp delSp modSp new mod ord">
        <pc:chgData name="DEWE, HAYLEY L." userId="5cada80b-0f7b-49a5-96b2-656b100ca6c6" providerId="ADAL" clId="{632DF7FE-9916-4FAF-8457-3521400FFCEA}" dt="2026-02-03T15:26:49.017" v="138077"/>
        <pc:sldMkLst>
          <pc:docMk/>
          <pc:sldMk cId="2314785078" sldId="1474"/>
        </pc:sldMkLst>
        <pc:spChg chg="add mod">
          <ac:chgData name="DEWE, HAYLEY L." userId="5cada80b-0f7b-49a5-96b2-656b100ca6c6" providerId="ADAL" clId="{632DF7FE-9916-4FAF-8457-3521400FFCEA}" dt="2026-02-03T15:26:46.228" v="138075" actId="1076"/>
          <ac:spMkLst>
            <pc:docMk/>
            <pc:sldMk cId="2314785078" sldId="1474"/>
            <ac:spMk id="6" creationId="{4760DBF9-A79F-05E8-FE5D-A3F4A675BBDE}"/>
          </ac:spMkLst>
        </pc:spChg>
        <pc:picChg chg="add mod modCrop">
          <ac:chgData name="DEWE, HAYLEY L." userId="5cada80b-0f7b-49a5-96b2-656b100ca6c6" providerId="ADAL" clId="{632DF7FE-9916-4FAF-8457-3521400FFCEA}" dt="2026-02-03T15:26:41.588" v="138074" actId="1076"/>
          <ac:picMkLst>
            <pc:docMk/>
            <pc:sldMk cId="2314785078" sldId="1474"/>
            <ac:picMk id="5" creationId="{B8437522-514E-A3AC-19EC-5FAA648D4E39}"/>
          </ac:picMkLst>
        </pc:picChg>
      </pc:sldChg>
      <pc:sldChg chg="addSp delSp modSp add mod ord modAnim modNotesTx">
        <pc:chgData name="DEWE, HAYLEY L." userId="5cada80b-0f7b-49a5-96b2-656b100ca6c6" providerId="ADAL" clId="{632DF7FE-9916-4FAF-8457-3521400FFCEA}" dt="2026-02-04T12:40:12.961" v="165725" actId="478"/>
        <pc:sldMkLst>
          <pc:docMk/>
          <pc:sldMk cId="2628882331" sldId="1475"/>
        </pc:sldMkLst>
        <pc:spChg chg="mod">
          <ac:chgData name="DEWE, HAYLEY L." userId="5cada80b-0f7b-49a5-96b2-656b100ca6c6" providerId="ADAL" clId="{632DF7FE-9916-4FAF-8457-3521400FFCEA}" dt="2026-02-03T23:25:52.928" v="154215" actId="6549"/>
          <ac:spMkLst>
            <pc:docMk/>
            <pc:sldMk cId="2628882331" sldId="1475"/>
            <ac:spMk id="3" creationId="{F23B67B9-FEBC-C19F-84DE-E74F82CBE85C}"/>
          </ac:spMkLst>
        </pc:spChg>
        <pc:spChg chg="add del mod">
          <ac:chgData name="DEWE, HAYLEY L." userId="5cada80b-0f7b-49a5-96b2-656b100ca6c6" providerId="ADAL" clId="{632DF7FE-9916-4FAF-8457-3521400FFCEA}" dt="2026-02-04T12:40:12.961" v="165725" actId="478"/>
          <ac:spMkLst>
            <pc:docMk/>
            <pc:sldMk cId="2628882331" sldId="1475"/>
            <ac:spMk id="5" creationId="{C2098654-6FB0-117A-9E15-1080F4560D00}"/>
          </ac:spMkLst>
        </pc:spChg>
      </pc:sldChg>
      <pc:sldChg chg="addSp delSp modSp add mod modNotesTx">
        <pc:chgData name="DEWE, HAYLEY L." userId="5cada80b-0f7b-49a5-96b2-656b100ca6c6" providerId="ADAL" clId="{632DF7FE-9916-4FAF-8457-3521400FFCEA}" dt="2026-02-03T15:49:27.253" v="140624" actId="20577"/>
        <pc:sldMkLst>
          <pc:docMk/>
          <pc:sldMk cId="1359393597" sldId="1476"/>
        </pc:sldMkLst>
        <pc:spChg chg="mod">
          <ac:chgData name="DEWE, HAYLEY L." userId="5cada80b-0f7b-49a5-96b2-656b100ca6c6" providerId="ADAL" clId="{632DF7FE-9916-4FAF-8457-3521400FFCEA}" dt="2026-02-03T15:48:24.305" v="140516" actId="113"/>
          <ac:spMkLst>
            <pc:docMk/>
            <pc:sldMk cId="1359393597" sldId="1476"/>
            <ac:spMk id="3" creationId="{A610EBB1-D06B-4175-6FFF-47AE24D8FF3F}"/>
          </ac:spMkLst>
        </pc:spChg>
        <pc:spChg chg="mod">
          <ac:chgData name="DEWE, HAYLEY L." userId="5cada80b-0f7b-49a5-96b2-656b100ca6c6" providerId="ADAL" clId="{632DF7FE-9916-4FAF-8457-3521400FFCEA}" dt="2026-02-03T15:44:48.913" v="140180" actId="20577"/>
          <ac:spMkLst>
            <pc:docMk/>
            <pc:sldMk cId="1359393597" sldId="1476"/>
            <ac:spMk id="5" creationId="{D057A3CB-478C-D4CE-1677-BE8ECD000D82}"/>
          </ac:spMkLst>
        </pc:spChg>
        <pc:spChg chg="add mod">
          <ac:chgData name="DEWE, HAYLEY L." userId="5cada80b-0f7b-49a5-96b2-656b100ca6c6" providerId="ADAL" clId="{632DF7FE-9916-4FAF-8457-3521400FFCEA}" dt="2026-02-03T15:49:27.253" v="140624" actId="20577"/>
          <ac:spMkLst>
            <pc:docMk/>
            <pc:sldMk cId="1359393597" sldId="1476"/>
            <ac:spMk id="8" creationId="{4C9E47E1-9CF6-9D02-A7A6-4B4F282A9D00}"/>
          </ac:spMkLst>
        </pc:spChg>
        <pc:picChg chg="add mod modCrop">
          <ac:chgData name="DEWE, HAYLEY L." userId="5cada80b-0f7b-49a5-96b2-656b100ca6c6" providerId="ADAL" clId="{632DF7FE-9916-4FAF-8457-3521400FFCEA}" dt="2026-02-03T15:46:26.123" v="140286" actId="14100"/>
          <ac:picMkLst>
            <pc:docMk/>
            <pc:sldMk cId="1359393597" sldId="1476"/>
            <ac:picMk id="6" creationId="{AA590CAB-C875-4AC7-5576-9863C511A38A}"/>
          </ac:picMkLst>
        </pc:picChg>
      </pc:sldChg>
      <pc:sldChg chg="addSp delSp modSp add mod">
        <pc:chgData name="DEWE, HAYLEY L." userId="5cada80b-0f7b-49a5-96b2-656b100ca6c6" providerId="ADAL" clId="{632DF7FE-9916-4FAF-8457-3521400FFCEA}" dt="2026-02-03T22:47:52.281" v="152466" actId="1076"/>
        <pc:sldMkLst>
          <pc:docMk/>
          <pc:sldMk cId="706718541" sldId="1477"/>
        </pc:sldMkLst>
        <pc:spChg chg="mod">
          <ac:chgData name="DEWE, HAYLEY L." userId="5cada80b-0f7b-49a5-96b2-656b100ca6c6" providerId="ADAL" clId="{632DF7FE-9916-4FAF-8457-3521400FFCEA}" dt="2026-02-03T18:24:56.447" v="142983" actId="113"/>
          <ac:spMkLst>
            <pc:docMk/>
            <pc:sldMk cId="706718541" sldId="1477"/>
            <ac:spMk id="3" creationId="{06C51A6B-17DD-F05D-9377-4CB3D837C256}"/>
          </ac:spMkLst>
        </pc:spChg>
        <pc:spChg chg="add mod">
          <ac:chgData name="DEWE, HAYLEY L." userId="5cada80b-0f7b-49a5-96b2-656b100ca6c6" providerId="ADAL" clId="{632DF7FE-9916-4FAF-8457-3521400FFCEA}" dt="2026-02-03T18:00:38.800" v="141058" actId="1076"/>
          <ac:spMkLst>
            <pc:docMk/>
            <pc:sldMk cId="706718541" sldId="1477"/>
            <ac:spMk id="9" creationId="{56F2C3F9-ABDE-85C4-619A-4302094B42E5}"/>
          </ac:spMkLst>
        </pc:spChg>
        <pc:spChg chg="add mod">
          <ac:chgData name="DEWE, HAYLEY L." userId="5cada80b-0f7b-49a5-96b2-656b100ca6c6" providerId="ADAL" clId="{632DF7FE-9916-4FAF-8457-3521400FFCEA}" dt="2026-02-03T18:06:12.770" v="141782" actId="6549"/>
          <ac:spMkLst>
            <pc:docMk/>
            <pc:sldMk cId="706718541" sldId="1477"/>
            <ac:spMk id="11" creationId="{35B657E2-9B58-0016-539F-EA59443C136A}"/>
          </ac:spMkLst>
        </pc:spChg>
        <pc:picChg chg="add mod modCrop">
          <ac:chgData name="DEWE, HAYLEY L." userId="5cada80b-0f7b-49a5-96b2-656b100ca6c6" providerId="ADAL" clId="{632DF7FE-9916-4FAF-8457-3521400FFCEA}" dt="2026-02-03T22:47:52.281" v="152466" actId="1076"/>
          <ac:picMkLst>
            <pc:docMk/>
            <pc:sldMk cId="706718541" sldId="1477"/>
            <ac:picMk id="4" creationId="{23AA3553-2375-CFB3-3A25-CB1E33D82BD1}"/>
          </ac:picMkLst>
        </pc:picChg>
      </pc:sldChg>
      <pc:sldChg chg="addSp delSp modSp add mod ord">
        <pc:chgData name="DEWE, HAYLEY L." userId="5cada80b-0f7b-49a5-96b2-656b100ca6c6" providerId="ADAL" clId="{632DF7FE-9916-4FAF-8457-3521400FFCEA}" dt="2026-02-03T18:25:15.826" v="142986" actId="113"/>
        <pc:sldMkLst>
          <pc:docMk/>
          <pc:sldMk cId="4261451805" sldId="1478"/>
        </pc:sldMkLst>
        <pc:spChg chg="mod">
          <ac:chgData name="DEWE, HAYLEY L." userId="5cada80b-0f7b-49a5-96b2-656b100ca6c6" providerId="ADAL" clId="{632DF7FE-9916-4FAF-8457-3521400FFCEA}" dt="2026-02-03T18:25:15.826" v="142986" actId="113"/>
          <ac:spMkLst>
            <pc:docMk/>
            <pc:sldMk cId="4261451805" sldId="1478"/>
            <ac:spMk id="3" creationId="{F4A79743-8391-6958-D1C2-847C7E053455}"/>
          </ac:spMkLst>
        </pc:spChg>
        <pc:spChg chg="add mod">
          <ac:chgData name="DEWE, HAYLEY L." userId="5cada80b-0f7b-49a5-96b2-656b100ca6c6" providerId="ADAL" clId="{632DF7FE-9916-4FAF-8457-3521400FFCEA}" dt="2026-02-03T18:09:35.579" v="142331" actId="20577"/>
          <ac:spMkLst>
            <pc:docMk/>
            <pc:sldMk cId="4261451805" sldId="1478"/>
            <ac:spMk id="7" creationId="{BC8D5870-60B1-45CD-2141-8D96D42BA08A}"/>
          </ac:spMkLst>
        </pc:spChg>
        <pc:spChg chg="mod">
          <ac:chgData name="DEWE, HAYLEY L." userId="5cada80b-0f7b-49a5-96b2-656b100ca6c6" providerId="ADAL" clId="{632DF7FE-9916-4FAF-8457-3521400FFCEA}" dt="2026-02-03T18:09:39.785" v="142333" actId="1076"/>
          <ac:spMkLst>
            <pc:docMk/>
            <pc:sldMk cId="4261451805" sldId="1478"/>
            <ac:spMk id="11" creationId="{C03D90F0-6BFA-23E4-A588-0612B8F92948}"/>
          </ac:spMkLst>
        </pc:spChg>
        <pc:picChg chg="add mod ord modCrop">
          <ac:chgData name="DEWE, HAYLEY L." userId="5cada80b-0f7b-49a5-96b2-656b100ca6c6" providerId="ADAL" clId="{632DF7FE-9916-4FAF-8457-3521400FFCEA}" dt="2026-02-03T18:08:05.246" v="142214" actId="1076"/>
          <ac:picMkLst>
            <pc:docMk/>
            <pc:sldMk cId="4261451805" sldId="1478"/>
            <ac:picMk id="6" creationId="{ED826090-ACD8-15B0-2077-4FC0BD074F8A}"/>
          </ac:picMkLst>
        </pc:picChg>
      </pc:sldChg>
      <pc:sldChg chg="addSp delSp modSp add mod modAnim">
        <pc:chgData name="DEWE, HAYLEY L." userId="5cada80b-0f7b-49a5-96b2-656b100ca6c6" providerId="ADAL" clId="{632DF7FE-9916-4FAF-8457-3521400FFCEA}" dt="2026-02-03T22:58:11.366" v="153154" actId="20577"/>
        <pc:sldMkLst>
          <pc:docMk/>
          <pc:sldMk cId="3089959632" sldId="1479"/>
        </pc:sldMkLst>
        <pc:spChg chg="mod">
          <ac:chgData name="DEWE, HAYLEY L." userId="5cada80b-0f7b-49a5-96b2-656b100ca6c6" providerId="ADAL" clId="{632DF7FE-9916-4FAF-8457-3521400FFCEA}" dt="2026-02-03T22:54:23.156" v="153076" actId="20577"/>
          <ac:spMkLst>
            <pc:docMk/>
            <pc:sldMk cId="3089959632" sldId="1479"/>
            <ac:spMk id="3" creationId="{996326F1-BF8B-F9BF-D568-A470E458263A}"/>
          </ac:spMkLst>
        </pc:spChg>
        <pc:spChg chg="add del">
          <ac:chgData name="DEWE, HAYLEY L." userId="5cada80b-0f7b-49a5-96b2-656b100ca6c6" providerId="ADAL" clId="{632DF7FE-9916-4FAF-8457-3521400FFCEA}" dt="2026-02-03T22:53:43.086" v="152962" actId="478"/>
          <ac:spMkLst>
            <pc:docMk/>
            <pc:sldMk cId="3089959632" sldId="1479"/>
            <ac:spMk id="5" creationId="{155CF592-C499-4A8D-209C-D2A2AF586B54}"/>
          </ac:spMkLst>
        </pc:spChg>
        <pc:spChg chg="add mod">
          <ac:chgData name="DEWE, HAYLEY L." userId="5cada80b-0f7b-49a5-96b2-656b100ca6c6" providerId="ADAL" clId="{632DF7FE-9916-4FAF-8457-3521400FFCEA}" dt="2026-02-03T22:52:02.075" v="152796" actId="1076"/>
          <ac:spMkLst>
            <pc:docMk/>
            <pc:sldMk cId="3089959632" sldId="1479"/>
            <ac:spMk id="8" creationId="{AC190B79-BED5-A68F-F9A2-2CA2B2BBC7A3}"/>
          </ac:spMkLst>
        </pc:spChg>
        <pc:spChg chg="add mod">
          <ac:chgData name="DEWE, HAYLEY L." userId="5cada80b-0f7b-49a5-96b2-656b100ca6c6" providerId="ADAL" clId="{632DF7FE-9916-4FAF-8457-3521400FFCEA}" dt="2026-02-03T22:58:11.366" v="153154" actId="20577"/>
          <ac:spMkLst>
            <pc:docMk/>
            <pc:sldMk cId="3089959632" sldId="1479"/>
            <ac:spMk id="10" creationId="{FBA79F63-2C47-B44C-CA9D-1AC2B9141AB1}"/>
          </ac:spMkLst>
        </pc:spChg>
      </pc:sldChg>
      <pc:sldChg chg="addSp delSp modSp add mod ord">
        <pc:chgData name="DEWE, HAYLEY L." userId="5cada80b-0f7b-49a5-96b2-656b100ca6c6" providerId="ADAL" clId="{632DF7FE-9916-4FAF-8457-3521400FFCEA}" dt="2026-02-04T12:40:45.450" v="165730" actId="20577"/>
        <pc:sldMkLst>
          <pc:docMk/>
          <pc:sldMk cId="862432598" sldId="1480"/>
        </pc:sldMkLst>
        <pc:spChg chg="mod">
          <ac:chgData name="DEWE, HAYLEY L." userId="5cada80b-0f7b-49a5-96b2-656b100ca6c6" providerId="ADAL" clId="{632DF7FE-9916-4FAF-8457-3521400FFCEA}" dt="2026-02-03T18:16:23.164" v="142967" actId="20577"/>
          <ac:spMkLst>
            <pc:docMk/>
            <pc:sldMk cId="862432598" sldId="1480"/>
            <ac:spMk id="3" creationId="{BBA012F6-FCB4-41EF-3576-05679615D7A3}"/>
          </ac:spMkLst>
        </pc:spChg>
        <pc:spChg chg="mod">
          <ac:chgData name="DEWE, HAYLEY L." userId="5cada80b-0f7b-49a5-96b2-656b100ca6c6" providerId="ADAL" clId="{632DF7FE-9916-4FAF-8457-3521400FFCEA}" dt="2026-02-04T12:40:45.450" v="165730" actId="20577"/>
          <ac:spMkLst>
            <pc:docMk/>
            <pc:sldMk cId="862432598" sldId="1480"/>
            <ac:spMk id="5" creationId="{967C5431-95EA-7DA1-12B2-DC24E332B729}"/>
          </ac:spMkLst>
        </pc:spChg>
        <pc:picChg chg="add del mod">
          <ac:chgData name="DEWE, HAYLEY L." userId="5cada80b-0f7b-49a5-96b2-656b100ca6c6" providerId="ADAL" clId="{632DF7FE-9916-4FAF-8457-3521400FFCEA}" dt="2026-02-03T18:41:17.612" v="143224" actId="1076"/>
          <ac:picMkLst>
            <pc:docMk/>
            <pc:sldMk cId="862432598" sldId="1480"/>
            <ac:picMk id="6" creationId="{4104DAA6-3417-ACA9-B49D-C9D36A9A99FC}"/>
          </ac:picMkLst>
        </pc:picChg>
        <pc:picChg chg="add mod">
          <ac:chgData name="DEWE, HAYLEY L." userId="5cada80b-0f7b-49a5-96b2-656b100ca6c6" providerId="ADAL" clId="{632DF7FE-9916-4FAF-8457-3521400FFCEA}" dt="2026-02-03T18:41:16.470" v="143223" actId="1076"/>
          <ac:picMkLst>
            <pc:docMk/>
            <pc:sldMk cId="862432598" sldId="1480"/>
            <ac:picMk id="15" creationId="{74E5C82D-D55D-260D-0966-13D9B53DBC73}"/>
          </ac:picMkLst>
        </pc:picChg>
      </pc:sldChg>
      <pc:sldChg chg="addSp delSp modSp add mod">
        <pc:chgData name="DEWE, HAYLEY L." userId="5cada80b-0f7b-49a5-96b2-656b100ca6c6" providerId="ADAL" clId="{632DF7FE-9916-4FAF-8457-3521400FFCEA}" dt="2026-02-04T12:44:06.698" v="165753" actId="1076"/>
        <pc:sldMkLst>
          <pc:docMk/>
          <pc:sldMk cId="3062212887" sldId="1481"/>
        </pc:sldMkLst>
        <pc:spChg chg="mod">
          <ac:chgData name="DEWE, HAYLEY L." userId="5cada80b-0f7b-49a5-96b2-656b100ca6c6" providerId="ADAL" clId="{632DF7FE-9916-4FAF-8457-3521400FFCEA}" dt="2026-02-04T12:41:28.922" v="165735" actId="14100"/>
          <ac:spMkLst>
            <pc:docMk/>
            <pc:sldMk cId="3062212887" sldId="1481"/>
            <ac:spMk id="3" creationId="{E2644836-0E9A-81ED-12CB-6E06C0149804}"/>
          </ac:spMkLst>
        </pc:spChg>
        <pc:spChg chg="mod">
          <ac:chgData name="DEWE, HAYLEY L." userId="5cada80b-0f7b-49a5-96b2-656b100ca6c6" providerId="ADAL" clId="{632DF7FE-9916-4FAF-8457-3521400FFCEA}" dt="2026-02-04T12:41:31.887" v="165737" actId="113"/>
          <ac:spMkLst>
            <pc:docMk/>
            <pc:sldMk cId="3062212887" sldId="1481"/>
            <ac:spMk id="5" creationId="{C0B0E8F5-C82A-021D-7034-E001DA1437DF}"/>
          </ac:spMkLst>
        </pc:spChg>
        <pc:picChg chg="add mod">
          <ac:chgData name="DEWE, HAYLEY L." userId="5cada80b-0f7b-49a5-96b2-656b100ca6c6" providerId="ADAL" clId="{632DF7FE-9916-4FAF-8457-3521400FFCEA}" dt="2026-02-04T12:41:37.349" v="165738"/>
          <ac:picMkLst>
            <pc:docMk/>
            <pc:sldMk cId="3062212887" sldId="1481"/>
            <ac:picMk id="2" creationId="{9E84C8EA-EF9B-41B9-4D2F-1319BA93CBAA}"/>
          </ac:picMkLst>
        </pc:picChg>
        <pc:picChg chg="add del mod">
          <ac:chgData name="DEWE, HAYLEY L." userId="5cada80b-0f7b-49a5-96b2-656b100ca6c6" providerId="ADAL" clId="{632DF7FE-9916-4FAF-8457-3521400FFCEA}" dt="2026-02-04T12:41:17.196" v="165731" actId="478"/>
          <ac:picMkLst>
            <pc:docMk/>
            <pc:sldMk cId="3062212887" sldId="1481"/>
            <ac:picMk id="4" creationId="{5BE5692F-F915-049A-5DBF-CEB0DCD4DA6A}"/>
          </ac:picMkLst>
        </pc:picChg>
        <pc:picChg chg="del mod">
          <ac:chgData name="DEWE, HAYLEY L." userId="5cada80b-0f7b-49a5-96b2-656b100ca6c6" providerId="ADAL" clId="{632DF7FE-9916-4FAF-8457-3521400FFCEA}" dt="2026-02-04T12:41:18.714" v="165732" actId="478"/>
          <ac:picMkLst>
            <pc:docMk/>
            <pc:sldMk cId="3062212887" sldId="1481"/>
            <ac:picMk id="6" creationId="{4BFFBA7C-DF90-31E4-954C-8026027EC6B2}"/>
          </ac:picMkLst>
        </pc:picChg>
        <pc:picChg chg="add mod modCrop">
          <ac:chgData name="DEWE, HAYLEY L." userId="5cada80b-0f7b-49a5-96b2-656b100ca6c6" providerId="ADAL" clId="{632DF7FE-9916-4FAF-8457-3521400FFCEA}" dt="2026-02-04T12:44:06.698" v="165753" actId="1076"/>
          <ac:picMkLst>
            <pc:docMk/>
            <pc:sldMk cId="3062212887" sldId="1481"/>
            <ac:picMk id="7" creationId="{BF8117C3-8E85-7189-1FB1-31E533ACE2AE}"/>
          </ac:picMkLst>
        </pc:picChg>
      </pc:sldChg>
      <pc:sldChg chg="delSp modSp add mod ord">
        <pc:chgData name="DEWE, HAYLEY L." userId="5cada80b-0f7b-49a5-96b2-656b100ca6c6" providerId="ADAL" clId="{632DF7FE-9916-4FAF-8457-3521400FFCEA}" dt="2026-02-04T02:01:56.272" v="164544" actId="1076"/>
        <pc:sldMkLst>
          <pc:docMk/>
          <pc:sldMk cId="2484479732" sldId="1482"/>
        </pc:sldMkLst>
        <pc:spChg chg="mod">
          <ac:chgData name="DEWE, HAYLEY L." userId="5cada80b-0f7b-49a5-96b2-656b100ca6c6" providerId="ADAL" clId="{632DF7FE-9916-4FAF-8457-3521400FFCEA}" dt="2026-02-04T02:01:52.872" v="164542" actId="1076"/>
          <ac:spMkLst>
            <pc:docMk/>
            <pc:sldMk cId="2484479732" sldId="1482"/>
            <ac:spMk id="3" creationId="{C48EB8F0-933E-D1D4-AD3D-5D5C10AEFEAF}"/>
          </ac:spMkLst>
        </pc:spChg>
        <pc:spChg chg="mod">
          <ac:chgData name="DEWE, HAYLEY L." userId="5cada80b-0f7b-49a5-96b2-656b100ca6c6" providerId="ADAL" clId="{632DF7FE-9916-4FAF-8457-3521400FFCEA}" dt="2026-02-03T19:44:29.072" v="143750" actId="20577"/>
          <ac:spMkLst>
            <pc:docMk/>
            <pc:sldMk cId="2484479732" sldId="1482"/>
            <ac:spMk id="5" creationId="{FB48A2C4-E5A9-1FB2-FF3A-0C204D244344}"/>
          </ac:spMkLst>
        </pc:spChg>
        <pc:picChg chg="mod">
          <ac:chgData name="DEWE, HAYLEY L." userId="5cada80b-0f7b-49a5-96b2-656b100ca6c6" providerId="ADAL" clId="{632DF7FE-9916-4FAF-8457-3521400FFCEA}" dt="2026-02-04T02:01:56.272" v="164544" actId="1076"/>
          <ac:picMkLst>
            <pc:docMk/>
            <pc:sldMk cId="2484479732" sldId="1482"/>
            <ac:picMk id="4" creationId="{0D802498-A9D0-147E-BD5F-F39FD6FC0507}"/>
          </ac:picMkLst>
        </pc:picChg>
      </pc:sldChg>
      <pc:sldChg chg="modSp add mod">
        <pc:chgData name="DEWE, HAYLEY L." userId="5cada80b-0f7b-49a5-96b2-656b100ca6c6" providerId="ADAL" clId="{632DF7FE-9916-4FAF-8457-3521400FFCEA}" dt="2026-02-03T20:09:57.942" v="146794" actId="20577"/>
        <pc:sldMkLst>
          <pc:docMk/>
          <pc:sldMk cId="4988413" sldId="1483"/>
        </pc:sldMkLst>
        <pc:spChg chg="mod">
          <ac:chgData name="DEWE, HAYLEY L." userId="5cada80b-0f7b-49a5-96b2-656b100ca6c6" providerId="ADAL" clId="{632DF7FE-9916-4FAF-8457-3521400FFCEA}" dt="2026-02-03T20:09:57.942" v="146794" actId="20577"/>
          <ac:spMkLst>
            <pc:docMk/>
            <pc:sldMk cId="4988413" sldId="1483"/>
            <ac:spMk id="4" creationId="{A911D598-A15C-F550-77F4-3F85D21FC906}"/>
          </ac:spMkLst>
        </pc:spChg>
      </pc:sldChg>
      <pc:sldChg chg="addSp delSp modSp add mod ord delAnim modAnim">
        <pc:chgData name="DEWE, HAYLEY L." userId="5cada80b-0f7b-49a5-96b2-656b100ca6c6" providerId="ADAL" clId="{632DF7FE-9916-4FAF-8457-3521400FFCEA}" dt="2026-02-03T22:25:18.663" v="151970" actId="20577"/>
        <pc:sldMkLst>
          <pc:docMk/>
          <pc:sldMk cId="3995102265" sldId="1484"/>
        </pc:sldMkLst>
        <pc:spChg chg="mod">
          <ac:chgData name="DEWE, HAYLEY L." userId="5cada80b-0f7b-49a5-96b2-656b100ca6c6" providerId="ADAL" clId="{632DF7FE-9916-4FAF-8457-3521400FFCEA}" dt="2026-02-03T22:25:18.663" v="151970" actId="20577"/>
          <ac:spMkLst>
            <pc:docMk/>
            <pc:sldMk cId="3995102265" sldId="1484"/>
            <ac:spMk id="3" creationId="{424DD5F1-F4F3-789B-673E-DF44D482D8BD}"/>
          </ac:spMkLst>
        </pc:spChg>
        <pc:spChg chg="mod">
          <ac:chgData name="DEWE, HAYLEY L." userId="5cada80b-0f7b-49a5-96b2-656b100ca6c6" providerId="ADAL" clId="{632DF7FE-9916-4FAF-8457-3521400FFCEA}" dt="2026-02-03T20:45:54.227" v="147025" actId="20577"/>
          <ac:spMkLst>
            <pc:docMk/>
            <pc:sldMk cId="3995102265" sldId="1484"/>
            <ac:spMk id="9" creationId="{8838D5F7-3841-406C-EF2B-56C790EA0F44}"/>
          </ac:spMkLst>
        </pc:spChg>
        <pc:spChg chg="add mod">
          <ac:chgData name="DEWE, HAYLEY L." userId="5cada80b-0f7b-49a5-96b2-656b100ca6c6" providerId="ADAL" clId="{632DF7FE-9916-4FAF-8457-3521400FFCEA}" dt="2026-02-03T21:23:27.946" v="149796" actId="6549"/>
          <ac:spMkLst>
            <pc:docMk/>
            <pc:sldMk cId="3995102265" sldId="1484"/>
            <ac:spMk id="17" creationId="{A6CCA5A7-B5DB-E321-7CF0-FBAE14FD5D1B}"/>
          </ac:spMkLst>
        </pc:spChg>
        <pc:spChg chg="add mod">
          <ac:chgData name="DEWE, HAYLEY L." userId="5cada80b-0f7b-49a5-96b2-656b100ca6c6" providerId="ADAL" clId="{632DF7FE-9916-4FAF-8457-3521400FFCEA}" dt="2026-02-03T21:23:11.365" v="149789" actId="1076"/>
          <ac:spMkLst>
            <pc:docMk/>
            <pc:sldMk cId="3995102265" sldId="1484"/>
            <ac:spMk id="18" creationId="{CF25359C-E193-2324-0D23-7EBECAA55548}"/>
          </ac:spMkLst>
        </pc:spChg>
        <pc:spChg chg="add mod">
          <ac:chgData name="DEWE, HAYLEY L." userId="5cada80b-0f7b-49a5-96b2-656b100ca6c6" providerId="ADAL" clId="{632DF7FE-9916-4FAF-8457-3521400FFCEA}" dt="2026-02-03T21:23:18.723" v="149792" actId="1076"/>
          <ac:spMkLst>
            <pc:docMk/>
            <pc:sldMk cId="3995102265" sldId="1484"/>
            <ac:spMk id="19" creationId="{D11FB307-2246-56E6-C61C-C545A88F4180}"/>
          </ac:spMkLst>
        </pc:spChg>
        <pc:spChg chg="add mod">
          <ac:chgData name="DEWE, HAYLEY L." userId="5cada80b-0f7b-49a5-96b2-656b100ca6c6" providerId="ADAL" clId="{632DF7FE-9916-4FAF-8457-3521400FFCEA}" dt="2026-02-03T21:23:47.476" v="149816" actId="20577"/>
          <ac:spMkLst>
            <pc:docMk/>
            <pc:sldMk cId="3995102265" sldId="1484"/>
            <ac:spMk id="22" creationId="{A37F9663-ADA9-5F79-F088-E2A959801C72}"/>
          </ac:spMkLst>
        </pc:spChg>
        <pc:spChg chg="add mod">
          <ac:chgData name="DEWE, HAYLEY L." userId="5cada80b-0f7b-49a5-96b2-656b100ca6c6" providerId="ADAL" clId="{632DF7FE-9916-4FAF-8457-3521400FFCEA}" dt="2026-02-03T21:52:04.209" v="151620" actId="14100"/>
          <ac:spMkLst>
            <pc:docMk/>
            <pc:sldMk cId="3995102265" sldId="1484"/>
            <ac:spMk id="23" creationId="{793E5E03-67FC-1115-41A3-04F9DE356E0F}"/>
          </ac:spMkLst>
        </pc:spChg>
        <pc:picChg chg="add mod">
          <ac:chgData name="DEWE, HAYLEY L." userId="5cada80b-0f7b-49a5-96b2-656b100ca6c6" providerId="ADAL" clId="{632DF7FE-9916-4FAF-8457-3521400FFCEA}" dt="2026-02-03T21:23:11.365" v="149789" actId="1076"/>
          <ac:picMkLst>
            <pc:docMk/>
            <pc:sldMk cId="3995102265" sldId="1484"/>
            <ac:picMk id="20" creationId="{1DA01A82-B729-2DDE-8DB0-8F11B583546A}"/>
          </ac:picMkLst>
        </pc:picChg>
        <pc:picChg chg="add mod">
          <ac:chgData name="DEWE, HAYLEY L." userId="5cada80b-0f7b-49a5-96b2-656b100ca6c6" providerId="ADAL" clId="{632DF7FE-9916-4FAF-8457-3521400FFCEA}" dt="2026-02-03T21:23:17.145" v="149791" actId="1076"/>
          <ac:picMkLst>
            <pc:docMk/>
            <pc:sldMk cId="3995102265" sldId="1484"/>
            <ac:picMk id="21" creationId="{28E0E196-083E-D4DE-36FE-6F435DCB2404}"/>
          </ac:picMkLst>
        </pc:picChg>
        <pc:picChg chg="add mod modCrop">
          <ac:chgData name="DEWE, HAYLEY L." userId="5cada80b-0f7b-49a5-96b2-656b100ca6c6" providerId="ADAL" clId="{632DF7FE-9916-4FAF-8457-3521400FFCEA}" dt="2026-02-03T21:52:07.682" v="151622" actId="1076"/>
          <ac:picMkLst>
            <pc:docMk/>
            <pc:sldMk cId="3995102265" sldId="1484"/>
            <ac:picMk id="26" creationId="{9A9E4518-9AF4-EA28-A034-470280660A80}"/>
          </ac:picMkLst>
        </pc:picChg>
      </pc:sldChg>
      <pc:sldChg chg="addSp delSp modSp add mod modNotesTx">
        <pc:chgData name="DEWE, HAYLEY L." userId="5cada80b-0f7b-49a5-96b2-656b100ca6c6" providerId="ADAL" clId="{632DF7FE-9916-4FAF-8457-3521400FFCEA}" dt="2026-02-04T12:43:00.020" v="165746" actId="20577"/>
        <pc:sldMkLst>
          <pc:docMk/>
          <pc:sldMk cId="700530618" sldId="1485"/>
        </pc:sldMkLst>
        <pc:spChg chg="add mod">
          <ac:chgData name="DEWE, HAYLEY L." userId="5cada80b-0f7b-49a5-96b2-656b100ca6c6" providerId="ADAL" clId="{632DF7FE-9916-4FAF-8457-3521400FFCEA}" dt="2026-02-04T02:03:25.805" v="164556"/>
          <ac:spMkLst>
            <pc:docMk/>
            <pc:sldMk cId="700530618" sldId="1485"/>
            <ac:spMk id="2" creationId="{C42C3BB0-1003-0768-63BA-AAC6078F6340}"/>
          </ac:spMkLst>
        </pc:spChg>
        <pc:spChg chg="del">
          <ac:chgData name="DEWE, HAYLEY L." userId="5cada80b-0f7b-49a5-96b2-656b100ca6c6" providerId="ADAL" clId="{632DF7FE-9916-4FAF-8457-3521400FFCEA}" dt="2026-02-04T02:03:24.747" v="164555" actId="478"/>
          <ac:spMkLst>
            <pc:docMk/>
            <pc:sldMk cId="700530618" sldId="1485"/>
            <ac:spMk id="16" creationId="{BC3DD38E-5040-F9FF-395F-8FEB2A35FC04}"/>
          </ac:spMkLst>
        </pc:spChg>
        <pc:graphicFrameChg chg="mod modGraphic">
          <ac:chgData name="DEWE, HAYLEY L." userId="5cada80b-0f7b-49a5-96b2-656b100ca6c6" providerId="ADAL" clId="{632DF7FE-9916-4FAF-8457-3521400FFCEA}" dt="2026-02-04T02:16:27.979" v="165414" actId="20577"/>
          <ac:graphicFrameMkLst>
            <pc:docMk/>
            <pc:sldMk cId="700530618" sldId="1485"/>
            <ac:graphicFrameMk id="15" creationId="{B97A2A3F-73F5-AD22-5F59-F43C7EB219E2}"/>
          </ac:graphicFrameMkLst>
        </pc:graphicFrameChg>
      </pc:sldChg>
      <pc:sldChg chg="addSp modSp add mod ord">
        <pc:chgData name="DEWE, HAYLEY L." userId="5cada80b-0f7b-49a5-96b2-656b100ca6c6" providerId="ADAL" clId="{632DF7FE-9916-4FAF-8457-3521400FFCEA}" dt="2026-02-03T23:05:57.697" v="153687" actId="207"/>
        <pc:sldMkLst>
          <pc:docMk/>
          <pc:sldMk cId="1846390060" sldId="1486"/>
        </pc:sldMkLst>
        <pc:spChg chg="mod">
          <ac:chgData name="DEWE, HAYLEY L." userId="5cada80b-0f7b-49a5-96b2-656b100ca6c6" providerId="ADAL" clId="{632DF7FE-9916-4FAF-8457-3521400FFCEA}" dt="2026-02-03T23:05:57.697" v="153687" actId="207"/>
          <ac:spMkLst>
            <pc:docMk/>
            <pc:sldMk cId="1846390060" sldId="1486"/>
            <ac:spMk id="2" creationId="{30C962E5-70C3-FC6C-23AC-2BFEF4944540}"/>
          </ac:spMkLst>
        </pc:spChg>
        <pc:spChg chg="mod">
          <ac:chgData name="DEWE, HAYLEY L." userId="5cada80b-0f7b-49a5-96b2-656b100ca6c6" providerId="ADAL" clId="{632DF7FE-9916-4FAF-8457-3521400FFCEA}" dt="2026-02-03T22:29:14.436" v="152296" actId="20577"/>
          <ac:spMkLst>
            <pc:docMk/>
            <pc:sldMk cId="1846390060" sldId="1486"/>
            <ac:spMk id="3" creationId="{0E3E2741-C756-9CB2-3373-EA460C3853FB}"/>
          </ac:spMkLst>
        </pc:spChg>
      </pc:sldChg>
      <pc:sldChg chg="addSp delSp modSp add mod">
        <pc:chgData name="DEWE, HAYLEY L." userId="5cada80b-0f7b-49a5-96b2-656b100ca6c6" providerId="ADAL" clId="{632DF7FE-9916-4FAF-8457-3521400FFCEA}" dt="2026-02-04T12:42:06.182" v="165739" actId="478"/>
        <pc:sldMkLst>
          <pc:docMk/>
          <pc:sldMk cId="3284669305" sldId="1488"/>
        </pc:sldMkLst>
        <pc:spChg chg="del">
          <ac:chgData name="DEWE, HAYLEY L." userId="5cada80b-0f7b-49a5-96b2-656b100ca6c6" providerId="ADAL" clId="{632DF7FE-9916-4FAF-8457-3521400FFCEA}" dt="2026-02-04T12:42:06.182" v="165739" actId="478"/>
          <ac:spMkLst>
            <pc:docMk/>
            <pc:sldMk cId="3284669305" sldId="1488"/>
            <ac:spMk id="7" creationId="{A8724A5F-F38C-0AB2-3165-4E9FE9AC4BC7}"/>
          </ac:spMkLst>
        </pc:spChg>
      </pc:sldChg>
      <pc:sldChg chg="addSp delSp modSp add mod ord">
        <pc:chgData name="DEWE, HAYLEY L." userId="5cada80b-0f7b-49a5-96b2-656b100ca6c6" providerId="ADAL" clId="{632DF7FE-9916-4FAF-8457-3521400FFCEA}" dt="2026-02-04T01:55:06.996" v="164434" actId="207"/>
        <pc:sldMkLst>
          <pc:docMk/>
          <pc:sldMk cId="3425992365" sldId="1489"/>
        </pc:sldMkLst>
        <pc:spChg chg="mod">
          <ac:chgData name="DEWE, HAYLEY L." userId="5cada80b-0f7b-49a5-96b2-656b100ca6c6" providerId="ADAL" clId="{632DF7FE-9916-4FAF-8457-3521400FFCEA}" dt="2026-02-03T22:30:42.589" v="152331" actId="20577"/>
          <ac:spMkLst>
            <pc:docMk/>
            <pc:sldMk cId="3425992365" sldId="1489"/>
            <ac:spMk id="2" creationId="{23F97868-39B0-FBCD-BE4F-9FBB87851C86}"/>
          </ac:spMkLst>
        </pc:spChg>
        <pc:spChg chg="add mod">
          <ac:chgData name="DEWE, HAYLEY L." userId="5cada80b-0f7b-49a5-96b2-656b100ca6c6" providerId="ADAL" clId="{632DF7FE-9916-4FAF-8457-3521400FFCEA}" dt="2026-02-04T01:55:06.996" v="164434" actId="207"/>
          <ac:spMkLst>
            <pc:docMk/>
            <pc:sldMk cId="3425992365" sldId="1489"/>
            <ac:spMk id="3" creationId="{21A4470D-52D6-ED99-6CBF-8C5518AB167B}"/>
          </ac:spMkLst>
        </pc:spChg>
        <pc:spChg chg="mod">
          <ac:chgData name="DEWE, HAYLEY L." userId="5cada80b-0f7b-49a5-96b2-656b100ca6c6" providerId="ADAL" clId="{632DF7FE-9916-4FAF-8457-3521400FFCEA}" dt="2026-02-04T01:54:55.675" v="164433" actId="207"/>
          <ac:spMkLst>
            <pc:docMk/>
            <pc:sldMk cId="3425992365" sldId="1489"/>
            <ac:spMk id="5" creationId="{1517E18E-3CF6-DF3A-E6DE-0FAA7E06AF37}"/>
          </ac:spMkLst>
        </pc:spChg>
        <pc:spChg chg="mod">
          <ac:chgData name="DEWE, HAYLEY L." userId="5cada80b-0f7b-49a5-96b2-656b100ca6c6" providerId="ADAL" clId="{632DF7FE-9916-4FAF-8457-3521400FFCEA}" dt="2026-02-03T22:31:17.789" v="152354" actId="1076"/>
          <ac:spMkLst>
            <pc:docMk/>
            <pc:sldMk cId="3425992365" sldId="1489"/>
            <ac:spMk id="6" creationId="{A2C5B5F9-14B2-33A1-F2FF-AAB530CB57D0}"/>
          </ac:spMkLst>
        </pc:spChg>
        <pc:spChg chg="mod">
          <ac:chgData name="DEWE, HAYLEY L." userId="5cada80b-0f7b-49a5-96b2-656b100ca6c6" providerId="ADAL" clId="{632DF7FE-9916-4FAF-8457-3521400FFCEA}" dt="2026-02-03T21:52:32.736" v="151679" actId="14100"/>
          <ac:spMkLst>
            <pc:docMk/>
            <pc:sldMk cId="3425992365" sldId="1489"/>
            <ac:spMk id="7" creationId="{21D53DAA-90FE-5098-D2F3-A19C1EB315E0}"/>
          </ac:spMkLst>
        </pc:spChg>
        <pc:spChg chg="mod">
          <ac:chgData name="DEWE, HAYLEY L." userId="5cada80b-0f7b-49a5-96b2-656b100ca6c6" providerId="ADAL" clId="{632DF7FE-9916-4FAF-8457-3521400FFCEA}" dt="2026-02-04T01:55:06.996" v="164434" actId="207"/>
          <ac:spMkLst>
            <pc:docMk/>
            <pc:sldMk cId="3425992365" sldId="1489"/>
            <ac:spMk id="8" creationId="{BCBE5750-ACE5-8901-2C50-58F7D3D39BF2}"/>
          </ac:spMkLst>
        </pc:spChg>
        <pc:spChg chg="mod">
          <ac:chgData name="DEWE, HAYLEY L." userId="5cada80b-0f7b-49a5-96b2-656b100ca6c6" providerId="ADAL" clId="{632DF7FE-9916-4FAF-8457-3521400FFCEA}" dt="2026-02-03T21:52:21.609" v="151646" actId="14100"/>
          <ac:spMkLst>
            <pc:docMk/>
            <pc:sldMk cId="3425992365" sldId="1489"/>
            <ac:spMk id="12" creationId="{2DD80D45-FFFD-0EE5-DEDC-4DD05CF4CFC1}"/>
          </ac:spMkLst>
        </pc:spChg>
        <pc:picChg chg="mod">
          <ac:chgData name="DEWE, HAYLEY L." userId="5cada80b-0f7b-49a5-96b2-656b100ca6c6" providerId="ADAL" clId="{632DF7FE-9916-4FAF-8457-3521400FFCEA}" dt="2026-02-03T21:40:27.043" v="150801" actId="1076"/>
          <ac:picMkLst>
            <pc:docMk/>
            <pc:sldMk cId="3425992365" sldId="1489"/>
            <ac:picMk id="10" creationId="{F7E031CC-07CD-D4FA-CB7E-423A18771BAA}"/>
          </ac:picMkLst>
        </pc:picChg>
      </pc:sldChg>
      <pc:sldChg chg="addSp delSp modSp add mod delAnim modAnim">
        <pc:chgData name="DEWE, HAYLEY L." userId="5cada80b-0f7b-49a5-96b2-656b100ca6c6" providerId="ADAL" clId="{632DF7FE-9916-4FAF-8457-3521400FFCEA}" dt="2026-02-04T01:55:15.426" v="164435" actId="207"/>
        <pc:sldMkLst>
          <pc:docMk/>
          <pc:sldMk cId="4049058850" sldId="1490"/>
        </pc:sldMkLst>
        <pc:spChg chg="add mod">
          <ac:chgData name="DEWE, HAYLEY L." userId="5cada80b-0f7b-49a5-96b2-656b100ca6c6" providerId="ADAL" clId="{632DF7FE-9916-4FAF-8457-3521400FFCEA}" dt="2026-02-03T21:55:11.296" v="151775" actId="113"/>
          <ac:spMkLst>
            <pc:docMk/>
            <pc:sldMk cId="4049058850" sldId="1490"/>
            <ac:spMk id="3" creationId="{16147BB6-FEDB-9F50-FB0B-4B2C7697C397}"/>
          </ac:spMkLst>
        </pc:spChg>
        <pc:spChg chg="mod">
          <ac:chgData name="DEWE, HAYLEY L." userId="5cada80b-0f7b-49a5-96b2-656b100ca6c6" providerId="ADAL" clId="{632DF7FE-9916-4FAF-8457-3521400FFCEA}" dt="2026-02-04T01:55:15.426" v="164435" actId="207"/>
          <ac:spMkLst>
            <pc:docMk/>
            <pc:sldMk cId="4049058850" sldId="1490"/>
            <ac:spMk id="5" creationId="{FB24C3FE-8B56-A51F-FF3F-4F64491D41E3}"/>
          </ac:spMkLst>
        </pc:spChg>
        <pc:spChg chg="mod">
          <ac:chgData name="DEWE, HAYLEY L." userId="5cada80b-0f7b-49a5-96b2-656b100ca6c6" providerId="ADAL" clId="{632DF7FE-9916-4FAF-8457-3521400FFCEA}" dt="2026-02-04T01:54:36.237" v="164431" actId="20577"/>
          <ac:spMkLst>
            <pc:docMk/>
            <pc:sldMk cId="4049058850" sldId="1490"/>
            <ac:spMk id="6" creationId="{7F750AEB-62BD-F9D0-41D8-77A1460D99F1}"/>
          </ac:spMkLst>
        </pc:spChg>
        <pc:spChg chg="mod">
          <ac:chgData name="DEWE, HAYLEY L." userId="5cada80b-0f7b-49a5-96b2-656b100ca6c6" providerId="ADAL" clId="{632DF7FE-9916-4FAF-8457-3521400FFCEA}" dt="2026-02-03T21:54:45.031" v="151716" actId="113"/>
          <ac:spMkLst>
            <pc:docMk/>
            <pc:sldMk cId="4049058850" sldId="1490"/>
            <ac:spMk id="7" creationId="{0EAADC75-8520-2976-AD8B-264215E422CE}"/>
          </ac:spMkLst>
        </pc:spChg>
        <pc:spChg chg="mod">
          <ac:chgData name="DEWE, HAYLEY L." userId="5cada80b-0f7b-49a5-96b2-656b100ca6c6" providerId="ADAL" clId="{632DF7FE-9916-4FAF-8457-3521400FFCEA}" dt="2026-02-04T01:54:32" v="164430" actId="207"/>
          <ac:spMkLst>
            <pc:docMk/>
            <pc:sldMk cId="4049058850" sldId="1490"/>
            <ac:spMk id="8" creationId="{D44A0485-79CB-A875-C9A9-54C7B817D19C}"/>
          </ac:spMkLst>
        </pc:spChg>
        <pc:spChg chg="mod">
          <ac:chgData name="DEWE, HAYLEY L." userId="5cada80b-0f7b-49a5-96b2-656b100ca6c6" providerId="ADAL" clId="{632DF7FE-9916-4FAF-8457-3521400FFCEA}" dt="2026-02-04T01:54:32" v="164430" actId="207"/>
          <ac:spMkLst>
            <pc:docMk/>
            <pc:sldMk cId="4049058850" sldId="1490"/>
            <ac:spMk id="13" creationId="{427ACE8D-2F96-299F-43F0-8B4354512B5E}"/>
          </ac:spMkLst>
        </pc:spChg>
        <pc:picChg chg="add mod">
          <ac:chgData name="DEWE, HAYLEY L." userId="5cada80b-0f7b-49a5-96b2-656b100ca6c6" providerId="ADAL" clId="{632DF7FE-9916-4FAF-8457-3521400FFCEA}" dt="2026-02-03T21:42:21.371" v="151000" actId="1076"/>
          <ac:picMkLst>
            <pc:docMk/>
            <pc:sldMk cId="4049058850" sldId="1490"/>
            <ac:picMk id="4" creationId="{CB96EC51-E524-A7AE-A6A2-360637CEAEAC}"/>
          </ac:picMkLst>
        </pc:picChg>
        <pc:picChg chg="mod">
          <ac:chgData name="DEWE, HAYLEY L." userId="5cada80b-0f7b-49a5-96b2-656b100ca6c6" providerId="ADAL" clId="{632DF7FE-9916-4FAF-8457-3521400FFCEA}" dt="2026-02-03T21:40:23.710" v="150800" actId="1076"/>
          <ac:picMkLst>
            <pc:docMk/>
            <pc:sldMk cId="4049058850" sldId="1490"/>
            <ac:picMk id="10" creationId="{01CC533D-EAAD-5E15-5F13-93C1CEECC562}"/>
          </ac:picMkLst>
        </pc:picChg>
      </pc:sldChg>
      <pc:sldChg chg="addSp delSp modSp add mod modAnim">
        <pc:chgData name="DEWE, HAYLEY L." userId="5cada80b-0f7b-49a5-96b2-656b100ca6c6" providerId="ADAL" clId="{632DF7FE-9916-4FAF-8457-3521400FFCEA}" dt="2026-02-04T01:55:24.758" v="164436" actId="207"/>
        <pc:sldMkLst>
          <pc:docMk/>
          <pc:sldMk cId="3090417356" sldId="1491"/>
        </pc:sldMkLst>
        <pc:spChg chg="mod">
          <ac:chgData name="DEWE, HAYLEY L." userId="5cada80b-0f7b-49a5-96b2-656b100ca6c6" providerId="ADAL" clId="{632DF7FE-9916-4FAF-8457-3521400FFCEA}" dt="2026-02-03T21:56:13.047" v="151849" actId="208"/>
          <ac:spMkLst>
            <pc:docMk/>
            <pc:sldMk cId="3090417356" sldId="1491"/>
            <ac:spMk id="3" creationId="{0999317B-8C58-F7E4-1D54-9CA2A2382EE7}"/>
          </ac:spMkLst>
        </pc:spChg>
        <pc:spChg chg="mod">
          <ac:chgData name="DEWE, HAYLEY L." userId="5cada80b-0f7b-49a5-96b2-656b100ca6c6" providerId="ADAL" clId="{632DF7FE-9916-4FAF-8457-3521400FFCEA}" dt="2026-02-04T01:55:24.758" v="164436" actId="207"/>
          <ac:spMkLst>
            <pc:docMk/>
            <pc:sldMk cId="3090417356" sldId="1491"/>
            <ac:spMk id="5" creationId="{3B769AEE-6847-19ED-B5AA-26169CE5B8D6}"/>
          </ac:spMkLst>
        </pc:spChg>
        <pc:spChg chg="mod">
          <ac:chgData name="DEWE, HAYLEY L." userId="5cada80b-0f7b-49a5-96b2-656b100ca6c6" providerId="ADAL" clId="{632DF7FE-9916-4FAF-8457-3521400FFCEA}" dt="2026-02-03T21:57:31.773" v="151876" actId="20577"/>
          <ac:spMkLst>
            <pc:docMk/>
            <pc:sldMk cId="3090417356" sldId="1491"/>
            <ac:spMk id="6" creationId="{8C3B741F-E0D1-8470-0AE2-FCFA5CB67D1B}"/>
          </ac:spMkLst>
        </pc:spChg>
        <pc:spChg chg="mod">
          <ac:chgData name="DEWE, HAYLEY L." userId="5cada80b-0f7b-49a5-96b2-656b100ca6c6" providerId="ADAL" clId="{632DF7FE-9916-4FAF-8457-3521400FFCEA}" dt="2026-02-03T21:55:42.727" v="151837" actId="113"/>
          <ac:spMkLst>
            <pc:docMk/>
            <pc:sldMk cId="3090417356" sldId="1491"/>
            <ac:spMk id="7" creationId="{83E6300C-C5A5-80A8-5D0B-FA59B0B649C2}"/>
          </ac:spMkLst>
        </pc:spChg>
        <pc:spChg chg="mod">
          <ac:chgData name="DEWE, HAYLEY L." userId="5cada80b-0f7b-49a5-96b2-656b100ca6c6" providerId="ADAL" clId="{632DF7FE-9916-4FAF-8457-3521400FFCEA}" dt="2026-02-04T01:53:48.225" v="164425" actId="207"/>
          <ac:spMkLst>
            <pc:docMk/>
            <pc:sldMk cId="3090417356" sldId="1491"/>
            <ac:spMk id="8" creationId="{C3A494D8-86CB-1F44-CEE5-8EB256631EC1}"/>
          </ac:spMkLst>
        </pc:spChg>
        <pc:spChg chg="mod">
          <ac:chgData name="DEWE, HAYLEY L." userId="5cada80b-0f7b-49a5-96b2-656b100ca6c6" providerId="ADAL" clId="{632DF7FE-9916-4FAF-8457-3521400FFCEA}" dt="2026-02-04T01:53:48.225" v="164425" actId="207"/>
          <ac:spMkLst>
            <pc:docMk/>
            <pc:sldMk cId="3090417356" sldId="1491"/>
            <ac:spMk id="13" creationId="{C1026984-6AFB-7A37-F0E5-335AAF1DFC23}"/>
          </ac:spMkLst>
        </pc:spChg>
        <pc:picChg chg="add mod">
          <ac:chgData name="DEWE, HAYLEY L." userId="5cada80b-0f7b-49a5-96b2-656b100ca6c6" providerId="ADAL" clId="{632DF7FE-9916-4FAF-8457-3521400FFCEA}" dt="2026-02-03T21:44:48.511" v="151194" actId="1076"/>
          <ac:picMkLst>
            <pc:docMk/>
            <pc:sldMk cId="3090417356" sldId="1491"/>
            <ac:picMk id="9" creationId="{215D6912-8B0F-2DF9-BE2C-8BCEA27DC4B9}"/>
          </ac:picMkLst>
        </pc:picChg>
      </pc:sldChg>
      <pc:sldChg chg="addSp delSp modSp add mod ord">
        <pc:chgData name="DEWE, HAYLEY L." userId="5cada80b-0f7b-49a5-96b2-656b100ca6c6" providerId="ADAL" clId="{632DF7FE-9916-4FAF-8457-3521400FFCEA}" dt="2026-02-04T12:45:34.873" v="165754" actId="20577"/>
        <pc:sldMkLst>
          <pc:docMk/>
          <pc:sldMk cId="3700344639" sldId="1492"/>
        </pc:sldMkLst>
        <pc:spChg chg="mod">
          <ac:chgData name="DEWE, HAYLEY L." userId="5cada80b-0f7b-49a5-96b2-656b100ca6c6" providerId="ADAL" clId="{632DF7FE-9916-4FAF-8457-3521400FFCEA}" dt="2026-02-04T12:45:34.873" v="165754" actId="20577"/>
          <ac:spMkLst>
            <pc:docMk/>
            <pc:sldMk cId="3700344639" sldId="1492"/>
            <ac:spMk id="3" creationId="{1C35CFBA-09AB-0A22-85B8-25B87BB92FC1}"/>
          </ac:spMkLst>
        </pc:spChg>
        <pc:picChg chg="add mod">
          <ac:chgData name="DEWE, HAYLEY L." userId="5cada80b-0f7b-49a5-96b2-656b100ca6c6" providerId="ADAL" clId="{632DF7FE-9916-4FAF-8457-3521400FFCEA}" dt="2026-02-04T12:37:56.936" v="165715" actId="1076"/>
          <ac:picMkLst>
            <pc:docMk/>
            <pc:sldMk cId="3700344639" sldId="1492"/>
            <ac:picMk id="4" creationId="{8B06AA58-75C0-AAD3-E178-C397804D5213}"/>
          </ac:picMkLst>
        </pc:picChg>
      </pc:sldChg>
      <pc:sldChg chg="addSp modSp add mod addAnim delAnim modNotesTx">
        <pc:chgData name="DEWE, HAYLEY L." userId="5cada80b-0f7b-49a5-96b2-656b100ca6c6" providerId="ADAL" clId="{632DF7FE-9916-4FAF-8457-3521400FFCEA}" dt="2026-02-04T00:23:34.891" v="158342" actId="20577"/>
        <pc:sldMkLst>
          <pc:docMk/>
          <pc:sldMk cId="4036875639" sldId="1493"/>
        </pc:sldMkLst>
        <pc:spChg chg="add mod">
          <ac:chgData name="DEWE, HAYLEY L." userId="5cada80b-0f7b-49a5-96b2-656b100ca6c6" providerId="ADAL" clId="{632DF7FE-9916-4FAF-8457-3521400FFCEA}" dt="2026-02-04T00:07:07.995" v="157581"/>
          <ac:spMkLst>
            <pc:docMk/>
            <pc:sldMk cId="4036875639" sldId="1493"/>
            <ac:spMk id="2" creationId="{D5921E9D-3EBD-DF9D-5354-B15F77F400D9}"/>
          </ac:spMkLst>
        </pc:spChg>
        <pc:spChg chg="mod">
          <ac:chgData name="DEWE, HAYLEY L." userId="5cada80b-0f7b-49a5-96b2-656b100ca6c6" providerId="ADAL" clId="{632DF7FE-9916-4FAF-8457-3521400FFCEA}" dt="2026-02-04T00:23:34.891" v="158342" actId="20577"/>
          <ac:spMkLst>
            <pc:docMk/>
            <pc:sldMk cId="4036875639" sldId="1493"/>
            <ac:spMk id="4" creationId="{95B795CA-A091-B651-0874-0F172B6FBA7B}"/>
          </ac:spMkLst>
        </pc:spChg>
        <pc:graphicFrameChg chg="mod modGraphic">
          <ac:chgData name="DEWE, HAYLEY L." userId="5cada80b-0f7b-49a5-96b2-656b100ca6c6" providerId="ADAL" clId="{632DF7FE-9916-4FAF-8457-3521400FFCEA}" dt="2026-02-04T00:23:08.457" v="158335" actId="207"/>
          <ac:graphicFrameMkLst>
            <pc:docMk/>
            <pc:sldMk cId="4036875639" sldId="1493"/>
            <ac:graphicFrameMk id="3" creationId="{815C672B-E56F-7373-2036-9926ADDC1F0A}"/>
          </ac:graphicFrameMkLst>
        </pc:graphicFrameChg>
      </pc:sldChg>
      <pc:sldChg chg="add del">
        <pc:chgData name="DEWE, HAYLEY L." userId="5cada80b-0f7b-49a5-96b2-656b100ca6c6" providerId="ADAL" clId="{632DF7FE-9916-4FAF-8457-3521400FFCEA}" dt="2026-02-04T00:45:18.594" v="160366" actId="47"/>
        <pc:sldMkLst>
          <pc:docMk/>
          <pc:sldMk cId="4144698485" sldId="1494"/>
        </pc:sldMkLst>
      </pc:sldChg>
      <pc:sldChg chg="addSp delSp modSp add mod ord delAnim modAnim">
        <pc:chgData name="DEWE, HAYLEY L." userId="5cada80b-0f7b-49a5-96b2-656b100ca6c6" providerId="ADAL" clId="{632DF7FE-9916-4FAF-8457-3521400FFCEA}" dt="2026-02-04T12:38:37.643" v="165717"/>
        <pc:sldMkLst>
          <pc:docMk/>
          <pc:sldMk cId="4280519880" sldId="1495"/>
        </pc:sldMkLst>
        <pc:spChg chg="add mod">
          <ac:chgData name="DEWE, HAYLEY L." userId="5cada80b-0f7b-49a5-96b2-656b100ca6c6" providerId="ADAL" clId="{632DF7FE-9916-4FAF-8457-3521400FFCEA}" dt="2026-02-04T00:45:14.368" v="160365" actId="20577"/>
          <ac:spMkLst>
            <pc:docMk/>
            <pc:sldMk cId="4280519880" sldId="1495"/>
            <ac:spMk id="2" creationId="{08865274-4245-A7D1-9F55-E4068DED48BA}"/>
          </ac:spMkLst>
        </pc:spChg>
        <pc:spChg chg="mod">
          <ac:chgData name="DEWE, HAYLEY L." userId="5cada80b-0f7b-49a5-96b2-656b100ca6c6" providerId="ADAL" clId="{632DF7FE-9916-4FAF-8457-3521400FFCEA}" dt="2026-02-04T00:45:43.022" v="160371" actId="255"/>
          <ac:spMkLst>
            <pc:docMk/>
            <pc:sldMk cId="4280519880" sldId="1495"/>
            <ac:spMk id="3" creationId="{D82C90C7-FACE-1397-BFE6-9D6813AB06C3}"/>
          </ac:spMkLst>
        </pc:spChg>
        <pc:spChg chg="del">
          <ac:chgData name="DEWE, HAYLEY L." userId="5cada80b-0f7b-49a5-96b2-656b100ca6c6" providerId="ADAL" clId="{632DF7FE-9916-4FAF-8457-3521400FFCEA}" dt="2026-02-04T00:39:13.555" v="159543" actId="478"/>
          <ac:spMkLst>
            <pc:docMk/>
            <pc:sldMk cId="4280519880" sldId="1495"/>
            <ac:spMk id="4" creationId="{D903F8A7-FE23-A52C-3A70-8F38D24D6220}"/>
          </ac:spMkLst>
        </pc:spChg>
        <pc:spChg chg="del">
          <ac:chgData name="DEWE, HAYLEY L." userId="5cada80b-0f7b-49a5-96b2-656b100ca6c6" providerId="ADAL" clId="{632DF7FE-9916-4FAF-8457-3521400FFCEA}" dt="2026-02-04T00:39:12.612" v="159541" actId="478"/>
          <ac:spMkLst>
            <pc:docMk/>
            <pc:sldMk cId="4280519880" sldId="1495"/>
            <ac:spMk id="7" creationId="{EE452618-BA12-641F-29D0-161A6B6A0819}"/>
          </ac:spMkLst>
        </pc:spChg>
        <pc:spChg chg="mod">
          <ac:chgData name="DEWE, HAYLEY L." userId="5cada80b-0f7b-49a5-96b2-656b100ca6c6" providerId="ADAL" clId="{632DF7FE-9916-4FAF-8457-3521400FFCEA}" dt="2026-02-04T00:45:48.280" v="160372" actId="255"/>
          <ac:spMkLst>
            <pc:docMk/>
            <pc:sldMk cId="4280519880" sldId="1495"/>
            <ac:spMk id="27" creationId="{D84847BC-2CEB-3B0A-85D5-FEADC38B43CC}"/>
          </ac:spMkLst>
        </pc:spChg>
        <pc:spChg chg="mod">
          <ac:chgData name="DEWE, HAYLEY L." userId="5cada80b-0f7b-49a5-96b2-656b100ca6c6" providerId="ADAL" clId="{632DF7FE-9916-4FAF-8457-3521400FFCEA}" dt="2026-02-04T00:45:39.370" v="160370" actId="255"/>
          <ac:spMkLst>
            <pc:docMk/>
            <pc:sldMk cId="4280519880" sldId="1495"/>
            <ac:spMk id="30" creationId="{03D96249-7B0A-0265-6F5D-9AE7E41A74E1}"/>
          </ac:spMkLst>
        </pc:spChg>
        <pc:spChg chg="mod">
          <ac:chgData name="DEWE, HAYLEY L." userId="5cada80b-0f7b-49a5-96b2-656b100ca6c6" providerId="ADAL" clId="{632DF7FE-9916-4FAF-8457-3521400FFCEA}" dt="2026-02-04T00:39:52.214" v="159562" actId="1076"/>
          <ac:spMkLst>
            <pc:docMk/>
            <pc:sldMk cId="4280519880" sldId="1495"/>
            <ac:spMk id="33" creationId="{EF115DE5-8DA7-65DE-8228-766F819FE0ED}"/>
          </ac:spMkLst>
        </pc:spChg>
        <pc:picChg chg="mod">
          <ac:chgData name="DEWE, HAYLEY L." userId="5cada80b-0f7b-49a5-96b2-656b100ca6c6" providerId="ADAL" clId="{632DF7FE-9916-4FAF-8457-3521400FFCEA}" dt="2026-02-04T00:39:44.104" v="159559" actId="1076"/>
          <ac:picMkLst>
            <pc:docMk/>
            <pc:sldMk cId="4280519880" sldId="1495"/>
            <ac:picMk id="8" creationId="{68EB2767-ADD1-6BB3-C3BF-6461F08DB5AD}"/>
          </ac:picMkLst>
        </pc:picChg>
        <pc:picChg chg="del">
          <ac:chgData name="DEWE, HAYLEY L." userId="5cada80b-0f7b-49a5-96b2-656b100ca6c6" providerId="ADAL" clId="{632DF7FE-9916-4FAF-8457-3521400FFCEA}" dt="2026-02-04T00:39:11.753" v="159540" actId="478"/>
          <ac:picMkLst>
            <pc:docMk/>
            <pc:sldMk cId="4280519880" sldId="1495"/>
            <ac:picMk id="9" creationId="{D5D85851-E80D-15CC-363C-8777671A8F9B}"/>
          </ac:picMkLst>
        </pc:picChg>
        <pc:picChg chg="mod">
          <ac:chgData name="DEWE, HAYLEY L." userId="5cada80b-0f7b-49a5-96b2-656b100ca6c6" providerId="ADAL" clId="{632DF7FE-9916-4FAF-8457-3521400FFCEA}" dt="2026-02-04T00:41:30.512" v="159833" actId="1076"/>
          <ac:picMkLst>
            <pc:docMk/>
            <pc:sldMk cId="4280519880" sldId="1495"/>
            <ac:picMk id="29" creationId="{061256E9-A169-7C8E-B193-C0A92DB5C24F}"/>
          </ac:picMkLst>
        </pc:picChg>
        <pc:picChg chg="mod">
          <ac:chgData name="DEWE, HAYLEY L." userId="5cada80b-0f7b-49a5-96b2-656b100ca6c6" providerId="ADAL" clId="{632DF7FE-9916-4FAF-8457-3521400FFCEA}" dt="2026-02-04T00:39:49.035" v="159561" actId="1076"/>
          <ac:picMkLst>
            <pc:docMk/>
            <pc:sldMk cId="4280519880" sldId="1495"/>
            <ac:picMk id="32" creationId="{336F24DC-2999-3BB1-A93C-65E9125C482E}"/>
          </ac:picMkLst>
        </pc:picChg>
        <pc:cxnChg chg="del mod">
          <ac:chgData name="DEWE, HAYLEY L." userId="5cada80b-0f7b-49a5-96b2-656b100ca6c6" providerId="ADAL" clId="{632DF7FE-9916-4FAF-8457-3521400FFCEA}" dt="2026-02-04T00:39:13.162" v="159542" actId="478"/>
          <ac:cxnSpMkLst>
            <pc:docMk/>
            <pc:sldMk cId="4280519880" sldId="1495"/>
            <ac:cxnSpMk id="11" creationId="{0D2BC0B4-9532-EDB1-CA6A-69BE157FF8C2}"/>
          </ac:cxnSpMkLst>
        </pc:cxnChg>
      </pc:sldChg>
      <pc:sldChg chg="addSp delSp modSp add mod ord delAnim modAnim">
        <pc:chgData name="DEWE, HAYLEY L." userId="5cada80b-0f7b-49a5-96b2-656b100ca6c6" providerId="ADAL" clId="{632DF7FE-9916-4FAF-8457-3521400FFCEA}" dt="2026-02-04T12:38:54.697" v="165721"/>
        <pc:sldMkLst>
          <pc:docMk/>
          <pc:sldMk cId="3236131477" sldId="1496"/>
        </pc:sldMkLst>
        <pc:spChg chg="add mod">
          <ac:chgData name="DEWE, HAYLEY L." userId="5cada80b-0f7b-49a5-96b2-656b100ca6c6" providerId="ADAL" clId="{632DF7FE-9916-4FAF-8457-3521400FFCEA}" dt="2026-02-04T00:38:15.358" v="159448" actId="1076"/>
          <ac:spMkLst>
            <pc:docMk/>
            <pc:sldMk cId="3236131477" sldId="1496"/>
            <ac:spMk id="2" creationId="{96415471-1136-1280-4103-96A062EF1CA3}"/>
          </ac:spMkLst>
        </pc:spChg>
        <pc:spChg chg="add mod">
          <ac:chgData name="DEWE, HAYLEY L." userId="5cada80b-0f7b-49a5-96b2-656b100ca6c6" providerId="ADAL" clId="{632DF7FE-9916-4FAF-8457-3521400FFCEA}" dt="2026-02-04T00:38:19.084" v="159450" actId="1076"/>
          <ac:spMkLst>
            <pc:docMk/>
            <pc:sldMk cId="3236131477" sldId="1496"/>
            <ac:spMk id="3" creationId="{388F2C1A-8031-8ADF-CC0E-C192D17CEE85}"/>
          </ac:spMkLst>
        </pc:spChg>
        <pc:spChg chg="del">
          <ac:chgData name="DEWE, HAYLEY L." userId="5cada80b-0f7b-49a5-96b2-656b100ca6c6" providerId="ADAL" clId="{632DF7FE-9916-4FAF-8457-3521400FFCEA}" dt="2026-02-04T00:35:56.467" v="159020" actId="478"/>
          <ac:spMkLst>
            <pc:docMk/>
            <pc:sldMk cId="3236131477" sldId="1496"/>
            <ac:spMk id="4" creationId="{F13F5476-7E3F-C90D-50F7-C714C0B6D956}"/>
          </ac:spMkLst>
        </pc:spChg>
        <pc:spChg chg="add mod">
          <ac:chgData name="DEWE, HAYLEY L." userId="5cada80b-0f7b-49a5-96b2-656b100ca6c6" providerId="ADAL" clId="{632DF7FE-9916-4FAF-8457-3521400FFCEA}" dt="2026-02-04T00:38:21.965" v="159452" actId="1076"/>
          <ac:spMkLst>
            <pc:docMk/>
            <pc:sldMk cId="3236131477" sldId="1496"/>
            <ac:spMk id="6" creationId="{470ED7CF-32CC-34C7-5163-A863144FB94F}"/>
          </ac:spMkLst>
        </pc:spChg>
        <pc:spChg chg="del">
          <ac:chgData name="DEWE, HAYLEY L." userId="5cada80b-0f7b-49a5-96b2-656b100ca6c6" providerId="ADAL" clId="{632DF7FE-9916-4FAF-8457-3521400FFCEA}" dt="2026-02-04T00:35:55.702" v="159019" actId="478"/>
          <ac:spMkLst>
            <pc:docMk/>
            <pc:sldMk cId="3236131477" sldId="1496"/>
            <ac:spMk id="7" creationId="{D963D19E-B34B-0E4D-4F5B-A4544AF3341F}"/>
          </ac:spMkLst>
        </pc:spChg>
        <pc:spChg chg="del mod">
          <ac:chgData name="DEWE, HAYLEY L." userId="5cada80b-0f7b-49a5-96b2-656b100ca6c6" providerId="ADAL" clId="{632DF7FE-9916-4FAF-8457-3521400FFCEA}" dt="2026-02-04T00:36:36.092" v="159088" actId="478"/>
          <ac:spMkLst>
            <pc:docMk/>
            <pc:sldMk cId="3236131477" sldId="1496"/>
            <ac:spMk id="30" creationId="{307EBAA0-1552-56C4-B6C4-C53EBE92C274}"/>
          </ac:spMkLst>
        </pc:spChg>
        <pc:spChg chg="mod">
          <ac:chgData name="DEWE, HAYLEY L." userId="5cada80b-0f7b-49a5-96b2-656b100ca6c6" providerId="ADAL" clId="{632DF7FE-9916-4FAF-8457-3521400FFCEA}" dt="2026-02-04T00:45:53.551" v="160373" actId="255"/>
          <ac:spMkLst>
            <pc:docMk/>
            <pc:sldMk cId="3236131477" sldId="1496"/>
            <ac:spMk id="35" creationId="{57E883F6-631B-EA11-0669-9D4A001D7DCD}"/>
          </ac:spMkLst>
        </pc:spChg>
        <pc:picChg chg="del">
          <ac:chgData name="DEWE, HAYLEY L." userId="5cada80b-0f7b-49a5-96b2-656b100ca6c6" providerId="ADAL" clId="{632DF7FE-9916-4FAF-8457-3521400FFCEA}" dt="2026-02-04T00:35:53.701" v="159018" actId="478"/>
          <ac:picMkLst>
            <pc:docMk/>
            <pc:sldMk cId="3236131477" sldId="1496"/>
            <ac:picMk id="9" creationId="{6F884222-FFEF-203A-1FE2-BD41ECA9392F}"/>
          </ac:picMkLst>
        </pc:picChg>
        <pc:picChg chg="mod">
          <ac:chgData name="DEWE, HAYLEY L." userId="5cada80b-0f7b-49a5-96b2-656b100ca6c6" providerId="ADAL" clId="{632DF7FE-9916-4FAF-8457-3521400FFCEA}" dt="2026-02-04T00:37:51.418" v="159413" actId="1076"/>
          <ac:picMkLst>
            <pc:docMk/>
            <pc:sldMk cId="3236131477" sldId="1496"/>
            <ac:picMk id="34" creationId="{351AAD4B-D872-E4CB-E05F-735088AFAF5C}"/>
          </ac:picMkLst>
        </pc:picChg>
        <pc:picChg chg="del mod">
          <ac:chgData name="DEWE, HAYLEY L." userId="5cada80b-0f7b-49a5-96b2-656b100ca6c6" providerId="ADAL" clId="{632DF7FE-9916-4FAF-8457-3521400FFCEA}" dt="2026-02-04T00:36:05.259" v="159024" actId="478"/>
          <ac:picMkLst>
            <pc:docMk/>
            <pc:sldMk cId="3236131477" sldId="1496"/>
            <ac:picMk id="37" creationId="{CEE36D81-83DD-20AA-AE69-E4747F3AE395}"/>
          </ac:picMkLst>
        </pc:picChg>
        <pc:cxnChg chg="del mod">
          <ac:chgData name="DEWE, HAYLEY L." userId="5cada80b-0f7b-49a5-96b2-656b100ca6c6" providerId="ADAL" clId="{632DF7FE-9916-4FAF-8457-3521400FFCEA}" dt="2026-02-04T00:35:56.892" v="159021" actId="478"/>
          <ac:cxnSpMkLst>
            <pc:docMk/>
            <pc:sldMk cId="3236131477" sldId="1496"/>
            <ac:cxnSpMk id="11" creationId="{83D6383D-DC50-8007-3314-58F2DAFEA797}"/>
          </ac:cxnSpMkLst>
        </pc:cxnChg>
      </pc:sldChg>
      <pc:sldChg chg="modSp add mod ord">
        <pc:chgData name="DEWE, HAYLEY L." userId="5cada80b-0f7b-49a5-96b2-656b100ca6c6" providerId="ADAL" clId="{632DF7FE-9916-4FAF-8457-3521400FFCEA}" dt="2026-02-04T01:05:28.727" v="162238" actId="20577"/>
        <pc:sldMkLst>
          <pc:docMk/>
          <pc:sldMk cId="3164714281" sldId="1497"/>
        </pc:sldMkLst>
        <pc:spChg chg="mod">
          <ac:chgData name="DEWE, HAYLEY L." userId="5cada80b-0f7b-49a5-96b2-656b100ca6c6" providerId="ADAL" clId="{632DF7FE-9916-4FAF-8457-3521400FFCEA}" dt="2026-02-04T01:05:28.727" v="162238" actId="20577"/>
          <ac:spMkLst>
            <pc:docMk/>
            <pc:sldMk cId="3164714281" sldId="1497"/>
            <ac:spMk id="4" creationId="{1C73DDC9-17E5-89F8-F075-75DEEB079CE4}"/>
          </ac:spMkLst>
        </pc:spChg>
      </pc:sldChg>
      <pc:sldChg chg="addSp delSp modSp add mod ord modAnim modNotesTx">
        <pc:chgData name="DEWE, HAYLEY L." userId="5cada80b-0f7b-49a5-96b2-656b100ca6c6" providerId="ADAL" clId="{632DF7FE-9916-4FAF-8457-3521400FFCEA}" dt="2026-02-05T10:21:21.548" v="165755" actId="478"/>
        <pc:sldMkLst>
          <pc:docMk/>
          <pc:sldMk cId="2431851813" sldId="1498"/>
        </pc:sldMkLst>
        <pc:spChg chg="mod">
          <ac:chgData name="DEWE, HAYLEY L." userId="5cada80b-0f7b-49a5-96b2-656b100ca6c6" providerId="ADAL" clId="{632DF7FE-9916-4FAF-8457-3521400FFCEA}" dt="2026-02-04T00:55:37.794" v="161578" actId="20577"/>
          <ac:spMkLst>
            <pc:docMk/>
            <pc:sldMk cId="2431851813" sldId="1498"/>
            <ac:spMk id="2" creationId="{B481B03D-97D3-B96E-829C-2BE3B1039EB7}"/>
          </ac:spMkLst>
        </pc:spChg>
        <pc:spChg chg="mod">
          <ac:chgData name="DEWE, HAYLEY L." userId="5cada80b-0f7b-49a5-96b2-656b100ca6c6" providerId="ADAL" clId="{632DF7FE-9916-4FAF-8457-3521400FFCEA}" dt="2026-02-04T00:47:28.864" v="160462" actId="20577"/>
          <ac:spMkLst>
            <pc:docMk/>
            <pc:sldMk cId="2431851813" sldId="1498"/>
            <ac:spMk id="3" creationId="{8D5B583C-80F9-E749-A863-9983CD64515F}"/>
          </ac:spMkLst>
        </pc:spChg>
        <pc:spChg chg="add mod">
          <ac:chgData name="DEWE, HAYLEY L." userId="5cada80b-0f7b-49a5-96b2-656b100ca6c6" providerId="ADAL" clId="{632DF7FE-9916-4FAF-8457-3521400FFCEA}" dt="2026-02-04T00:50:25.990" v="160587" actId="20577"/>
          <ac:spMkLst>
            <pc:docMk/>
            <pc:sldMk cId="2431851813" sldId="1498"/>
            <ac:spMk id="11" creationId="{9CABE9AE-0F13-E9C1-D9C4-A673B8C7BA81}"/>
          </ac:spMkLst>
        </pc:spChg>
        <pc:spChg chg="add mod">
          <ac:chgData name="DEWE, HAYLEY L." userId="5cada80b-0f7b-49a5-96b2-656b100ca6c6" providerId="ADAL" clId="{632DF7FE-9916-4FAF-8457-3521400FFCEA}" dt="2026-02-04T00:50:28.548" v="160589" actId="20577"/>
          <ac:spMkLst>
            <pc:docMk/>
            <pc:sldMk cId="2431851813" sldId="1498"/>
            <ac:spMk id="12" creationId="{E4BE43C8-F575-FCD6-D37E-6E556E13E1FA}"/>
          </ac:spMkLst>
        </pc:spChg>
        <pc:spChg chg="del">
          <ac:chgData name="DEWE, HAYLEY L." userId="5cada80b-0f7b-49a5-96b2-656b100ca6c6" providerId="ADAL" clId="{632DF7FE-9916-4FAF-8457-3521400FFCEA}" dt="2026-02-04T00:47:32.226" v="160463" actId="478"/>
          <ac:spMkLst>
            <pc:docMk/>
            <pc:sldMk cId="2431851813" sldId="1498"/>
            <ac:spMk id="27" creationId="{2CE9BFAF-E9F3-9F97-12AF-ACA965C60358}"/>
          </ac:spMkLst>
        </pc:spChg>
        <pc:spChg chg="mod">
          <ac:chgData name="DEWE, HAYLEY L." userId="5cada80b-0f7b-49a5-96b2-656b100ca6c6" providerId="ADAL" clId="{632DF7FE-9916-4FAF-8457-3521400FFCEA}" dt="2026-02-04T00:49:44.984" v="160535" actId="20577"/>
          <ac:spMkLst>
            <pc:docMk/>
            <pc:sldMk cId="2431851813" sldId="1498"/>
            <ac:spMk id="30" creationId="{5BBC8832-A6A3-8004-FB25-386CC5EB8649}"/>
          </ac:spMkLst>
        </pc:spChg>
        <pc:spChg chg="mod">
          <ac:chgData name="DEWE, HAYLEY L." userId="5cada80b-0f7b-49a5-96b2-656b100ca6c6" providerId="ADAL" clId="{632DF7FE-9916-4FAF-8457-3521400FFCEA}" dt="2026-02-04T00:49:28.857" v="160481" actId="164"/>
          <ac:spMkLst>
            <pc:docMk/>
            <pc:sldMk cId="2431851813" sldId="1498"/>
            <ac:spMk id="33" creationId="{847E438F-AF67-CC18-D148-1F93B19CF2F5}"/>
          </ac:spMkLst>
        </pc:spChg>
        <pc:grpChg chg="add mod">
          <ac:chgData name="DEWE, HAYLEY L." userId="5cada80b-0f7b-49a5-96b2-656b100ca6c6" providerId="ADAL" clId="{632DF7FE-9916-4FAF-8457-3521400FFCEA}" dt="2026-02-04T00:51:51.161" v="161004" actId="14100"/>
          <ac:grpSpMkLst>
            <pc:docMk/>
            <pc:sldMk cId="2431851813" sldId="1498"/>
            <ac:grpSpMk id="7" creationId="{22F55A43-BB10-F909-0A9B-7F72370EDE48}"/>
          </ac:grpSpMkLst>
        </pc:grpChg>
        <pc:picChg chg="add mod ord modCrop">
          <ac:chgData name="DEWE, HAYLEY L." userId="5cada80b-0f7b-49a5-96b2-656b100ca6c6" providerId="ADAL" clId="{632DF7FE-9916-4FAF-8457-3521400FFCEA}" dt="2026-02-04T00:49:28.857" v="160481" actId="164"/>
          <ac:picMkLst>
            <pc:docMk/>
            <pc:sldMk cId="2431851813" sldId="1498"/>
            <ac:picMk id="6" creationId="{0D255F8E-9554-F165-1B8B-D453082DE4C3}"/>
          </ac:picMkLst>
        </pc:picChg>
        <pc:picChg chg="del">
          <ac:chgData name="DEWE, HAYLEY L." userId="5cada80b-0f7b-49a5-96b2-656b100ca6c6" providerId="ADAL" clId="{632DF7FE-9916-4FAF-8457-3521400FFCEA}" dt="2026-02-04T00:49:03.256" v="160468" actId="478"/>
          <ac:picMkLst>
            <pc:docMk/>
            <pc:sldMk cId="2431851813" sldId="1498"/>
            <ac:picMk id="8" creationId="{B9708FC6-AC3C-5E5A-A79F-A47719245E78}"/>
          </ac:picMkLst>
        </pc:picChg>
        <pc:picChg chg="add mod">
          <ac:chgData name="DEWE, HAYLEY L." userId="5cada80b-0f7b-49a5-96b2-656b100ca6c6" providerId="ADAL" clId="{632DF7FE-9916-4FAF-8457-3521400FFCEA}" dt="2026-02-04T00:53:39.798" v="161332" actId="1076"/>
          <ac:picMkLst>
            <pc:docMk/>
            <pc:sldMk cId="2431851813" sldId="1498"/>
            <ac:picMk id="10" creationId="{9333CC60-63F8-6CE3-C110-490C8C4C5D88}"/>
          </ac:picMkLst>
        </pc:picChg>
        <pc:picChg chg="add del">
          <ac:chgData name="DEWE, HAYLEY L." userId="5cada80b-0f7b-49a5-96b2-656b100ca6c6" providerId="ADAL" clId="{632DF7FE-9916-4FAF-8457-3521400FFCEA}" dt="2026-02-05T10:21:21.548" v="165755" actId="478"/>
          <ac:picMkLst>
            <pc:docMk/>
            <pc:sldMk cId="2431851813" sldId="1498"/>
            <ac:picMk id="14" creationId="{F251B862-1E3F-E7FE-10E4-23A55D7FB3F1}"/>
          </ac:picMkLst>
        </pc:picChg>
        <pc:picChg chg="del mod">
          <ac:chgData name="DEWE, HAYLEY L." userId="5cada80b-0f7b-49a5-96b2-656b100ca6c6" providerId="ADAL" clId="{632DF7FE-9916-4FAF-8457-3521400FFCEA}" dt="2026-02-04T00:49:21.143" v="160477" actId="478"/>
          <ac:picMkLst>
            <pc:docMk/>
            <pc:sldMk cId="2431851813" sldId="1498"/>
            <ac:picMk id="29" creationId="{D818A891-21A2-37CE-2B0A-FA74ACF3A258}"/>
          </ac:picMkLst>
        </pc:picChg>
        <pc:picChg chg="del">
          <ac:chgData name="DEWE, HAYLEY L." userId="5cada80b-0f7b-49a5-96b2-656b100ca6c6" providerId="ADAL" clId="{632DF7FE-9916-4FAF-8457-3521400FFCEA}" dt="2026-02-04T00:47:32.730" v="160464" actId="478"/>
          <ac:picMkLst>
            <pc:docMk/>
            <pc:sldMk cId="2431851813" sldId="1498"/>
            <ac:picMk id="32" creationId="{9F69752D-E769-A79E-6876-FB3991606F2B}"/>
          </ac:picMkLst>
        </pc:picChg>
      </pc:sldChg>
      <pc:sldChg chg="addSp delSp modSp add mod ord delAnim modAnim">
        <pc:chgData name="DEWE, HAYLEY L." userId="5cada80b-0f7b-49a5-96b2-656b100ca6c6" providerId="ADAL" clId="{632DF7FE-9916-4FAF-8457-3521400FFCEA}" dt="2026-02-04T12:38:47.508" v="165719"/>
        <pc:sldMkLst>
          <pc:docMk/>
          <pc:sldMk cId="990989194" sldId="1499"/>
        </pc:sldMkLst>
        <pc:spChg chg="mod">
          <ac:chgData name="DEWE, HAYLEY L." userId="5cada80b-0f7b-49a5-96b2-656b100ca6c6" providerId="ADAL" clId="{632DF7FE-9916-4FAF-8457-3521400FFCEA}" dt="2026-02-04T00:56:54.599" v="161583" actId="20577"/>
          <ac:spMkLst>
            <pc:docMk/>
            <pc:sldMk cId="990989194" sldId="1499"/>
            <ac:spMk id="2" creationId="{63EC6573-26D9-D502-ACB4-B9C46AC10332}"/>
          </ac:spMkLst>
        </pc:spChg>
        <pc:spChg chg="del">
          <ac:chgData name="DEWE, HAYLEY L." userId="5cada80b-0f7b-49a5-96b2-656b100ca6c6" providerId="ADAL" clId="{632DF7FE-9916-4FAF-8457-3521400FFCEA}" dt="2026-02-04T00:54:06.424" v="161338" actId="478"/>
          <ac:spMkLst>
            <pc:docMk/>
            <pc:sldMk cId="990989194" sldId="1499"/>
            <ac:spMk id="11" creationId="{32F736C8-78E6-DA85-E517-41474F19423E}"/>
          </ac:spMkLst>
        </pc:spChg>
        <pc:spChg chg="del">
          <ac:chgData name="DEWE, HAYLEY L." userId="5cada80b-0f7b-49a5-96b2-656b100ca6c6" providerId="ADAL" clId="{632DF7FE-9916-4FAF-8457-3521400FFCEA}" dt="2026-02-04T00:54:11.067" v="161342" actId="478"/>
          <ac:spMkLst>
            <pc:docMk/>
            <pc:sldMk cId="990989194" sldId="1499"/>
            <ac:spMk id="12" creationId="{AA9DBAED-53F2-8384-39AB-691AF7F43E93}"/>
          </ac:spMkLst>
        </pc:spChg>
        <pc:spChg chg="add mod">
          <ac:chgData name="DEWE, HAYLEY L." userId="5cada80b-0f7b-49a5-96b2-656b100ca6c6" providerId="ADAL" clId="{632DF7FE-9916-4FAF-8457-3521400FFCEA}" dt="2026-02-04T00:57:03.497" v="161586" actId="1076"/>
          <ac:spMkLst>
            <pc:docMk/>
            <pc:sldMk cId="990989194" sldId="1499"/>
            <ac:spMk id="15" creationId="{7A9A692E-2403-BE8A-9FB7-748EFA56366A}"/>
          </ac:spMkLst>
        </pc:spChg>
        <pc:spChg chg="add mod">
          <ac:chgData name="DEWE, HAYLEY L." userId="5cada80b-0f7b-49a5-96b2-656b100ca6c6" providerId="ADAL" clId="{632DF7FE-9916-4FAF-8457-3521400FFCEA}" dt="2026-02-04T00:57:58.534" v="161646" actId="14100"/>
          <ac:spMkLst>
            <pc:docMk/>
            <pc:sldMk cId="990989194" sldId="1499"/>
            <ac:spMk id="16" creationId="{0578898C-45D8-98C4-9B76-BEAEFD6BF116}"/>
          </ac:spMkLst>
        </pc:spChg>
        <pc:spChg chg="add mod ord">
          <ac:chgData name="DEWE, HAYLEY L." userId="5cada80b-0f7b-49a5-96b2-656b100ca6c6" providerId="ADAL" clId="{632DF7FE-9916-4FAF-8457-3521400FFCEA}" dt="2026-02-04T00:58:43.497" v="161717" actId="20577"/>
          <ac:spMkLst>
            <pc:docMk/>
            <pc:sldMk cId="990989194" sldId="1499"/>
            <ac:spMk id="20" creationId="{A1BB4C21-6CB1-D3C0-FBE2-945C38FD25C8}"/>
          </ac:spMkLst>
        </pc:spChg>
        <pc:spChg chg="del">
          <ac:chgData name="DEWE, HAYLEY L." userId="5cada80b-0f7b-49a5-96b2-656b100ca6c6" providerId="ADAL" clId="{632DF7FE-9916-4FAF-8457-3521400FFCEA}" dt="2026-02-04T00:54:04.638" v="161337" actId="478"/>
          <ac:spMkLst>
            <pc:docMk/>
            <pc:sldMk cId="990989194" sldId="1499"/>
            <ac:spMk id="30" creationId="{B491533E-E155-5DE7-6CD8-57997818F558}"/>
          </ac:spMkLst>
        </pc:spChg>
        <pc:grpChg chg="del">
          <ac:chgData name="DEWE, HAYLEY L." userId="5cada80b-0f7b-49a5-96b2-656b100ca6c6" providerId="ADAL" clId="{632DF7FE-9916-4FAF-8457-3521400FFCEA}" dt="2026-02-04T00:54:07.250" v="161339" actId="478"/>
          <ac:grpSpMkLst>
            <pc:docMk/>
            <pc:sldMk cId="990989194" sldId="1499"/>
            <ac:grpSpMk id="7" creationId="{DF3D55F2-6814-E0FD-7889-264D4C97BAE2}"/>
          </ac:grpSpMkLst>
        </pc:grpChg>
        <pc:picChg chg="add mod">
          <ac:chgData name="DEWE, HAYLEY L." userId="5cada80b-0f7b-49a5-96b2-656b100ca6c6" providerId="ADAL" clId="{632DF7FE-9916-4FAF-8457-3521400FFCEA}" dt="2026-02-04T00:57:03.497" v="161586" actId="1076"/>
          <ac:picMkLst>
            <pc:docMk/>
            <pc:sldMk cId="990989194" sldId="1499"/>
            <ac:picMk id="8" creationId="{AE117F64-3240-66BF-1C21-1D30D3219545}"/>
          </ac:picMkLst>
        </pc:picChg>
        <pc:picChg chg="del">
          <ac:chgData name="DEWE, HAYLEY L." userId="5cada80b-0f7b-49a5-96b2-656b100ca6c6" providerId="ADAL" clId="{632DF7FE-9916-4FAF-8457-3521400FFCEA}" dt="2026-02-04T00:54:09.987" v="161341" actId="478"/>
          <ac:picMkLst>
            <pc:docMk/>
            <pc:sldMk cId="990989194" sldId="1499"/>
            <ac:picMk id="10" creationId="{6B64CCFD-E2A0-62E7-C9AA-4F3D2DC06C26}"/>
          </ac:picMkLst>
        </pc:picChg>
        <pc:picChg chg="add mod">
          <ac:chgData name="DEWE, HAYLEY L." userId="5cada80b-0f7b-49a5-96b2-656b100ca6c6" providerId="ADAL" clId="{632DF7FE-9916-4FAF-8457-3521400FFCEA}" dt="2026-02-04T00:57:53.846" v="161644" actId="1076"/>
          <ac:picMkLst>
            <pc:docMk/>
            <pc:sldMk cId="990989194" sldId="1499"/>
            <ac:picMk id="13" creationId="{4DF79C38-C1D1-2A0B-4D8C-6867DCA585F2}"/>
          </ac:picMkLst>
        </pc:picChg>
        <pc:picChg chg="del">
          <ac:chgData name="DEWE, HAYLEY L." userId="5cada80b-0f7b-49a5-96b2-656b100ca6c6" providerId="ADAL" clId="{632DF7FE-9916-4FAF-8457-3521400FFCEA}" dt="2026-02-04T00:54:09.592" v="161340" actId="478"/>
          <ac:picMkLst>
            <pc:docMk/>
            <pc:sldMk cId="990989194" sldId="1499"/>
            <ac:picMk id="14" creationId="{4BCB9CE1-B2AB-870E-3E81-08B903B65F9D}"/>
          </ac:picMkLst>
        </pc:picChg>
        <pc:picChg chg="add del">
          <ac:chgData name="DEWE, HAYLEY L." userId="5cada80b-0f7b-49a5-96b2-656b100ca6c6" providerId="ADAL" clId="{632DF7FE-9916-4FAF-8457-3521400FFCEA}" dt="2026-02-04T01:35:14.202" v="164262" actId="22"/>
          <ac:picMkLst>
            <pc:docMk/>
            <pc:sldMk cId="990989194" sldId="1499"/>
            <ac:picMk id="25" creationId="{0642AD62-FC81-5BED-BFD2-767E1A699F63}"/>
          </ac:picMkLst>
        </pc:picChg>
        <pc:cxnChg chg="add del mod">
          <ac:chgData name="DEWE, HAYLEY L." userId="5cada80b-0f7b-49a5-96b2-656b100ca6c6" providerId="ADAL" clId="{632DF7FE-9916-4FAF-8457-3521400FFCEA}" dt="2026-02-04T01:35:28.099" v="164268" actId="478"/>
          <ac:cxnSpMkLst>
            <pc:docMk/>
            <pc:sldMk cId="990989194" sldId="1499"/>
            <ac:cxnSpMk id="17" creationId="{820BADBA-2F54-5EA8-0254-D0B158295C44}"/>
          </ac:cxnSpMkLst>
        </pc:cxnChg>
        <pc:cxnChg chg="add del mod">
          <ac:chgData name="DEWE, HAYLEY L." userId="5cada80b-0f7b-49a5-96b2-656b100ca6c6" providerId="ADAL" clId="{632DF7FE-9916-4FAF-8457-3521400FFCEA}" dt="2026-02-04T01:35:21.369" v="164263" actId="478"/>
          <ac:cxnSpMkLst>
            <pc:docMk/>
            <pc:sldMk cId="990989194" sldId="1499"/>
            <ac:cxnSpMk id="21" creationId="{581B3DB2-E750-7E11-5DBF-A2ADF03A316C}"/>
          </ac:cxnSpMkLst>
        </pc:cxnChg>
        <pc:cxnChg chg="add mod">
          <ac:chgData name="DEWE, HAYLEY L." userId="5cada80b-0f7b-49a5-96b2-656b100ca6c6" providerId="ADAL" clId="{632DF7FE-9916-4FAF-8457-3521400FFCEA}" dt="2026-02-04T01:35:25.525" v="164266" actId="14100"/>
          <ac:cxnSpMkLst>
            <pc:docMk/>
            <pc:sldMk cId="990989194" sldId="1499"/>
            <ac:cxnSpMk id="26" creationId="{C33F1251-4314-1F8F-C62D-DDEF5C5708F4}"/>
          </ac:cxnSpMkLst>
        </pc:cxnChg>
        <pc:cxnChg chg="add mod">
          <ac:chgData name="DEWE, HAYLEY L." userId="5cada80b-0f7b-49a5-96b2-656b100ca6c6" providerId="ADAL" clId="{632DF7FE-9916-4FAF-8457-3521400FFCEA}" dt="2026-02-04T01:35:30.052" v="164269" actId="14100"/>
          <ac:cxnSpMkLst>
            <pc:docMk/>
            <pc:sldMk cId="990989194" sldId="1499"/>
            <ac:cxnSpMk id="28" creationId="{EA9D1D1B-7DF4-647D-A3C3-50BAC02BB125}"/>
          </ac:cxnSpMkLst>
        </pc:cxnChg>
      </pc:sldChg>
      <pc:sldChg chg="addSp delSp modSp add mod ord delAnim modNotesTx">
        <pc:chgData name="DEWE, HAYLEY L." userId="5cada80b-0f7b-49a5-96b2-656b100ca6c6" providerId="ADAL" clId="{632DF7FE-9916-4FAF-8457-3521400FFCEA}" dt="2026-02-04T12:42:45.991" v="165744" actId="20577"/>
        <pc:sldMkLst>
          <pc:docMk/>
          <pc:sldMk cId="3481879496" sldId="1500"/>
        </pc:sldMkLst>
        <pc:spChg chg="mod">
          <ac:chgData name="DEWE, HAYLEY L." userId="5cada80b-0f7b-49a5-96b2-656b100ca6c6" providerId="ADAL" clId="{632DF7FE-9916-4FAF-8457-3521400FFCEA}" dt="2026-02-04T02:02:41.388" v="164550" actId="20577"/>
          <ac:spMkLst>
            <pc:docMk/>
            <pc:sldMk cId="3481879496" sldId="1500"/>
            <ac:spMk id="2" creationId="{5E7AB6AC-8E2A-3789-827F-C9AFB122D644}"/>
          </ac:spMkLst>
        </pc:spChg>
        <pc:spChg chg="del mod">
          <ac:chgData name="DEWE, HAYLEY L." userId="5cada80b-0f7b-49a5-96b2-656b100ca6c6" providerId="ADAL" clId="{632DF7FE-9916-4FAF-8457-3521400FFCEA}" dt="2026-02-04T00:59:34.280" v="161761" actId="478"/>
          <ac:spMkLst>
            <pc:docMk/>
            <pc:sldMk cId="3481879496" sldId="1500"/>
            <ac:spMk id="3" creationId="{1729624A-640E-92DB-0564-76817A92390C}"/>
          </ac:spMkLst>
        </pc:spChg>
        <pc:spChg chg="mod">
          <ac:chgData name="DEWE, HAYLEY L." userId="5cada80b-0f7b-49a5-96b2-656b100ca6c6" providerId="ADAL" clId="{632DF7FE-9916-4FAF-8457-3521400FFCEA}" dt="2026-02-04T00:59:22.250" v="161759" actId="6549"/>
          <ac:spMkLst>
            <pc:docMk/>
            <pc:sldMk cId="3481879496" sldId="1500"/>
            <ac:spMk id="5" creationId="{58CB9663-06E0-8773-3014-18928728B3A8}"/>
          </ac:spMkLst>
        </pc:spChg>
        <pc:spChg chg="add mod">
          <ac:chgData name="DEWE, HAYLEY L." userId="5cada80b-0f7b-49a5-96b2-656b100ca6c6" providerId="ADAL" clId="{632DF7FE-9916-4FAF-8457-3521400FFCEA}" dt="2026-02-04T01:17:46.040" v="163554" actId="6549"/>
          <ac:spMkLst>
            <pc:docMk/>
            <pc:sldMk cId="3481879496" sldId="1500"/>
            <ac:spMk id="9" creationId="{F6021BA5-3553-C12C-9E48-81E1467D80C5}"/>
          </ac:spMkLst>
        </pc:spChg>
        <pc:spChg chg="del">
          <ac:chgData name="DEWE, HAYLEY L." userId="5cada80b-0f7b-49a5-96b2-656b100ca6c6" providerId="ADAL" clId="{632DF7FE-9916-4FAF-8457-3521400FFCEA}" dt="2026-02-04T00:59:54.849" v="161841" actId="478"/>
          <ac:spMkLst>
            <pc:docMk/>
            <pc:sldMk cId="3481879496" sldId="1500"/>
            <ac:spMk id="15" creationId="{42661B94-ED82-1045-77E3-AEB758CA8827}"/>
          </ac:spMkLst>
        </pc:spChg>
        <pc:spChg chg="del">
          <ac:chgData name="DEWE, HAYLEY L." userId="5cada80b-0f7b-49a5-96b2-656b100ca6c6" providerId="ADAL" clId="{632DF7FE-9916-4FAF-8457-3521400FFCEA}" dt="2026-02-04T00:59:57.977" v="161844" actId="478"/>
          <ac:spMkLst>
            <pc:docMk/>
            <pc:sldMk cId="3481879496" sldId="1500"/>
            <ac:spMk id="16" creationId="{1BA9F642-D073-9DB6-FD32-396E06E33D17}"/>
          </ac:spMkLst>
        </pc:spChg>
        <pc:spChg chg="del">
          <ac:chgData name="DEWE, HAYLEY L." userId="5cada80b-0f7b-49a5-96b2-656b100ca6c6" providerId="ADAL" clId="{632DF7FE-9916-4FAF-8457-3521400FFCEA}" dt="2026-02-04T00:59:56.078" v="161842" actId="478"/>
          <ac:spMkLst>
            <pc:docMk/>
            <pc:sldMk cId="3481879496" sldId="1500"/>
            <ac:spMk id="20" creationId="{C2EAA4D0-FE43-816F-34C0-981D742A2625}"/>
          </ac:spMkLst>
        </pc:spChg>
        <pc:picChg chg="add mod">
          <ac:chgData name="DEWE, HAYLEY L." userId="5cada80b-0f7b-49a5-96b2-656b100ca6c6" providerId="ADAL" clId="{632DF7FE-9916-4FAF-8457-3521400FFCEA}" dt="2026-02-04T01:03:26.644" v="162188" actId="1076"/>
          <ac:picMkLst>
            <pc:docMk/>
            <pc:sldMk cId="3481879496" sldId="1500"/>
            <ac:picMk id="4" creationId="{3F20509F-1B28-53D8-2719-260284259BD6}"/>
          </ac:picMkLst>
        </pc:picChg>
        <pc:picChg chg="add mod">
          <ac:chgData name="DEWE, HAYLEY L." userId="5cada80b-0f7b-49a5-96b2-656b100ca6c6" providerId="ADAL" clId="{632DF7FE-9916-4FAF-8457-3521400FFCEA}" dt="2026-02-04T01:03:18.827" v="162185"/>
          <ac:picMkLst>
            <pc:docMk/>
            <pc:sldMk cId="3481879496" sldId="1500"/>
            <ac:picMk id="6" creationId="{9A99ABE7-249D-98D7-7225-D08FC46F388A}"/>
          </ac:picMkLst>
        </pc:picChg>
        <pc:picChg chg="del">
          <ac:chgData name="DEWE, HAYLEY L." userId="5cada80b-0f7b-49a5-96b2-656b100ca6c6" providerId="ADAL" clId="{632DF7FE-9916-4FAF-8457-3521400FFCEA}" dt="2026-02-04T00:59:53.540" v="161839" actId="478"/>
          <ac:picMkLst>
            <pc:docMk/>
            <pc:sldMk cId="3481879496" sldId="1500"/>
            <ac:picMk id="8" creationId="{E35F4A1C-EC69-22C0-216E-F743646F3337}"/>
          </ac:picMkLst>
        </pc:picChg>
        <pc:picChg chg="del">
          <ac:chgData name="DEWE, HAYLEY L." userId="5cada80b-0f7b-49a5-96b2-656b100ca6c6" providerId="ADAL" clId="{632DF7FE-9916-4FAF-8457-3521400FFCEA}" dt="2026-02-04T00:59:56.787" v="161843" actId="478"/>
          <ac:picMkLst>
            <pc:docMk/>
            <pc:sldMk cId="3481879496" sldId="1500"/>
            <ac:picMk id="13" creationId="{47253CE6-1AFD-04CF-B45D-F8654718FC2C}"/>
          </ac:picMkLst>
        </pc:picChg>
        <pc:cxnChg chg="del">
          <ac:chgData name="DEWE, HAYLEY L." userId="5cada80b-0f7b-49a5-96b2-656b100ca6c6" providerId="ADAL" clId="{632DF7FE-9916-4FAF-8457-3521400FFCEA}" dt="2026-02-04T00:59:54.467" v="161840" actId="478"/>
          <ac:cxnSpMkLst>
            <pc:docMk/>
            <pc:sldMk cId="3481879496" sldId="1500"/>
            <ac:cxnSpMk id="17" creationId="{8C102847-21B6-315E-0967-181ABD97BD0B}"/>
          </ac:cxnSpMkLst>
        </pc:cxnChg>
        <pc:cxnChg chg="del">
          <ac:chgData name="DEWE, HAYLEY L." userId="5cada80b-0f7b-49a5-96b2-656b100ca6c6" providerId="ADAL" clId="{632DF7FE-9916-4FAF-8457-3521400FFCEA}" dt="2026-02-04T00:59:58.498" v="161845" actId="478"/>
          <ac:cxnSpMkLst>
            <pc:docMk/>
            <pc:sldMk cId="3481879496" sldId="1500"/>
            <ac:cxnSpMk id="21" creationId="{C67B4B98-80E9-24A1-455D-3EAFF476AE5A}"/>
          </ac:cxnSpMkLst>
        </pc:cxnChg>
      </pc:sldChg>
      <pc:sldChg chg="modSp add del ord">
        <pc:chgData name="DEWE, HAYLEY L." userId="5cada80b-0f7b-49a5-96b2-656b100ca6c6" providerId="ADAL" clId="{632DF7FE-9916-4FAF-8457-3521400FFCEA}" dt="2026-02-04T01:15:20.390" v="163359" actId="47"/>
        <pc:sldMkLst>
          <pc:docMk/>
          <pc:sldMk cId="426373366" sldId="1501"/>
        </pc:sldMkLst>
        <pc:spChg chg="mod">
          <ac:chgData name="DEWE, HAYLEY L." userId="5cada80b-0f7b-49a5-96b2-656b100ca6c6" providerId="ADAL" clId="{632DF7FE-9916-4FAF-8457-3521400FFCEA}" dt="2026-02-04T01:14:57.776" v="163334" actId="20577"/>
          <ac:spMkLst>
            <pc:docMk/>
            <pc:sldMk cId="426373366" sldId="1501"/>
            <ac:spMk id="3" creationId="{6D04D523-C5EB-E7B2-7D8F-F66D5DF5E89D}"/>
          </ac:spMkLst>
        </pc:spChg>
      </pc:sldChg>
      <pc:sldChg chg="add del">
        <pc:chgData name="DEWE, HAYLEY L." userId="5cada80b-0f7b-49a5-96b2-656b100ca6c6" providerId="ADAL" clId="{632DF7FE-9916-4FAF-8457-3521400FFCEA}" dt="2026-02-04T01:04:57.323" v="162223" actId="2890"/>
        <pc:sldMkLst>
          <pc:docMk/>
          <pc:sldMk cId="1201562002" sldId="1501"/>
        </pc:sldMkLst>
      </pc:sldChg>
      <pc:sldChg chg="modSp add mod ord modAnim">
        <pc:chgData name="DEWE, HAYLEY L." userId="5cada80b-0f7b-49a5-96b2-656b100ca6c6" providerId="ADAL" clId="{632DF7FE-9916-4FAF-8457-3521400FFCEA}" dt="2026-02-04T01:20:34.224" v="163568" actId="6549"/>
        <pc:sldMkLst>
          <pc:docMk/>
          <pc:sldMk cId="1737955693" sldId="1502"/>
        </pc:sldMkLst>
        <pc:spChg chg="mod">
          <ac:chgData name="DEWE, HAYLEY L." userId="5cada80b-0f7b-49a5-96b2-656b100ca6c6" providerId="ADAL" clId="{632DF7FE-9916-4FAF-8457-3521400FFCEA}" dt="2026-02-04T01:20:34.224" v="163568" actId="6549"/>
          <ac:spMkLst>
            <pc:docMk/>
            <pc:sldMk cId="1737955693" sldId="1502"/>
            <ac:spMk id="3" creationId="{47E98CB7-5A07-A970-086D-82C85AFC363C}"/>
          </ac:spMkLst>
        </pc:spChg>
        <pc:spChg chg="mod">
          <ac:chgData name="DEWE, HAYLEY L." userId="5cada80b-0f7b-49a5-96b2-656b100ca6c6" providerId="ADAL" clId="{632DF7FE-9916-4FAF-8457-3521400FFCEA}" dt="2026-02-04T01:16:05.602" v="163459" actId="1076"/>
          <ac:spMkLst>
            <pc:docMk/>
            <pc:sldMk cId="1737955693" sldId="1502"/>
            <ac:spMk id="6" creationId="{8247E136-6AE6-30FC-2485-6016F201D61F}"/>
          </ac:spMkLst>
        </pc:spChg>
      </pc:sldChg>
      <pc:sldChg chg="addSp delSp modSp add mod ord modNotesTx">
        <pc:chgData name="DEWE, HAYLEY L." userId="5cada80b-0f7b-49a5-96b2-656b100ca6c6" providerId="ADAL" clId="{632DF7FE-9916-4FAF-8457-3521400FFCEA}" dt="2026-02-04T12:42:53.509" v="165745" actId="20577"/>
        <pc:sldMkLst>
          <pc:docMk/>
          <pc:sldMk cId="1379847503" sldId="1503"/>
        </pc:sldMkLst>
        <pc:spChg chg="add mod">
          <ac:chgData name="DEWE, HAYLEY L." userId="5cada80b-0f7b-49a5-96b2-656b100ca6c6" providerId="ADAL" clId="{632DF7FE-9916-4FAF-8457-3521400FFCEA}" dt="2026-02-04T01:28:35.917" v="163837" actId="1076"/>
          <ac:spMkLst>
            <pc:docMk/>
            <pc:sldMk cId="1379847503" sldId="1503"/>
            <ac:spMk id="2" creationId="{7E50DD7E-05EA-22F0-4A11-4ACBED346D50}"/>
          </ac:spMkLst>
        </pc:spChg>
        <pc:spChg chg="mod">
          <ac:chgData name="DEWE, HAYLEY L." userId="5cada80b-0f7b-49a5-96b2-656b100ca6c6" providerId="ADAL" clId="{632DF7FE-9916-4FAF-8457-3521400FFCEA}" dt="2026-02-04T01:29:35.715" v="163987" actId="20577"/>
          <ac:spMkLst>
            <pc:docMk/>
            <pc:sldMk cId="1379847503" sldId="1503"/>
            <ac:spMk id="3" creationId="{80B08A19-7857-0222-B27F-B809A0C35DE8}"/>
          </ac:spMkLst>
        </pc:spChg>
        <pc:spChg chg="mod">
          <ac:chgData name="DEWE, HAYLEY L." userId="5cada80b-0f7b-49a5-96b2-656b100ca6c6" providerId="ADAL" clId="{632DF7FE-9916-4FAF-8457-3521400FFCEA}" dt="2026-02-04T01:28:29.826" v="163836" actId="1076"/>
          <ac:spMkLst>
            <pc:docMk/>
            <pc:sldMk cId="1379847503" sldId="1503"/>
            <ac:spMk id="5" creationId="{61E79957-31CA-272C-8A67-4C273F9391D6}"/>
          </ac:spMkLst>
        </pc:spChg>
        <pc:spChg chg="add mod">
          <ac:chgData name="DEWE, HAYLEY L." userId="5cada80b-0f7b-49a5-96b2-656b100ca6c6" providerId="ADAL" clId="{632DF7FE-9916-4FAF-8457-3521400FFCEA}" dt="2026-02-04T01:21:38.142" v="163649"/>
          <ac:spMkLst>
            <pc:docMk/>
            <pc:sldMk cId="1379847503" sldId="1503"/>
            <ac:spMk id="6" creationId="{6365D6DB-1C64-4790-65ED-2A8D994A6D57}"/>
          </ac:spMkLst>
        </pc:spChg>
        <pc:picChg chg="add del mod">
          <ac:chgData name="DEWE, HAYLEY L." userId="5cada80b-0f7b-49a5-96b2-656b100ca6c6" providerId="ADAL" clId="{632DF7FE-9916-4FAF-8457-3521400FFCEA}" dt="2026-02-04T01:25:46.786" v="163779" actId="478"/>
          <ac:picMkLst>
            <pc:docMk/>
            <pc:sldMk cId="1379847503" sldId="1503"/>
            <ac:picMk id="4" creationId="{EDD082BA-2917-F2DC-18EE-8C8B6060B8AF}"/>
          </ac:picMkLst>
        </pc:picChg>
      </pc:sldChg>
      <pc:sldChg chg="add del">
        <pc:chgData name="DEWE, HAYLEY L." userId="5cada80b-0f7b-49a5-96b2-656b100ca6c6" providerId="ADAL" clId="{632DF7FE-9916-4FAF-8457-3521400FFCEA}" dt="2026-02-04T01:30:13.048" v="163989" actId="47"/>
        <pc:sldMkLst>
          <pc:docMk/>
          <pc:sldMk cId="284196378" sldId="1504"/>
        </pc:sldMkLst>
      </pc:sldChg>
      <pc:sldChg chg="addSp delSp modSp add mod ord modAnim modNotesTx">
        <pc:chgData name="DEWE, HAYLEY L." userId="5cada80b-0f7b-49a5-96b2-656b100ca6c6" providerId="ADAL" clId="{632DF7FE-9916-4FAF-8457-3521400FFCEA}" dt="2026-02-04T01:35:08.737" v="164260" actId="14100"/>
        <pc:sldMkLst>
          <pc:docMk/>
          <pc:sldMk cId="3987962748" sldId="1504"/>
        </pc:sldMkLst>
        <pc:spChg chg="del">
          <ac:chgData name="DEWE, HAYLEY L." userId="5cada80b-0f7b-49a5-96b2-656b100ca6c6" providerId="ADAL" clId="{632DF7FE-9916-4FAF-8457-3521400FFCEA}" dt="2026-02-04T01:30:32.737" v="164045" actId="478"/>
          <ac:spMkLst>
            <pc:docMk/>
            <pc:sldMk cId="3987962748" sldId="1504"/>
            <ac:spMk id="2" creationId="{31899F8B-0B64-2826-D108-007D9080CEDF}"/>
          </ac:spMkLst>
        </pc:spChg>
        <pc:spChg chg="mod">
          <ac:chgData name="DEWE, HAYLEY L." userId="5cada80b-0f7b-49a5-96b2-656b100ca6c6" providerId="ADAL" clId="{632DF7FE-9916-4FAF-8457-3521400FFCEA}" dt="2026-02-04T01:34:56.841" v="164256" actId="1076"/>
          <ac:spMkLst>
            <pc:docMk/>
            <pc:sldMk cId="3987962748" sldId="1504"/>
            <ac:spMk id="3" creationId="{E992F14E-DCF1-5B46-640C-88455B1ACAE6}"/>
          </ac:spMkLst>
        </pc:spChg>
        <pc:spChg chg="mod">
          <ac:chgData name="DEWE, HAYLEY L." userId="5cada80b-0f7b-49a5-96b2-656b100ca6c6" providerId="ADAL" clId="{632DF7FE-9916-4FAF-8457-3521400FFCEA}" dt="2026-02-04T01:31:10.961" v="164129" actId="1076"/>
          <ac:spMkLst>
            <pc:docMk/>
            <pc:sldMk cId="3987962748" sldId="1504"/>
            <ac:spMk id="5" creationId="{9A6EC528-54D9-31EF-3EB3-768701543A53}"/>
          </ac:spMkLst>
        </pc:spChg>
        <pc:spChg chg="add del mod">
          <ac:chgData name="DEWE, HAYLEY L." userId="5cada80b-0f7b-49a5-96b2-656b100ca6c6" providerId="ADAL" clId="{632DF7FE-9916-4FAF-8457-3521400FFCEA}" dt="2026-02-04T01:34:59.962" v="164257" actId="478"/>
          <ac:spMkLst>
            <pc:docMk/>
            <pc:sldMk cId="3987962748" sldId="1504"/>
            <ac:spMk id="9" creationId="{464F1DCB-FB04-A20E-38C1-D0331E0FB7B2}"/>
          </ac:spMkLst>
        </pc:spChg>
        <pc:picChg chg="add del mod">
          <ac:chgData name="DEWE, HAYLEY L." userId="5cada80b-0f7b-49a5-96b2-656b100ca6c6" providerId="ADAL" clId="{632DF7FE-9916-4FAF-8457-3521400FFCEA}" dt="2026-02-04T01:34:26.767" v="164241" actId="478"/>
          <ac:picMkLst>
            <pc:docMk/>
            <pc:sldMk cId="3987962748" sldId="1504"/>
            <ac:picMk id="6" creationId="{64435B61-37CF-B5ED-6663-29234B6F7444}"/>
          </ac:picMkLst>
        </pc:picChg>
        <pc:picChg chg="add del mod">
          <ac:chgData name="DEWE, HAYLEY L." userId="5cada80b-0f7b-49a5-96b2-656b100ca6c6" providerId="ADAL" clId="{632DF7FE-9916-4FAF-8457-3521400FFCEA}" dt="2026-02-04T01:33:39.061" v="164223" actId="478"/>
          <ac:picMkLst>
            <pc:docMk/>
            <pc:sldMk cId="3987962748" sldId="1504"/>
            <ac:picMk id="8" creationId="{86C108E6-47EA-1DE9-EE6B-E68B0D437E00}"/>
          </ac:picMkLst>
        </pc:picChg>
        <pc:picChg chg="add mod ord">
          <ac:chgData name="DEWE, HAYLEY L." userId="5cada80b-0f7b-49a5-96b2-656b100ca6c6" providerId="ADAL" clId="{632DF7FE-9916-4FAF-8457-3521400FFCEA}" dt="2026-02-04T01:34:41.140" v="164249" actId="1076"/>
          <ac:picMkLst>
            <pc:docMk/>
            <pc:sldMk cId="3987962748" sldId="1504"/>
            <ac:picMk id="12" creationId="{9D49D9E7-7E48-98D0-72F3-32E23B4E9AC0}"/>
          </ac:picMkLst>
        </pc:picChg>
        <pc:picChg chg="add mod modCrop">
          <ac:chgData name="DEWE, HAYLEY L." userId="5cada80b-0f7b-49a5-96b2-656b100ca6c6" providerId="ADAL" clId="{632DF7FE-9916-4FAF-8457-3521400FFCEA}" dt="2026-02-04T01:34:35.902" v="164247" actId="1076"/>
          <ac:picMkLst>
            <pc:docMk/>
            <pc:sldMk cId="3987962748" sldId="1504"/>
            <ac:picMk id="19" creationId="{6EC618C2-3672-9F7D-98E9-7970E0C3CABD}"/>
          </ac:picMkLst>
        </pc:picChg>
        <pc:cxnChg chg="add mod">
          <ac:chgData name="DEWE, HAYLEY L." userId="5cada80b-0f7b-49a5-96b2-656b100ca6c6" providerId="ADAL" clId="{632DF7FE-9916-4FAF-8457-3521400FFCEA}" dt="2026-02-04T01:35:04.947" v="164259" actId="14100"/>
          <ac:cxnSpMkLst>
            <pc:docMk/>
            <pc:sldMk cId="3987962748" sldId="1504"/>
            <ac:cxnSpMk id="10" creationId="{9E05C053-33E7-28D0-DFC4-017B4434ABB8}"/>
          </ac:cxnSpMkLst>
        </pc:cxnChg>
        <pc:cxnChg chg="add mod">
          <ac:chgData name="DEWE, HAYLEY L." userId="5cada80b-0f7b-49a5-96b2-656b100ca6c6" providerId="ADAL" clId="{632DF7FE-9916-4FAF-8457-3521400FFCEA}" dt="2026-02-04T01:35:08.737" v="164260" actId="14100"/>
          <ac:cxnSpMkLst>
            <pc:docMk/>
            <pc:sldMk cId="3987962748" sldId="1504"/>
            <ac:cxnSpMk id="17" creationId="{E942CD45-2A65-3D8D-DC5D-DD48032F2DBB}"/>
          </ac:cxnSpMkLst>
        </pc:cxnChg>
      </pc:sldChg>
      <pc:sldChg chg="delSp modSp add del mod ord">
        <pc:chgData name="DEWE, HAYLEY L." userId="5cada80b-0f7b-49a5-96b2-656b100ca6c6" providerId="ADAL" clId="{632DF7FE-9916-4FAF-8457-3521400FFCEA}" dt="2026-02-04T01:42:38.665" v="164361" actId="47"/>
        <pc:sldMkLst>
          <pc:docMk/>
          <pc:sldMk cId="2192219085" sldId="1505"/>
        </pc:sldMkLst>
        <pc:spChg chg="mod">
          <ac:chgData name="DEWE, HAYLEY L." userId="5cada80b-0f7b-49a5-96b2-656b100ca6c6" providerId="ADAL" clId="{632DF7FE-9916-4FAF-8457-3521400FFCEA}" dt="2026-02-04T01:37:10.008" v="164314" actId="1076"/>
          <ac:spMkLst>
            <pc:docMk/>
            <pc:sldMk cId="2192219085" sldId="1505"/>
            <ac:spMk id="2" creationId="{E92BCC20-5B16-7057-67B8-2D184F85BBB1}"/>
          </ac:spMkLst>
        </pc:spChg>
        <pc:spChg chg="mod">
          <ac:chgData name="DEWE, HAYLEY L." userId="5cada80b-0f7b-49a5-96b2-656b100ca6c6" providerId="ADAL" clId="{632DF7FE-9916-4FAF-8457-3521400FFCEA}" dt="2026-02-04T01:37:03.412" v="164313" actId="207"/>
          <ac:spMkLst>
            <pc:docMk/>
            <pc:sldMk cId="2192219085" sldId="1505"/>
            <ac:spMk id="3" creationId="{1F2A6D81-473B-299E-81CD-60F90EF7FCA0}"/>
          </ac:spMkLst>
        </pc:spChg>
        <pc:spChg chg="mod">
          <ac:chgData name="DEWE, HAYLEY L." userId="5cada80b-0f7b-49a5-96b2-656b100ca6c6" providerId="ADAL" clId="{632DF7FE-9916-4FAF-8457-3521400FFCEA}" dt="2026-02-04T01:37:10.008" v="164314" actId="1076"/>
          <ac:spMkLst>
            <pc:docMk/>
            <pc:sldMk cId="2192219085" sldId="1505"/>
            <ac:spMk id="22" creationId="{F3787F77-D5F6-2F32-451D-E9211094DEB2}"/>
          </ac:spMkLst>
        </pc:spChg>
        <pc:spChg chg="mod">
          <ac:chgData name="DEWE, HAYLEY L." userId="5cada80b-0f7b-49a5-96b2-656b100ca6c6" providerId="ADAL" clId="{632DF7FE-9916-4FAF-8457-3521400FFCEA}" dt="2026-02-04T01:37:10.008" v="164314" actId="1076"/>
          <ac:spMkLst>
            <pc:docMk/>
            <pc:sldMk cId="2192219085" sldId="1505"/>
            <ac:spMk id="26" creationId="{8D6F0B02-135A-A24E-B2A9-8FED17D8D388}"/>
          </ac:spMkLst>
        </pc:spChg>
        <pc:spChg chg="mod">
          <ac:chgData name="DEWE, HAYLEY L." userId="5cada80b-0f7b-49a5-96b2-656b100ca6c6" providerId="ADAL" clId="{632DF7FE-9916-4FAF-8457-3521400FFCEA}" dt="2026-02-04T01:37:10.008" v="164314" actId="1076"/>
          <ac:spMkLst>
            <pc:docMk/>
            <pc:sldMk cId="2192219085" sldId="1505"/>
            <ac:spMk id="29" creationId="{FD1544E4-78B9-5053-50B6-32BDA9341E69}"/>
          </ac:spMkLst>
        </pc:spChg>
        <pc:spChg chg="mod">
          <ac:chgData name="DEWE, HAYLEY L." userId="5cada80b-0f7b-49a5-96b2-656b100ca6c6" providerId="ADAL" clId="{632DF7FE-9916-4FAF-8457-3521400FFCEA}" dt="2026-02-04T01:37:10.008" v="164314" actId="1076"/>
          <ac:spMkLst>
            <pc:docMk/>
            <pc:sldMk cId="2192219085" sldId="1505"/>
            <ac:spMk id="31" creationId="{11786E2A-62CC-EA0B-E328-270AB2DE3701}"/>
          </ac:spMkLst>
        </pc:spChg>
        <pc:spChg chg="mod">
          <ac:chgData name="DEWE, HAYLEY L." userId="5cada80b-0f7b-49a5-96b2-656b100ca6c6" providerId="ADAL" clId="{632DF7FE-9916-4FAF-8457-3521400FFCEA}" dt="2026-02-04T01:37:10.008" v="164314" actId="1076"/>
          <ac:spMkLst>
            <pc:docMk/>
            <pc:sldMk cId="2192219085" sldId="1505"/>
            <ac:spMk id="32" creationId="{2BDD3E33-2420-7023-4E14-CDDB18B7DCDD}"/>
          </ac:spMkLst>
        </pc:spChg>
        <pc:spChg chg="mod">
          <ac:chgData name="DEWE, HAYLEY L." userId="5cada80b-0f7b-49a5-96b2-656b100ca6c6" providerId="ADAL" clId="{632DF7FE-9916-4FAF-8457-3521400FFCEA}" dt="2026-02-04T01:37:10.008" v="164314" actId="1076"/>
          <ac:spMkLst>
            <pc:docMk/>
            <pc:sldMk cId="2192219085" sldId="1505"/>
            <ac:spMk id="35" creationId="{DDB56101-9917-94B3-D594-BA6080097DBC}"/>
          </ac:spMkLst>
        </pc:spChg>
        <pc:spChg chg="mod">
          <ac:chgData name="DEWE, HAYLEY L." userId="5cada80b-0f7b-49a5-96b2-656b100ca6c6" providerId="ADAL" clId="{632DF7FE-9916-4FAF-8457-3521400FFCEA}" dt="2026-02-04T01:37:10.008" v="164314" actId="1076"/>
          <ac:spMkLst>
            <pc:docMk/>
            <pc:sldMk cId="2192219085" sldId="1505"/>
            <ac:spMk id="39" creationId="{FC5C478E-0D6C-3A95-BC23-2270044AC8C8}"/>
          </ac:spMkLst>
        </pc:spChg>
        <pc:spChg chg="mod">
          <ac:chgData name="DEWE, HAYLEY L." userId="5cada80b-0f7b-49a5-96b2-656b100ca6c6" providerId="ADAL" clId="{632DF7FE-9916-4FAF-8457-3521400FFCEA}" dt="2026-02-04T01:37:10.008" v="164314" actId="1076"/>
          <ac:spMkLst>
            <pc:docMk/>
            <pc:sldMk cId="2192219085" sldId="1505"/>
            <ac:spMk id="45" creationId="{D4CF79A3-3F38-18A7-B216-FD3710AED967}"/>
          </ac:spMkLst>
        </pc:spChg>
        <pc:picChg chg="del">
          <ac:chgData name="DEWE, HAYLEY L." userId="5cada80b-0f7b-49a5-96b2-656b100ca6c6" providerId="ADAL" clId="{632DF7FE-9916-4FAF-8457-3521400FFCEA}" dt="2026-02-04T01:36:33.421" v="164300" actId="478"/>
          <ac:picMkLst>
            <pc:docMk/>
            <pc:sldMk cId="2192219085" sldId="1505"/>
            <ac:picMk id="6" creationId="{4F596F7F-7933-BA88-700D-50591FD1A97A}"/>
          </ac:picMkLst>
        </pc:picChg>
        <pc:cxnChg chg="mod">
          <ac:chgData name="DEWE, HAYLEY L." userId="5cada80b-0f7b-49a5-96b2-656b100ca6c6" providerId="ADAL" clId="{632DF7FE-9916-4FAF-8457-3521400FFCEA}" dt="2026-02-04T01:37:10.008" v="164314" actId="1076"/>
          <ac:cxnSpMkLst>
            <pc:docMk/>
            <pc:sldMk cId="2192219085" sldId="1505"/>
            <ac:cxnSpMk id="37" creationId="{23575E67-5128-2760-8F66-58B09D667848}"/>
          </ac:cxnSpMkLst>
        </pc:cxnChg>
      </pc:sldChg>
      <pc:sldChg chg="modSp add mod modAnim">
        <pc:chgData name="DEWE, HAYLEY L." userId="5cada80b-0f7b-49a5-96b2-656b100ca6c6" providerId="ADAL" clId="{632DF7FE-9916-4FAF-8457-3521400FFCEA}" dt="2026-02-04T02:03:17.207" v="164553" actId="14100"/>
        <pc:sldMkLst>
          <pc:docMk/>
          <pc:sldMk cId="3115628784" sldId="1506"/>
        </pc:sldMkLst>
        <pc:spChg chg="mod ord">
          <ac:chgData name="DEWE, HAYLEY L." userId="5cada80b-0f7b-49a5-96b2-656b100ca6c6" providerId="ADAL" clId="{632DF7FE-9916-4FAF-8457-3521400FFCEA}" dt="2026-02-04T01:51:56.816" v="164397" actId="11530"/>
          <ac:spMkLst>
            <pc:docMk/>
            <pc:sldMk cId="3115628784" sldId="1506"/>
            <ac:spMk id="26" creationId="{00000000-0000-0000-0000-000000000000}"/>
          </ac:spMkLst>
        </pc:spChg>
        <pc:spChg chg="mod">
          <ac:chgData name="DEWE, HAYLEY L." userId="5cada80b-0f7b-49a5-96b2-656b100ca6c6" providerId="ADAL" clId="{632DF7FE-9916-4FAF-8457-3521400FFCEA}" dt="2026-02-04T01:52:42.276" v="164411" actId="113"/>
          <ac:spMkLst>
            <pc:docMk/>
            <pc:sldMk cId="3115628784" sldId="1506"/>
            <ac:spMk id="31" creationId="{00000000-0000-0000-0000-000000000000}"/>
          </ac:spMkLst>
        </pc:spChg>
        <pc:spChg chg="mod">
          <ac:chgData name="DEWE, HAYLEY L." userId="5cada80b-0f7b-49a5-96b2-656b100ca6c6" providerId="ADAL" clId="{632DF7FE-9916-4FAF-8457-3521400FFCEA}" dt="2026-02-04T01:52:46.794" v="164413" actId="113"/>
          <ac:spMkLst>
            <pc:docMk/>
            <pc:sldMk cId="3115628784" sldId="1506"/>
            <ac:spMk id="32" creationId="{00000000-0000-0000-0000-000000000000}"/>
          </ac:spMkLst>
        </pc:spChg>
        <pc:spChg chg="mod">
          <ac:chgData name="DEWE, HAYLEY L." userId="5cada80b-0f7b-49a5-96b2-656b100ca6c6" providerId="ADAL" clId="{632DF7FE-9916-4FAF-8457-3521400FFCEA}" dt="2026-02-04T01:52:26.206" v="164404" actId="1076"/>
          <ac:spMkLst>
            <pc:docMk/>
            <pc:sldMk cId="3115628784" sldId="1506"/>
            <ac:spMk id="35" creationId="{00000000-0000-0000-0000-000000000000}"/>
          </ac:spMkLst>
        </pc:spChg>
        <pc:spChg chg="mod">
          <ac:chgData name="DEWE, HAYLEY L." userId="5cada80b-0f7b-49a5-96b2-656b100ca6c6" providerId="ADAL" clId="{632DF7FE-9916-4FAF-8457-3521400FFCEA}" dt="2026-02-04T01:52:00.591" v="164398" actId="1076"/>
          <ac:spMkLst>
            <pc:docMk/>
            <pc:sldMk cId="3115628784" sldId="1506"/>
            <ac:spMk id="39" creationId="{00000000-0000-0000-0000-000000000000}"/>
          </ac:spMkLst>
        </pc:spChg>
        <pc:spChg chg="mod">
          <ac:chgData name="DEWE, HAYLEY L." userId="5cada80b-0f7b-49a5-96b2-656b100ca6c6" providerId="ADAL" clId="{632DF7FE-9916-4FAF-8457-3521400FFCEA}" dt="2026-02-04T01:39:04.030" v="164340" actId="207"/>
          <ac:spMkLst>
            <pc:docMk/>
            <pc:sldMk cId="3115628784" sldId="1506"/>
            <ac:spMk id="53" creationId="{35AA6BAF-7CED-C605-CC65-A77CCEDB05E7}"/>
          </ac:spMkLst>
        </pc:spChg>
        <pc:spChg chg="mod">
          <ac:chgData name="DEWE, HAYLEY L." userId="5cada80b-0f7b-49a5-96b2-656b100ca6c6" providerId="ADAL" clId="{632DF7FE-9916-4FAF-8457-3521400FFCEA}" dt="2026-02-04T01:51:19.403" v="164391" actId="20577"/>
          <ac:spMkLst>
            <pc:docMk/>
            <pc:sldMk cId="3115628784" sldId="1506"/>
            <ac:spMk id="72" creationId="{56D27FEE-2E6D-9850-C1ED-750698F739B6}"/>
          </ac:spMkLst>
        </pc:spChg>
        <pc:spChg chg="mod">
          <ac:chgData name="DEWE, HAYLEY L." userId="5cada80b-0f7b-49a5-96b2-656b100ca6c6" providerId="ADAL" clId="{632DF7FE-9916-4FAF-8457-3521400FFCEA}" dt="2026-02-04T01:51:20.315" v="164392" actId="20577"/>
          <ac:spMkLst>
            <pc:docMk/>
            <pc:sldMk cId="3115628784" sldId="1506"/>
            <ac:spMk id="75" creationId="{977C6A84-9489-B610-3786-DE88693758F3}"/>
          </ac:spMkLst>
        </pc:spChg>
        <pc:spChg chg="mod">
          <ac:chgData name="DEWE, HAYLEY L." userId="5cada80b-0f7b-49a5-96b2-656b100ca6c6" providerId="ADAL" clId="{632DF7FE-9916-4FAF-8457-3521400FFCEA}" dt="2026-02-04T01:50:58.687" v="164390" actId="1582"/>
          <ac:spMkLst>
            <pc:docMk/>
            <pc:sldMk cId="3115628784" sldId="1506"/>
            <ac:spMk id="141" creationId="{8C5D05D2-7DAB-7D27-8B12-E61CCE7C1263}"/>
          </ac:spMkLst>
        </pc:spChg>
        <pc:spChg chg="mod">
          <ac:chgData name="DEWE, HAYLEY L." userId="5cada80b-0f7b-49a5-96b2-656b100ca6c6" providerId="ADAL" clId="{632DF7FE-9916-4FAF-8457-3521400FFCEA}" dt="2026-02-04T01:50:58.687" v="164390" actId="1582"/>
          <ac:spMkLst>
            <pc:docMk/>
            <pc:sldMk cId="3115628784" sldId="1506"/>
            <ac:spMk id="142" creationId="{7D465941-2415-2AE7-20C5-DDB9F5B82BA7}"/>
          </ac:spMkLst>
        </pc:spChg>
        <pc:spChg chg="mod">
          <ac:chgData name="DEWE, HAYLEY L." userId="5cada80b-0f7b-49a5-96b2-656b100ca6c6" providerId="ADAL" clId="{632DF7FE-9916-4FAF-8457-3521400FFCEA}" dt="2026-02-04T01:52:15.316" v="164400" actId="2085"/>
          <ac:spMkLst>
            <pc:docMk/>
            <pc:sldMk cId="3115628784" sldId="1506"/>
            <ac:spMk id="143" creationId="{30C21066-FFED-67B1-ACBF-E925EB56C510}"/>
          </ac:spMkLst>
        </pc:spChg>
        <pc:spChg chg="mod">
          <ac:chgData name="DEWE, HAYLEY L." userId="5cada80b-0f7b-49a5-96b2-656b100ca6c6" providerId="ADAL" clId="{632DF7FE-9916-4FAF-8457-3521400FFCEA}" dt="2026-02-04T02:03:17.207" v="164553" actId="14100"/>
          <ac:spMkLst>
            <pc:docMk/>
            <pc:sldMk cId="3115628784" sldId="1506"/>
            <ac:spMk id="145" creationId="{F76C19F4-0C18-7FBF-F22E-9552D03B1A50}"/>
          </ac:spMkLst>
        </pc:spChg>
        <pc:spChg chg="mod">
          <ac:chgData name="DEWE, HAYLEY L." userId="5cada80b-0f7b-49a5-96b2-656b100ca6c6" providerId="ADAL" clId="{632DF7FE-9916-4FAF-8457-3521400FFCEA}" dt="2026-02-04T01:52:50.417" v="164417" actId="113"/>
          <ac:spMkLst>
            <pc:docMk/>
            <pc:sldMk cId="3115628784" sldId="1506"/>
            <ac:spMk id="146" creationId="{4D25642C-5197-B98B-1637-2B60E1DF5251}"/>
          </ac:spMkLst>
        </pc:spChg>
        <pc:spChg chg="mod">
          <ac:chgData name="DEWE, HAYLEY L." userId="5cada80b-0f7b-49a5-96b2-656b100ca6c6" providerId="ADAL" clId="{632DF7FE-9916-4FAF-8457-3521400FFCEA}" dt="2026-02-04T01:42:25.306" v="164359" actId="207"/>
          <ac:spMkLst>
            <pc:docMk/>
            <pc:sldMk cId="3115628784" sldId="1506"/>
            <ac:spMk id="147" creationId="{04744BFD-5C35-9B96-9EE4-5FF1A2A2EF18}"/>
          </ac:spMkLst>
        </pc:spChg>
        <pc:spChg chg="mod">
          <ac:chgData name="DEWE, HAYLEY L." userId="5cada80b-0f7b-49a5-96b2-656b100ca6c6" providerId="ADAL" clId="{632DF7FE-9916-4FAF-8457-3521400FFCEA}" dt="2026-02-04T01:50:58.687" v="164390" actId="1582"/>
          <ac:spMkLst>
            <pc:docMk/>
            <pc:sldMk cId="3115628784" sldId="1506"/>
            <ac:spMk id="152" creationId="{558E744A-14B6-5D93-9531-30CF6CAEFD56}"/>
          </ac:spMkLst>
        </pc:spChg>
        <pc:spChg chg="mod">
          <ac:chgData name="DEWE, HAYLEY L." userId="5cada80b-0f7b-49a5-96b2-656b100ca6c6" providerId="ADAL" clId="{632DF7FE-9916-4FAF-8457-3521400FFCEA}" dt="2026-02-04T01:40:39.335" v="164348" actId="208"/>
          <ac:spMkLst>
            <pc:docMk/>
            <pc:sldMk cId="3115628784" sldId="1506"/>
            <ac:spMk id="153" creationId="{EDDA3E25-5A14-1EC2-CC69-1226549019BD}"/>
          </ac:spMkLst>
        </pc:spChg>
        <pc:spChg chg="mod">
          <ac:chgData name="DEWE, HAYLEY L." userId="5cada80b-0f7b-49a5-96b2-656b100ca6c6" providerId="ADAL" clId="{632DF7FE-9916-4FAF-8457-3521400FFCEA}" dt="2026-02-04T01:52:15.316" v="164400" actId="2085"/>
          <ac:spMkLst>
            <pc:docMk/>
            <pc:sldMk cId="3115628784" sldId="1506"/>
            <ac:spMk id="154" creationId="{FB7DF676-C0FC-802C-2BC4-7DCCC529D87C}"/>
          </ac:spMkLst>
        </pc:spChg>
        <pc:spChg chg="mod">
          <ac:chgData name="DEWE, HAYLEY L." userId="5cada80b-0f7b-49a5-96b2-656b100ca6c6" providerId="ADAL" clId="{632DF7FE-9916-4FAF-8457-3521400FFCEA}" dt="2026-02-04T01:53:18.551" v="164421" actId="207"/>
          <ac:spMkLst>
            <pc:docMk/>
            <pc:sldMk cId="3115628784" sldId="1506"/>
            <ac:spMk id="156" creationId="{5771691E-7C92-90F3-465A-3FAA189F758F}"/>
          </ac:spMkLst>
        </pc:spChg>
        <pc:spChg chg="mod">
          <ac:chgData name="DEWE, HAYLEY L." userId="5cada80b-0f7b-49a5-96b2-656b100ca6c6" providerId="ADAL" clId="{632DF7FE-9916-4FAF-8457-3521400FFCEA}" dt="2026-02-04T01:52:57.623" v="164420" actId="20577"/>
          <ac:spMkLst>
            <pc:docMk/>
            <pc:sldMk cId="3115628784" sldId="1506"/>
            <ac:spMk id="157" creationId="{0D712339-E479-0709-7836-C35443493EFD}"/>
          </ac:spMkLst>
        </pc:spChg>
        <pc:spChg chg="mod">
          <ac:chgData name="DEWE, HAYLEY L." userId="5cada80b-0f7b-49a5-96b2-656b100ca6c6" providerId="ADAL" clId="{632DF7FE-9916-4FAF-8457-3521400FFCEA}" dt="2026-02-04T01:50:58.687" v="164390" actId="1582"/>
          <ac:spMkLst>
            <pc:docMk/>
            <pc:sldMk cId="3115628784" sldId="1506"/>
            <ac:spMk id="162" creationId="{8AE126AD-4BAF-F0B4-4FF2-C5FC140CE3D3}"/>
          </ac:spMkLst>
        </pc:spChg>
        <pc:spChg chg="mod">
          <ac:chgData name="DEWE, HAYLEY L." userId="5cada80b-0f7b-49a5-96b2-656b100ca6c6" providerId="ADAL" clId="{632DF7FE-9916-4FAF-8457-3521400FFCEA}" dt="2026-02-04T01:50:58.687" v="164390" actId="1582"/>
          <ac:spMkLst>
            <pc:docMk/>
            <pc:sldMk cId="3115628784" sldId="1506"/>
            <ac:spMk id="163" creationId="{A732F8F3-6A8D-47CA-C65C-B19F363D6DCC}"/>
          </ac:spMkLst>
        </pc:spChg>
        <pc:spChg chg="mod">
          <ac:chgData name="DEWE, HAYLEY L." userId="5cada80b-0f7b-49a5-96b2-656b100ca6c6" providerId="ADAL" clId="{632DF7FE-9916-4FAF-8457-3521400FFCEA}" dt="2026-02-04T01:52:15.316" v="164400" actId="2085"/>
          <ac:spMkLst>
            <pc:docMk/>
            <pc:sldMk cId="3115628784" sldId="1506"/>
            <ac:spMk id="164" creationId="{3A6BB951-FEB8-5058-0B67-BA3A51D57803}"/>
          </ac:spMkLst>
        </pc:spChg>
        <pc:cxnChg chg="mod">
          <ac:chgData name="DEWE, HAYLEY L." userId="5cada80b-0f7b-49a5-96b2-656b100ca6c6" providerId="ADAL" clId="{632DF7FE-9916-4FAF-8457-3521400FFCEA}" dt="2026-02-04T01:39:00.243" v="164339" actId="13822"/>
          <ac:cxnSpMkLst>
            <pc:docMk/>
            <pc:sldMk cId="3115628784" sldId="1506"/>
            <ac:cxnSpMk id="27" creationId="{00000000-0000-0000-0000-000000000000}"/>
          </ac:cxnSpMkLst>
        </pc:cxnChg>
        <pc:cxnChg chg="mod">
          <ac:chgData name="DEWE, HAYLEY L." userId="5cada80b-0f7b-49a5-96b2-656b100ca6c6" providerId="ADAL" clId="{632DF7FE-9916-4FAF-8457-3521400FFCEA}" dt="2026-02-04T01:39:00.243" v="164339" actId="13822"/>
          <ac:cxnSpMkLst>
            <pc:docMk/>
            <pc:sldMk cId="3115628784" sldId="1506"/>
            <ac:cxnSpMk id="28" creationId="{00000000-0000-0000-0000-000000000000}"/>
          </ac:cxnSpMkLst>
        </pc:cxnChg>
        <pc:cxnChg chg="mod">
          <ac:chgData name="DEWE, HAYLEY L." userId="5cada80b-0f7b-49a5-96b2-656b100ca6c6" providerId="ADAL" clId="{632DF7FE-9916-4FAF-8457-3521400FFCEA}" dt="2026-02-04T01:39:00.243" v="164339" actId="13822"/>
          <ac:cxnSpMkLst>
            <pc:docMk/>
            <pc:sldMk cId="3115628784" sldId="1506"/>
            <ac:cxnSpMk id="37" creationId="{00000000-0000-0000-0000-000000000000}"/>
          </ac:cxnSpMkLst>
        </pc:cxnChg>
        <pc:cxnChg chg="mod">
          <ac:chgData name="DEWE, HAYLEY L." userId="5cada80b-0f7b-49a5-96b2-656b100ca6c6" providerId="ADAL" clId="{632DF7FE-9916-4FAF-8457-3521400FFCEA}" dt="2026-02-04T01:38:55.287" v="164338" actId="13822"/>
          <ac:cxnSpMkLst>
            <pc:docMk/>
            <pc:sldMk cId="3115628784" sldId="1506"/>
            <ac:cxnSpMk id="38" creationId="{00000000-0000-0000-0000-000000000000}"/>
          </ac:cxnSpMkLst>
        </pc:cxnChg>
        <pc:cxnChg chg="mod">
          <ac:chgData name="DEWE, HAYLEY L." userId="5cada80b-0f7b-49a5-96b2-656b100ca6c6" providerId="ADAL" clId="{632DF7FE-9916-4FAF-8457-3521400FFCEA}" dt="2026-02-04T01:39:34.068" v="164342" actId="13822"/>
          <ac:cxnSpMkLst>
            <pc:docMk/>
            <pc:sldMk cId="3115628784" sldId="1506"/>
            <ac:cxnSpMk id="43" creationId="{00000000-0000-0000-0000-000000000000}"/>
          </ac:cxnSpMkLst>
        </pc:cxnChg>
        <pc:cxnChg chg="mod">
          <ac:chgData name="DEWE, HAYLEY L." userId="5cada80b-0f7b-49a5-96b2-656b100ca6c6" providerId="ADAL" clId="{632DF7FE-9916-4FAF-8457-3521400FFCEA}" dt="2026-02-04T01:38:49.083" v="164337" actId="13822"/>
          <ac:cxnSpMkLst>
            <pc:docMk/>
            <pc:sldMk cId="3115628784" sldId="1506"/>
            <ac:cxnSpMk id="70" creationId="{62814338-B119-9C38-B145-18C50A8F763D}"/>
          </ac:cxnSpMkLst>
        </pc:cxnChg>
        <pc:cxnChg chg="mod">
          <ac:chgData name="DEWE, HAYLEY L." userId="5cada80b-0f7b-49a5-96b2-656b100ca6c6" providerId="ADAL" clId="{632DF7FE-9916-4FAF-8457-3521400FFCEA}" dt="2026-02-04T01:39:52.166" v="164344" actId="13822"/>
          <ac:cxnSpMkLst>
            <pc:docMk/>
            <pc:sldMk cId="3115628784" sldId="1506"/>
            <ac:cxnSpMk id="99" creationId="{4CE32244-E71B-71F7-BB89-3FCDD5928592}"/>
          </ac:cxnSpMkLst>
        </pc:cxnChg>
        <pc:cxnChg chg="mod">
          <ac:chgData name="DEWE, HAYLEY L." userId="5cada80b-0f7b-49a5-96b2-656b100ca6c6" providerId="ADAL" clId="{632DF7FE-9916-4FAF-8457-3521400FFCEA}" dt="2026-02-04T01:39:52.166" v="164344" actId="13822"/>
          <ac:cxnSpMkLst>
            <pc:docMk/>
            <pc:sldMk cId="3115628784" sldId="1506"/>
            <ac:cxnSpMk id="100" creationId="{BF36D7F6-3D75-45BB-5F1C-4912B6AEE935}"/>
          </ac:cxnSpMkLst>
        </pc:cxnChg>
        <pc:cxnChg chg="mod">
          <ac:chgData name="DEWE, HAYLEY L." userId="5cada80b-0f7b-49a5-96b2-656b100ca6c6" providerId="ADAL" clId="{632DF7FE-9916-4FAF-8457-3521400FFCEA}" dt="2026-02-04T01:39:52.166" v="164344" actId="13822"/>
          <ac:cxnSpMkLst>
            <pc:docMk/>
            <pc:sldMk cId="3115628784" sldId="1506"/>
            <ac:cxnSpMk id="101" creationId="{63C36A54-22BA-C08D-61FD-A8CB8605E279}"/>
          </ac:cxnSpMkLst>
        </pc:cxnChg>
        <pc:cxnChg chg="mod">
          <ac:chgData name="DEWE, HAYLEY L." userId="5cada80b-0f7b-49a5-96b2-656b100ca6c6" providerId="ADAL" clId="{632DF7FE-9916-4FAF-8457-3521400FFCEA}" dt="2026-02-04T01:39:52.166" v="164344" actId="13822"/>
          <ac:cxnSpMkLst>
            <pc:docMk/>
            <pc:sldMk cId="3115628784" sldId="1506"/>
            <ac:cxnSpMk id="102" creationId="{43E8022A-F9A2-860A-C6F3-E840934E2ADB}"/>
          </ac:cxnSpMkLst>
        </pc:cxnChg>
        <pc:cxnChg chg="mod">
          <ac:chgData name="DEWE, HAYLEY L." userId="5cada80b-0f7b-49a5-96b2-656b100ca6c6" providerId="ADAL" clId="{632DF7FE-9916-4FAF-8457-3521400FFCEA}" dt="2026-02-04T01:59:59.618" v="164525" actId="14100"/>
          <ac:cxnSpMkLst>
            <pc:docMk/>
            <pc:sldMk cId="3115628784" sldId="1506"/>
            <ac:cxnSpMk id="137" creationId="{FFEABBCB-74DE-8053-7356-25819D2BF054}"/>
          </ac:cxnSpMkLst>
        </pc:cxnChg>
        <pc:cxnChg chg="mod">
          <ac:chgData name="DEWE, HAYLEY L." userId="5cada80b-0f7b-49a5-96b2-656b100ca6c6" providerId="ADAL" clId="{632DF7FE-9916-4FAF-8457-3521400FFCEA}" dt="2026-02-04T01:59:57.563" v="164524" actId="14100"/>
          <ac:cxnSpMkLst>
            <pc:docMk/>
            <pc:sldMk cId="3115628784" sldId="1506"/>
            <ac:cxnSpMk id="138" creationId="{366E6011-0EB6-20AF-C7D4-E94731C1E4F6}"/>
          </ac:cxnSpMkLst>
        </pc:cxnChg>
        <pc:cxnChg chg="mod">
          <ac:chgData name="DEWE, HAYLEY L." userId="5cada80b-0f7b-49a5-96b2-656b100ca6c6" providerId="ADAL" clId="{632DF7FE-9916-4FAF-8457-3521400FFCEA}" dt="2026-02-04T02:00:07.188" v="164527" actId="14100"/>
          <ac:cxnSpMkLst>
            <pc:docMk/>
            <pc:sldMk cId="3115628784" sldId="1506"/>
            <ac:cxnSpMk id="139" creationId="{7EF9DC0D-FCA4-5349-B9CB-0F65D62BC084}"/>
          </ac:cxnSpMkLst>
        </pc:cxnChg>
        <pc:cxnChg chg="mod">
          <ac:chgData name="DEWE, HAYLEY L." userId="5cada80b-0f7b-49a5-96b2-656b100ca6c6" providerId="ADAL" clId="{632DF7FE-9916-4FAF-8457-3521400FFCEA}" dt="2026-02-04T01:41:18.077" v="164350" actId="208"/>
          <ac:cxnSpMkLst>
            <pc:docMk/>
            <pc:sldMk cId="3115628784" sldId="1506"/>
            <ac:cxnSpMk id="140" creationId="{418290B1-BEC9-CC31-37F4-1ECEED17E911}"/>
          </ac:cxnSpMkLst>
        </pc:cxnChg>
        <pc:cxnChg chg="mod">
          <ac:chgData name="DEWE, HAYLEY L." userId="5cada80b-0f7b-49a5-96b2-656b100ca6c6" providerId="ADAL" clId="{632DF7FE-9916-4FAF-8457-3521400FFCEA}" dt="2026-02-04T01:50:58.687" v="164390" actId="1582"/>
          <ac:cxnSpMkLst>
            <pc:docMk/>
            <pc:sldMk cId="3115628784" sldId="1506"/>
            <ac:cxnSpMk id="144" creationId="{0D719DDB-6520-0F87-3867-4D9A4F8BF152}"/>
          </ac:cxnSpMkLst>
        </pc:cxnChg>
        <pc:cxnChg chg="mod">
          <ac:chgData name="DEWE, HAYLEY L." userId="5cada80b-0f7b-49a5-96b2-656b100ca6c6" providerId="ADAL" clId="{632DF7FE-9916-4FAF-8457-3521400FFCEA}" dt="2026-02-04T01:40:39.335" v="164348" actId="208"/>
          <ac:cxnSpMkLst>
            <pc:docMk/>
            <pc:sldMk cId="3115628784" sldId="1506"/>
            <ac:cxnSpMk id="148" creationId="{64AB922A-E4A9-22D2-64A2-B1FAD05E5247}"/>
          </ac:cxnSpMkLst>
        </pc:cxnChg>
        <pc:cxnChg chg="mod">
          <ac:chgData name="DEWE, HAYLEY L." userId="5cada80b-0f7b-49a5-96b2-656b100ca6c6" providerId="ADAL" clId="{632DF7FE-9916-4FAF-8457-3521400FFCEA}" dt="2026-02-04T01:59:22.975" v="164519" actId="14100"/>
          <ac:cxnSpMkLst>
            <pc:docMk/>
            <pc:sldMk cId="3115628784" sldId="1506"/>
            <ac:cxnSpMk id="149" creationId="{E5F97E0E-E7B5-A548-2F0D-7D9755166FDD}"/>
          </ac:cxnSpMkLst>
        </pc:cxnChg>
        <pc:cxnChg chg="mod">
          <ac:chgData name="DEWE, HAYLEY L." userId="5cada80b-0f7b-49a5-96b2-656b100ca6c6" providerId="ADAL" clId="{632DF7FE-9916-4FAF-8457-3521400FFCEA}" dt="2026-02-04T01:50:58.687" v="164390" actId="1582"/>
          <ac:cxnSpMkLst>
            <pc:docMk/>
            <pc:sldMk cId="3115628784" sldId="1506"/>
            <ac:cxnSpMk id="150" creationId="{072D03C1-DC91-1362-E0FC-A22BA87D76CF}"/>
          </ac:cxnSpMkLst>
        </pc:cxnChg>
        <pc:cxnChg chg="mod">
          <ac:chgData name="DEWE, HAYLEY L." userId="5cada80b-0f7b-49a5-96b2-656b100ca6c6" providerId="ADAL" clId="{632DF7FE-9916-4FAF-8457-3521400FFCEA}" dt="2026-02-04T01:59:15.389" v="164518" actId="14100"/>
          <ac:cxnSpMkLst>
            <pc:docMk/>
            <pc:sldMk cId="3115628784" sldId="1506"/>
            <ac:cxnSpMk id="151" creationId="{907CAC6C-E019-CFE0-8131-6B396EA9CCE0}"/>
          </ac:cxnSpMkLst>
        </pc:cxnChg>
        <pc:cxnChg chg="mod">
          <ac:chgData name="DEWE, HAYLEY L." userId="5cada80b-0f7b-49a5-96b2-656b100ca6c6" providerId="ADAL" clId="{632DF7FE-9916-4FAF-8457-3521400FFCEA}" dt="2026-02-04T01:40:01.850" v="164346" actId="13822"/>
          <ac:cxnSpMkLst>
            <pc:docMk/>
            <pc:sldMk cId="3115628784" sldId="1506"/>
            <ac:cxnSpMk id="155" creationId="{23CA9674-B593-C935-7DD9-CD7651963448}"/>
          </ac:cxnSpMkLst>
        </pc:cxnChg>
        <pc:cxnChg chg="mod">
          <ac:chgData name="DEWE, HAYLEY L." userId="5cada80b-0f7b-49a5-96b2-656b100ca6c6" providerId="ADAL" clId="{632DF7FE-9916-4FAF-8457-3521400FFCEA}" dt="2026-02-04T01:59:42.494" v="164522" actId="14100"/>
          <ac:cxnSpMkLst>
            <pc:docMk/>
            <pc:sldMk cId="3115628784" sldId="1506"/>
            <ac:cxnSpMk id="158" creationId="{7E1B3C1C-1999-9FB1-E9A6-AF7E0A258D4C}"/>
          </ac:cxnSpMkLst>
        </pc:cxnChg>
        <pc:cxnChg chg="mod">
          <ac:chgData name="DEWE, HAYLEY L." userId="5cada80b-0f7b-49a5-96b2-656b100ca6c6" providerId="ADAL" clId="{632DF7FE-9916-4FAF-8457-3521400FFCEA}" dt="2026-02-04T01:59:45.318" v="164523" actId="14100"/>
          <ac:cxnSpMkLst>
            <pc:docMk/>
            <pc:sldMk cId="3115628784" sldId="1506"/>
            <ac:cxnSpMk id="159" creationId="{AB8FCF3D-7998-0163-D7A5-6E09D65FDF10}"/>
          </ac:cxnSpMkLst>
        </pc:cxnChg>
        <pc:cxnChg chg="mod">
          <ac:chgData name="DEWE, HAYLEY L." userId="5cada80b-0f7b-49a5-96b2-656b100ca6c6" providerId="ADAL" clId="{632DF7FE-9916-4FAF-8457-3521400FFCEA}" dt="2026-02-04T01:59:36.181" v="164521" actId="14100"/>
          <ac:cxnSpMkLst>
            <pc:docMk/>
            <pc:sldMk cId="3115628784" sldId="1506"/>
            <ac:cxnSpMk id="160" creationId="{9E610335-8350-9417-1B5C-57A608D012A8}"/>
          </ac:cxnSpMkLst>
        </pc:cxnChg>
        <pc:cxnChg chg="mod">
          <ac:chgData name="DEWE, HAYLEY L." userId="5cada80b-0f7b-49a5-96b2-656b100ca6c6" providerId="ADAL" clId="{632DF7FE-9916-4FAF-8457-3521400FFCEA}" dt="2026-02-04T01:59:33.052" v="164520" actId="14100"/>
          <ac:cxnSpMkLst>
            <pc:docMk/>
            <pc:sldMk cId="3115628784" sldId="1506"/>
            <ac:cxnSpMk id="161" creationId="{2393A3E3-C4D4-DB22-5D2B-EAD0BE1AC669}"/>
          </ac:cxnSpMkLst>
        </pc:cxnChg>
      </pc:sldChg>
      <pc:sldChg chg="addSp delSp modSp add mod ord delAnim modAnim">
        <pc:chgData name="DEWE, HAYLEY L." userId="5cada80b-0f7b-49a5-96b2-656b100ca6c6" providerId="ADAL" clId="{632DF7FE-9916-4FAF-8457-3521400FFCEA}" dt="2026-02-04T12:42:16.865" v="165740" actId="478"/>
        <pc:sldMkLst>
          <pc:docMk/>
          <pc:sldMk cId="3155998473" sldId="1507"/>
        </pc:sldMkLst>
        <pc:spChg chg="add mod">
          <ac:chgData name="DEWE, HAYLEY L." userId="5cada80b-0f7b-49a5-96b2-656b100ca6c6" providerId="ADAL" clId="{632DF7FE-9916-4FAF-8457-3521400FFCEA}" dt="2026-02-04T01:55:42.726" v="164441"/>
          <ac:spMkLst>
            <pc:docMk/>
            <pc:sldMk cId="3155998473" sldId="1507"/>
            <ac:spMk id="2" creationId="{E83B78C1-9FE9-B015-A4B0-329287322AC6}"/>
          </ac:spMkLst>
        </pc:spChg>
        <pc:spChg chg="mod">
          <ac:chgData name="DEWE, HAYLEY L." userId="5cada80b-0f7b-49a5-96b2-656b100ca6c6" providerId="ADAL" clId="{632DF7FE-9916-4FAF-8457-3521400FFCEA}" dt="2026-02-04T01:55:50.008" v="164442" actId="1076"/>
          <ac:spMkLst>
            <pc:docMk/>
            <pc:sldMk cId="3155998473" sldId="1507"/>
            <ac:spMk id="26" creationId="{5A9FB286-9B39-2CC8-21EB-D5AE8286661E}"/>
          </ac:spMkLst>
        </pc:spChg>
        <pc:spChg chg="del">
          <ac:chgData name="DEWE, HAYLEY L." userId="5cada80b-0f7b-49a5-96b2-656b100ca6c6" providerId="ADAL" clId="{632DF7FE-9916-4FAF-8457-3521400FFCEA}" dt="2026-02-04T01:56:40.151" v="164474" actId="478"/>
          <ac:spMkLst>
            <pc:docMk/>
            <pc:sldMk cId="3155998473" sldId="1507"/>
            <ac:spMk id="32" creationId="{784CFBBD-4894-B5DF-BB76-D21CB6256F9C}"/>
          </ac:spMkLst>
        </pc:spChg>
        <pc:spChg chg="mod">
          <ac:chgData name="DEWE, HAYLEY L." userId="5cada80b-0f7b-49a5-96b2-656b100ca6c6" providerId="ADAL" clId="{632DF7FE-9916-4FAF-8457-3521400FFCEA}" dt="2026-02-04T01:55:50.008" v="164442" actId="1076"/>
          <ac:spMkLst>
            <pc:docMk/>
            <pc:sldMk cId="3155998473" sldId="1507"/>
            <ac:spMk id="72" creationId="{66D1861A-0D0C-90FA-B8D0-E0D2CDD7E762}"/>
          </ac:spMkLst>
        </pc:spChg>
        <pc:spChg chg="mod">
          <ac:chgData name="DEWE, HAYLEY L." userId="5cada80b-0f7b-49a5-96b2-656b100ca6c6" providerId="ADAL" clId="{632DF7FE-9916-4FAF-8457-3521400FFCEA}" dt="2026-02-04T01:55:50.008" v="164442" actId="1076"/>
          <ac:spMkLst>
            <pc:docMk/>
            <pc:sldMk cId="3155998473" sldId="1507"/>
            <ac:spMk id="75" creationId="{115FACE2-ECBF-B255-46B0-0CF969ACD1A3}"/>
          </ac:spMkLst>
        </pc:spChg>
        <pc:spChg chg="del">
          <ac:chgData name="DEWE, HAYLEY L." userId="5cada80b-0f7b-49a5-96b2-656b100ca6c6" providerId="ADAL" clId="{632DF7FE-9916-4FAF-8457-3521400FFCEA}" dt="2026-02-04T01:56:20.980" v="164451" actId="478"/>
          <ac:spMkLst>
            <pc:docMk/>
            <pc:sldMk cId="3155998473" sldId="1507"/>
            <ac:spMk id="141" creationId="{F45981C5-2650-884F-810E-051C357DDC88}"/>
          </ac:spMkLst>
        </pc:spChg>
        <pc:spChg chg="del mod">
          <ac:chgData name="DEWE, HAYLEY L." userId="5cada80b-0f7b-49a5-96b2-656b100ca6c6" providerId="ADAL" clId="{632DF7FE-9916-4FAF-8457-3521400FFCEA}" dt="2026-02-04T01:56:22.863" v="164454" actId="478"/>
          <ac:spMkLst>
            <pc:docMk/>
            <pc:sldMk cId="3155998473" sldId="1507"/>
            <ac:spMk id="142" creationId="{D43C9B70-17BC-94C5-BB94-EE5E3E649E5B}"/>
          </ac:spMkLst>
        </pc:spChg>
        <pc:spChg chg="del">
          <ac:chgData name="DEWE, HAYLEY L." userId="5cada80b-0f7b-49a5-96b2-656b100ca6c6" providerId="ADAL" clId="{632DF7FE-9916-4FAF-8457-3521400FFCEA}" dt="2026-02-04T01:55:59.846" v="164445" actId="478"/>
          <ac:spMkLst>
            <pc:docMk/>
            <pc:sldMk cId="3155998473" sldId="1507"/>
            <ac:spMk id="143" creationId="{0F0D1ABB-26E2-FC49-CB16-D089F0C80B8D}"/>
          </ac:spMkLst>
        </pc:spChg>
        <pc:spChg chg="del">
          <ac:chgData name="DEWE, HAYLEY L." userId="5cada80b-0f7b-49a5-96b2-656b100ca6c6" providerId="ADAL" clId="{632DF7FE-9916-4FAF-8457-3521400FFCEA}" dt="2026-02-04T01:55:41.951" v="164440" actId="478"/>
          <ac:spMkLst>
            <pc:docMk/>
            <pc:sldMk cId="3155998473" sldId="1507"/>
            <ac:spMk id="145" creationId="{E037E7E9-8D45-6960-CEF6-F94AF9C3EB7D}"/>
          </ac:spMkLst>
        </pc:spChg>
        <pc:spChg chg="mod">
          <ac:chgData name="DEWE, HAYLEY L." userId="5cada80b-0f7b-49a5-96b2-656b100ca6c6" providerId="ADAL" clId="{632DF7FE-9916-4FAF-8457-3521400FFCEA}" dt="2026-02-04T01:55:50.008" v="164442" actId="1076"/>
          <ac:spMkLst>
            <pc:docMk/>
            <pc:sldMk cId="3155998473" sldId="1507"/>
            <ac:spMk id="146" creationId="{75E2CB68-3A87-423D-B877-037811270BB2}"/>
          </ac:spMkLst>
        </pc:spChg>
        <pc:spChg chg="del mod">
          <ac:chgData name="DEWE, HAYLEY L." userId="5cada80b-0f7b-49a5-96b2-656b100ca6c6" providerId="ADAL" clId="{632DF7FE-9916-4FAF-8457-3521400FFCEA}" dt="2026-02-04T01:56:56.017" v="164482" actId="478"/>
          <ac:spMkLst>
            <pc:docMk/>
            <pc:sldMk cId="3155998473" sldId="1507"/>
            <ac:spMk id="147" creationId="{6C742BCF-904F-4877-0260-95AF3CB21843}"/>
          </ac:spMkLst>
        </pc:spChg>
        <pc:spChg chg="del">
          <ac:chgData name="DEWE, HAYLEY L." userId="5cada80b-0f7b-49a5-96b2-656b100ca6c6" providerId="ADAL" clId="{632DF7FE-9916-4FAF-8457-3521400FFCEA}" dt="2026-02-04T01:56:36.015" v="164472" actId="478"/>
          <ac:spMkLst>
            <pc:docMk/>
            <pc:sldMk cId="3155998473" sldId="1507"/>
            <ac:spMk id="152" creationId="{9F5F2FCB-725F-F405-B361-F812F8DBF34E}"/>
          </ac:spMkLst>
        </pc:spChg>
        <pc:spChg chg="del mod">
          <ac:chgData name="DEWE, HAYLEY L." userId="5cada80b-0f7b-49a5-96b2-656b100ca6c6" providerId="ADAL" clId="{632DF7FE-9916-4FAF-8457-3521400FFCEA}" dt="2026-02-04T01:56:33.585" v="164469" actId="478"/>
          <ac:spMkLst>
            <pc:docMk/>
            <pc:sldMk cId="3155998473" sldId="1507"/>
            <ac:spMk id="153" creationId="{0B26B84A-E2B6-85E9-12D5-45E65AE99C49}"/>
          </ac:spMkLst>
        </pc:spChg>
        <pc:spChg chg="del mod">
          <ac:chgData name="DEWE, HAYLEY L." userId="5cada80b-0f7b-49a5-96b2-656b100ca6c6" providerId="ADAL" clId="{632DF7FE-9916-4FAF-8457-3521400FFCEA}" dt="2026-02-04T01:56:25.286" v="164457" actId="478"/>
          <ac:spMkLst>
            <pc:docMk/>
            <pc:sldMk cId="3155998473" sldId="1507"/>
            <ac:spMk id="154" creationId="{ADFF50B7-D39B-4C01-A840-9D8CEF606743}"/>
          </ac:spMkLst>
        </pc:spChg>
        <pc:spChg chg="mod">
          <ac:chgData name="DEWE, HAYLEY L." userId="5cada80b-0f7b-49a5-96b2-656b100ca6c6" providerId="ADAL" clId="{632DF7FE-9916-4FAF-8457-3521400FFCEA}" dt="2026-02-04T01:55:50.008" v="164442" actId="1076"/>
          <ac:spMkLst>
            <pc:docMk/>
            <pc:sldMk cId="3155998473" sldId="1507"/>
            <ac:spMk id="156" creationId="{F65D7FAC-EF7C-DB3D-D405-1F9A7750F69B}"/>
          </ac:spMkLst>
        </pc:spChg>
        <pc:spChg chg="del">
          <ac:chgData name="DEWE, HAYLEY L." userId="5cada80b-0f7b-49a5-96b2-656b100ca6c6" providerId="ADAL" clId="{632DF7FE-9916-4FAF-8457-3521400FFCEA}" dt="2026-02-04T01:56:31.224" v="164465" actId="478"/>
          <ac:spMkLst>
            <pc:docMk/>
            <pc:sldMk cId="3155998473" sldId="1507"/>
            <ac:spMk id="157" creationId="{86DA4D66-348B-D875-B8FD-CD414C15F6BD}"/>
          </ac:spMkLst>
        </pc:spChg>
        <pc:spChg chg="del mod">
          <ac:chgData name="DEWE, HAYLEY L." userId="5cada80b-0f7b-49a5-96b2-656b100ca6c6" providerId="ADAL" clId="{632DF7FE-9916-4FAF-8457-3521400FFCEA}" dt="2026-02-04T01:56:30.608" v="164464" actId="478"/>
          <ac:spMkLst>
            <pc:docMk/>
            <pc:sldMk cId="3155998473" sldId="1507"/>
            <ac:spMk id="162" creationId="{2EC5E51D-15F3-177F-57CC-601F59DD22F7}"/>
          </ac:spMkLst>
        </pc:spChg>
        <pc:spChg chg="del">
          <ac:chgData name="DEWE, HAYLEY L." userId="5cada80b-0f7b-49a5-96b2-656b100ca6c6" providerId="ADAL" clId="{632DF7FE-9916-4FAF-8457-3521400FFCEA}" dt="2026-02-04T01:56:27.945" v="164460" actId="478"/>
          <ac:spMkLst>
            <pc:docMk/>
            <pc:sldMk cId="3155998473" sldId="1507"/>
            <ac:spMk id="163" creationId="{936E9906-86FC-60D1-304C-78E28501B2C5}"/>
          </ac:spMkLst>
        </pc:spChg>
        <pc:spChg chg="del">
          <ac:chgData name="DEWE, HAYLEY L." userId="5cada80b-0f7b-49a5-96b2-656b100ca6c6" providerId="ADAL" clId="{632DF7FE-9916-4FAF-8457-3521400FFCEA}" dt="2026-02-04T01:56:26.422" v="164458" actId="478"/>
          <ac:spMkLst>
            <pc:docMk/>
            <pc:sldMk cId="3155998473" sldId="1507"/>
            <ac:spMk id="164" creationId="{508DFC55-33E6-E1AE-D242-D14C633C2BB1}"/>
          </ac:spMkLst>
        </pc:spChg>
        <pc:picChg chg="add del mod">
          <ac:chgData name="DEWE, HAYLEY L." userId="5cada80b-0f7b-49a5-96b2-656b100ca6c6" providerId="ADAL" clId="{632DF7FE-9916-4FAF-8457-3521400FFCEA}" dt="2026-02-04T12:42:16.865" v="165740" actId="478"/>
          <ac:picMkLst>
            <pc:docMk/>
            <pc:sldMk cId="3155998473" sldId="1507"/>
            <ac:picMk id="6" creationId="{7D421B3A-E7C4-10C2-F870-465255B49EF8}"/>
          </ac:picMkLst>
        </pc:picChg>
        <pc:cxnChg chg="add mod">
          <ac:chgData name="DEWE, HAYLEY L." userId="5cada80b-0f7b-49a5-96b2-656b100ca6c6" providerId="ADAL" clId="{632DF7FE-9916-4FAF-8457-3521400FFCEA}" dt="2026-02-04T01:56:39.041" v="164473" actId="14100"/>
          <ac:cxnSpMkLst>
            <pc:docMk/>
            <pc:sldMk cId="3155998473" sldId="1507"/>
            <ac:cxnSpMk id="3" creationId="{D89B9A21-117F-EBFD-F33C-9025D94FE31E}"/>
          </ac:cxnSpMkLst>
        </pc:cxnChg>
        <pc:cxnChg chg="add mod">
          <ac:chgData name="DEWE, HAYLEY L." userId="5cada80b-0f7b-49a5-96b2-656b100ca6c6" providerId="ADAL" clId="{632DF7FE-9916-4FAF-8457-3521400FFCEA}" dt="2026-02-04T01:56:46.365" v="164477" actId="1076"/>
          <ac:cxnSpMkLst>
            <pc:docMk/>
            <pc:sldMk cId="3155998473" sldId="1507"/>
            <ac:cxnSpMk id="5" creationId="{A89E67C0-4FD5-88F8-3D86-BEDA4FDDE670}"/>
          </ac:cxnSpMkLst>
        </pc:cxnChg>
        <pc:cxnChg chg="add mod">
          <ac:chgData name="DEWE, HAYLEY L." userId="5cada80b-0f7b-49a5-96b2-656b100ca6c6" providerId="ADAL" clId="{632DF7FE-9916-4FAF-8457-3521400FFCEA}" dt="2026-02-04T01:56:54.732" v="164481" actId="14100"/>
          <ac:cxnSpMkLst>
            <pc:docMk/>
            <pc:sldMk cId="3155998473" sldId="1507"/>
            <ac:cxnSpMk id="7" creationId="{BD8525B5-68BE-D26E-F553-52834648089C}"/>
          </ac:cxnSpMkLst>
        </pc:cxnChg>
        <pc:cxnChg chg="mod">
          <ac:chgData name="DEWE, HAYLEY L." userId="5cada80b-0f7b-49a5-96b2-656b100ca6c6" providerId="ADAL" clId="{632DF7FE-9916-4FAF-8457-3521400FFCEA}" dt="2026-02-04T01:57:24.658" v="164485" actId="14100"/>
          <ac:cxnSpMkLst>
            <pc:docMk/>
            <pc:sldMk cId="3155998473" sldId="1507"/>
            <ac:cxnSpMk id="27" creationId="{FC8DF275-D40E-7ADD-7B85-C4BEBF524AA5}"/>
          </ac:cxnSpMkLst>
        </pc:cxnChg>
        <pc:cxnChg chg="mod">
          <ac:chgData name="DEWE, HAYLEY L." userId="5cada80b-0f7b-49a5-96b2-656b100ca6c6" providerId="ADAL" clId="{632DF7FE-9916-4FAF-8457-3521400FFCEA}" dt="2026-02-04T02:00:44.301" v="164533" actId="14100"/>
          <ac:cxnSpMkLst>
            <pc:docMk/>
            <pc:sldMk cId="3155998473" sldId="1507"/>
            <ac:cxnSpMk id="28" creationId="{BF8078D6-C2E5-DB75-5423-33A820BAB04C}"/>
          </ac:cxnSpMkLst>
        </pc:cxnChg>
        <pc:cxnChg chg="mod">
          <ac:chgData name="DEWE, HAYLEY L." userId="5cada80b-0f7b-49a5-96b2-656b100ca6c6" providerId="ADAL" clId="{632DF7FE-9916-4FAF-8457-3521400FFCEA}" dt="2026-02-04T02:00:49.853" v="164534" actId="14100"/>
          <ac:cxnSpMkLst>
            <pc:docMk/>
            <pc:sldMk cId="3155998473" sldId="1507"/>
            <ac:cxnSpMk id="38" creationId="{68847280-4F89-CADA-920B-22965FB2E403}"/>
          </ac:cxnSpMkLst>
        </pc:cxnChg>
        <pc:cxnChg chg="del">
          <ac:chgData name="DEWE, HAYLEY L." userId="5cada80b-0f7b-49a5-96b2-656b100ca6c6" providerId="ADAL" clId="{632DF7FE-9916-4FAF-8457-3521400FFCEA}" dt="2026-02-04T01:56:49.555" v="164478" actId="478"/>
          <ac:cxnSpMkLst>
            <pc:docMk/>
            <pc:sldMk cId="3155998473" sldId="1507"/>
            <ac:cxnSpMk id="70" creationId="{C5667AD2-D982-DAE9-4647-D8D3EDB80E97}"/>
          </ac:cxnSpMkLst>
        </pc:cxnChg>
        <pc:cxnChg chg="mod">
          <ac:chgData name="DEWE, HAYLEY L." userId="5cada80b-0f7b-49a5-96b2-656b100ca6c6" providerId="ADAL" clId="{632DF7FE-9916-4FAF-8457-3521400FFCEA}" dt="2026-02-04T02:00:36.488" v="164532" actId="14100"/>
          <ac:cxnSpMkLst>
            <pc:docMk/>
            <pc:sldMk cId="3155998473" sldId="1507"/>
            <ac:cxnSpMk id="99" creationId="{7DAA6C1E-3226-8E8A-FA19-77BEE3746787}"/>
          </ac:cxnSpMkLst>
        </pc:cxnChg>
        <pc:cxnChg chg="mod">
          <ac:chgData name="DEWE, HAYLEY L." userId="5cada80b-0f7b-49a5-96b2-656b100ca6c6" providerId="ADAL" clId="{632DF7FE-9916-4FAF-8457-3521400FFCEA}" dt="2026-02-04T02:00:23.448" v="164528" actId="14100"/>
          <ac:cxnSpMkLst>
            <pc:docMk/>
            <pc:sldMk cId="3155998473" sldId="1507"/>
            <ac:cxnSpMk id="101" creationId="{265D53B5-908E-7899-D5DC-2159BB919998}"/>
          </ac:cxnSpMkLst>
        </pc:cxnChg>
        <pc:cxnChg chg="mod">
          <ac:chgData name="DEWE, HAYLEY L." userId="5cada80b-0f7b-49a5-96b2-656b100ca6c6" providerId="ADAL" clId="{632DF7FE-9916-4FAF-8457-3521400FFCEA}" dt="2026-02-04T02:00:26.695" v="164529" actId="14100"/>
          <ac:cxnSpMkLst>
            <pc:docMk/>
            <pc:sldMk cId="3155998473" sldId="1507"/>
            <ac:cxnSpMk id="102" creationId="{52E8DAAB-8F56-1709-1978-D4886537FF1B}"/>
          </ac:cxnSpMkLst>
        </pc:cxnChg>
        <pc:cxnChg chg="del">
          <ac:chgData name="DEWE, HAYLEY L." userId="5cada80b-0f7b-49a5-96b2-656b100ca6c6" providerId="ADAL" clId="{632DF7FE-9916-4FAF-8457-3521400FFCEA}" dt="2026-02-04T01:56:22.453" v="164453" actId="478"/>
          <ac:cxnSpMkLst>
            <pc:docMk/>
            <pc:sldMk cId="3155998473" sldId="1507"/>
            <ac:cxnSpMk id="137" creationId="{4A3177F1-62A0-D2DD-8775-8BCB22F16AA8}"/>
          </ac:cxnSpMkLst>
        </pc:cxnChg>
        <pc:cxnChg chg="del">
          <ac:chgData name="DEWE, HAYLEY L." userId="5cada80b-0f7b-49a5-96b2-656b100ca6c6" providerId="ADAL" clId="{632DF7FE-9916-4FAF-8457-3521400FFCEA}" dt="2026-02-04T01:56:21.964" v="164452" actId="478"/>
          <ac:cxnSpMkLst>
            <pc:docMk/>
            <pc:sldMk cId="3155998473" sldId="1507"/>
            <ac:cxnSpMk id="138" creationId="{231C779F-B5AD-983B-7934-1418E30F7BC8}"/>
          </ac:cxnSpMkLst>
        </pc:cxnChg>
        <pc:cxnChg chg="del">
          <ac:chgData name="DEWE, HAYLEY L." userId="5cada80b-0f7b-49a5-96b2-656b100ca6c6" providerId="ADAL" clId="{632DF7FE-9916-4FAF-8457-3521400FFCEA}" dt="2026-02-04T01:56:20.374" v="164450" actId="478"/>
          <ac:cxnSpMkLst>
            <pc:docMk/>
            <pc:sldMk cId="3155998473" sldId="1507"/>
            <ac:cxnSpMk id="139" creationId="{8A354134-4A0C-FED8-93A5-DE2DE7364015}"/>
          </ac:cxnSpMkLst>
        </pc:cxnChg>
        <pc:cxnChg chg="del">
          <ac:chgData name="DEWE, HAYLEY L." userId="5cada80b-0f7b-49a5-96b2-656b100ca6c6" providerId="ADAL" clId="{632DF7FE-9916-4FAF-8457-3521400FFCEA}" dt="2026-02-04T01:56:19.727" v="164449" actId="478"/>
          <ac:cxnSpMkLst>
            <pc:docMk/>
            <pc:sldMk cId="3155998473" sldId="1507"/>
            <ac:cxnSpMk id="140" creationId="{C9A501C5-784B-B038-51F4-9F6CD81E8E86}"/>
          </ac:cxnSpMkLst>
        </pc:cxnChg>
        <pc:cxnChg chg="del">
          <ac:chgData name="DEWE, HAYLEY L." userId="5cada80b-0f7b-49a5-96b2-656b100ca6c6" providerId="ADAL" clId="{632DF7FE-9916-4FAF-8457-3521400FFCEA}" dt="2026-02-04T01:56:13.997" v="164446" actId="478"/>
          <ac:cxnSpMkLst>
            <pc:docMk/>
            <pc:sldMk cId="3155998473" sldId="1507"/>
            <ac:cxnSpMk id="144" creationId="{BA882D40-0FF6-7D3A-5FB7-44E7DF85A4B9}"/>
          </ac:cxnSpMkLst>
        </pc:cxnChg>
        <pc:cxnChg chg="del">
          <ac:chgData name="DEWE, HAYLEY L." userId="5cada80b-0f7b-49a5-96b2-656b100ca6c6" providerId="ADAL" clId="{632DF7FE-9916-4FAF-8457-3521400FFCEA}" dt="2026-02-04T01:56:32.116" v="164466" actId="478"/>
          <ac:cxnSpMkLst>
            <pc:docMk/>
            <pc:sldMk cId="3155998473" sldId="1507"/>
            <ac:cxnSpMk id="148" creationId="{BFB51EBF-2274-9535-A2FA-A7F1E1EF3A88}"/>
          </ac:cxnSpMkLst>
        </pc:cxnChg>
        <pc:cxnChg chg="del">
          <ac:chgData name="DEWE, HAYLEY L." userId="5cada80b-0f7b-49a5-96b2-656b100ca6c6" providerId="ADAL" clId="{632DF7FE-9916-4FAF-8457-3521400FFCEA}" dt="2026-02-04T01:56:32.553" v="164467" actId="478"/>
          <ac:cxnSpMkLst>
            <pc:docMk/>
            <pc:sldMk cId="3155998473" sldId="1507"/>
            <ac:cxnSpMk id="149" creationId="{3AC9F716-18B6-E4B5-5B03-901AD257C352}"/>
          </ac:cxnSpMkLst>
        </pc:cxnChg>
        <pc:cxnChg chg="del">
          <ac:chgData name="DEWE, HAYLEY L." userId="5cada80b-0f7b-49a5-96b2-656b100ca6c6" providerId="ADAL" clId="{632DF7FE-9916-4FAF-8457-3521400FFCEA}" dt="2026-02-04T01:56:35.323" v="164471" actId="478"/>
          <ac:cxnSpMkLst>
            <pc:docMk/>
            <pc:sldMk cId="3155998473" sldId="1507"/>
            <ac:cxnSpMk id="150" creationId="{1B654572-4811-0159-3B58-3F4BDD42FDE1}"/>
          </ac:cxnSpMkLst>
        </pc:cxnChg>
        <pc:cxnChg chg="del">
          <ac:chgData name="DEWE, HAYLEY L." userId="5cada80b-0f7b-49a5-96b2-656b100ca6c6" providerId="ADAL" clId="{632DF7FE-9916-4FAF-8457-3521400FFCEA}" dt="2026-02-04T01:56:34.440" v="164470" actId="478"/>
          <ac:cxnSpMkLst>
            <pc:docMk/>
            <pc:sldMk cId="3155998473" sldId="1507"/>
            <ac:cxnSpMk id="151" creationId="{F420D1DF-FD63-DEC6-E272-E224B7B9F002}"/>
          </ac:cxnSpMkLst>
        </pc:cxnChg>
        <pc:cxnChg chg="del">
          <ac:chgData name="DEWE, HAYLEY L." userId="5cada80b-0f7b-49a5-96b2-656b100ca6c6" providerId="ADAL" clId="{632DF7FE-9916-4FAF-8457-3521400FFCEA}" dt="2026-02-04T01:56:41.406" v="164475" actId="478"/>
          <ac:cxnSpMkLst>
            <pc:docMk/>
            <pc:sldMk cId="3155998473" sldId="1507"/>
            <ac:cxnSpMk id="155" creationId="{3664E1D0-CA4E-C2CC-D35A-1C60C923E1A2}"/>
          </ac:cxnSpMkLst>
        </pc:cxnChg>
        <pc:cxnChg chg="del">
          <ac:chgData name="DEWE, HAYLEY L." userId="5cada80b-0f7b-49a5-96b2-656b100ca6c6" providerId="ADAL" clId="{632DF7FE-9916-4FAF-8457-3521400FFCEA}" dt="2026-02-04T01:56:28.527" v="164461" actId="478"/>
          <ac:cxnSpMkLst>
            <pc:docMk/>
            <pc:sldMk cId="3155998473" sldId="1507"/>
            <ac:cxnSpMk id="158" creationId="{AA27E921-F3BD-1D24-213B-96CB50A7EA7A}"/>
          </ac:cxnSpMkLst>
        </pc:cxnChg>
        <pc:cxnChg chg="del">
          <ac:chgData name="DEWE, HAYLEY L." userId="5cada80b-0f7b-49a5-96b2-656b100ca6c6" providerId="ADAL" clId="{632DF7FE-9916-4FAF-8457-3521400FFCEA}" dt="2026-02-04T01:56:27.209" v="164459" actId="478"/>
          <ac:cxnSpMkLst>
            <pc:docMk/>
            <pc:sldMk cId="3155998473" sldId="1507"/>
            <ac:cxnSpMk id="159" creationId="{8050CDBF-52C0-9923-1B5C-C5332A011EC1}"/>
          </ac:cxnSpMkLst>
        </pc:cxnChg>
        <pc:cxnChg chg="del">
          <ac:chgData name="DEWE, HAYLEY L." userId="5cada80b-0f7b-49a5-96b2-656b100ca6c6" providerId="ADAL" clId="{632DF7FE-9916-4FAF-8457-3521400FFCEA}" dt="2026-02-04T01:56:29.293" v="164462" actId="478"/>
          <ac:cxnSpMkLst>
            <pc:docMk/>
            <pc:sldMk cId="3155998473" sldId="1507"/>
            <ac:cxnSpMk id="160" creationId="{C3BF1A73-7868-3A49-02AB-D09DBF977DCF}"/>
          </ac:cxnSpMkLst>
        </pc:cxnChg>
        <pc:cxnChg chg="del">
          <ac:chgData name="DEWE, HAYLEY L." userId="5cada80b-0f7b-49a5-96b2-656b100ca6c6" providerId="ADAL" clId="{632DF7FE-9916-4FAF-8457-3521400FFCEA}" dt="2026-02-04T01:56:29.702" v="164463" actId="478"/>
          <ac:cxnSpMkLst>
            <pc:docMk/>
            <pc:sldMk cId="3155998473" sldId="1507"/>
            <ac:cxnSpMk id="161" creationId="{19319170-C64E-B7BD-45F1-628037CFCCC5}"/>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2F359D-F6D2-48BC-9155-C4895717946B}" type="doc">
      <dgm:prSet loTypeId="urn:microsoft.com/office/officeart/2005/8/layout/vList5" loCatId="list" qsTypeId="urn:microsoft.com/office/officeart/2005/8/quickstyle/simple4" qsCatId="simple" csTypeId="urn:microsoft.com/office/officeart/2005/8/colors/accent0_2" csCatId="mainScheme" phldr="1"/>
      <dgm:spPr/>
      <dgm:t>
        <a:bodyPr/>
        <a:lstStyle/>
        <a:p>
          <a:endParaRPr lang="en-GB"/>
        </a:p>
      </dgm:t>
    </dgm:pt>
    <dgm:pt modelId="{798C657A-2ABE-400A-9027-7F9221944AC1}">
      <dgm:prSet phldrT="[Text]" custT="1"/>
      <dgm:spPr>
        <a:solidFill>
          <a:schemeClr val="accent2">
            <a:lumMod val="40000"/>
            <a:lumOff val="60000"/>
          </a:schemeClr>
        </a:solidFill>
      </dgm:spPr>
      <dgm:t>
        <a:bodyPr/>
        <a:lstStyle/>
        <a:p>
          <a:r>
            <a:rPr lang="en-GB" sz="2100" b="1" dirty="0">
              <a:solidFill>
                <a:schemeClr val="tx1"/>
              </a:solidFill>
            </a:rPr>
            <a:t>Normality</a:t>
          </a:r>
        </a:p>
      </dgm:t>
    </dgm:pt>
    <dgm:pt modelId="{369D3964-5EAF-45E2-8E6B-533C28D4E09F}" type="parTrans" cxnId="{26EC3BC5-B446-4CAC-879D-E9EB25BD907E}">
      <dgm:prSet/>
      <dgm:spPr/>
      <dgm:t>
        <a:bodyPr/>
        <a:lstStyle/>
        <a:p>
          <a:endParaRPr lang="en-GB" sz="2100">
            <a:solidFill>
              <a:schemeClr val="tx1"/>
            </a:solidFill>
          </a:endParaRPr>
        </a:p>
      </dgm:t>
    </dgm:pt>
    <dgm:pt modelId="{CD627C96-3FF2-4E99-AB03-D8AFF0020414}" type="sibTrans" cxnId="{26EC3BC5-B446-4CAC-879D-E9EB25BD907E}">
      <dgm:prSet/>
      <dgm:spPr/>
      <dgm:t>
        <a:bodyPr/>
        <a:lstStyle/>
        <a:p>
          <a:endParaRPr lang="en-GB" sz="2100">
            <a:solidFill>
              <a:schemeClr val="tx1"/>
            </a:solidFill>
          </a:endParaRPr>
        </a:p>
      </dgm:t>
    </dgm:pt>
    <dgm:pt modelId="{1C76107E-9699-44D6-A9EE-C03746D42528}">
      <dgm:prSet phldrT="[Text]" custT="1"/>
      <dgm:spPr/>
      <dgm:t>
        <a:bodyPr/>
        <a:lstStyle/>
        <a:p>
          <a:r>
            <a:rPr lang="en-GB" sz="2000" dirty="0">
              <a:solidFill>
                <a:schemeClr val="tx1"/>
              </a:solidFill>
            </a:rPr>
            <a:t>Data are approx. normally distributed and follow a normal distribution. Independent-samples: both groups are normal. Paired-samples = the </a:t>
          </a:r>
          <a:r>
            <a:rPr lang="en-GB" sz="2000" i="1" dirty="0">
              <a:solidFill>
                <a:schemeClr val="tx1"/>
              </a:solidFill>
            </a:rPr>
            <a:t>difference</a:t>
          </a:r>
          <a:r>
            <a:rPr lang="en-GB" sz="2000" dirty="0">
              <a:solidFill>
                <a:schemeClr val="tx1"/>
              </a:solidFill>
            </a:rPr>
            <a:t> scores should be normal.</a:t>
          </a:r>
        </a:p>
      </dgm:t>
    </dgm:pt>
    <dgm:pt modelId="{C5BBD767-E284-4FDC-9720-7829F8E41E27}" type="parTrans" cxnId="{9D543142-37FB-4E32-8F8F-776FA73BA0CD}">
      <dgm:prSet/>
      <dgm:spPr/>
      <dgm:t>
        <a:bodyPr/>
        <a:lstStyle/>
        <a:p>
          <a:endParaRPr lang="en-GB" sz="2100">
            <a:solidFill>
              <a:schemeClr val="tx1"/>
            </a:solidFill>
          </a:endParaRPr>
        </a:p>
      </dgm:t>
    </dgm:pt>
    <dgm:pt modelId="{73490F3A-F7CC-4F14-A3A6-4E77706B81A2}" type="sibTrans" cxnId="{9D543142-37FB-4E32-8F8F-776FA73BA0CD}">
      <dgm:prSet/>
      <dgm:spPr/>
      <dgm:t>
        <a:bodyPr/>
        <a:lstStyle/>
        <a:p>
          <a:endParaRPr lang="en-GB" sz="2100">
            <a:solidFill>
              <a:schemeClr val="tx1"/>
            </a:solidFill>
          </a:endParaRPr>
        </a:p>
      </dgm:t>
    </dgm:pt>
    <dgm:pt modelId="{54C100F9-9189-46A4-81D2-07D78DA570D7}">
      <dgm:prSet phldrT="[Text]" custT="1"/>
      <dgm:spPr/>
      <dgm:t>
        <a:bodyPr/>
        <a:lstStyle/>
        <a:p>
          <a:r>
            <a:rPr lang="en-GB" sz="2000" dirty="0">
              <a:solidFill>
                <a:schemeClr val="tx1"/>
              </a:solidFill>
            </a:rPr>
            <a:t>Each participant’s score must not influence / depend on the score of another participant. E.g., participants’ scores don’t affect other participants’ responses. Or in a paired design, each pair of scores is independent from all other pairs. </a:t>
          </a:r>
        </a:p>
      </dgm:t>
    </dgm:pt>
    <dgm:pt modelId="{6BECD2B1-068F-4F53-BE71-CE0D038F42B4}" type="parTrans" cxnId="{D45A9E54-F2AE-40E5-8869-5069F525CF65}">
      <dgm:prSet/>
      <dgm:spPr/>
      <dgm:t>
        <a:bodyPr/>
        <a:lstStyle/>
        <a:p>
          <a:endParaRPr lang="en-GB" sz="2100">
            <a:solidFill>
              <a:schemeClr val="tx1"/>
            </a:solidFill>
          </a:endParaRPr>
        </a:p>
      </dgm:t>
    </dgm:pt>
    <dgm:pt modelId="{94942CED-516F-47B7-B095-E6A1B88F0638}" type="sibTrans" cxnId="{D45A9E54-F2AE-40E5-8869-5069F525CF65}">
      <dgm:prSet/>
      <dgm:spPr/>
      <dgm:t>
        <a:bodyPr/>
        <a:lstStyle/>
        <a:p>
          <a:endParaRPr lang="en-GB" sz="2100">
            <a:solidFill>
              <a:schemeClr val="tx1"/>
            </a:solidFill>
          </a:endParaRPr>
        </a:p>
      </dgm:t>
    </dgm:pt>
    <dgm:pt modelId="{5E260BC0-7212-462B-9F76-63B6B0AF2321}">
      <dgm:prSet phldrT="[Text]" custT="1"/>
      <dgm:spPr>
        <a:solidFill>
          <a:schemeClr val="accent2">
            <a:lumMod val="40000"/>
            <a:lumOff val="60000"/>
          </a:schemeClr>
        </a:solidFill>
      </dgm:spPr>
      <dgm:t>
        <a:bodyPr/>
        <a:lstStyle/>
        <a:p>
          <a:r>
            <a:rPr lang="en-GB" sz="2100" b="1" dirty="0">
              <a:solidFill>
                <a:schemeClr val="tx1"/>
              </a:solidFill>
            </a:rPr>
            <a:t>Homogeneity of variance</a:t>
          </a:r>
        </a:p>
      </dgm:t>
    </dgm:pt>
    <dgm:pt modelId="{00BAB81C-8737-4E58-8122-550C197EA516}" type="parTrans" cxnId="{53760324-AA27-4B54-B436-CE625A5EEF56}">
      <dgm:prSet/>
      <dgm:spPr/>
      <dgm:t>
        <a:bodyPr/>
        <a:lstStyle/>
        <a:p>
          <a:endParaRPr lang="en-GB" sz="2100">
            <a:solidFill>
              <a:schemeClr val="tx1"/>
            </a:solidFill>
          </a:endParaRPr>
        </a:p>
      </dgm:t>
    </dgm:pt>
    <dgm:pt modelId="{91BF6E79-8465-4A36-9DAE-DB966E5C1ECE}" type="sibTrans" cxnId="{53760324-AA27-4B54-B436-CE625A5EEF56}">
      <dgm:prSet/>
      <dgm:spPr/>
      <dgm:t>
        <a:bodyPr/>
        <a:lstStyle/>
        <a:p>
          <a:endParaRPr lang="en-GB" sz="2100">
            <a:solidFill>
              <a:schemeClr val="tx1"/>
            </a:solidFill>
          </a:endParaRPr>
        </a:p>
      </dgm:t>
    </dgm:pt>
    <dgm:pt modelId="{217E5F7C-1F87-4AA9-BE0C-0AB97B778727}">
      <dgm:prSet phldrT="[Text]" custT="1"/>
      <dgm:spPr/>
      <dgm:t>
        <a:bodyPr/>
        <a:lstStyle/>
        <a:p>
          <a:r>
            <a:rPr lang="en-GB" sz="2000" dirty="0">
              <a:solidFill>
                <a:schemeClr val="tx1"/>
              </a:solidFill>
            </a:rPr>
            <a:t>For Independent-sample t-test only: the variance (spread of data) should be approximately equal in the two groups (as discussed). If violated → use Welch’s t‑test (gives you corrected values).</a:t>
          </a:r>
        </a:p>
      </dgm:t>
    </dgm:pt>
    <dgm:pt modelId="{227EC8F5-7CD9-4BB2-A161-AAE4C6B550ED}" type="parTrans" cxnId="{2BF1F5C5-19D7-4675-BB9B-9D12F3851F8A}">
      <dgm:prSet/>
      <dgm:spPr/>
      <dgm:t>
        <a:bodyPr/>
        <a:lstStyle/>
        <a:p>
          <a:endParaRPr lang="en-GB" sz="2100">
            <a:solidFill>
              <a:schemeClr val="tx1"/>
            </a:solidFill>
          </a:endParaRPr>
        </a:p>
      </dgm:t>
    </dgm:pt>
    <dgm:pt modelId="{C71BB97D-D654-431E-881F-17761C9607B9}" type="sibTrans" cxnId="{2BF1F5C5-19D7-4675-BB9B-9D12F3851F8A}">
      <dgm:prSet/>
      <dgm:spPr/>
      <dgm:t>
        <a:bodyPr/>
        <a:lstStyle/>
        <a:p>
          <a:endParaRPr lang="en-GB" sz="2100">
            <a:solidFill>
              <a:schemeClr val="tx1"/>
            </a:solidFill>
          </a:endParaRPr>
        </a:p>
      </dgm:t>
    </dgm:pt>
    <dgm:pt modelId="{11FF8FEE-A465-4AD8-92A0-B6704999FCFC}">
      <dgm:prSet phldrT="[Text]" custT="1"/>
      <dgm:spPr>
        <a:solidFill>
          <a:schemeClr val="accent2">
            <a:lumMod val="40000"/>
            <a:lumOff val="60000"/>
          </a:schemeClr>
        </a:solidFill>
      </dgm:spPr>
      <dgm:t>
        <a:bodyPr/>
        <a:lstStyle/>
        <a:p>
          <a:r>
            <a:rPr lang="en-GB" sz="2100" b="1" dirty="0">
              <a:solidFill>
                <a:schemeClr val="tx1"/>
              </a:solidFill>
            </a:rPr>
            <a:t>Independent observations</a:t>
          </a:r>
        </a:p>
      </dgm:t>
    </dgm:pt>
    <dgm:pt modelId="{66483D0B-12AD-4428-BCBF-DC62E58DC2FA}" type="sibTrans" cxnId="{04C007B5-9C1B-40F3-8726-3C4BF8966EF3}">
      <dgm:prSet/>
      <dgm:spPr/>
      <dgm:t>
        <a:bodyPr/>
        <a:lstStyle/>
        <a:p>
          <a:endParaRPr lang="en-GB" sz="2100">
            <a:solidFill>
              <a:schemeClr val="tx1"/>
            </a:solidFill>
          </a:endParaRPr>
        </a:p>
      </dgm:t>
    </dgm:pt>
    <dgm:pt modelId="{C443E6D6-69E2-4AF3-B8D4-900487E0B3E9}" type="parTrans" cxnId="{04C007B5-9C1B-40F3-8726-3C4BF8966EF3}">
      <dgm:prSet/>
      <dgm:spPr/>
      <dgm:t>
        <a:bodyPr/>
        <a:lstStyle/>
        <a:p>
          <a:endParaRPr lang="en-GB" sz="2100">
            <a:solidFill>
              <a:schemeClr val="tx1"/>
            </a:solidFill>
          </a:endParaRPr>
        </a:p>
      </dgm:t>
    </dgm:pt>
    <dgm:pt modelId="{561FC84C-A1D3-49FE-A6FD-DB70EE7C50A6}">
      <dgm:prSet custT="1"/>
      <dgm:spPr>
        <a:solidFill>
          <a:srgbClr val="A3CEED"/>
        </a:solidFill>
      </dgm:spPr>
      <dgm:t>
        <a:bodyPr/>
        <a:lstStyle/>
        <a:p>
          <a:r>
            <a:rPr lang="en-GB" sz="2100" b="1" dirty="0">
              <a:solidFill>
                <a:schemeClr val="tx1"/>
              </a:solidFill>
            </a:rPr>
            <a:t>Type of data &amp; Outliers</a:t>
          </a:r>
        </a:p>
      </dgm:t>
    </dgm:pt>
    <dgm:pt modelId="{4E15311B-7924-4FFF-BF54-0FF7B2F73507}" type="parTrans" cxnId="{5286FFE9-171C-4F3F-A58B-338DEF5F2A04}">
      <dgm:prSet/>
      <dgm:spPr/>
      <dgm:t>
        <a:bodyPr/>
        <a:lstStyle/>
        <a:p>
          <a:endParaRPr lang="en-GB" sz="2100">
            <a:solidFill>
              <a:schemeClr val="tx1"/>
            </a:solidFill>
          </a:endParaRPr>
        </a:p>
      </dgm:t>
    </dgm:pt>
    <dgm:pt modelId="{30C4D146-7D16-464B-9C45-876EC8309579}" type="sibTrans" cxnId="{5286FFE9-171C-4F3F-A58B-338DEF5F2A04}">
      <dgm:prSet/>
      <dgm:spPr/>
      <dgm:t>
        <a:bodyPr/>
        <a:lstStyle/>
        <a:p>
          <a:endParaRPr lang="en-GB" sz="2100">
            <a:solidFill>
              <a:schemeClr val="tx1"/>
            </a:solidFill>
          </a:endParaRPr>
        </a:p>
      </dgm:t>
    </dgm:pt>
    <dgm:pt modelId="{CDC54EBA-265F-41A3-A819-4A88E0BF8F65}">
      <dgm:prSet custT="1"/>
      <dgm:spPr>
        <a:solidFill>
          <a:schemeClr val="bg1"/>
        </a:solidFill>
      </dgm:spPr>
      <dgm:t>
        <a:bodyPr/>
        <a:lstStyle/>
        <a:p>
          <a:pPr>
            <a:buClrTx/>
            <a:buFont typeface="Arial" panose="020B0604020202020204" pitchFamily="34" charset="0"/>
            <a:buChar char="•"/>
          </a:pPr>
          <a:r>
            <a:rPr lang="en-GB" sz="2000" b="0" dirty="0">
              <a:solidFill>
                <a:schemeClr val="tx1"/>
              </a:solidFill>
            </a:rPr>
            <a:t>Not strictly assumptions but important. Type of data: IV = categorical. DV = continuous (interval or ratio – or ordinal). Outliers: good practice to check / cutoffs e.g., (z &gt; </a:t>
          </a:r>
          <a:r>
            <a:rPr lang="en-GB" sz="2000" b="0" u="sng" dirty="0">
              <a:solidFill>
                <a:schemeClr val="tx1"/>
              </a:solidFill>
            </a:rPr>
            <a:t>+</a:t>
          </a:r>
          <a:r>
            <a:rPr lang="en-GB" sz="2000" b="0" dirty="0">
              <a:solidFill>
                <a:schemeClr val="tx1"/>
              </a:solidFill>
            </a:rPr>
            <a:t>3)</a:t>
          </a:r>
        </a:p>
      </dgm:t>
    </dgm:pt>
    <dgm:pt modelId="{6ECD43EB-D3D5-4325-BFAB-1C328E1E2B5B}" type="parTrans" cxnId="{F36C5E19-0B5E-45FD-A76D-43AB2043EB6D}">
      <dgm:prSet/>
      <dgm:spPr/>
      <dgm:t>
        <a:bodyPr/>
        <a:lstStyle/>
        <a:p>
          <a:endParaRPr lang="en-GB" sz="2100">
            <a:solidFill>
              <a:schemeClr val="tx1"/>
            </a:solidFill>
          </a:endParaRPr>
        </a:p>
      </dgm:t>
    </dgm:pt>
    <dgm:pt modelId="{B934D3D6-E6AD-4901-BC58-FFD741BEB2A4}" type="sibTrans" cxnId="{F36C5E19-0B5E-45FD-A76D-43AB2043EB6D}">
      <dgm:prSet/>
      <dgm:spPr/>
      <dgm:t>
        <a:bodyPr/>
        <a:lstStyle/>
        <a:p>
          <a:endParaRPr lang="en-GB" sz="2100">
            <a:solidFill>
              <a:schemeClr val="tx1"/>
            </a:solidFill>
          </a:endParaRPr>
        </a:p>
      </dgm:t>
    </dgm:pt>
    <dgm:pt modelId="{347EEE3F-80AB-4987-9DD2-6756649B5ACD}" type="pres">
      <dgm:prSet presAssocID="{102F359D-F6D2-48BC-9155-C4895717946B}" presName="Name0" presStyleCnt="0">
        <dgm:presLayoutVars>
          <dgm:dir/>
          <dgm:animLvl val="lvl"/>
          <dgm:resizeHandles val="exact"/>
        </dgm:presLayoutVars>
      </dgm:prSet>
      <dgm:spPr/>
    </dgm:pt>
    <dgm:pt modelId="{93EC93D2-D688-470C-BC6C-792680B2F1B3}" type="pres">
      <dgm:prSet presAssocID="{11FF8FEE-A465-4AD8-92A0-B6704999FCFC}" presName="linNode" presStyleCnt="0"/>
      <dgm:spPr/>
    </dgm:pt>
    <dgm:pt modelId="{7B9ED911-636C-4F2A-9CFE-6598813DF25B}" type="pres">
      <dgm:prSet presAssocID="{11FF8FEE-A465-4AD8-92A0-B6704999FCFC}" presName="parentText" presStyleLbl="node1" presStyleIdx="0" presStyleCnt="4" custScaleX="81988" custScaleY="62668">
        <dgm:presLayoutVars>
          <dgm:chMax val="1"/>
          <dgm:bulletEnabled val="1"/>
        </dgm:presLayoutVars>
      </dgm:prSet>
      <dgm:spPr/>
    </dgm:pt>
    <dgm:pt modelId="{9E1C77DF-1F03-4448-995C-BB9251236616}" type="pres">
      <dgm:prSet presAssocID="{11FF8FEE-A465-4AD8-92A0-B6704999FCFC}" presName="descendantText" presStyleLbl="alignAccFollowNode1" presStyleIdx="0" presStyleCnt="4" custScaleX="131613" custScaleY="94348">
        <dgm:presLayoutVars>
          <dgm:bulletEnabled val="1"/>
        </dgm:presLayoutVars>
      </dgm:prSet>
      <dgm:spPr>
        <a:prstGeom prst="roundRect">
          <a:avLst/>
        </a:prstGeom>
      </dgm:spPr>
    </dgm:pt>
    <dgm:pt modelId="{AE04A8E8-DD5F-46F7-BE53-CA40B01854D5}" type="pres">
      <dgm:prSet presAssocID="{66483D0B-12AD-4428-BCBF-DC62E58DC2FA}" presName="sp" presStyleCnt="0"/>
      <dgm:spPr/>
    </dgm:pt>
    <dgm:pt modelId="{A4909C34-6303-4B69-B298-A321F9F9ADCC}" type="pres">
      <dgm:prSet presAssocID="{798C657A-2ABE-400A-9027-7F9221944AC1}" presName="linNode" presStyleCnt="0"/>
      <dgm:spPr/>
    </dgm:pt>
    <dgm:pt modelId="{52DD377E-4B3E-4847-A06F-BDED3CF8A93F}" type="pres">
      <dgm:prSet presAssocID="{798C657A-2ABE-400A-9027-7F9221944AC1}" presName="parentText" presStyleLbl="node1" presStyleIdx="1" presStyleCnt="4" custScaleX="87324" custScaleY="62686">
        <dgm:presLayoutVars>
          <dgm:chMax val="1"/>
          <dgm:bulletEnabled val="1"/>
        </dgm:presLayoutVars>
      </dgm:prSet>
      <dgm:spPr/>
    </dgm:pt>
    <dgm:pt modelId="{BBE8FC3B-BC14-4EB2-B338-ED0E22F77CFD}" type="pres">
      <dgm:prSet presAssocID="{798C657A-2ABE-400A-9027-7F9221944AC1}" presName="descendantText" presStyleLbl="alignAccFollowNode1" presStyleIdx="1" presStyleCnt="4" custScaleX="140114" custScaleY="77692">
        <dgm:presLayoutVars>
          <dgm:bulletEnabled val="1"/>
        </dgm:presLayoutVars>
      </dgm:prSet>
      <dgm:spPr>
        <a:prstGeom prst="roundRect">
          <a:avLst/>
        </a:prstGeom>
      </dgm:spPr>
    </dgm:pt>
    <dgm:pt modelId="{3535B796-4BE0-4BC7-81AF-0E70CA36C01D}" type="pres">
      <dgm:prSet presAssocID="{CD627C96-3FF2-4E99-AB03-D8AFF0020414}" presName="sp" presStyleCnt="0"/>
      <dgm:spPr/>
    </dgm:pt>
    <dgm:pt modelId="{23819BDC-531A-4FD7-9475-56317739872E}" type="pres">
      <dgm:prSet presAssocID="{5E260BC0-7212-462B-9F76-63B6B0AF2321}" presName="linNode" presStyleCnt="0"/>
      <dgm:spPr/>
    </dgm:pt>
    <dgm:pt modelId="{01089CDB-91AE-42ED-88F4-A9934CBBC8AF}" type="pres">
      <dgm:prSet presAssocID="{5E260BC0-7212-462B-9F76-63B6B0AF2321}" presName="parentText" presStyleLbl="node1" presStyleIdx="2" presStyleCnt="4" custScaleX="95954" custScaleY="64235" custLinFactNeighborX="-1" custLinFactNeighborY="-863">
        <dgm:presLayoutVars>
          <dgm:chMax val="1"/>
          <dgm:bulletEnabled val="1"/>
        </dgm:presLayoutVars>
      </dgm:prSet>
      <dgm:spPr/>
    </dgm:pt>
    <dgm:pt modelId="{2FB568BD-34EE-4EA4-B34A-627B2BE207E8}" type="pres">
      <dgm:prSet presAssocID="{5E260BC0-7212-462B-9F76-63B6B0AF2321}" presName="descendantText" presStyleLbl="alignAccFollowNode1" presStyleIdx="2" presStyleCnt="4" custScaleX="153948" custScaleY="71567">
        <dgm:presLayoutVars>
          <dgm:bulletEnabled val="1"/>
        </dgm:presLayoutVars>
      </dgm:prSet>
      <dgm:spPr>
        <a:prstGeom prst="roundRect">
          <a:avLst/>
        </a:prstGeom>
      </dgm:spPr>
    </dgm:pt>
    <dgm:pt modelId="{2451E928-291C-4A15-9DA9-7F4FF7A9FA2E}" type="pres">
      <dgm:prSet presAssocID="{91BF6E79-8465-4A36-9DAE-DB966E5C1ECE}" presName="sp" presStyleCnt="0"/>
      <dgm:spPr/>
    </dgm:pt>
    <dgm:pt modelId="{C3BC3B2A-197A-47CD-8B43-CEA9E7517423}" type="pres">
      <dgm:prSet presAssocID="{561FC84C-A1D3-49FE-A6FD-DB70EE7C50A6}" presName="linNode" presStyleCnt="0"/>
      <dgm:spPr/>
    </dgm:pt>
    <dgm:pt modelId="{6295F76E-77D2-47C3-A320-E6FB9544DC8D}" type="pres">
      <dgm:prSet presAssocID="{561FC84C-A1D3-49FE-A6FD-DB70EE7C50A6}" presName="parentText" presStyleLbl="node1" presStyleIdx="3" presStyleCnt="4" custScaleX="87015" custScaleY="64235">
        <dgm:presLayoutVars>
          <dgm:chMax val="1"/>
          <dgm:bulletEnabled val="1"/>
        </dgm:presLayoutVars>
      </dgm:prSet>
      <dgm:spPr/>
    </dgm:pt>
    <dgm:pt modelId="{EC171E00-08AB-499D-BD6B-288BA49D6743}" type="pres">
      <dgm:prSet presAssocID="{561FC84C-A1D3-49FE-A6FD-DB70EE7C50A6}" presName="descendantText" presStyleLbl="alignAccFollowNode1" presStyleIdx="3" presStyleCnt="4" custScaleX="139673" custScaleY="82808">
        <dgm:presLayoutVars>
          <dgm:bulletEnabled val="1"/>
        </dgm:presLayoutVars>
      </dgm:prSet>
      <dgm:spPr>
        <a:prstGeom prst="roundRect">
          <a:avLst/>
        </a:prstGeom>
      </dgm:spPr>
    </dgm:pt>
  </dgm:ptLst>
  <dgm:cxnLst>
    <dgm:cxn modelId="{A6999D09-C042-489F-A767-7DB13B832CB8}" type="presOf" srcId="{102F359D-F6D2-48BC-9155-C4895717946B}" destId="{347EEE3F-80AB-4987-9DD2-6756649B5ACD}" srcOrd="0" destOrd="0" presId="urn:microsoft.com/office/officeart/2005/8/layout/vList5"/>
    <dgm:cxn modelId="{01F83B0C-2E85-4304-8A6B-056787785B52}" type="presOf" srcId="{1C76107E-9699-44D6-A9EE-C03746D42528}" destId="{BBE8FC3B-BC14-4EB2-B338-ED0E22F77CFD}" srcOrd="0" destOrd="0" presId="urn:microsoft.com/office/officeart/2005/8/layout/vList5"/>
    <dgm:cxn modelId="{F36C5E19-0B5E-45FD-A76D-43AB2043EB6D}" srcId="{561FC84C-A1D3-49FE-A6FD-DB70EE7C50A6}" destId="{CDC54EBA-265F-41A3-A819-4A88E0BF8F65}" srcOrd="0" destOrd="0" parTransId="{6ECD43EB-D3D5-4325-BFAB-1C328E1E2B5B}" sibTransId="{B934D3D6-E6AD-4901-BC58-FFD741BEB2A4}"/>
    <dgm:cxn modelId="{53760324-AA27-4B54-B436-CE625A5EEF56}" srcId="{102F359D-F6D2-48BC-9155-C4895717946B}" destId="{5E260BC0-7212-462B-9F76-63B6B0AF2321}" srcOrd="2" destOrd="0" parTransId="{00BAB81C-8737-4E58-8122-550C197EA516}" sibTransId="{91BF6E79-8465-4A36-9DAE-DB966E5C1ECE}"/>
    <dgm:cxn modelId="{D7E8AC33-C310-4F4F-8AE8-D25008B45520}" type="presOf" srcId="{11FF8FEE-A465-4AD8-92A0-B6704999FCFC}" destId="{7B9ED911-636C-4F2A-9CFE-6598813DF25B}" srcOrd="0" destOrd="0" presId="urn:microsoft.com/office/officeart/2005/8/layout/vList5"/>
    <dgm:cxn modelId="{9D543142-37FB-4E32-8F8F-776FA73BA0CD}" srcId="{798C657A-2ABE-400A-9027-7F9221944AC1}" destId="{1C76107E-9699-44D6-A9EE-C03746D42528}" srcOrd="0" destOrd="0" parTransId="{C5BBD767-E284-4FDC-9720-7829F8E41E27}" sibTransId="{73490F3A-F7CC-4F14-A3A6-4E77706B81A2}"/>
    <dgm:cxn modelId="{A4BCCA67-E5CF-45E0-AD77-30890C3AD24A}" type="presOf" srcId="{5E260BC0-7212-462B-9F76-63B6B0AF2321}" destId="{01089CDB-91AE-42ED-88F4-A9934CBBC8AF}" srcOrd="0" destOrd="0" presId="urn:microsoft.com/office/officeart/2005/8/layout/vList5"/>
    <dgm:cxn modelId="{C4D7F170-6D7D-4D3D-BF5D-A7A6F8A5C019}" type="presOf" srcId="{54C100F9-9189-46A4-81D2-07D78DA570D7}" destId="{9E1C77DF-1F03-4448-995C-BB9251236616}" srcOrd="0" destOrd="0" presId="urn:microsoft.com/office/officeart/2005/8/layout/vList5"/>
    <dgm:cxn modelId="{D45A9E54-F2AE-40E5-8869-5069F525CF65}" srcId="{11FF8FEE-A465-4AD8-92A0-B6704999FCFC}" destId="{54C100F9-9189-46A4-81D2-07D78DA570D7}" srcOrd="0" destOrd="0" parTransId="{6BECD2B1-068F-4F53-BE71-CE0D038F42B4}" sibTransId="{94942CED-516F-47B7-B095-E6A1B88F0638}"/>
    <dgm:cxn modelId="{9F1B7B96-1B81-41BF-BC46-B4EF3A1A0326}" type="presOf" srcId="{217E5F7C-1F87-4AA9-BE0C-0AB97B778727}" destId="{2FB568BD-34EE-4EA4-B34A-627B2BE207E8}" srcOrd="0" destOrd="0" presId="urn:microsoft.com/office/officeart/2005/8/layout/vList5"/>
    <dgm:cxn modelId="{47AF5EB1-B499-4A79-8995-E696D2706AC4}" type="presOf" srcId="{561FC84C-A1D3-49FE-A6FD-DB70EE7C50A6}" destId="{6295F76E-77D2-47C3-A320-E6FB9544DC8D}" srcOrd="0" destOrd="0" presId="urn:microsoft.com/office/officeart/2005/8/layout/vList5"/>
    <dgm:cxn modelId="{04C007B5-9C1B-40F3-8726-3C4BF8966EF3}" srcId="{102F359D-F6D2-48BC-9155-C4895717946B}" destId="{11FF8FEE-A465-4AD8-92A0-B6704999FCFC}" srcOrd="0" destOrd="0" parTransId="{C443E6D6-69E2-4AF3-B8D4-900487E0B3E9}" sibTransId="{66483D0B-12AD-4428-BCBF-DC62E58DC2FA}"/>
    <dgm:cxn modelId="{26EC3BC5-B446-4CAC-879D-E9EB25BD907E}" srcId="{102F359D-F6D2-48BC-9155-C4895717946B}" destId="{798C657A-2ABE-400A-9027-7F9221944AC1}" srcOrd="1" destOrd="0" parTransId="{369D3964-5EAF-45E2-8E6B-533C28D4E09F}" sibTransId="{CD627C96-3FF2-4E99-AB03-D8AFF0020414}"/>
    <dgm:cxn modelId="{2BF1F5C5-19D7-4675-BB9B-9D12F3851F8A}" srcId="{5E260BC0-7212-462B-9F76-63B6B0AF2321}" destId="{217E5F7C-1F87-4AA9-BE0C-0AB97B778727}" srcOrd="0" destOrd="0" parTransId="{227EC8F5-7CD9-4BB2-A161-AAE4C6B550ED}" sibTransId="{C71BB97D-D654-431E-881F-17761C9607B9}"/>
    <dgm:cxn modelId="{0CC65FC7-8811-44D6-8DB8-EF165889389D}" type="presOf" srcId="{798C657A-2ABE-400A-9027-7F9221944AC1}" destId="{52DD377E-4B3E-4847-A06F-BDED3CF8A93F}" srcOrd="0" destOrd="0" presId="urn:microsoft.com/office/officeart/2005/8/layout/vList5"/>
    <dgm:cxn modelId="{615B86CD-8B58-4A96-A7D4-2CE79124D660}" type="presOf" srcId="{CDC54EBA-265F-41A3-A819-4A88E0BF8F65}" destId="{EC171E00-08AB-499D-BD6B-288BA49D6743}" srcOrd="0" destOrd="0" presId="urn:microsoft.com/office/officeart/2005/8/layout/vList5"/>
    <dgm:cxn modelId="{5286FFE9-171C-4F3F-A58B-338DEF5F2A04}" srcId="{102F359D-F6D2-48BC-9155-C4895717946B}" destId="{561FC84C-A1D3-49FE-A6FD-DB70EE7C50A6}" srcOrd="3" destOrd="0" parTransId="{4E15311B-7924-4FFF-BF54-0FF7B2F73507}" sibTransId="{30C4D146-7D16-464B-9C45-876EC8309579}"/>
    <dgm:cxn modelId="{6D3C9D11-208C-40E1-B165-B2251AA45C09}" type="presParOf" srcId="{347EEE3F-80AB-4987-9DD2-6756649B5ACD}" destId="{93EC93D2-D688-470C-BC6C-792680B2F1B3}" srcOrd="0" destOrd="0" presId="urn:microsoft.com/office/officeart/2005/8/layout/vList5"/>
    <dgm:cxn modelId="{6A0BC64F-7853-4D8E-B090-942674AB48DA}" type="presParOf" srcId="{93EC93D2-D688-470C-BC6C-792680B2F1B3}" destId="{7B9ED911-636C-4F2A-9CFE-6598813DF25B}" srcOrd="0" destOrd="0" presId="urn:microsoft.com/office/officeart/2005/8/layout/vList5"/>
    <dgm:cxn modelId="{FFD99A7B-15D9-4418-B4AE-DD06DF476B59}" type="presParOf" srcId="{93EC93D2-D688-470C-BC6C-792680B2F1B3}" destId="{9E1C77DF-1F03-4448-995C-BB9251236616}" srcOrd="1" destOrd="0" presId="urn:microsoft.com/office/officeart/2005/8/layout/vList5"/>
    <dgm:cxn modelId="{C0464355-CE6C-440D-B87E-98E074F06697}" type="presParOf" srcId="{347EEE3F-80AB-4987-9DD2-6756649B5ACD}" destId="{AE04A8E8-DD5F-46F7-BE53-CA40B01854D5}" srcOrd="1" destOrd="0" presId="urn:microsoft.com/office/officeart/2005/8/layout/vList5"/>
    <dgm:cxn modelId="{EE20E62C-0F2C-459B-9817-03DDECE8BE93}" type="presParOf" srcId="{347EEE3F-80AB-4987-9DD2-6756649B5ACD}" destId="{A4909C34-6303-4B69-B298-A321F9F9ADCC}" srcOrd="2" destOrd="0" presId="urn:microsoft.com/office/officeart/2005/8/layout/vList5"/>
    <dgm:cxn modelId="{E249B204-418E-4F4D-A040-672D036463C1}" type="presParOf" srcId="{A4909C34-6303-4B69-B298-A321F9F9ADCC}" destId="{52DD377E-4B3E-4847-A06F-BDED3CF8A93F}" srcOrd="0" destOrd="0" presId="urn:microsoft.com/office/officeart/2005/8/layout/vList5"/>
    <dgm:cxn modelId="{B70B7C02-0A92-4C3D-82F7-36E82578DDAA}" type="presParOf" srcId="{A4909C34-6303-4B69-B298-A321F9F9ADCC}" destId="{BBE8FC3B-BC14-4EB2-B338-ED0E22F77CFD}" srcOrd="1" destOrd="0" presId="urn:microsoft.com/office/officeart/2005/8/layout/vList5"/>
    <dgm:cxn modelId="{AA312CA6-915C-4A65-B18E-A9EE3542F7AE}" type="presParOf" srcId="{347EEE3F-80AB-4987-9DD2-6756649B5ACD}" destId="{3535B796-4BE0-4BC7-81AF-0E70CA36C01D}" srcOrd="3" destOrd="0" presId="urn:microsoft.com/office/officeart/2005/8/layout/vList5"/>
    <dgm:cxn modelId="{59C726B2-B924-4B8E-A2E7-3A2DA45F3D39}" type="presParOf" srcId="{347EEE3F-80AB-4987-9DD2-6756649B5ACD}" destId="{23819BDC-531A-4FD7-9475-56317739872E}" srcOrd="4" destOrd="0" presId="urn:microsoft.com/office/officeart/2005/8/layout/vList5"/>
    <dgm:cxn modelId="{9C5531BC-3692-4D04-A1E0-8EFCFEC194A3}" type="presParOf" srcId="{23819BDC-531A-4FD7-9475-56317739872E}" destId="{01089CDB-91AE-42ED-88F4-A9934CBBC8AF}" srcOrd="0" destOrd="0" presId="urn:microsoft.com/office/officeart/2005/8/layout/vList5"/>
    <dgm:cxn modelId="{7B607ABD-3298-4E4C-B078-4229EC3BF1A8}" type="presParOf" srcId="{23819BDC-531A-4FD7-9475-56317739872E}" destId="{2FB568BD-34EE-4EA4-B34A-627B2BE207E8}" srcOrd="1" destOrd="0" presId="urn:microsoft.com/office/officeart/2005/8/layout/vList5"/>
    <dgm:cxn modelId="{1D88F697-57A1-462C-8DDB-CB68AA20DAFA}" type="presParOf" srcId="{347EEE3F-80AB-4987-9DD2-6756649B5ACD}" destId="{2451E928-291C-4A15-9DA9-7F4FF7A9FA2E}" srcOrd="5" destOrd="0" presId="urn:microsoft.com/office/officeart/2005/8/layout/vList5"/>
    <dgm:cxn modelId="{72AE2AE1-88C5-4C43-BB9E-99310F7AB4D2}" type="presParOf" srcId="{347EEE3F-80AB-4987-9DD2-6756649B5ACD}" destId="{C3BC3B2A-197A-47CD-8B43-CEA9E7517423}" srcOrd="6" destOrd="0" presId="urn:microsoft.com/office/officeart/2005/8/layout/vList5"/>
    <dgm:cxn modelId="{796F44CB-65DC-4A50-8F28-7E768C03D65F}" type="presParOf" srcId="{C3BC3B2A-197A-47CD-8B43-CEA9E7517423}" destId="{6295F76E-77D2-47C3-A320-E6FB9544DC8D}" srcOrd="0" destOrd="0" presId="urn:microsoft.com/office/officeart/2005/8/layout/vList5"/>
    <dgm:cxn modelId="{07644224-36E9-4595-9D6D-7B7F413110D7}" type="presParOf" srcId="{C3BC3B2A-197A-47CD-8B43-CEA9E7517423}" destId="{EC171E00-08AB-499D-BD6B-288BA49D6743}"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2F359D-F6D2-48BC-9155-C4895717946B}" type="doc">
      <dgm:prSet loTypeId="urn:microsoft.com/office/officeart/2005/8/layout/vList5" loCatId="list" qsTypeId="urn:microsoft.com/office/officeart/2005/8/quickstyle/simple4" qsCatId="simple" csTypeId="urn:microsoft.com/office/officeart/2005/8/colors/accent0_2" csCatId="mainScheme" phldr="1"/>
      <dgm:spPr/>
      <dgm:t>
        <a:bodyPr/>
        <a:lstStyle/>
        <a:p>
          <a:endParaRPr lang="en-GB"/>
        </a:p>
      </dgm:t>
    </dgm:pt>
    <dgm:pt modelId="{798C657A-2ABE-400A-9027-7F9221944AC1}">
      <dgm:prSet phldrT="[Text]" custT="1"/>
      <dgm:spPr>
        <a:solidFill>
          <a:schemeClr val="accent2">
            <a:lumMod val="40000"/>
            <a:lumOff val="60000"/>
          </a:schemeClr>
        </a:solidFill>
      </dgm:spPr>
      <dgm:t>
        <a:bodyPr/>
        <a:lstStyle/>
        <a:p>
          <a:r>
            <a:rPr lang="en-GB" sz="2100" b="1" dirty="0">
              <a:solidFill>
                <a:schemeClr val="tx1"/>
              </a:solidFill>
            </a:rPr>
            <a:t>Normality</a:t>
          </a:r>
        </a:p>
      </dgm:t>
    </dgm:pt>
    <dgm:pt modelId="{369D3964-5EAF-45E2-8E6B-533C28D4E09F}" type="parTrans" cxnId="{26EC3BC5-B446-4CAC-879D-E9EB25BD907E}">
      <dgm:prSet/>
      <dgm:spPr/>
      <dgm:t>
        <a:bodyPr/>
        <a:lstStyle/>
        <a:p>
          <a:endParaRPr lang="en-GB" sz="2100">
            <a:solidFill>
              <a:schemeClr val="tx1"/>
            </a:solidFill>
          </a:endParaRPr>
        </a:p>
      </dgm:t>
    </dgm:pt>
    <dgm:pt modelId="{CD627C96-3FF2-4E99-AB03-D8AFF0020414}" type="sibTrans" cxnId="{26EC3BC5-B446-4CAC-879D-E9EB25BD907E}">
      <dgm:prSet/>
      <dgm:spPr/>
      <dgm:t>
        <a:bodyPr/>
        <a:lstStyle/>
        <a:p>
          <a:endParaRPr lang="en-GB" sz="2100">
            <a:solidFill>
              <a:schemeClr val="tx1"/>
            </a:solidFill>
          </a:endParaRPr>
        </a:p>
      </dgm:t>
    </dgm:pt>
    <dgm:pt modelId="{1C76107E-9699-44D6-A9EE-C03746D42528}">
      <dgm:prSet phldrT="[Text]" custT="1"/>
      <dgm:spPr/>
      <dgm:t>
        <a:bodyPr/>
        <a:lstStyle/>
        <a:p>
          <a:r>
            <a:rPr lang="en-GB" sz="2000" dirty="0">
              <a:solidFill>
                <a:schemeClr val="tx1"/>
              </a:solidFill>
            </a:rPr>
            <a:t>Data are approx. normally distributed and follow a normal distribution. Independent-samples: both groups are normal. Paired-samples = the </a:t>
          </a:r>
          <a:r>
            <a:rPr lang="en-GB" sz="2000" i="1" dirty="0">
              <a:solidFill>
                <a:schemeClr val="tx1"/>
              </a:solidFill>
            </a:rPr>
            <a:t>difference</a:t>
          </a:r>
          <a:r>
            <a:rPr lang="en-GB" sz="2000" dirty="0">
              <a:solidFill>
                <a:schemeClr val="tx1"/>
              </a:solidFill>
            </a:rPr>
            <a:t> scores should be normal. </a:t>
          </a:r>
          <a:r>
            <a:rPr lang="en-GB" sz="2000" b="1" dirty="0">
              <a:solidFill>
                <a:srgbClr val="FF0000"/>
              </a:solidFill>
              <a:highlight>
                <a:srgbClr val="FFFF00"/>
              </a:highlight>
            </a:rPr>
            <a:t>Visually – distributions and Shapiro-Wilk test in JASP.</a:t>
          </a:r>
          <a:endParaRPr lang="en-GB" sz="2000" dirty="0">
            <a:solidFill>
              <a:schemeClr val="tx1"/>
            </a:solidFill>
            <a:highlight>
              <a:srgbClr val="FFFF00"/>
            </a:highlight>
          </a:endParaRPr>
        </a:p>
      </dgm:t>
    </dgm:pt>
    <dgm:pt modelId="{C5BBD767-E284-4FDC-9720-7829F8E41E27}" type="parTrans" cxnId="{9D543142-37FB-4E32-8F8F-776FA73BA0CD}">
      <dgm:prSet/>
      <dgm:spPr/>
      <dgm:t>
        <a:bodyPr/>
        <a:lstStyle/>
        <a:p>
          <a:endParaRPr lang="en-GB" sz="2100">
            <a:solidFill>
              <a:schemeClr val="tx1"/>
            </a:solidFill>
          </a:endParaRPr>
        </a:p>
      </dgm:t>
    </dgm:pt>
    <dgm:pt modelId="{73490F3A-F7CC-4F14-A3A6-4E77706B81A2}" type="sibTrans" cxnId="{9D543142-37FB-4E32-8F8F-776FA73BA0CD}">
      <dgm:prSet/>
      <dgm:spPr/>
      <dgm:t>
        <a:bodyPr/>
        <a:lstStyle/>
        <a:p>
          <a:endParaRPr lang="en-GB" sz="2100">
            <a:solidFill>
              <a:schemeClr val="tx1"/>
            </a:solidFill>
          </a:endParaRPr>
        </a:p>
      </dgm:t>
    </dgm:pt>
    <dgm:pt modelId="{54C100F9-9189-46A4-81D2-07D78DA570D7}">
      <dgm:prSet phldrT="[Text]" custT="1"/>
      <dgm:spPr/>
      <dgm:t>
        <a:bodyPr/>
        <a:lstStyle/>
        <a:p>
          <a:r>
            <a:rPr lang="en-GB" sz="2000" dirty="0">
              <a:solidFill>
                <a:schemeClr val="tx1"/>
              </a:solidFill>
            </a:rPr>
            <a:t>Each participant’s score must not influence / depend on the score of another participant. E.g., participants’ scores don’t affect other participants’ responses. Or in a paired design, each pair of scores is independent from all other pairs. </a:t>
          </a:r>
          <a:r>
            <a:rPr lang="en-GB" sz="2000" b="1" dirty="0">
              <a:solidFill>
                <a:srgbClr val="FF0000"/>
              </a:solidFill>
              <a:highlight>
                <a:srgbClr val="FFFF00"/>
              </a:highlight>
            </a:rPr>
            <a:t>Design &amp; Data collection level</a:t>
          </a:r>
        </a:p>
      </dgm:t>
    </dgm:pt>
    <dgm:pt modelId="{6BECD2B1-068F-4F53-BE71-CE0D038F42B4}" type="parTrans" cxnId="{D45A9E54-F2AE-40E5-8869-5069F525CF65}">
      <dgm:prSet/>
      <dgm:spPr/>
      <dgm:t>
        <a:bodyPr/>
        <a:lstStyle/>
        <a:p>
          <a:endParaRPr lang="en-GB" sz="2100">
            <a:solidFill>
              <a:schemeClr val="tx1"/>
            </a:solidFill>
          </a:endParaRPr>
        </a:p>
      </dgm:t>
    </dgm:pt>
    <dgm:pt modelId="{94942CED-516F-47B7-B095-E6A1B88F0638}" type="sibTrans" cxnId="{D45A9E54-F2AE-40E5-8869-5069F525CF65}">
      <dgm:prSet/>
      <dgm:spPr/>
      <dgm:t>
        <a:bodyPr/>
        <a:lstStyle/>
        <a:p>
          <a:endParaRPr lang="en-GB" sz="2100">
            <a:solidFill>
              <a:schemeClr val="tx1"/>
            </a:solidFill>
          </a:endParaRPr>
        </a:p>
      </dgm:t>
    </dgm:pt>
    <dgm:pt modelId="{5E260BC0-7212-462B-9F76-63B6B0AF2321}">
      <dgm:prSet phldrT="[Text]" custT="1"/>
      <dgm:spPr>
        <a:solidFill>
          <a:schemeClr val="accent2">
            <a:lumMod val="40000"/>
            <a:lumOff val="60000"/>
          </a:schemeClr>
        </a:solidFill>
      </dgm:spPr>
      <dgm:t>
        <a:bodyPr/>
        <a:lstStyle/>
        <a:p>
          <a:r>
            <a:rPr lang="en-GB" sz="2100" b="1" dirty="0">
              <a:solidFill>
                <a:schemeClr val="tx1"/>
              </a:solidFill>
            </a:rPr>
            <a:t>Homogeneity of variance</a:t>
          </a:r>
        </a:p>
      </dgm:t>
    </dgm:pt>
    <dgm:pt modelId="{00BAB81C-8737-4E58-8122-550C197EA516}" type="parTrans" cxnId="{53760324-AA27-4B54-B436-CE625A5EEF56}">
      <dgm:prSet/>
      <dgm:spPr/>
      <dgm:t>
        <a:bodyPr/>
        <a:lstStyle/>
        <a:p>
          <a:endParaRPr lang="en-GB" sz="2100">
            <a:solidFill>
              <a:schemeClr val="tx1"/>
            </a:solidFill>
          </a:endParaRPr>
        </a:p>
      </dgm:t>
    </dgm:pt>
    <dgm:pt modelId="{91BF6E79-8465-4A36-9DAE-DB966E5C1ECE}" type="sibTrans" cxnId="{53760324-AA27-4B54-B436-CE625A5EEF56}">
      <dgm:prSet/>
      <dgm:spPr/>
      <dgm:t>
        <a:bodyPr/>
        <a:lstStyle/>
        <a:p>
          <a:endParaRPr lang="en-GB" sz="2100">
            <a:solidFill>
              <a:schemeClr val="tx1"/>
            </a:solidFill>
          </a:endParaRPr>
        </a:p>
      </dgm:t>
    </dgm:pt>
    <dgm:pt modelId="{217E5F7C-1F87-4AA9-BE0C-0AB97B778727}">
      <dgm:prSet phldrT="[Text]" custT="1"/>
      <dgm:spPr/>
      <dgm:t>
        <a:bodyPr/>
        <a:lstStyle/>
        <a:p>
          <a:r>
            <a:rPr lang="en-GB" sz="2000" dirty="0">
              <a:solidFill>
                <a:schemeClr val="tx1"/>
              </a:solidFill>
            </a:rPr>
            <a:t>For Independent-samples t-test only: variance (spread of scores) should be approximately equal in the two groups (as discussed). </a:t>
          </a:r>
          <a:r>
            <a:rPr lang="en-GB" sz="2000" b="1" dirty="0">
              <a:solidFill>
                <a:srgbClr val="FF0000"/>
              </a:solidFill>
              <a:highlight>
                <a:srgbClr val="FFFF00"/>
              </a:highlight>
            </a:rPr>
            <a:t>Levene’s test in JASP. If violated → use Welch’s t‑test (gives corrected values).</a:t>
          </a:r>
        </a:p>
      </dgm:t>
    </dgm:pt>
    <dgm:pt modelId="{227EC8F5-7CD9-4BB2-A161-AAE4C6B550ED}" type="parTrans" cxnId="{2BF1F5C5-19D7-4675-BB9B-9D12F3851F8A}">
      <dgm:prSet/>
      <dgm:spPr/>
      <dgm:t>
        <a:bodyPr/>
        <a:lstStyle/>
        <a:p>
          <a:endParaRPr lang="en-GB" sz="2100">
            <a:solidFill>
              <a:schemeClr val="tx1"/>
            </a:solidFill>
          </a:endParaRPr>
        </a:p>
      </dgm:t>
    </dgm:pt>
    <dgm:pt modelId="{C71BB97D-D654-431E-881F-17761C9607B9}" type="sibTrans" cxnId="{2BF1F5C5-19D7-4675-BB9B-9D12F3851F8A}">
      <dgm:prSet/>
      <dgm:spPr/>
      <dgm:t>
        <a:bodyPr/>
        <a:lstStyle/>
        <a:p>
          <a:endParaRPr lang="en-GB" sz="2100">
            <a:solidFill>
              <a:schemeClr val="tx1"/>
            </a:solidFill>
          </a:endParaRPr>
        </a:p>
      </dgm:t>
    </dgm:pt>
    <dgm:pt modelId="{11FF8FEE-A465-4AD8-92A0-B6704999FCFC}">
      <dgm:prSet phldrT="[Text]" custT="1"/>
      <dgm:spPr>
        <a:solidFill>
          <a:schemeClr val="accent2">
            <a:lumMod val="40000"/>
            <a:lumOff val="60000"/>
          </a:schemeClr>
        </a:solidFill>
      </dgm:spPr>
      <dgm:t>
        <a:bodyPr/>
        <a:lstStyle/>
        <a:p>
          <a:r>
            <a:rPr lang="en-GB" sz="2100" b="1" dirty="0">
              <a:solidFill>
                <a:schemeClr val="tx1"/>
              </a:solidFill>
            </a:rPr>
            <a:t>Independent observations</a:t>
          </a:r>
        </a:p>
      </dgm:t>
    </dgm:pt>
    <dgm:pt modelId="{66483D0B-12AD-4428-BCBF-DC62E58DC2FA}" type="sibTrans" cxnId="{04C007B5-9C1B-40F3-8726-3C4BF8966EF3}">
      <dgm:prSet/>
      <dgm:spPr/>
      <dgm:t>
        <a:bodyPr/>
        <a:lstStyle/>
        <a:p>
          <a:endParaRPr lang="en-GB" sz="2100">
            <a:solidFill>
              <a:schemeClr val="tx1"/>
            </a:solidFill>
          </a:endParaRPr>
        </a:p>
      </dgm:t>
    </dgm:pt>
    <dgm:pt modelId="{C443E6D6-69E2-4AF3-B8D4-900487E0B3E9}" type="parTrans" cxnId="{04C007B5-9C1B-40F3-8726-3C4BF8966EF3}">
      <dgm:prSet/>
      <dgm:spPr/>
      <dgm:t>
        <a:bodyPr/>
        <a:lstStyle/>
        <a:p>
          <a:endParaRPr lang="en-GB" sz="2100">
            <a:solidFill>
              <a:schemeClr val="tx1"/>
            </a:solidFill>
          </a:endParaRPr>
        </a:p>
      </dgm:t>
    </dgm:pt>
    <dgm:pt modelId="{561FC84C-A1D3-49FE-A6FD-DB70EE7C50A6}">
      <dgm:prSet custT="1"/>
      <dgm:spPr>
        <a:solidFill>
          <a:srgbClr val="A3CEED"/>
        </a:solidFill>
      </dgm:spPr>
      <dgm:t>
        <a:bodyPr/>
        <a:lstStyle/>
        <a:p>
          <a:r>
            <a:rPr lang="en-GB" sz="2100" b="1" dirty="0">
              <a:solidFill>
                <a:schemeClr val="tx1"/>
              </a:solidFill>
            </a:rPr>
            <a:t>Type of data &amp; Outliers</a:t>
          </a:r>
        </a:p>
      </dgm:t>
    </dgm:pt>
    <dgm:pt modelId="{4E15311B-7924-4FFF-BF54-0FF7B2F73507}" type="parTrans" cxnId="{5286FFE9-171C-4F3F-A58B-338DEF5F2A04}">
      <dgm:prSet/>
      <dgm:spPr/>
      <dgm:t>
        <a:bodyPr/>
        <a:lstStyle/>
        <a:p>
          <a:endParaRPr lang="en-GB" sz="2100">
            <a:solidFill>
              <a:schemeClr val="tx1"/>
            </a:solidFill>
          </a:endParaRPr>
        </a:p>
      </dgm:t>
    </dgm:pt>
    <dgm:pt modelId="{30C4D146-7D16-464B-9C45-876EC8309579}" type="sibTrans" cxnId="{5286FFE9-171C-4F3F-A58B-338DEF5F2A04}">
      <dgm:prSet/>
      <dgm:spPr/>
      <dgm:t>
        <a:bodyPr/>
        <a:lstStyle/>
        <a:p>
          <a:endParaRPr lang="en-GB" sz="2100">
            <a:solidFill>
              <a:schemeClr val="tx1"/>
            </a:solidFill>
          </a:endParaRPr>
        </a:p>
      </dgm:t>
    </dgm:pt>
    <dgm:pt modelId="{CDC54EBA-265F-41A3-A819-4A88E0BF8F65}">
      <dgm:prSet custT="1"/>
      <dgm:spPr>
        <a:solidFill>
          <a:schemeClr val="bg1"/>
        </a:solidFill>
      </dgm:spPr>
      <dgm:t>
        <a:bodyPr/>
        <a:lstStyle/>
        <a:p>
          <a:pPr>
            <a:buClrTx/>
            <a:buFont typeface="Arial" panose="020B0604020202020204" pitchFamily="34" charset="0"/>
            <a:buChar char="•"/>
          </a:pPr>
          <a:r>
            <a:rPr lang="en-GB" sz="2000" b="0" dirty="0">
              <a:solidFill>
                <a:schemeClr val="tx1"/>
              </a:solidFill>
            </a:rPr>
            <a:t>Not strictly assumptions, but important checks. Type of data: </a:t>
          </a:r>
          <a:r>
            <a:rPr lang="en-GB" sz="2000" b="1" dirty="0">
              <a:solidFill>
                <a:srgbClr val="FF0000"/>
              </a:solidFill>
              <a:highlight>
                <a:srgbClr val="FFFF00"/>
              </a:highlight>
            </a:rPr>
            <a:t>Researcher checks. Type of data: must have meaningful order. </a:t>
          </a:r>
          <a:r>
            <a:rPr lang="en-GB" sz="2000" b="0" dirty="0">
              <a:solidFill>
                <a:schemeClr val="tx1"/>
              </a:solidFill>
            </a:rPr>
            <a:t>Outliers: good practice to check / criteria. </a:t>
          </a:r>
          <a:r>
            <a:rPr lang="en-GB" sz="2000" b="1" dirty="0">
              <a:solidFill>
                <a:srgbClr val="FF0000"/>
              </a:solidFill>
              <a:highlight>
                <a:srgbClr val="FFFF00"/>
              </a:highlight>
            </a:rPr>
            <a:t>Visual inspection and judgement, identify in JASP plots – try to diagnose first (error or variation)</a:t>
          </a:r>
        </a:p>
      </dgm:t>
    </dgm:pt>
    <dgm:pt modelId="{6ECD43EB-D3D5-4325-BFAB-1C328E1E2B5B}" type="parTrans" cxnId="{F36C5E19-0B5E-45FD-A76D-43AB2043EB6D}">
      <dgm:prSet/>
      <dgm:spPr/>
      <dgm:t>
        <a:bodyPr/>
        <a:lstStyle/>
        <a:p>
          <a:endParaRPr lang="en-GB" sz="2100">
            <a:solidFill>
              <a:schemeClr val="tx1"/>
            </a:solidFill>
          </a:endParaRPr>
        </a:p>
      </dgm:t>
    </dgm:pt>
    <dgm:pt modelId="{B934D3D6-E6AD-4901-BC58-FFD741BEB2A4}" type="sibTrans" cxnId="{F36C5E19-0B5E-45FD-A76D-43AB2043EB6D}">
      <dgm:prSet/>
      <dgm:spPr/>
      <dgm:t>
        <a:bodyPr/>
        <a:lstStyle/>
        <a:p>
          <a:endParaRPr lang="en-GB" sz="2100">
            <a:solidFill>
              <a:schemeClr val="tx1"/>
            </a:solidFill>
          </a:endParaRPr>
        </a:p>
      </dgm:t>
    </dgm:pt>
    <dgm:pt modelId="{347EEE3F-80AB-4987-9DD2-6756649B5ACD}" type="pres">
      <dgm:prSet presAssocID="{102F359D-F6D2-48BC-9155-C4895717946B}" presName="Name0" presStyleCnt="0">
        <dgm:presLayoutVars>
          <dgm:dir/>
          <dgm:animLvl val="lvl"/>
          <dgm:resizeHandles val="exact"/>
        </dgm:presLayoutVars>
      </dgm:prSet>
      <dgm:spPr/>
    </dgm:pt>
    <dgm:pt modelId="{93EC93D2-D688-470C-BC6C-792680B2F1B3}" type="pres">
      <dgm:prSet presAssocID="{11FF8FEE-A465-4AD8-92A0-B6704999FCFC}" presName="linNode" presStyleCnt="0"/>
      <dgm:spPr/>
    </dgm:pt>
    <dgm:pt modelId="{7B9ED911-636C-4F2A-9CFE-6598813DF25B}" type="pres">
      <dgm:prSet presAssocID="{11FF8FEE-A465-4AD8-92A0-B6704999FCFC}" presName="parentText" presStyleLbl="node1" presStyleIdx="0" presStyleCnt="4" custScaleX="81988" custScaleY="62668">
        <dgm:presLayoutVars>
          <dgm:chMax val="1"/>
          <dgm:bulletEnabled val="1"/>
        </dgm:presLayoutVars>
      </dgm:prSet>
      <dgm:spPr/>
    </dgm:pt>
    <dgm:pt modelId="{9E1C77DF-1F03-4448-995C-BB9251236616}" type="pres">
      <dgm:prSet presAssocID="{11FF8FEE-A465-4AD8-92A0-B6704999FCFC}" presName="descendantText" presStyleLbl="alignAccFollowNode1" presStyleIdx="0" presStyleCnt="4" custScaleX="131613" custScaleY="94348">
        <dgm:presLayoutVars>
          <dgm:bulletEnabled val="1"/>
        </dgm:presLayoutVars>
      </dgm:prSet>
      <dgm:spPr>
        <a:prstGeom prst="roundRect">
          <a:avLst/>
        </a:prstGeom>
      </dgm:spPr>
    </dgm:pt>
    <dgm:pt modelId="{AE04A8E8-DD5F-46F7-BE53-CA40B01854D5}" type="pres">
      <dgm:prSet presAssocID="{66483D0B-12AD-4428-BCBF-DC62E58DC2FA}" presName="sp" presStyleCnt="0"/>
      <dgm:spPr/>
    </dgm:pt>
    <dgm:pt modelId="{A4909C34-6303-4B69-B298-A321F9F9ADCC}" type="pres">
      <dgm:prSet presAssocID="{798C657A-2ABE-400A-9027-7F9221944AC1}" presName="linNode" presStyleCnt="0"/>
      <dgm:spPr/>
    </dgm:pt>
    <dgm:pt modelId="{52DD377E-4B3E-4847-A06F-BDED3CF8A93F}" type="pres">
      <dgm:prSet presAssocID="{798C657A-2ABE-400A-9027-7F9221944AC1}" presName="parentText" presStyleLbl="node1" presStyleIdx="1" presStyleCnt="4" custScaleX="87324" custScaleY="62686">
        <dgm:presLayoutVars>
          <dgm:chMax val="1"/>
          <dgm:bulletEnabled val="1"/>
        </dgm:presLayoutVars>
      </dgm:prSet>
      <dgm:spPr/>
    </dgm:pt>
    <dgm:pt modelId="{BBE8FC3B-BC14-4EB2-B338-ED0E22F77CFD}" type="pres">
      <dgm:prSet presAssocID="{798C657A-2ABE-400A-9027-7F9221944AC1}" presName="descendantText" presStyleLbl="alignAccFollowNode1" presStyleIdx="1" presStyleCnt="4" custScaleX="140114" custScaleY="77692">
        <dgm:presLayoutVars>
          <dgm:bulletEnabled val="1"/>
        </dgm:presLayoutVars>
      </dgm:prSet>
      <dgm:spPr>
        <a:prstGeom prst="roundRect">
          <a:avLst/>
        </a:prstGeom>
      </dgm:spPr>
    </dgm:pt>
    <dgm:pt modelId="{3535B796-4BE0-4BC7-81AF-0E70CA36C01D}" type="pres">
      <dgm:prSet presAssocID="{CD627C96-3FF2-4E99-AB03-D8AFF0020414}" presName="sp" presStyleCnt="0"/>
      <dgm:spPr/>
    </dgm:pt>
    <dgm:pt modelId="{23819BDC-531A-4FD7-9475-56317739872E}" type="pres">
      <dgm:prSet presAssocID="{5E260BC0-7212-462B-9F76-63B6B0AF2321}" presName="linNode" presStyleCnt="0"/>
      <dgm:spPr/>
    </dgm:pt>
    <dgm:pt modelId="{01089CDB-91AE-42ED-88F4-A9934CBBC8AF}" type="pres">
      <dgm:prSet presAssocID="{5E260BC0-7212-462B-9F76-63B6B0AF2321}" presName="parentText" presStyleLbl="node1" presStyleIdx="2" presStyleCnt="4" custScaleX="95954" custScaleY="64235" custLinFactNeighborX="-1" custLinFactNeighborY="-863">
        <dgm:presLayoutVars>
          <dgm:chMax val="1"/>
          <dgm:bulletEnabled val="1"/>
        </dgm:presLayoutVars>
      </dgm:prSet>
      <dgm:spPr/>
    </dgm:pt>
    <dgm:pt modelId="{2FB568BD-34EE-4EA4-B34A-627B2BE207E8}" type="pres">
      <dgm:prSet presAssocID="{5E260BC0-7212-462B-9F76-63B6B0AF2321}" presName="descendantText" presStyleLbl="alignAccFollowNode1" presStyleIdx="2" presStyleCnt="4" custScaleX="153948" custScaleY="71567">
        <dgm:presLayoutVars>
          <dgm:bulletEnabled val="1"/>
        </dgm:presLayoutVars>
      </dgm:prSet>
      <dgm:spPr>
        <a:prstGeom prst="roundRect">
          <a:avLst/>
        </a:prstGeom>
      </dgm:spPr>
    </dgm:pt>
    <dgm:pt modelId="{2451E928-291C-4A15-9DA9-7F4FF7A9FA2E}" type="pres">
      <dgm:prSet presAssocID="{91BF6E79-8465-4A36-9DAE-DB966E5C1ECE}" presName="sp" presStyleCnt="0"/>
      <dgm:spPr/>
    </dgm:pt>
    <dgm:pt modelId="{C3BC3B2A-197A-47CD-8B43-CEA9E7517423}" type="pres">
      <dgm:prSet presAssocID="{561FC84C-A1D3-49FE-A6FD-DB70EE7C50A6}" presName="linNode" presStyleCnt="0"/>
      <dgm:spPr/>
    </dgm:pt>
    <dgm:pt modelId="{6295F76E-77D2-47C3-A320-E6FB9544DC8D}" type="pres">
      <dgm:prSet presAssocID="{561FC84C-A1D3-49FE-A6FD-DB70EE7C50A6}" presName="parentText" presStyleLbl="node1" presStyleIdx="3" presStyleCnt="4" custScaleX="87015" custScaleY="64235">
        <dgm:presLayoutVars>
          <dgm:chMax val="1"/>
          <dgm:bulletEnabled val="1"/>
        </dgm:presLayoutVars>
      </dgm:prSet>
      <dgm:spPr/>
    </dgm:pt>
    <dgm:pt modelId="{EC171E00-08AB-499D-BD6B-288BA49D6743}" type="pres">
      <dgm:prSet presAssocID="{561FC84C-A1D3-49FE-A6FD-DB70EE7C50A6}" presName="descendantText" presStyleLbl="alignAccFollowNode1" presStyleIdx="3" presStyleCnt="4" custScaleX="139673" custScaleY="82808">
        <dgm:presLayoutVars>
          <dgm:bulletEnabled val="1"/>
        </dgm:presLayoutVars>
      </dgm:prSet>
      <dgm:spPr>
        <a:prstGeom prst="roundRect">
          <a:avLst/>
        </a:prstGeom>
      </dgm:spPr>
    </dgm:pt>
  </dgm:ptLst>
  <dgm:cxnLst>
    <dgm:cxn modelId="{A6999D09-C042-489F-A767-7DB13B832CB8}" type="presOf" srcId="{102F359D-F6D2-48BC-9155-C4895717946B}" destId="{347EEE3F-80AB-4987-9DD2-6756649B5ACD}" srcOrd="0" destOrd="0" presId="urn:microsoft.com/office/officeart/2005/8/layout/vList5"/>
    <dgm:cxn modelId="{04001F0F-789B-4012-AF58-1CB367F82B80}" type="presOf" srcId="{798C657A-2ABE-400A-9027-7F9221944AC1}" destId="{52DD377E-4B3E-4847-A06F-BDED3CF8A93F}" srcOrd="0" destOrd="0" presId="urn:microsoft.com/office/officeart/2005/8/layout/vList5"/>
    <dgm:cxn modelId="{F36C5E19-0B5E-45FD-A76D-43AB2043EB6D}" srcId="{561FC84C-A1D3-49FE-A6FD-DB70EE7C50A6}" destId="{CDC54EBA-265F-41A3-A819-4A88E0BF8F65}" srcOrd="0" destOrd="0" parTransId="{6ECD43EB-D3D5-4325-BFAB-1C328E1E2B5B}" sibTransId="{B934D3D6-E6AD-4901-BC58-FFD741BEB2A4}"/>
    <dgm:cxn modelId="{53760324-AA27-4B54-B436-CE625A5EEF56}" srcId="{102F359D-F6D2-48BC-9155-C4895717946B}" destId="{5E260BC0-7212-462B-9F76-63B6B0AF2321}" srcOrd="2" destOrd="0" parTransId="{00BAB81C-8737-4E58-8122-550C197EA516}" sibTransId="{91BF6E79-8465-4A36-9DAE-DB966E5C1ECE}"/>
    <dgm:cxn modelId="{27E43B26-E5BB-4474-A29E-848D72E70CFE}" type="presOf" srcId="{54C100F9-9189-46A4-81D2-07D78DA570D7}" destId="{9E1C77DF-1F03-4448-995C-BB9251236616}" srcOrd="0" destOrd="0" presId="urn:microsoft.com/office/officeart/2005/8/layout/vList5"/>
    <dgm:cxn modelId="{9D543142-37FB-4E32-8F8F-776FA73BA0CD}" srcId="{798C657A-2ABE-400A-9027-7F9221944AC1}" destId="{1C76107E-9699-44D6-A9EE-C03746D42528}" srcOrd="0" destOrd="0" parTransId="{C5BBD767-E284-4FDC-9720-7829F8E41E27}" sibTransId="{73490F3A-F7CC-4F14-A3A6-4E77706B81A2}"/>
    <dgm:cxn modelId="{58A55747-30F3-449F-8104-19FBB7BFC219}" type="presOf" srcId="{11FF8FEE-A465-4AD8-92A0-B6704999FCFC}" destId="{7B9ED911-636C-4F2A-9CFE-6598813DF25B}" srcOrd="0" destOrd="0" presId="urn:microsoft.com/office/officeart/2005/8/layout/vList5"/>
    <dgm:cxn modelId="{DD85BD4B-0803-492F-BBAE-8F79899424A7}" type="presOf" srcId="{217E5F7C-1F87-4AA9-BE0C-0AB97B778727}" destId="{2FB568BD-34EE-4EA4-B34A-627B2BE207E8}" srcOrd="0" destOrd="0" presId="urn:microsoft.com/office/officeart/2005/8/layout/vList5"/>
    <dgm:cxn modelId="{D45A9E54-F2AE-40E5-8869-5069F525CF65}" srcId="{11FF8FEE-A465-4AD8-92A0-B6704999FCFC}" destId="{54C100F9-9189-46A4-81D2-07D78DA570D7}" srcOrd="0" destOrd="0" parTransId="{6BECD2B1-068F-4F53-BE71-CE0D038F42B4}" sibTransId="{94942CED-516F-47B7-B095-E6A1B88F0638}"/>
    <dgm:cxn modelId="{4E373B8C-8D73-4574-AFB7-01809AE75F1A}" type="presOf" srcId="{CDC54EBA-265F-41A3-A819-4A88E0BF8F65}" destId="{EC171E00-08AB-499D-BD6B-288BA49D6743}" srcOrd="0" destOrd="0" presId="urn:microsoft.com/office/officeart/2005/8/layout/vList5"/>
    <dgm:cxn modelId="{F104E59B-7A4E-4C8C-8E8C-A14BB9AF815F}" type="presOf" srcId="{561FC84C-A1D3-49FE-A6FD-DB70EE7C50A6}" destId="{6295F76E-77D2-47C3-A320-E6FB9544DC8D}" srcOrd="0" destOrd="0" presId="urn:microsoft.com/office/officeart/2005/8/layout/vList5"/>
    <dgm:cxn modelId="{04C007B5-9C1B-40F3-8726-3C4BF8966EF3}" srcId="{102F359D-F6D2-48BC-9155-C4895717946B}" destId="{11FF8FEE-A465-4AD8-92A0-B6704999FCFC}" srcOrd="0" destOrd="0" parTransId="{C443E6D6-69E2-4AF3-B8D4-900487E0B3E9}" sibTransId="{66483D0B-12AD-4428-BCBF-DC62E58DC2FA}"/>
    <dgm:cxn modelId="{26EC3BC5-B446-4CAC-879D-E9EB25BD907E}" srcId="{102F359D-F6D2-48BC-9155-C4895717946B}" destId="{798C657A-2ABE-400A-9027-7F9221944AC1}" srcOrd="1" destOrd="0" parTransId="{369D3964-5EAF-45E2-8E6B-533C28D4E09F}" sibTransId="{CD627C96-3FF2-4E99-AB03-D8AFF0020414}"/>
    <dgm:cxn modelId="{2BF1F5C5-19D7-4675-BB9B-9D12F3851F8A}" srcId="{5E260BC0-7212-462B-9F76-63B6B0AF2321}" destId="{217E5F7C-1F87-4AA9-BE0C-0AB97B778727}" srcOrd="0" destOrd="0" parTransId="{227EC8F5-7CD9-4BB2-A161-AAE4C6B550ED}" sibTransId="{C71BB97D-D654-431E-881F-17761C9607B9}"/>
    <dgm:cxn modelId="{993D62D1-71DE-46EF-948A-C93FBC8A141A}" type="presOf" srcId="{5E260BC0-7212-462B-9F76-63B6B0AF2321}" destId="{01089CDB-91AE-42ED-88F4-A9934CBBC8AF}" srcOrd="0" destOrd="0" presId="urn:microsoft.com/office/officeart/2005/8/layout/vList5"/>
    <dgm:cxn modelId="{CEDA30DF-E0CE-4B50-B369-47AB2FAE2CC7}" type="presOf" srcId="{1C76107E-9699-44D6-A9EE-C03746D42528}" destId="{BBE8FC3B-BC14-4EB2-B338-ED0E22F77CFD}" srcOrd="0" destOrd="0" presId="urn:microsoft.com/office/officeart/2005/8/layout/vList5"/>
    <dgm:cxn modelId="{5286FFE9-171C-4F3F-A58B-338DEF5F2A04}" srcId="{102F359D-F6D2-48BC-9155-C4895717946B}" destId="{561FC84C-A1D3-49FE-A6FD-DB70EE7C50A6}" srcOrd="3" destOrd="0" parTransId="{4E15311B-7924-4FFF-BF54-0FF7B2F73507}" sibTransId="{30C4D146-7D16-464B-9C45-876EC8309579}"/>
    <dgm:cxn modelId="{6D3C9D11-208C-40E1-B165-B2251AA45C09}" type="presParOf" srcId="{347EEE3F-80AB-4987-9DD2-6756649B5ACD}" destId="{93EC93D2-D688-470C-BC6C-792680B2F1B3}" srcOrd="0" destOrd="0" presId="urn:microsoft.com/office/officeart/2005/8/layout/vList5"/>
    <dgm:cxn modelId="{0B03BC60-C921-444E-8AA1-4F6CA3D5A13B}" type="presParOf" srcId="{93EC93D2-D688-470C-BC6C-792680B2F1B3}" destId="{7B9ED911-636C-4F2A-9CFE-6598813DF25B}" srcOrd="0" destOrd="0" presId="urn:microsoft.com/office/officeart/2005/8/layout/vList5"/>
    <dgm:cxn modelId="{6E345B5E-DEBC-4D2E-8B91-BABCD2BE82F0}" type="presParOf" srcId="{93EC93D2-D688-470C-BC6C-792680B2F1B3}" destId="{9E1C77DF-1F03-4448-995C-BB9251236616}" srcOrd="1" destOrd="0" presId="urn:microsoft.com/office/officeart/2005/8/layout/vList5"/>
    <dgm:cxn modelId="{C0464355-CE6C-440D-B87E-98E074F06697}" type="presParOf" srcId="{347EEE3F-80AB-4987-9DD2-6756649B5ACD}" destId="{AE04A8E8-DD5F-46F7-BE53-CA40B01854D5}" srcOrd="1" destOrd="0" presId="urn:microsoft.com/office/officeart/2005/8/layout/vList5"/>
    <dgm:cxn modelId="{EE20E62C-0F2C-459B-9817-03DDECE8BE93}" type="presParOf" srcId="{347EEE3F-80AB-4987-9DD2-6756649B5ACD}" destId="{A4909C34-6303-4B69-B298-A321F9F9ADCC}" srcOrd="2" destOrd="0" presId="urn:microsoft.com/office/officeart/2005/8/layout/vList5"/>
    <dgm:cxn modelId="{A2380C64-4F2D-4525-BD17-A422E78D1241}" type="presParOf" srcId="{A4909C34-6303-4B69-B298-A321F9F9ADCC}" destId="{52DD377E-4B3E-4847-A06F-BDED3CF8A93F}" srcOrd="0" destOrd="0" presId="urn:microsoft.com/office/officeart/2005/8/layout/vList5"/>
    <dgm:cxn modelId="{E84ECE61-ACCA-49F5-AE65-542B9F8DF822}" type="presParOf" srcId="{A4909C34-6303-4B69-B298-A321F9F9ADCC}" destId="{BBE8FC3B-BC14-4EB2-B338-ED0E22F77CFD}" srcOrd="1" destOrd="0" presId="urn:microsoft.com/office/officeart/2005/8/layout/vList5"/>
    <dgm:cxn modelId="{AA312CA6-915C-4A65-B18E-A9EE3542F7AE}" type="presParOf" srcId="{347EEE3F-80AB-4987-9DD2-6756649B5ACD}" destId="{3535B796-4BE0-4BC7-81AF-0E70CA36C01D}" srcOrd="3" destOrd="0" presId="urn:microsoft.com/office/officeart/2005/8/layout/vList5"/>
    <dgm:cxn modelId="{59C726B2-B924-4B8E-A2E7-3A2DA45F3D39}" type="presParOf" srcId="{347EEE3F-80AB-4987-9DD2-6756649B5ACD}" destId="{23819BDC-531A-4FD7-9475-56317739872E}" srcOrd="4" destOrd="0" presId="urn:microsoft.com/office/officeart/2005/8/layout/vList5"/>
    <dgm:cxn modelId="{3E83B906-A839-41C0-BAD4-385E20ED714C}" type="presParOf" srcId="{23819BDC-531A-4FD7-9475-56317739872E}" destId="{01089CDB-91AE-42ED-88F4-A9934CBBC8AF}" srcOrd="0" destOrd="0" presId="urn:microsoft.com/office/officeart/2005/8/layout/vList5"/>
    <dgm:cxn modelId="{10CEB78D-D522-4201-B9B1-03A2576B539C}" type="presParOf" srcId="{23819BDC-531A-4FD7-9475-56317739872E}" destId="{2FB568BD-34EE-4EA4-B34A-627B2BE207E8}" srcOrd="1" destOrd="0" presId="urn:microsoft.com/office/officeart/2005/8/layout/vList5"/>
    <dgm:cxn modelId="{1D88F697-57A1-462C-8DDB-CB68AA20DAFA}" type="presParOf" srcId="{347EEE3F-80AB-4987-9DD2-6756649B5ACD}" destId="{2451E928-291C-4A15-9DA9-7F4FF7A9FA2E}" srcOrd="5" destOrd="0" presId="urn:microsoft.com/office/officeart/2005/8/layout/vList5"/>
    <dgm:cxn modelId="{72AE2AE1-88C5-4C43-BB9E-99310F7AB4D2}" type="presParOf" srcId="{347EEE3F-80AB-4987-9DD2-6756649B5ACD}" destId="{C3BC3B2A-197A-47CD-8B43-CEA9E7517423}" srcOrd="6" destOrd="0" presId="urn:microsoft.com/office/officeart/2005/8/layout/vList5"/>
    <dgm:cxn modelId="{EB1FE762-9DFF-4443-81F3-9C1B7FFB6B8F}" type="presParOf" srcId="{C3BC3B2A-197A-47CD-8B43-CEA9E7517423}" destId="{6295F76E-77D2-47C3-A320-E6FB9544DC8D}" srcOrd="0" destOrd="0" presId="urn:microsoft.com/office/officeart/2005/8/layout/vList5"/>
    <dgm:cxn modelId="{9969D130-DDD9-4B8B-8168-D7F02E8124C5}" type="presParOf" srcId="{C3BC3B2A-197A-47CD-8B43-CEA9E7517423}" destId="{EC171E00-08AB-499D-BD6B-288BA49D6743}"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1C77DF-1F03-4448-995C-BB9251236616}">
      <dsp:nvSpPr>
        <dsp:cNvPr id="0" name=""/>
        <dsp:cNvSpPr/>
      </dsp:nvSpPr>
      <dsp:spPr>
        <a:xfrm rot="5400000">
          <a:off x="4878994" y="-2575682"/>
          <a:ext cx="1418061" cy="6569627"/>
        </a:xfrm>
        <a:prstGeom prst="round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GB" sz="2000" kern="1200" dirty="0">
              <a:solidFill>
                <a:schemeClr val="tx1"/>
              </a:solidFill>
            </a:rPr>
            <a:t>Each participant’s score must not influence / depend on the score of another participant. E.g., participants’ scores don’t affect other participants’ responses. Or in a paired design, each pair of scores is independent from all other pairs. </a:t>
          </a:r>
        </a:p>
      </dsp:txBody>
      <dsp:txXfrm rot="-5400000">
        <a:off x="2372435" y="69325"/>
        <a:ext cx="6431179" cy="1279613"/>
      </dsp:txXfrm>
    </dsp:sp>
    <dsp:sp modelId="{7B9ED911-636C-4F2A-9CFE-6598813DF25B}">
      <dsp:nvSpPr>
        <dsp:cNvPr id="0" name=""/>
        <dsp:cNvSpPr/>
      </dsp:nvSpPr>
      <dsp:spPr>
        <a:xfrm>
          <a:off x="1161" y="120439"/>
          <a:ext cx="2302050" cy="1177384"/>
        </a:xfrm>
        <a:prstGeom prst="roundRect">
          <a:avLst/>
        </a:prstGeom>
        <a:solidFill>
          <a:schemeClr val="accent2">
            <a:lumMod val="40000"/>
            <a:lumOff val="6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tx1"/>
              </a:solidFill>
            </a:rPr>
            <a:t>Independent observations</a:t>
          </a:r>
        </a:p>
      </dsp:txBody>
      <dsp:txXfrm>
        <a:off x="58636" y="177914"/>
        <a:ext cx="2187100" cy="1062434"/>
      </dsp:txXfrm>
    </dsp:sp>
    <dsp:sp modelId="{BBE8FC3B-BC14-4EB2-B338-ED0E22F77CFD}">
      <dsp:nvSpPr>
        <dsp:cNvPr id="0" name=""/>
        <dsp:cNvSpPr/>
      </dsp:nvSpPr>
      <dsp:spPr>
        <a:xfrm rot="5400000">
          <a:off x="5002616" y="-1182316"/>
          <a:ext cx="1167719" cy="6566556"/>
        </a:xfrm>
        <a:prstGeom prst="round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GB" sz="2000" kern="1200" dirty="0">
              <a:solidFill>
                <a:schemeClr val="tx1"/>
              </a:solidFill>
            </a:rPr>
            <a:t>Data are approx. normally distributed and follow a normal distribution. Independent-samples: both groups are normal. Paired-samples = the </a:t>
          </a:r>
          <a:r>
            <a:rPr lang="en-GB" sz="2000" i="1" kern="1200" dirty="0">
              <a:solidFill>
                <a:schemeClr val="tx1"/>
              </a:solidFill>
            </a:rPr>
            <a:t>difference</a:t>
          </a:r>
          <a:r>
            <a:rPr lang="en-GB" sz="2000" kern="1200" dirty="0">
              <a:solidFill>
                <a:schemeClr val="tx1"/>
              </a:solidFill>
            </a:rPr>
            <a:t> scores should be normal.</a:t>
          </a:r>
        </a:p>
      </dsp:txBody>
      <dsp:txXfrm rot="-5400000">
        <a:off x="2360201" y="1574105"/>
        <a:ext cx="6452550" cy="1053713"/>
      </dsp:txXfrm>
    </dsp:sp>
    <dsp:sp modelId="{52DD377E-4B3E-4847-A06F-BDED3CF8A93F}">
      <dsp:nvSpPr>
        <dsp:cNvPr id="0" name=""/>
        <dsp:cNvSpPr/>
      </dsp:nvSpPr>
      <dsp:spPr>
        <a:xfrm>
          <a:off x="1161" y="1512100"/>
          <a:ext cx="2302036" cy="1177722"/>
        </a:xfrm>
        <a:prstGeom prst="roundRect">
          <a:avLst/>
        </a:prstGeom>
        <a:solidFill>
          <a:schemeClr val="accent2">
            <a:lumMod val="40000"/>
            <a:lumOff val="6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tx1"/>
              </a:solidFill>
            </a:rPr>
            <a:t>Normality</a:t>
          </a:r>
        </a:p>
      </dsp:txBody>
      <dsp:txXfrm>
        <a:off x="58653" y="1569592"/>
        <a:ext cx="2187052" cy="1062738"/>
      </dsp:txXfrm>
    </dsp:sp>
    <dsp:sp modelId="{2FB568BD-34EE-4EA4-B34A-627B2BE207E8}">
      <dsp:nvSpPr>
        <dsp:cNvPr id="0" name=""/>
        <dsp:cNvSpPr/>
      </dsp:nvSpPr>
      <dsp:spPr>
        <a:xfrm rot="5400000">
          <a:off x="5048355" y="104180"/>
          <a:ext cx="1075660" cy="6565984"/>
        </a:xfrm>
        <a:prstGeom prst="round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GB" sz="2000" kern="1200" dirty="0">
              <a:solidFill>
                <a:schemeClr val="tx1"/>
              </a:solidFill>
            </a:rPr>
            <a:t>For Independent-sample t-test only: the variance (spread of data) should be approximately equal in the two groups (as discussed). If violated → use Welch’s t‑test (gives you corrected values).</a:t>
          </a:r>
        </a:p>
      </dsp:txBody>
      <dsp:txXfrm rot="-5400000">
        <a:off x="2355702" y="2901851"/>
        <a:ext cx="6460966" cy="970642"/>
      </dsp:txXfrm>
    </dsp:sp>
    <dsp:sp modelId="{01089CDB-91AE-42ED-88F4-A9934CBBC8AF}">
      <dsp:nvSpPr>
        <dsp:cNvPr id="0" name=""/>
        <dsp:cNvSpPr/>
      </dsp:nvSpPr>
      <dsp:spPr>
        <a:xfrm>
          <a:off x="1118" y="2767547"/>
          <a:ext cx="2302032" cy="1206824"/>
        </a:xfrm>
        <a:prstGeom prst="roundRect">
          <a:avLst/>
        </a:prstGeom>
        <a:solidFill>
          <a:schemeClr val="accent2">
            <a:lumMod val="40000"/>
            <a:lumOff val="6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tx1"/>
              </a:solidFill>
            </a:rPr>
            <a:t>Homogeneity of variance</a:t>
          </a:r>
        </a:p>
      </dsp:txBody>
      <dsp:txXfrm>
        <a:off x="60030" y="2826459"/>
        <a:ext cx="2184208" cy="1089000"/>
      </dsp:txXfrm>
    </dsp:sp>
    <dsp:sp modelId="{EC171E00-08AB-499D-BD6B-288BA49D6743}">
      <dsp:nvSpPr>
        <dsp:cNvPr id="0" name=""/>
        <dsp:cNvSpPr/>
      </dsp:nvSpPr>
      <dsp:spPr>
        <a:xfrm rot="5400000">
          <a:off x="4965453" y="1422266"/>
          <a:ext cx="1244613" cy="6569128"/>
        </a:xfrm>
        <a:prstGeom prst="roundRect">
          <a:avLst/>
        </a:prstGeom>
        <a:solidFill>
          <a:schemeClr val="bg1"/>
        </a:solidFill>
        <a:ln w="12700" cap="flat" cmpd="sng" algn="ctr">
          <a:solidFill>
            <a:schemeClr val="dk2">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lrTx/>
            <a:buFont typeface="Arial" panose="020B0604020202020204" pitchFamily="34" charset="0"/>
            <a:buChar char="•"/>
          </a:pPr>
          <a:r>
            <a:rPr lang="en-GB" sz="2000" b="0" kern="1200" dirty="0">
              <a:solidFill>
                <a:schemeClr val="tx1"/>
              </a:solidFill>
            </a:rPr>
            <a:t>Not strictly assumptions but important. Type of data: IV = categorical. DV = continuous (interval or ratio – or ordinal). Outliers: good practice to check / cutoffs e.g., (z &gt; </a:t>
          </a:r>
          <a:r>
            <a:rPr lang="en-GB" sz="2000" b="0" u="sng" kern="1200" dirty="0">
              <a:solidFill>
                <a:schemeClr val="tx1"/>
              </a:solidFill>
            </a:rPr>
            <a:t>+</a:t>
          </a:r>
          <a:r>
            <a:rPr lang="en-GB" sz="2000" b="0" kern="1200" dirty="0">
              <a:solidFill>
                <a:schemeClr val="tx1"/>
              </a:solidFill>
            </a:rPr>
            <a:t>3)</a:t>
          </a:r>
        </a:p>
      </dsp:txBody>
      <dsp:txXfrm rot="-5400000">
        <a:off x="2363953" y="4145280"/>
        <a:ext cx="6447614" cy="1123099"/>
      </dsp:txXfrm>
    </dsp:sp>
    <dsp:sp modelId="{6295F76E-77D2-47C3-A320-E6FB9544DC8D}">
      <dsp:nvSpPr>
        <dsp:cNvPr id="0" name=""/>
        <dsp:cNvSpPr/>
      </dsp:nvSpPr>
      <dsp:spPr>
        <a:xfrm>
          <a:off x="1161" y="4103418"/>
          <a:ext cx="2302035" cy="1206824"/>
        </a:xfrm>
        <a:prstGeom prst="roundRect">
          <a:avLst/>
        </a:prstGeom>
        <a:solidFill>
          <a:srgbClr val="A3CEED"/>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tx1"/>
              </a:solidFill>
            </a:rPr>
            <a:t>Type of data &amp; Outliers</a:t>
          </a:r>
        </a:p>
      </dsp:txBody>
      <dsp:txXfrm>
        <a:off x="60073" y="4162330"/>
        <a:ext cx="2184211" cy="1089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1C77DF-1F03-4448-995C-BB9251236616}">
      <dsp:nvSpPr>
        <dsp:cNvPr id="0" name=""/>
        <dsp:cNvSpPr/>
      </dsp:nvSpPr>
      <dsp:spPr>
        <a:xfrm rot="5400000">
          <a:off x="4782657" y="-2479331"/>
          <a:ext cx="1610735" cy="6569627"/>
        </a:xfrm>
        <a:prstGeom prst="round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GB" sz="2000" kern="1200" dirty="0">
              <a:solidFill>
                <a:schemeClr val="tx1"/>
              </a:solidFill>
            </a:rPr>
            <a:t>Each participant’s score must not influence / depend on the score of another participant. E.g., participants’ scores don’t affect other participants’ responses. Or in a paired design, each pair of scores is independent from all other pairs. </a:t>
          </a:r>
          <a:r>
            <a:rPr lang="en-GB" sz="2000" b="1" kern="1200" dirty="0">
              <a:solidFill>
                <a:srgbClr val="FF0000"/>
              </a:solidFill>
              <a:highlight>
                <a:srgbClr val="FFFF00"/>
              </a:highlight>
            </a:rPr>
            <a:t>Design &amp; Data collection level</a:t>
          </a:r>
        </a:p>
      </dsp:txBody>
      <dsp:txXfrm rot="-5400000">
        <a:off x="2381841" y="78745"/>
        <a:ext cx="6412367" cy="1453475"/>
      </dsp:txXfrm>
    </dsp:sp>
    <dsp:sp modelId="{7B9ED911-636C-4F2A-9CFE-6598813DF25B}">
      <dsp:nvSpPr>
        <dsp:cNvPr id="0" name=""/>
        <dsp:cNvSpPr/>
      </dsp:nvSpPr>
      <dsp:spPr>
        <a:xfrm>
          <a:off x="1161" y="136803"/>
          <a:ext cx="2302050" cy="1337356"/>
        </a:xfrm>
        <a:prstGeom prst="roundRect">
          <a:avLst/>
        </a:prstGeom>
        <a:solidFill>
          <a:schemeClr val="accent2">
            <a:lumMod val="40000"/>
            <a:lumOff val="6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tx1"/>
              </a:solidFill>
            </a:rPr>
            <a:t>Independent observations</a:t>
          </a:r>
        </a:p>
      </dsp:txBody>
      <dsp:txXfrm>
        <a:off x="66445" y="202087"/>
        <a:ext cx="2171482" cy="1206788"/>
      </dsp:txXfrm>
    </dsp:sp>
    <dsp:sp modelId="{BBE8FC3B-BC14-4EB2-B338-ED0E22F77CFD}">
      <dsp:nvSpPr>
        <dsp:cNvPr id="0" name=""/>
        <dsp:cNvSpPr/>
      </dsp:nvSpPr>
      <dsp:spPr>
        <a:xfrm rot="5400000">
          <a:off x="4923286" y="-896856"/>
          <a:ext cx="1326379" cy="6566556"/>
        </a:xfrm>
        <a:prstGeom prst="round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GB" sz="2000" kern="1200" dirty="0">
              <a:solidFill>
                <a:schemeClr val="tx1"/>
              </a:solidFill>
            </a:rPr>
            <a:t>Data are approx. normally distributed and follow a normal distribution. Independent-samples: both groups are normal. Paired-samples = the </a:t>
          </a:r>
          <a:r>
            <a:rPr lang="en-GB" sz="2000" i="1" kern="1200" dirty="0">
              <a:solidFill>
                <a:schemeClr val="tx1"/>
              </a:solidFill>
            </a:rPr>
            <a:t>difference</a:t>
          </a:r>
          <a:r>
            <a:rPr lang="en-GB" sz="2000" kern="1200" dirty="0">
              <a:solidFill>
                <a:schemeClr val="tx1"/>
              </a:solidFill>
            </a:rPr>
            <a:t> scores should be normal. </a:t>
          </a:r>
          <a:r>
            <a:rPr lang="en-GB" sz="2000" b="1" kern="1200" dirty="0">
              <a:solidFill>
                <a:srgbClr val="FF0000"/>
              </a:solidFill>
              <a:highlight>
                <a:srgbClr val="FFFF00"/>
              </a:highlight>
            </a:rPr>
            <a:t>Visually – distributions and Shapiro-Wilk test in JASP.</a:t>
          </a:r>
          <a:endParaRPr lang="en-GB" sz="2000" kern="1200" dirty="0">
            <a:solidFill>
              <a:schemeClr val="tx1"/>
            </a:solidFill>
            <a:highlight>
              <a:srgbClr val="FFFF00"/>
            </a:highlight>
          </a:endParaRPr>
        </a:p>
      </dsp:txBody>
      <dsp:txXfrm rot="-5400000">
        <a:off x="2367946" y="1787980"/>
        <a:ext cx="6437060" cy="1196883"/>
      </dsp:txXfrm>
    </dsp:sp>
    <dsp:sp modelId="{52DD377E-4B3E-4847-A06F-BDED3CF8A93F}">
      <dsp:nvSpPr>
        <dsp:cNvPr id="0" name=""/>
        <dsp:cNvSpPr/>
      </dsp:nvSpPr>
      <dsp:spPr>
        <a:xfrm>
          <a:off x="1161" y="1717551"/>
          <a:ext cx="2302036" cy="1337740"/>
        </a:xfrm>
        <a:prstGeom prst="roundRect">
          <a:avLst/>
        </a:prstGeom>
        <a:solidFill>
          <a:schemeClr val="accent2">
            <a:lumMod val="40000"/>
            <a:lumOff val="6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tx1"/>
              </a:solidFill>
            </a:rPr>
            <a:t>Normality</a:t>
          </a:r>
        </a:p>
      </dsp:txBody>
      <dsp:txXfrm>
        <a:off x="66464" y="1782854"/>
        <a:ext cx="2171430" cy="1207134"/>
      </dsp:txXfrm>
    </dsp:sp>
    <dsp:sp modelId="{2FB568BD-34EE-4EA4-B34A-627B2BE207E8}">
      <dsp:nvSpPr>
        <dsp:cNvPr id="0" name=""/>
        <dsp:cNvSpPr/>
      </dsp:nvSpPr>
      <dsp:spPr>
        <a:xfrm rot="5400000">
          <a:off x="4975279" y="564400"/>
          <a:ext cx="1221811" cy="6565984"/>
        </a:xfrm>
        <a:prstGeom prst="round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GB" sz="2000" kern="1200" dirty="0">
              <a:solidFill>
                <a:schemeClr val="tx1"/>
              </a:solidFill>
            </a:rPr>
            <a:t>For Independent-samples t-test only: variance (spread of scores) should be approximately equal in the two groups (as discussed). </a:t>
          </a:r>
          <a:r>
            <a:rPr lang="en-GB" sz="2000" b="1" kern="1200" dirty="0">
              <a:solidFill>
                <a:srgbClr val="FF0000"/>
              </a:solidFill>
              <a:highlight>
                <a:srgbClr val="FFFF00"/>
              </a:highlight>
            </a:rPr>
            <a:t>Levene’s test in JASP. If violated → use Welch’s t‑test (gives corrected values).</a:t>
          </a:r>
        </a:p>
      </dsp:txBody>
      <dsp:txXfrm rot="-5400000">
        <a:off x="2362837" y="3296130"/>
        <a:ext cx="6446696" cy="1102523"/>
      </dsp:txXfrm>
    </dsp:sp>
    <dsp:sp modelId="{01089CDB-91AE-42ED-88F4-A9934CBBC8AF}">
      <dsp:nvSpPr>
        <dsp:cNvPr id="0" name=""/>
        <dsp:cNvSpPr/>
      </dsp:nvSpPr>
      <dsp:spPr>
        <a:xfrm>
          <a:off x="1118" y="3143577"/>
          <a:ext cx="2302032" cy="1370797"/>
        </a:xfrm>
        <a:prstGeom prst="roundRect">
          <a:avLst/>
        </a:prstGeom>
        <a:solidFill>
          <a:schemeClr val="accent2">
            <a:lumMod val="40000"/>
            <a:lumOff val="6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tx1"/>
              </a:solidFill>
            </a:rPr>
            <a:t>Homogeneity of variance</a:t>
          </a:r>
        </a:p>
      </dsp:txBody>
      <dsp:txXfrm>
        <a:off x="68035" y="3210494"/>
        <a:ext cx="2168198" cy="1236963"/>
      </dsp:txXfrm>
    </dsp:sp>
    <dsp:sp modelId="{EC171E00-08AB-499D-BD6B-288BA49D6743}">
      <dsp:nvSpPr>
        <dsp:cNvPr id="0" name=""/>
        <dsp:cNvSpPr/>
      </dsp:nvSpPr>
      <dsp:spPr>
        <a:xfrm rot="5400000">
          <a:off x="4880900" y="2061788"/>
          <a:ext cx="1413721" cy="6569128"/>
        </a:xfrm>
        <a:prstGeom prst="roundRect">
          <a:avLst/>
        </a:prstGeom>
        <a:solidFill>
          <a:schemeClr val="bg1"/>
        </a:solidFill>
        <a:ln w="12700" cap="flat" cmpd="sng" algn="ctr">
          <a:solidFill>
            <a:schemeClr val="dk2">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lrTx/>
            <a:buFont typeface="Arial" panose="020B0604020202020204" pitchFamily="34" charset="0"/>
            <a:buChar char="•"/>
          </a:pPr>
          <a:r>
            <a:rPr lang="en-GB" sz="2000" b="0" kern="1200" dirty="0">
              <a:solidFill>
                <a:schemeClr val="tx1"/>
              </a:solidFill>
            </a:rPr>
            <a:t>Not strictly assumptions, but important checks. Type of data: </a:t>
          </a:r>
          <a:r>
            <a:rPr lang="en-GB" sz="2000" b="1" kern="1200" dirty="0">
              <a:solidFill>
                <a:srgbClr val="FF0000"/>
              </a:solidFill>
              <a:highlight>
                <a:srgbClr val="FFFF00"/>
              </a:highlight>
            </a:rPr>
            <a:t>Researcher checks. Type of data: must have meaningful order. </a:t>
          </a:r>
          <a:r>
            <a:rPr lang="en-GB" sz="2000" b="0" kern="1200" dirty="0">
              <a:solidFill>
                <a:schemeClr val="tx1"/>
              </a:solidFill>
            </a:rPr>
            <a:t>Outliers: good practice to check / criteria. </a:t>
          </a:r>
          <a:r>
            <a:rPr lang="en-GB" sz="2000" b="1" kern="1200" dirty="0">
              <a:solidFill>
                <a:srgbClr val="FF0000"/>
              </a:solidFill>
              <a:highlight>
                <a:srgbClr val="FFFF00"/>
              </a:highlight>
            </a:rPr>
            <a:t>Visual inspection and judgement, identify in JASP plots – try to diagnose first (error or variation)</a:t>
          </a:r>
        </a:p>
      </dsp:txBody>
      <dsp:txXfrm rot="-5400000">
        <a:off x="2372209" y="4708503"/>
        <a:ext cx="6431104" cy="1275697"/>
      </dsp:txXfrm>
    </dsp:sp>
    <dsp:sp modelId="{6295F76E-77D2-47C3-A320-E6FB9544DC8D}">
      <dsp:nvSpPr>
        <dsp:cNvPr id="0" name=""/>
        <dsp:cNvSpPr/>
      </dsp:nvSpPr>
      <dsp:spPr>
        <a:xfrm>
          <a:off x="1161" y="4660954"/>
          <a:ext cx="2302035" cy="1370797"/>
        </a:xfrm>
        <a:prstGeom prst="roundRect">
          <a:avLst/>
        </a:prstGeom>
        <a:solidFill>
          <a:srgbClr val="A3CEED"/>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tx1"/>
              </a:solidFill>
            </a:rPr>
            <a:t>Type of data &amp; Outliers</a:t>
          </a:r>
        </a:p>
      </dsp:txBody>
      <dsp:txXfrm>
        <a:off x="68078" y="4727871"/>
        <a:ext cx="2168201" cy="1236963"/>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E24543-6094-4172-A2C7-7DFF1C579B9D}" type="datetimeFigureOut">
              <a:rPr lang="en-GB" smtClean="0"/>
              <a:t>05/02/2026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21B416-F7FB-4E18-878D-8E41009988D5}" type="slidenum">
              <a:rPr lang="en-GB" smtClean="0"/>
              <a:t>‹#›</a:t>
            </a:fld>
            <a:endParaRPr lang="en-GB"/>
          </a:p>
        </p:txBody>
      </p:sp>
    </p:spTree>
    <p:extLst>
      <p:ext uri="{BB962C8B-B14F-4D97-AF65-F5344CB8AC3E}">
        <p14:creationId xmlns:p14="http://schemas.microsoft.com/office/powerpoint/2010/main" val="216138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1</a:t>
            </a:fld>
            <a:endParaRPr lang="en-GB"/>
          </a:p>
        </p:txBody>
      </p:sp>
    </p:spTree>
    <p:extLst>
      <p:ext uri="{BB962C8B-B14F-4D97-AF65-F5344CB8AC3E}">
        <p14:creationId xmlns:p14="http://schemas.microsoft.com/office/powerpoint/2010/main" val="1987774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2</a:t>
            </a:fld>
            <a:endParaRPr lang="en-GB"/>
          </a:p>
        </p:txBody>
      </p:sp>
    </p:spTree>
    <p:extLst>
      <p:ext uri="{BB962C8B-B14F-4D97-AF65-F5344CB8AC3E}">
        <p14:creationId xmlns:p14="http://schemas.microsoft.com/office/powerpoint/2010/main" val="697113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3</a:t>
            </a:fld>
            <a:endParaRPr lang="en-GB"/>
          </a:p>
        </p:txBody>
      </p:sp>
    </p:spTree>
    <p:extLst>
      <p:ext uri="{BB962C8B-B14F-4D97-AF65-F5344CB8AC3E}">
        <p14:creationId xmlns:p14="http://schemas.microsoft.com/office/powerpoint/2010/main" val="1914910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4</a:t>
            </a:fld>
            <a:endParaRPr lang="en-GB"/>
          </a:p>
        </p:txBody>
      </p:sp>
    </p:spTree>
    <p:extLst>
      <p:ext uri="{BB962C8B-B14F-4D97-AF65-F5344CB8AC3E}">
        <p14:creationId xmlns:p14="http://schemas.microsoft.com/office/powerpoint/2010/main" val="3305126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62B80-937E-F278-9BC4-FC19C0F974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6675C-F415-1FB0-03A4-734EAF67B37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E22082B-3AAA-8CC4-0A4F-5ECD132799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3DF51570-5B3C-5A34-A7C2-DBA827228AEE}"/>
              </a:ext>
            </a:extLst>
          </p:cNvPr>
          <p:cNvSpPr>
            <a:spLocks noGrp="1"/>
          </p:cNvSpPr>
          <p:nvPr>
            <p:ph type="sldNum" sz="quarter" idx="5"/>
          </p:nvPr>
        </p:nvSpPr>
        <p:spPr/>
        <p:txBody>
          <a:bodyPr/>
          <a:lstStyle/>
          <a:p>
            <a:fld id="{2821B416-F7FB-4E18-878D-8E41009988D5}" type="slidenum">
              <a:rPr lang="en-GB" smtClean="0"/>
              <a:t>6</a:t>
            </a:fld>
            <a:endParaRPr lang="en-GB"/>
          </a:p>
        </p:txBody>
      </p:sp>
    </p:spTree>
    <p:extLst>
      <p:ext uri="{BB962C8B-B14F-4D97-AF65-F5344CB8AC3E}">
        <p14:creationId xmlns:p14="http://schemas.microsoft.com/office/powerpoint/2010/main" val="1684526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79299-B0EA-83CF-DF5D-F257DABB4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DB60B-3911-4967-3B26-AB9851290EC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A7B9EB3-5999-EE47-BB14-69AEB8A78A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5B24BB2-B8EA-82A2-A68A-0098B160BA88}"/>
              </a:ext>
            </a:extLst>
          </p:cNvPr>
          <p:cNvSpPr>
            <a:spLocks noGrp="1"/>
          </p:cNvSpPr>
          <p:nvPr>
            <p:ph type="sldNum" sz="quarter" idx="5"/>
          </p:nvPr>
        </p:nvSpPr>
        <p:spPr/>
        <p:txBody>
          <a:bodyPr/>
          <a:lstStyle/>
          <a:p>
            <a:fld id="{2821B416-F7FB-4E18-878D-8E41009988D5}" type="slidenum">
              <a:rPr lang="en-GB" smtClean="0"/>
              <a:t>7</a:t>
            </a:fld>
            <a:endParaRPr lang="en-GB"/>
          </a:p>
        </p:txBody>
      </p:sp>
    </p:spTree>
    <p:extLst>
      <p:ext uri="{BB962C8B-B14F-4D97-AF65-F5344CB8AC3E}">
        <p14:creationId xmlns:p14="http://schemas.microsoft.com/office/powerpoint/2010/main" val="1653520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5400B-5737-E469-2E3A-79ED49618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07183F-E510-A747-9424-0505A98AB17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1A32683-A1E9-6EA0-E424-E833EB282C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08E7CEC9-EE2C-B2F4-164C-A75982E3A1CD}"/>
              </a:ext>
            </a:extLst>
          </p:cNvPr>
          <p:cNvSpPr>
            <a:spLocks noGrp="1"/>
          </p:cNvSpPr>
          <p:nvPr>
            <p:ph type="sldNum" sz="quarter" idx="5"/>
          </p:nvPr>
        </p:nvSpPr>
        <p:spPr/>
        <p:txBody>
          <a:bodyPr/>
          <a:lstStyle/>
          <a:p>
            <a:fld id="{2821B416-F7FB-4E18-878D-8E41009988D5}" type="slidenum">
              <a:rPr lang="en-GB" smtClean="0"/>
              <a:t>8</a:t>
            </a:fld>
            <a:endParaRPr lang="en-GB"/>
          </a:p>
        </p:txBody>
      </p:sp>
    </p:spTree>
    <p:extLst>
      <p:ext uri="{BB962C8B-B14F-4D97-AF65-F5344CB8AC3E}">
        <p14:creationId xmlns:p14="http://schemas.microsoft.com/office/powerpoint/2010/main" val="3915882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6E048-93BB-38B8-46B9-60B12E387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3490C-D6F7-E6F9-7C5B-029F5D7E414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F6161E7-2B28-35E4-DEFB-30BD429DE8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3B2F10D8-AECC-4D30-5AEC-91C66BF83E6A}"/>
              </a:ext>
            </a:extLst>
          </p:cNvPr>
          <p:cNvSpPr>
            <a:spLocks noGrp="1"/>
          </p:cNvSpPr>
          <p:nvPr>
            <p:ph type="sldNum" sz="quarter" idx="5"/>
          </p:nvPr>
        </p:nvSpPr>
        <p:spPr/>
        <p:txBody>
          <a:bodyPr/>
          <a:lstStyle/>
          <a:p>
            <a:fld id="{2821B416-F7FB-4E18-878D-8E41009988D5}" type="slidenum">
              <a:rPr lang="en-GB" smtClean="0"/>
              <a:t>9</a:t>
            </a:fld>
            <a:endParaRPr lang="en-GB"/>
          </a:p>
        </p:txBody>
      </p:sp>
    </p:spTree>
    <p:extLst>
      <p:ext uri="{BB962C8B-B14F-4D97-AF65-F5344CB8AC3E}">
        <p14:creationId xmlns:p14="http://schemas.microsoft.com/office/powerpoint/2010/main" val="2670158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DCD42-E407-2883-7760-72967AB78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50ACB-B1C8-C3FD-C1D7-873B83358F2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208CEE0-1119-D3BC-827A-9F40949B68D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EAE86E92-DF3B-F733-814D-869E54D0AB69}"/>
              </a:ext>
            </a:extLst>
          </p:cNvPr>
          <p:cNvSpPr>
            <a:spLocks noGrp="1"/>
          </p:cNvSpPr>
          <p:nvPr>
            <p:ph type="sldNum" sz="quarter" idx="5"/>
          </p:nvPr>
        </p:nvSpPr>
        <p:spPr/>
        <p:txBody>
          <a:bodyPr/>
          <a:lstStyle/>
          <a:p>
            <a:fld id="{2821B416-F7FB-4E18-878D-8E41009988D5}" type="slidenum">
              <a:rPr lang="en-GB" smtClean="0"/>
              <a:t>10</a:t>
            </a:fld>
            <a:endParaRPr lang="en-GB"/>
          </a:p>
        </p:txBody>
      </p:sp>
    </p:spTree>
    <p:extLst>
      <p:ext uri="{BB962C8B-B14F-4D97-AF65-F5344CB8AC3E}">
        <p14:creationId xmlns:p14="http://schemas.microsoft.com/office/powerpoint/2010/main" val="1105644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BC24A-5586-BF54-BB55-EEDF4FC74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2C673-387F-6822-7583-B3FAC920549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3CDA38D-B597-F0E0-3B15-49717AEB3A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349F088B-7317-7B04-FB4D-2643F9F7FABA}"/>
              </a:ext>
            </a:extLst>
          </p:cNvPr>
          <p:cNvSpPr>
            <a:spLocks noGrp="1"/>
          </p:cNvSpPr>
          <p:nvPr>
            <p:ph type="sldNum" sz="quarter" idx="5"/>
          </p:nvPr>
        </p:nvSpPr>
        <p:spPr/>
        <p:txBody>
          <a:bodyPr/>
          <a:lstStyle/>
          <a:p>
            <a:fld id="{2821B416-F7FB-4E18-878D-8E41009988D5}" type="slidenum">
              <a:rPr lang="en-GB" smtClean="0"/>
              <a:t>11</a:t>
            </a:fld>
            <a:endParaRPr lang="en-GB"/>
          </a:p>
        </p:txBody>
      </p:sp>
    </p:spTree>
    <p:extLst>
      <p:ext uri="{BB962C8B-B14F-4D97-AF65-F5344CB8AC3E}">
        <p14:creationId xmlns:p14="http://schemas.microsoft.com/office/powerpoint/2010/main" val="593946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87EB5-3A4C-FC95-B8E1-538062DD04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3D72A-E1F0-9AF4-7B2F-9D267CF62A8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C84052F-2968-BB4D-7437-47204B6A285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4B0C0A05-9A89-FF4E-1717-9913534508AE}"/>
              </a:ext>
            </a:extLst>
          </p:cNvPr>
          <p:cNvSpPr>
            <a:spLocks noGrp="1"/>
          </p:cNvSpPr>
          <p:nvPr>
            <p:ph type="sldNum" sz="quarter" idx="5"/>
          </p:nvPr>
        </p:nvSpPr>
        <p:spPr/>
        <p:txBody>
          <a:bodyPr/>
          <a:lstStyle/>
          <a:p>
            <a:fld id="{2821B416-F7FB-4E18-878D-8E41009988D5}" type="slidenum">
              <a:rPr lang="en-GB" smtClean="0"/>
              <a:t>12</a:t>
            </a:fld>
            <a:endParaRPr lang="en-GB"/>
          </a:p>
        </p:txBody>
      </p:sp>
    </p:spTree>
    <p:extLst>
      <p:ext uri="{BB962C8B-B14F-4D97-AF65-F5344CB8AC3E}">
        <p14:creationId xmlns:p14="http://schemas.microsoft.com/office/powerpoint/2010/main" val="3644023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59D18-7EC6-2C24-527B-3968CDFC5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3794BE-BB65-DE37-FF06-995174AF4D7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52BC0FE-F94B-9DD6-4FB8-E5B2A46DE84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D45416BC-5BD5-5C93-7D1C-B59AE0AC730D}"/>
              </a:ext>
            </a:extLst>
          </p:cNvPr>
          <p:cNvSpPr>
            <a:spLocks noGrp="1"/>
          </p:cNvSpPr>
          <p:nvPr>
            <p:ph type="sldNum" sz="quarter" idx="5"/>
          </p:nvPr>
        </p:nvSpPr>
        <p:spPr/>
        <p:txBody>
          <a:bodyPr/>
          <a:lstStyle/>
          <a:p>
            <a:fld id="{2821B416-F7FB-4E18-878D-8E41009988D5}" type="slidenum">
              <a:rPr lang="en-GB" smtClean="0"/>
              <a:t>13</a:t>
            </a:fld>
            <a:endParaRPr lang="en-GB"/>
          </a:p>
        </p:txBody>
      </p:sp>
    </p:spTree>
    <p:extLst>
      <p:ext uri="{BB962C8B-B14F-4D97-AF65-F5344CB8AC3E}">
        <p14:creationId xmlns:p14="http://schemas.microsoft.com/office/powerpoint/2010/main" val="2673961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2CEC4-C44D-72CE-09BE-0BAC6EEA8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E8FDC9-FA74-B5A5-3947-56E1A680881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C4D4E96-B39C-E309-E157-C51C5934487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8616CF94-D704-3962-3679-5FC065C6A2CF}"/>
              </a:ext>
            </a:extLst>
          </p:cNvPr>
          <p:cNvSpPr>
            <a:spLocks noGrp="1"/>
          </p:cNvSpPr>
          <p:nvPr>
            <p:ph type="sldNum" sz="quarter" idx="5"/>
          </p:nvPr>
        </p:nvSpPr>
        <p:spPr/>
        <p:txBody>
          <a:bodyPr/>
          <a:lstStyle/>
          <a:p>
            <a:fld id="{2821B416-F7FB-4E18-878D-8E41009988D5}" type="slidenum">
              <a:rPr lang="en-GB" smtClean="0"/>
              <a:t>14</a:t>
            </a:fld>
            <a:endParaRPr lang="en-GB"/>
          </a:p>
        </p:txBody>
      </p:sp>
    </p:spTree>
    <p:extLst>
      <p:ext uri="{BB962C8B-B14F-4D97-AF65-F5344CB8AC3E}">
        <p14:creationId xmlns:p14="http://schemas.microsoft.com/office/powerpoint/2010/main" val="226224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15</a:t>
            </a:fld>
            <a:endParaRPr lang="en-GB"/>
          </a:p>
        </p:txBody>
      </p:sp>
    </p:spTree>
    <p:extLst>
      <p:ext uri="{BB962C8B-B14F-4D97-AF65-F5344CB8AC3E}">
        <p14:creationId xmlns:p14="http://schemas.microsoft.com/office/powerpoint/2010/main" val="6176519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p:cNvSpPr>
            <a:spLocks noGrp="1"/>
          </p:cNvSpPr>
          <p:nvPr>
            <p:ph type="body" idx="1"/>
          </p:nvPr>
        </p:nvSpPr>
        <p:spPr/>
        <p:txBody>
          <a:bodyPr/>
          <a:lstStyle/>
          <a:p>
            <a:pPr fontAlgn="base"/>
            <a:endParaRPr lang="en-GB" dirty="0"/>
          </a:p>
        </p:txBody>
      </p:sp>
      <p:sp>
        <p:nvSpPr>
          <p:cNvPr id="4" name="Espace réservé du numéro de diapositive 3"/>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16</a:t>
            </a:fld>
            <a:endParaRPr lang="en-GB"/>
          </a:p>
        </p:txBody>
      </p:sp>
    </p:spTree>
    <p:extLst>
      <p:ext uri="{BB962C8B-B14F-4D97-AF65-F5344CB8AC3E}">
        <p14:creationId xmlns:p14="http://schemas.microsoft.com/office/powerpoint/2010/main" val="3584962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17</a:t>
            </a:fld>
            <a:endParaRPr lang="en-GB"/>
          </a:p>
        </p:txBody>
      </p:sp>
    </p:spTree>
    <p:extLst>
      <p:ext uri="{BB962C8B-B14F-4D97-AF65-F5344CB8AC3E}">
        <p14:creationId xmlns:p14="http://schemas.microsoft.com/office/powerpoint/2010/main" val="472456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6AD84-25FA-781E-7A3F-44C4B01A3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DD2764-A95E-2D5C-8505-C66F8152CA2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AF3D6AF-81CA-17E8-E836-55AB4CA11AC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4153C4F-7E3E-FEC1-84BA-68ECF23E48AB}"/>
              </a:ext>
            </a:extLst>
          </p:cNvPr>
          <p:cNvSpPr>
            <a:spLocks noGrp="1"/>
          </p:cNvSpPr>
          <p:nvPr>
            <p:ph type="sldNum" sz="quarter" idx="5"/>
          </p:nvPr>
        </p:nvSpPr>
        <p:spPr/>
        <p:txBody>
          <a:bodyPr/>
          <a:lstStyle/>
          <a:p>
            <a:fld id="{2821B416-F7FB-4E18-878D-8E41009988D5}" type="slidenum">
              <a:rPr lang="en-GB" smtClean="0"/>
              <a:t>18</a:t>
            </a:fld>
            <a:endParaRPr lang="en-GB"/>
          </a:p>
        </p:txBody>
      </p:sp>
    </p:spTree>
    <p:extLst>
      <p:ext uri="{BB962C8B-B14F-4D97-AF65-F5344CB8AC3E}">
        <p14:creationId xmlns:p14="http://schemas.microsoft.com/office/powerpoint/2010/main" val="20133248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57D4E-343E-0238-8B64-7EC017B4F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E56F1-3D1D-1975-BA07-A60E76C05A9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D1A9719-E78E-1647-7080-9BDE70067A9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75099A4-070F-1BD8-5FF9-6C5D83298B2D}"/>
              </a:ext>
            </a:extLst>
          </p:cNvPr>
          <p:cNvSpPr>
            <a:spLocks noGrp="1"/>
          </p:cNvSpPr>
          <p:nvPr>
            <p:ph type="sldNum" sz="quarter" idx="5"/>
          </p:nvPr>
        </p:nvSpPr>
        <p:spPr/>
        <p:txBody>
          <a:bodyPr/>
          <a:lstStyle/>
          <a:p>
            <a:fld id="{2821B416-F7FB-4E18-878D-8E41009988D5}" type="slidenum">
              <a:rPr lang="en-GB" smtClean="0"/>
              <a:t>19</a:t>
            </a:fld>
            <a:endParaRPr lang="en-GB"/>
          </a:p>
        </p:txBody>
      </p:sp>
    </p:spTree>
    <p:extLst>
      <p:ext uri="{BB962C8B-B14F-4D97-AF65-F5344CB8AC3E}">
        <p14:creationId xmlns:p14="http://schemas.microsoft.com/office/powerpoint/2010/main" val="2795573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1C290-0951-71BF-8F5A-CAA3DB1F7B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355B7-BBF9-3E19-992B-9F2C6C963AC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E563CD1-E50B-A199-056C-53597D1C76C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A8C7EB9-CF58-C78E-6CC0-C62402435066}"/>
              </a:ext>
            </a:extLst>
          </p:cNvPr>
          <p:cNvSpPr>
            <a:spLocks noGrp="1"/>
          </p:cNvSpPr>
          <p:nvPr>
            <p:ph type="sldNum" sz="quarter" idx="5"/>
          </p:nvPr>
        </p:nvSpPr>
        <p:spPr/>
        <p:txBody>
          <a:bodyPr/>
          <a:lstStyle/>
          <a:p>
            <a:fld id="{2821B416-F7FB-4E18-878D-8E41009988D5}" type="slidenum">
              <a:rPr lang="en-GB" smtClean="0"/>
              <a:t>20</a:t>
            </a:fld>
            <a:endParaRPr lang="en-GB"/>
          </a:p>
        </p:txBody>
      </p:sp>
    </p:spTree>
    <p:extLst>
      <p:ext uri="{BB962C8B-B14F-4D97-AF65-F5344CB8AC3E}">
        <p14:creationId xmlns:p14="http://schemas.microsoft.com/office/powerpoint/2010/main" val="12894002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91BC0-9C37-57E7-2109-C3EC6E901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60827-4CD4-D69D-C150-17AE3555914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211458E-9320-E6D7-CED2-8319C84E0BE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C38CA71-0219-7FDC-77E0-452837D0B995}"/>
              </a:ext>
            </a:extLst>
          </p:cNvPr>
          <p:cNvSpPr>
            <a:spLocks noGrp="1"/>
          </p:cNvSpPr>
          <p:nvPr>
            <p:ph type="sldNum" sz="quarter" idx="5"/>
          </p:nvPr>
        </p:nvSpPr>
        <p:spPr/>
        <p:txBody>
          <a:bodyPr/>
          <a:lstStyle/>
          <a:p>
            <a:fld id="{2821B416-F7FB-4E18-878D-8E41009988D5}" type="slidenum">
              <a:rPr lang="en-GB" smtClean="0"/>
              <a:t>21</a:t>
            </a:fld>
            <a:endParaRPr lang="en-GB"/>
          </a:p>
        </p:txBody>
      </p:sp>
    </p:spTree>
    <p:extLst>
      <p:ext uri="{BB962C8B-B14F-4D97-AF65-F5344CB8AC3E}">
        <p14:creationId xmlns:p14="http://schemas.microsoft.com/office/powerpoint/2010/main" val="1387393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49551-3262-6BA5-DD1E-B5F3B1153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7BBC7-E646-AC6F-748F-B2649350C92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D2350BB-96D8-E05E-F84C-BEA71AFCBC5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95BF6C0-25B6-D2B7-6EC6-4574612CD6DD}"/>
              </a:ext>
            </a:extLst>
          </p:cNvPr>
          <p:cNvSpPr>
            <a:spLocks noGrp="1"/>
          </p:cNvSpPr>
          <p:nvPr>
            <p:ph type="sldNum" sz="quarter" idx="5"/>
          </p:nvPr>
        </p:nvSpPr>
        <p:spPr/>
        <p:txBody>
          <a:bodyPr/>
          <a:lstStyle/>
          <a:p>
            <a:fld id="{2821B416-F7FB-4E18-878D-8E41009988D5}" type="slidenum">
              <a:rPr lang="en-GB" smtClean="0"/>
              <a:t>22</a:t>
            </a:fld>
            <a:endParaRPr lang="en-GB"/>
          </a:p>
        </p:txBody>
      </p:sp>
    </p:spTree>
    <p:extLst>
      <p:ext uri="{BB962C8B-B14F-4D97-AF65-F5344CB8AC3E}">
        <p14:creationId xmlns:p14="http://schemas.microsoft.com/office/powerpoint/2010/main" val="1871042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0A5CA-5719-75EF-D2A7-3689B5976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39B40-23B0-E5B3-4C87-61439BEDB5A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5A545FD-47A2-AEC2-FE1B-2D366CC93E0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211E9C2-87D7-6AF4-5F1E-F72338EE8F2E}"/>
              </a:ext>
            </a:extLst>
          </p:cNvPr>
          <p:cNvSpPr>
            <a:spLocks noGrp="1"/>
          </p:cNvSpPr>
          <p:nvPr>
            <p:ph type="sldNum" sz="quarter" idx="5"/>
          </p:nvPr>
        </p:nvSpPr>
        <p:spPr/>
        <p:txBody>
          <a:bodyPr/>
          <a:lstStyle/>
          <a:p>
            <a:fld id="{2821B416-F7FB-4E18-878D-8E41009988D5}" type="slidenum">
              <a:rPr lang="en-GB" smtClean="0"/>
              <a:t>23</a:t>
            </a:fld>
            <a:endParaRPr lang="en-GB"/>
          </a:p>
        </p:txBody>
      </p:sp>
    </p:spTree>
    <p:extLst>
      <p:ext uri="{BB962C8B-B14F-4D97-AF65-F5344CB8AC3E}">
        <p14:creationId xmlns:p14="http://schemas.microsoft.com/office/powerpoint/2010/main" val="8795193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FD316-A0C2-8794-54C5-A923A3DE5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296CC-7EE8-EF8C-DF7D-E45583F01AB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4E91918-42E7-B04E-8D25-99087E3CE04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AFC8071-9D89-FAD7-1AE7-B89ED6B91975}"/>
              </a:ext>
            </a:extLst>
          </p:cNvPr>
          <p:cNvSpPr>
            <a:spLocks noGrp="1"/>
          </p:cNvSpPr>
          <p:nvPr>
            <p:ph type="sldNum" sz="quarter" idx="5"/>
          </p:nvPr>
        </p:nvSpPr>
        <p:spPr/>
        <p:txBody>
          <a:bodyPr/>
          <a:lstStyle/>
          <a:p>
            <a:fld id="{2821B416-F7FB-4E18-878D-8E41009988D5}" type="slidenum">
              <a:rPr lang="en-GB" smtClean="0"/>
              <a:t>24</a:t>
            </a:fld>
            <a:endParaRPr lang="en-GB"/>
          </a:p>
        </p:txBody>
      </p:sp>
    </p:spTree>
    <p:extLst>
      <p:ext uri="{BB962C8B-B14F-4D97-AF65-F5344CB8AC3E}">
        <p14:creationId xmlns:p14="http://schemas.microsoft.com/office/powerpoint/2010/main" val="17890523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D4346-57C2-AA1D-12CE-8B5B1229C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76174-F499-0401-CD1C-AAD91111158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D1A75BB-BD76-3303-2736-A66E3F25060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1BB6EE8-A90C-6E04-E105-C59AF711358E}"/>
              </a:ext>
            </a:extLst>
          </p:cNvPr>
          <p:cNvSpPr>
            <a:spLocks noGrp="1"/>
          </p:cNvSpPr>
          <p:nvPr>
            <p:ph type="sldNum" sz="quarter" idx="5"/>
          </p:nvPr>
        </p:nvSpPr>
        <p:spPr/>
        <p:txBody>
          <a:bodyPr/>
          <a:lstStyle/>
          <a:p>
            <a:fld id="{2821B416-F7FB-4E18-878D-8E41009988D5}" type="slidenum">
              <a:rPr lang="en-GB" smtClean="0"/>
              <a:t>25</a:t>
            </a:fld>
            <a:endParaRPr lang="en-GB"/>
          </a:p>
        </p:txBody>
      </p:sp>
    </p:spTree>
    <p:extLst>
      <p:ext uri="{BB962C8B-B14F-4D97-AF65-F5344CB8AC3E}">
        <p14:creationId xmlns:p14="http://schemas.microsoft.com/office/powerpoint/2010/main" val="26906483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1B5C4-E05A-CF24-3C7F-C7B7E82AF57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42A6CF-57B0-22FF-2B4B-A32D69C04E79}"/>
              </a:ext>
            </a:extLst>
          </p:cNvPr>
          <p:cNvSpPr>
            <a:spLocks noGrp="1" noRot="1" noChangeAspect="1"/>
          </p:cNvSpPr>
          <p:nvPr>
            <p:ph type="sldImg"/>
          </p:nvPr>
        </p:nvSpPr>
        <p:spPr>
          <a:xfrm>
            <a:off x="1371600" y="1143000"/>
            <a:ext cx="4114800" cy="3086100"/>
          </a:xfrm>
        </p:spPr>
      </p:sp>
      <p:sp>
        <p:nvSpPr>
          <p:cNvPr id="3" name="Espace réservé des commentaires 2">
            <a:extLst>
              <a:ext uri="{FF2B5EF4-FFF2-40B4-BE49-F238E27FC236}">
                <a16:creationId xmlns:a16="http://schemas.microsoft.com/office/drawing/2014/main" id="{14571BC5-DDFF-5E4F-0C22-32765AF891E3}"/>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19AA7F61-1CF9-5062-AB4A-F059070B3C8F}"/>
              </a:ext>
            </a:extLst>
          </p:cNvPr>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26</a:t>
            </a:fld>
            <a:endParaRPr lang="en-GB"/>
          </a:p>
        </p:txBody>
      </p:sp>
    </p:spTree>
    <p:extLst>
      <p:ext uri="{BB962C8B-B14F-4D97-AF65-F5344CB8AC3E}">
        <p14:creationId xmlns:p14="http://schemas.microsoft.com/office/powerpoint/2010/main" val="20881802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BEF55-B4A8-3603-28CF-3EDDE5D972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53387-DD5A-D42F-989D-EA89FA6A5BF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359B9E8-3ECB-E3C0-3E9B-6EC2FACC37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33C59D10-E3C6-A231-6159-8DBEA1A614E9}"/>
              </a:ext>
            </a:extLst>
          </p:cNvPr>
          <p:cNvSpPr>
            <a:spLocks noGrp="1"/>
          </p:cNvSpPr>
          <p:nvPr>
            <p:ph type="sldNum" sz="quarter" idx="5"/>
          </p:nvPr>
        </p:nvSpPr>
        <p:spPr/>
        <p:txBody>
          <a:bodyPr/>
          <a:lstStyle/>
          <a:p>
            <a:fld id="{2821B416-F7FB-4E18-878D-8E41009988D5}" type="slidenum">
              <a:rPr lang="en-GB" smtClean="0"/>
              <a:t>27</a:t>
            </a:fld>
            <a:endParaRPr lang="en-GB"/>
          </a:p>
        </p:txBody>
      </p:sp>
    </p:spTree>
    <p:extLst>
      <p:ext uri="{BB962C8B-B14F-4D97-AF65-F5344CB8AC3E}">
        <p14:creationId xmlns:p14="http://schemas.microsoft.com/office/powerpoint/2010/main" val="22909016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2C694-A991-B9A9-B744-ABECC8E20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6464B-6BE6-E72F-A160-05D201D0C09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20263F7-CBDF-8170-4A35-7770E76C369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2904E99-C71F-DD8B-A1F6-934D2EF3D832}"/>
              </a:ext>
            </a:extLst>
          </p:cNvPr>
          <p:cNvSpPr>
            <a:spLocks noGrp="1"/>
          </p:cNvSpPr>
          <p:nvPr>
            <p:ph type="sldNum" sz="quarter" idx="5"/>
          </p:nvPr>
        </p:nvSpPr>
        <p:spPr/>
        <p:txBody>
          <a:bodyPr/>
          <a:lstStyle/>
          <a:p>
            <a:fld id="{2821B416-F7FB-4E18-878D-8E41009988D5}" type="slidenum">
              <a:rPr lang="en-GB" smtClean="0"/>
              <a:t>28</a:t>
            </a:fld>
            <a:endParaRPr lang="en-GB"/>
          </a:p>
        </p:txBody>
      </p:sp>
    </p:spTree>
    <p:extLst>
      <p:ext uri="{BB962C8B-B14F-4D97-AF65-F5344CB8AC3E}">
        <p14:creationId xmlns:p14="http://schemas.microsoft.com/office/powerpoint/2010/main" val="29130578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1AFDA-2EF9-9527-85F8-BF7402C2B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8ABB0E-FE4D-E870-B50D-A8596860ECD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633EBDF-60C0-9EFF-DB58-F11ECEE21A0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DAA4CF07-4F33-FD31-7D75-FEFE20EB5475}"/>
              </a:ext>
            </a:extLst>
          </p:cNvPr>
          <p:cNvSpPr>
            <a:spLocks noGrp="1"/>
          </p:cNvSpPr>
          <p:nvPr>
            <p:ph type="sldNum" sz="quarter" idx="5"/>
          </p:nvPr>
        </p:nvSpPr>
        <p:spPr/>
        <p:txBody>
          <a:bodyPr/>
          <a:lstStyle/>
          <a:p>
            <a:fld id="{2821B416-F7FB-4E18-878D-8E41009988D5}" type="slidenum">
              <a:rPr lang="en-GB" smtClean="0"/>
              <a:t>29</a:t>
            </a:fld>
            <a:endParaRPr lang="en-GB"/>
          </a:p>
        </p:txBody>
      </p:sp>
    </p:spTree>
    <p:extLst>
      <p:ext uri="{BB962C8B-B14F-4D97-AF65-F5344CB8AC3E}">
        <p14:creationId xmlns:p14="http://schemas.microsoft.com/office/powerpoint/2010/main" val="1246175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D10C7-D5E7-B793-6329-AB336557CC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4A446-DD13-646B-E3BB-598ECA71B3D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34F273A-FBDD-0014-25DD-D99B609252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p:txBody>
      </p:sp>
      <p:sp>
        <p:nvSpPr>
          <p:cNvPr id="4" name="Slide Number Placeholder 3">
            <a:extLst>
              <a:ext uri="{FF2B5EF4-FFF2-40B4-BE49-F238E27FC236}">
                <a16:creationId xmlns:a16="http://schemas.microsoft.com/office/drawing/2014/main" id="{42129C2D-B60E-8133-648C-981259DC632B}"/>
              </a:ext>
            </a:extLst>
          </p:cNvPr>
          <p:cNvSpPr>
            <a:spLocks noGrp="1"/>
          </p:cNvSpPr>
          <p:nvPr>
            <p:ph type="sldNum" sz="quarter" idx="5"/>
          </p:nvPr>
        </p:nvSpPr>
        <p:spPr/>
        <p:txBody>
          <a:bodyPr/>
          <a:lstStyle/>
          <a:p>
            <a:fld id="{2821B416-F7FB-4E18-878D-8E41009988D5}" type="slidenum">
              <a:rPr lang="en-GB" smtClean="0"/>
              <a:t>30</a:t>
            </a:fld>
            <a:endParaRPr lang="en-GB"/>
          </a:p>
        </p:txBody>
      </p:sp>
    </p:spTree>
    <p:extLst>
      <p:ext uri="{BB962C8B-B14F-4D97-AF65-F5344CB8AC3E}">
        <p14:creationId xmlns:p14="http://schemas.microsoft.com/office/powerpoint/2010/main" val="19085104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E57FB-B9A4-71CE-7F91-D27CB9C91B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1D642-6D07-BF94-A38B-A4A35DB37D6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D563AC8-397C-E0DB-B8D4-FDB65D33ED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p:txBody>
      </p:sp>
      <p:sp>
        <p:nvSpPr>
          <p:cNvPr id="4" name="Slide Number Placeholder 3">
            <a:extLst>
              <a:ext uri="{FF2B5EF4-FFF2-40B4-BE49-F238E27FC236}">
                <a16:creationId xmlns:a16="http://schemas.microsoft.com/office/drawing/2014/main" id="{27162616-C781-6261-2457-F9A864539965}"/>
              </a:ext>
            </a:extLst>
          </p:cNvPr>
          <p:cNvSpPr>
            <a:spLocks noGrp="1"/>
          </p:cNvSpPr>
          <p:nvPr>
            <p:ph type="sldNum" sz="quarter" idx="5"/>
          </p:nvPr>
        </p:nvSpPr>
        <p:spPr/>
        <p:txBody>
          <a:bodyPr/>
          <a:lstStyle/>
          <a:p>
            <a:fld id="{2821B416-F7FB-4E18-878D-8E41009988D5}" type="slidenum">
              <a:rPr lang="en-GB" smtClean="0"/>
              <a:t>31</a:t>
            </a:fld>
            <a:endParaRPr lang="en-GB"/>
          </a:p>
        </p:txBody>
      </p:sp>
    </p:spTree>
    <p:extLst>
      <p:ext uri="{BB962C8B-B14F-4D97-AF65-F5344CB8AC3E}">
        <p14:creationId xmlns:p14="http://schemas.microsoft.com/office/powerpoint/2010/main" val="3255483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BFCA4-0679-8222-4079-FDF0BB425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E1A1A-709A-8B30-C23B-C88AAC12203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8FB004E-EA3E-DF06-0634-F51A690BBAB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051E085-B757-6996-AAE3-4A86B5ED5B2C}"/>
              </a:ext>
            </a:extLst>
          </p:cNvPr>
          <p:cNvSpPr>
            <a:spLocks noGrp="1"/>
          </p:cNvSpPr>
          <p:nvPr>
            <p:ph type="sldNum" sz="quarter" idx="5"/>
          </p:nvPr>
        </p:nvSpPr>
        <p:spPr/>
        <p:txBody>
          <a:bodyPr/>
          <a:lstStyle/>
          <a:p>
            <a:fld id="{2821B416-F7FB-4E18-878D-8E41009988D5}" type="slidenum">
              <a:rPr lang="en-GB" smtClean="0"/>
              <a:t>32</a:t>
            </a:fld>
            <a:endParaRPr lang="en-GB"/>
          </a:p>
        </p:txBody>
      </p:sp>
    </p:spTree>
    <p:extLst>
      <p:ext uri="{BB962C8B-B14F-4D97-AF65-F5344CB8AC3E}">
        <p14:creationId xmlns:p14="http://schemas.microsoft.com/office/powerpoint/2010/main" val="24106666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1D190-9522-175C-A322-827B4554B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477AD-FE38-03B8-B3A8-8CBB7840C41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666964A-248D-8D9E-E2A8-0C479F3A970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3D7DDB7-81E6-6BD4-DD09-5BF041027EC1}"/>
              </a:ext>
            </a:extLst>
          </p:cNvPr>
          <p:cNvSpPr>
            <a:spLocks noGrp="1"/>
          </p:cNvSpPr>
          <p:nvPr>
            <p:ph type="sldNum" sz="quarter" idx="5"/>
          </p:nvPr>
        </p:nvSpPr>
        <p:spPr/>
        <p:txBody>
          <a:bodyPr/>
          <a:lstStyle/>
          <a:p>
            <a:fld id="{2821B416-F7FB-4E18-878D-8E41009988D5}" type="slidenum">
              <a:rPr lang="en-GB" smtClean="0"/>
              <a:t>33</a:t>
            </a:fld>
            <a:endParaRPr lang="en-GB"/>
          </a:p>
        </p:txBody>
      </p:sp>
    </p:spTree>
    <p:extLst>
      <p:ext uri="{BB962C8B-B14F-4D97-AF65-F5344CB8AC3E}">
        <p14:creationId xmlns:p14="http://schemas.microsoft.com/office/powerpoint/2010/main" val="42443064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D46DD-1E00-02AD-9313-664B8AAF9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51ECAB-A9AF-DA7F-6AF3-A718C6884F6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60A9D2B-61AF-9EDB-185B-C8D2499760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B142093-FCE2-054D-BF5A-6D281089076F}"/>
              </a:ext>
            </a:extLst>
          </p:cNvPr>
          <p:cNvSpPr>
            <a:spLocks noGrp="1"/>
          </p:cNvSpPr>
          <p:nvPr>
            <p:ph type="sldNum" sz="quarter" idx="5"/>
          </p:nvPr>
        </p:nvSpPr>
        <p:spPr/>
        <p:txBody>
          <a:bodyPr/>
          <a:lstStyle/>
          <a:p>
            <a:fld id="{2821B416-F7FB-4E18-878D-8E41009988D5}" type="slidenum">
              <a:rPr lang="en-GB" smtClean="0"/>
              <a:t>34</a:t>
            </a:fld>
            <a:endParaRPr lang="en-GB"/>
          </a:p>
        </p:txBody>
      </p:sp>
    </p:spTree>
    <p:extLst>
      <p:ext uri="{BB962C8B-B14F-4D97-AF65-F5344CB8AC3E}">
        <p14:creationId xmlns:p14="http://schemas.microsoft.com/office/powerpoint/2010/main" val="10030588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AED88-C82C-BDD6-43E5-11BFF3129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5C886-9EDC-2C99-1D0F-58D3355A85F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5D35688-C7C0-D60C-CB37-8F2D04A3DB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C7F9D51-F3BD-5ECE-599A-E50E3CF41BCC}"/>
              </a:ext>
            </a:extLst>
          </p:cNvPr>
          <p:cNvSpPr>
            <a:spLocks noGrp="1"/>
          </p:cNvSpPr>
          <p:nvPr>
            <p:ph type="sldNum" sz="quarter" idx="5"/>
          </p:nvPr>
        </p:nvSpPr>
        <p:spPr/>
        <p:txBody>
          <a:bodyPr/>
          <a:lstStyle/>
          <a:p>
            <a:fld id="{2821B416-F7FB-4E18-878D-8E41009988D5}" type="slidenum">
              <a:rPr lang="en-GB" smtClean="0"/>
              <a:t>35</a:t>
            </a:fld>
            <a:endParaRPr lang="en-GB"/>
          </a:p>
        </p:txBody>
      </p:sp>
    </p:spTree>
    <p:extLst>
      <p:ext uri="{BB962C8B-B14F-4D97-AF65-F5344CB8AC3E}">
        <p14:creationId xmlns:p14="http://schemas.microsoft.com/office/powerpoint/2010/main" val="37339535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AFBD5-034E-D477-9A77-8DB4F2AFF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33B2E-B410-4E8E-310A-6FB5C4B3C3D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D606FA6-60B7-9359-3E62-D5B712F66F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B8CB9B9-3DBD-5750-B42B-3C5C23936496}"/>
              </a:ext>
            </a:extLst>
          </p:cNvPr>
          <p:cNvSpPr>
            <a:spLocks noGrp="1"/>
          </p:cNvSpPr>
          <p:nvPr>
            <p:ph type="sldNum" sz="quarter" idx="5"/>
          </p:nvPr>
        </p:nvSpPr>
        <p:spPr/>
        <p:txBody>
          <a:bodyPr/>
          <a:lstStyle/>
          <a:p>
            <a:fld id="{2821B416-F7FB-4E18-878D-8E41009988D5}" type="slidenum">
              <a:rPr lang="en-GB" smtClean="0"/>
              <a:t>36</a:t>
            </a:fld>
            <a:endParaRPr lang="en-GB"/>
          </a:p>
        </p:txBody>
      </p:sp>
    </p:spTree>
    <p:extLst>
      <p:ext uri="{BB962C8B-B14F-4D97-AF65-F5344CB8AC3E}">
        <p14:creationId xmlns:p14="http://schemas.microsoft.com/office/powerpoint/2010/main" val="25502413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A1A72-E4BE-A6A9-B64C-F6E7D5F09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49BBC3-2745-1E0C-2707-163E89713A6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5CC39E1-B9AC-24EF-0F2A-EA083DD2BFB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7AFE235-383E-7906-1C96-306689B62A23}"/>
              </a:ext>
            </a:extLst>
          </p:cNvPr>
          <p:cNvSpPr>
            <a:spLocks noGrp="1"/>
          </p:cNvSpPr>
          <p:nvPr>
            <p:ph type="sldNum" sz="quarter" idx="5"/>
          </p:nvPr>
        </p:nvSpPr>
        <p:spPr/>
        <p:txBody>
          <a:bodyPr/>
          <a:lstStyle/>
          <a:p>
            <a:fld id="{2821B416-F7FB-4E18-878D-8E41009988D5}" type="slidenum">
              <a:rPr lang="en-GB" smtClean="0"/>
              <a:t>37</a:t>
            </a:fld>
            <a:endParaRPr lang="en-GB"/>
          </a:p>
        </p:txBody>
      </p:sp>
    </p:spTree>
    <p:extLst>
      <p:ext uri="{BB962C8B-B14F-4D97-AF65-F5344CB8AC3E}">
        <p14:creationId xmlns:p14="http://schemas.microsoft.com/office/powerpoint/2010/main" val="36604169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AB30D-03D9-A5B7-8FB5-B49E9BCA1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1BD66-08EF-E1FB-7201-A6E583F7BA2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7A79842-F9D5-C85A-5366-F011573A4C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0FF446C-95D3-9FD9-F86F-E51E1D8F413D}"/>
              </a:ext>
            </a:extLst>
          </p:cNvPr>
          <p:cNvSpPr>
            <a:spLocks noGrp="1"/>
          </p:cNvSpPr>
          <p:nvPr>
            <p:ph type="sldNum" sz="quarter" idx="5"/>
          </p:nvPr>
        </p:nvSpPr>
        <p:spPr/>
        <p:txBody>
          <a:bodyPr/>
          <a:lstStyle/>
          <a:p>
            <a:fld id="{2821B416-F7FB-4E18-878D-8E41009988D5}" type="slidenum">
              <a:rPr lang="en-GB" smtClean="0"/>
              <a:t>38</a:t>
            </a:fld>
            <a:endParaRPr lang="en-GB"/>
          </a:p>
        </p:txBody>
      </p:sp>
    </p:spTree>
    <p:extLst>
      <p:ext uri="{BB962C8B-B14F-4D97-AF65-F5344CB8AC3E}">
        <p14:creationId xmlns:p14="http://schemas.microsoft.com/office/powerpoint/2010/main" val="26157613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7880E-5170-C2CA-F0E9-963D5BA30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14D66-5575-B7D8-F9B4-64BF8A5E6D7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2096C4A-47A2-DEEE-2090-8A297B314A9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65FF0997-7F1C-DCA0-AD23-61818E09C841}"/>
              </a:ext>
            </a:extLst>
          </p:cNvPr>
          <p:cNvSpPr>
            <a:spLocks noGrp="1"/>
          </p:cNvSpPr>
          <p:nvPr>
            <p:ph type="sldNum" sz="quarter" idx="5"/>
          </p:nvPr>
        </p:nvSpPr>
        <p:spPr/>
        <p:txBody>
          <a:bodyPr/>
          <a:lstStyle/>
          <a:p>
            <a:fld id="{2821B416-F7FB-4E18-878D-8E41009988D5}" type="slidenum">
              <a:rPr lang="en-GB" smtClean="0"/>
              <a:t>39</a:t>
            </a:fld>
            <a:endParaRPr lang="en-GB"/>
          </a:p>
        </p:txBody>
      </p:sp>
    </p:spTree>
    <p:extLst>
      <p:ext uri="{BB962C8B-B14F-4D97-AF65-F5344CB8AC3E}">
        <p14:creationId xmlns:p14="http://schemas.microsoft.com/office/powerpoint/2010/main" val="25743014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121FE-24BA-2155-C32C-FA9D52BC2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84ECF-E197-D610-8E81-3040496106F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61B5DAD-8730-19CD-EADB-8F56C7B66E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9A549E17-0B47-6335-52F2-3E82EEA9DCC8}"/>
              </a:ext>
            </a:extLst>
          </p:cNvPr>
          <p:cNvSpPr>
            <a:spLocks noGrp="1"/>
          </p:cNvSpPr>
          <p:nvPr>
            <p:ph type="sldNum" sz="quarter" idx="5"/>
          </p:nvPr>
        </p:nvSpPr>
        <p:spPr/>
        <p:txBody>
          <a:bodyPr/>
          <a:lstStyle/>
          <a:p>
            <a:fld id="{2821B416-F7FB-4E18-878D-8E41009988D5}" type="slidenum">
              <a:rPr lang="en-GB" smtClean="0"/>
              <a:t>40</a:t>
            </a:fld>
            <a:endParaRPr lang="en-GB"/>
          </a:p>
        </p:txBody>
      </p:sp>
    </p:spTree>
    <p:extLst>
      <p:ext uri="{BB962C8B-B14F-4D97-AF65-F5344CB8AC3E}">
        <p14:creationId xmlns:p14="http://schemas.microsoft.com/office/powerpoint/2010/main" val="17127741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7E1E0-7057-AE90-1E07-98A50814A6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F4AC989-7D9B-56BF-90D8-26634AE3A921}"/>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10D092FE-8CFE-230B-D470-4D7A14309B46}"/>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B04A357-86D7-D389-9AE2-4A9098515D31}"/>
              </a:ext>
            </a:extLst>
          </p:cNvPr>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41</a:t>
            </a:fld>
            <a:endParaRPr lang="en-GB"/>
          </a:p>
        </p:txBody>
      </p:sp>
    </p:spTree>
    <p:extLst>
      <p:ext uri="{BB962C8B-B14F-4D97-AF65-F5344CB8AC3E}">
        <p14:creationId xmlns:p14="http://schemas.microsoft.com/office/powerpoint/2010/main" val="11623079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sp>
      <p:sp>
        <p:nvSpPr>
          <p:cNvPr id="3" name="Espace réservé des commentair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42</a:t>
            </a:fld>
            <a:endParaRPr lang="en-GB"/>
          </a:p>
        </p:txBody>
      </p:sp>
    </p:spTree>
    <p:extLst>
      <p:ext uri="{BB962C8B-B14F-4D97-AF65-F5344CB8AC3E}">
        <p14:creationId xmlns:p14="http://schemas.microsoft.com/office/powerpoint/2010/main" val="10612311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43</a:t>
            </a:fld>
            <a:endParaRPr lang="en-GB"/>
          </a:p>
        </p:txBody>
      </p:sp>
    </p:spTree>
    <p:extLst>
      <p:ext uri="{BB962C8B-B14F-4D97-AF65-F5344CB8AC3E}">
        <p14:creationId xmlns:p14="http://schemas.microsoft.com/office/powerpoint/2010/main" val="3240880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E6863-B3F7-CCAA-3150-807AB8F1D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E03D9-6B4E-410F-189F-B6A6722B393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7ADD925-F085-D8CC-1149-88C8BF3A6FC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BE92111-79C5-8DC6-5828-1268DBC85FE8}"/>
              </a:ext>
            </a:extLst>
          </p:cNvPr>
          <p:cNvSpPr>
            <a:spLocks noGrp="1"/>
          </p:cNvSpPr>
          <p:nvPr>
            <p:ph type="sldNum" sz="quarter" idx="5"/>
          </p:nvPr>
        </p:nvSpPr>
        <p:spPr/>
        <p:txBody>
          <a:bodyPr/>
          <a:lstStyle/>
          <a:p>
            <a:fld id="{2821B416-F7FB-4E18-878D-8E41009988D5}" type="slidenum">
              <a:rPr lang="en-GB" smtClean="0"/>
              <a:t>44</a:t>
            </a:fld>
            <a:endParaRPr lang="en-GB"/>
          </a:p>
        </p:txBody>
      </p:sp>
    </p:spTree>
    <p:extLst>
      <p:ext uri="{BB962C8B-B14F-4D97-AF65-F5344CB8AC3E}">
        <p14:creationId xmlns:p14="http://schemas.microsoft.com/office/powerpoint/2010/main" val="3053362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05/02/2026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8279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05/02/2026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531197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43733F-D14F-42BC-9C5A-8BC178B1A6BF}" type="datetimeFigureOut">
              <a:rPr lang="en-GB" smtClean="0"/>
              <a:t>05/02/2026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9351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43733F-D14F-42BC-9C5A-8BC178B1A6BF}" type="datetimeFigureOut">
              <a:rPr lang="en-GB" smtClean="0"/>
              <a:t>05/02/2026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5603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43733F-D14F-42BC-9C5A-8BC178B1A6BF}" type="datetimeFigureOut">
              <a:rPr lang="en-GB" smtClean="0"/>
              <a:t>05/02/2026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870535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43733F-D14F-42BC-9C5A-8BC178B1A6BF}" type="datetimeFigureOut">
              <a:rPr lang="en-GB" smtClean="0"/>
              <a:t>05/02/2026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927540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 name="Date Placeholder 6"/>
          <p:cNvSpPr>
            <a:spLocks noGrp="1"/>
          </p:cNvSpPr>
          <p:nvPr>
            <p:ph type="dt" sz="half" idx="10"/>
          </p:nvPr>
        </p:nvSpPr>
        <p:spPr/>
        <p:txBody>
          <a:bodyPr/>
          <a:lstStyle/>
          <a:p>
            <a:fld id="{7043733F-D14F-42BC-9C5A-8BC178B1A6BF}" type="datetimeFigureOut">
              <a:rPr lang="en-GB" smtClean="0"/>
              <a:t>05/02/2026</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711502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7043733F-D14F-42BC-9C5A-8BC178B1A6BF}" type="datetimeFigureOut">
              <a:rPr lang="en-GB" smtClean="0"/>
              <a:t>05/02/2026</a:t>
            </a:fld>
            <a:endParaRPr lang="en-GB"/>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9134B44-177F-4900-883E-3FB73D2757FE}" type="slidenum">
              <a:rPr lang="en-GB" smtClean="0"/>
              <a:t>‹#›</a:t>
            </a:fld>
            <a:endParaRPr lang="en-GB"/>
          </a:p>
        </p:txBody>
      </p:sp>
    </p:spTree>
    <p:extLst>
      <p:ext uri="{BB962C8B-B14F-4D97-AF65-F5344CB8AC3E}">
        <p14:creationId xmlns:p14="http://schemas.microsoft.com/office/powerpoint/2010/main" val="286821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43733F-D14F-42BC-9C5A-8BC178B1A6BF}" type="datetimeFigureOut">
              <a:rPr lang="en-GB" smtClean="0"/>
              <a:t>05/02/2026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1771067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05/02/2026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750395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05/02/2026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689676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7043733F-D14F-42BC-9C5A-8BC178B1A6BF}" type="datetimeFigureOut">
              <a:rPr lang="en-GB" smtClean="0"/>
              <a:t>05/02/2026</a:t>
            </a:fld>
            <a:endParaRPr lang="en-GB"/>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09134B44-177F-4900-883E-3FB73D2757FE}" type="slidenum">
              <a:rPr lang="en-GB" smtClean="0"/>
              <a:t>‹#›</a:t>
            </a:fld>
            <a:endParaRPr lang="en-GB"/>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761751"/>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0.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12.xml"/><Relationship Id="rId5" Type="http://schemas.microsoft.com/office/2007/relationships/hdphoto" Target="../media/hdphoto1.wdp"/><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19.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21.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18.xml"/><Relationship Id="rId5" Type="http://schemas.openxmlformats.org/officeDocument/2006/relationships/image" Target="../media/image24.png"/><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20.xml"/><Relationship Id="rId5" Type="http://schemas.openxmlformats.org/officeDocument/2006/relationships/image" Target="../media/image27.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7000">
              <a:schemeClr val="bg2">
                <a:lumMod val="75000"/>
              </a:schemeClr>
            </a:gs>
            <a:gs pos="0">
              <a:schemeClr val="bg2">
                <a:lumMod val="50000"/>
              </a:schemeClr>
            </a:gs>
            <a:gs pos="74000">
              <a:schemeClr val="bg2">
                <a:lumMod val="60000"/>
                <a:lumOff val="40000"/>
              </a:schemeClr>
            </a:gs>
            <a:gs pos="83000">
              <a:schemeClr val="bg2">
                <a:lumMod val="40000"/>
                <a:lumOff val="60000"/>
              </a:schemeClr>
            </a:gs>
            <a:gs pos="100000">
              <a:schemeClr val="bg2">
                <a:lumMod val="20000"/>
                <a:lumOff val="80000"/>
              </a:schemeClr>
            </a:gs>
          </a:gsLst>
          <a:lin ang="5400000" scaled="1"/>
        </a:gra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2011C802-73B3-2DD2-A025-1492767780BF}"/>
              </a:ext>
            </a:extLst>
          </p:cNvPr>
          <p:cNvSpPr>
            <a:spLocks noGrp="1"/>
          </p:cNvSpPr>
          <p:nvPr>
            <p:ph type="subTitle" idx="1"/>
          </p:nvPr>
        </p:nvSpPr>
        <p:spPr>
          <a:xfrm>
            <a:off x="1022101" y="569369"/>
            <a:ext cx="7099797" cy="4325175"/>
          </a:xfrm>
        </p:spPr>
        <p:txBody>
          <a:bodyPr>
            <a:normAutofit/>
          </a:bodyPr>
          <a:lstStyle/>
          <a:p>
            <a:pPr algn="ctr"/>
            <a:endParaRPr lang="en-US" sz="4400" b="1" dirty="0">
              <a:solidFill>
                <a:schemeClr val="tx2"/>
              </a:solidFill>
            </a:endParaRPr>
          </a:p>
          <a:p>
            <a:pPr algn="ctr"/>
            <a:r>
              <a:rPr lang="en-US" sz="4400" b="1" dirty="0">
                <a:solidFill>
                  <a:schemeClr val="tx1"/>
                </a:solidFill>
              </a:rPr>
              <a:t>IPR Term 2 Week 4</a:t>
            </a:r>
          </a:p>
          <a:p>
            <a:pPr algn="ctr"/>
            <a:r>
              <a:rPr lang="en-US" sz="4000" b="1" dirty="0">
                <a:solidFill>
                  <a:schemeClr val="tx1"/>
                </a:solidFill>
              </a:rPr>
              <a:t> </a:t>
            </a:r>
          </a:p>
          <a:p>
            <a:pPr algn="ctr"/>
            <a:r>
              <a:rPr lang="en-US" sz="4000" b="1" dirty="0">
                <a:solidFill>
                  <a:schemeClr val="tx1"/>
                </a:solidFill>
              </a:rPr>
              <a:t>T-Tests (part 1)</a:t>
            </a:r>
          </a:p>
        </p:txBody>
      </p:sp>
      <p:sp>
        <p:nvSpPr>
          <p:cNvPr id="3" name="Subtitle 2">
            <a:extLst>
              <a:ext uri="{FF2B5EF4-FFF2-40B4-BE49-F238E27FC236}">
                <a16:creationId xmlns:a16="http://schemas.microsoft.com/office/drawing/2014/main" id="{DACEFCF7-B991-F689-C975-DEEA3454D308}"/>
              </a:ext>
            </a:extLst>
          </p:cNvPr>
          <p:cNvSpPr txBox="1">
            <a:spLocks/>
          </p:cNvSpPr>
          <p:nvPr/>
        </p:nvSpPr>
        <p:spPr>
          <a:xfrm>
            <a:off x="671370" y="5427211"/>
            <a:ext cx="6620968" cy="861420"/>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r>
              <a:rPr lang="en-GB" dirty="0">
                <a:solidFill>
                  <a:schemeClr val="tx1"/>
                </a:solidFill>
              </a:rPr>
              <a:t>Dr Hayley Dewe </a:t>
            </a:r>
          </a:p>
          <a:p>
            <a:r>
              <a:rPr lang="en-GB" dirty="0">
                <a:solidFill>
                  <a:schemeClr val="tx1"/>
                </a:solidFill>
              </a:rPr>
              <a:t>(Assistant Professor)</a:t>
            </a:r>
          </a:p>
        </p:txBody>
      </p:sp>
    </p:spTree>
    <p:extLst>
      <p:ext uri="{BB962C8B-B14F-4D97-AF65-F5344CB8AC3E}">
        <p14:creationId xmlns:p14="http://schemas.microsoft.com/office/powerpoint/2010/main" val="621895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FED8D49-6DBF-16AE-CC2E-8FC33433D719}"/>
              </a:ext>
            </a:extLst>
          </p:cNvPr>
          <p:cNvSpPr txBox="1">
            <a:spLocks/>
          </p:cNvSpPr>
          <p:nvPr/>
        </p:nvSpPr>
        <p:spPr>
          <a:xfrm>
            <a:off x="1780173" y="195007"/>
            <a:ext cx="5806526" cy="82767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000" dirty="0">
                <a:solidFill>
                  <a:srgbClr val="0070C0"/>
                </a:solidFill>
                <a:latin typeface="Gill Sans MT" panose="020B0502020104020203" pitchFamily="34" charset="0"/>
              </a:rPr>
              <a:t>Learning Outcomes</a:t>
            </a:r>
          </a:p>
        </p:txBody>
      </p:sp>
      <p:sp>
        <p:nvSpPr>
          <p:cNvPr id="6" name="Content Placeholder 2">
            <a:extLst>
              <a:ext uri="{FF2B5EF4-FFF2-40B4-BE49-F238E27FC236}">
                <a16:creationId xmlns:a16="http://schemas.microsoft.com/office/drawing/2014/main" id="{20A6FCE1-807F-78AF-7A22-954415E2EDD2}"/>
              </a:ext>
            </a:extLst>
          </p:cNvPr>
          <p:cNvSpPr txBox="1">
            <a:spLocks/>
          </p:cNvSpPr>
          <p:nvPr/>
        </p:nvSpPr>
        <p:spPr>
          <a:xfrm>
            <a:off x="622853" y="1143288"/>
            <a:ext cx="8226374" cy="5284406"/>
          </a:xfrm>
          <a:prstGeom prst="roundRect">
            <a:avLst>
              <a:gd name="adj" fmla="val 1858"/>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9pPr>
          </a:lstStyle>
          <a:p>
            <a:pPr algn="l">
              <a:buClrTx/>
            </a:pPr>
            <a:r>
              <a:rPr lang="en-GB" sz="2400" i="1" dirty="0">
                <a:latin typeface="+mn-lt"/>
              </a:rPr>
              <a:t>After the next three weeks and independent study you should be able to:</a:t>
            </a:r>
          </a:p>
          <a:p>
            <a:pPr marL="457200" indent="-457200" algn="l">
              <a:buClrTx/>
              <a:buFont typeface="Wingdings" panose="05000000000000000000" pitchFamily="2" charset="2"/>
              <a:buChar char="q"/>
            </a:pPr>
            <a:r>
              <a:rPr lang="en-GB" sz="2400" dirty="0">
                <a:latin typeface="+mn-lt"/>
              </a:rPr>
              <a:t>Understand the purpose of parametric t-tests (One samples, between-subjects and within-subjects) and when / why to use them.</a:t>
            </a:r>
          </a:p>
          <a:p>
            <a:pPr marL="457200" indent="-457200" algn="l">
              <a:buClrTx/>
              <a:buFont typeface="Wingdings" panose="05000000000000000000" pitchFamily="2" charset="2"/>
              <a:buChar char="q"/>
            </a:pPr>
            <a:r>
              <a:rPr lang="en-GB" sz="2400" dirty="0">
                <a:latin typeface="+mn-lt"/>
              </a:rPr>
              <a:t>Understand their non-parametric equivalent tests</a:t>
            </a:r>
          </a:p>
          <a:p>
            <a:pPr marL="457200" indent="-457200" algn="l">
              <a:buClrTx/>
              <a:buFont typeface="Wingdings" panose="05000000000000000000" pitchFamily="2" charset="2"/>
              <a:buChar char="q"/>
            </a:pPr>
            <a:r>
              <a:rPr lang="en-GB" sz="2400" dirty="0">
                <a:latin typeface="+mn-lt"/>
              </a:rPr>
              <a:t>Understand how the data are calculated and analysed.</a:t>
            </a:r>
          </a:p>
          <a:p>
            <a:pPr marL="457200" indent="-457200" algn="l">
              <a:buClrTx/>
              <a:buFont typeface="Wingdings" panose="05000000000000000000" pitchFamily="2" charset="2"/>
              <a:buChar char="q"/>
            </a:pPr>
            <a:r>
              <a:rPr lang="en-GB" sz="2400" dirty="0">
                <a:latin typeface="+mn-lt"/>
              </a:rPr>
              <a:t>Run all tests competently in JASP – and understand and interpret the output</a:t>
            </a:r>
          </a:p>
          <a:p>
            <a:pPr marL="457200" indent="-457200" algn="l">
              <a:buClrTx/>
              <a:buFont typeface="Wingdings" panose="05000000000000000000" pitchFamily="2" charset="2"/>
              <a:buChar char="q"/>
            </a:pPr>
            <a:r>
              <a:rPr lang="en-GB" sz="2400" dirty="0">
                <a:latin typeface="+mn-lt"/>
              </a:rPr>
              <a:t>Write up and interpret the results following APA standards.</a:t>
            </a:r>
          </a:p>
          <a:p>
            <a:pPr marL="457200" indent="-457200" algn="l">
              <a:buClrTx/>
              <a:buFont typeface="Wingdings" panose="05000000000000000000" pitchFamily="2" charset="2"/>
              <a:buChar char="q"/>
            </a:pPr>
            <a:r>
              <a:rPr lang="en-GB" sz="2400" b="1" dirty="0">
                <a:solidFill>
                  <a:srgbClr val="FF0000"/>
                </a:solidFill>
                <a:latin typeface="+mn-lt"/>
              </a:rPr>
              <a:t>Online content: Run all tests using JASP software using the ‘How to’ videos</a:t>
            </a:r>
          </a:p>
        </p:txBody>
      </p:sp>
    </p:spTree>
    <p:custDataLst>
      <p:tags r:id="rId1"/>
    </p:custDataLst>
    <p:extLst>
      <p:ext uri="{BB962C8B-B14F-4D97-AF65-F5344CB8AC3E}">
        <p14:creationId xmlns:p14="http://schemas.microsoft.com/office/powerpoint/2010/main" val="338365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8676F2-4335-7184-8F2C-C2727F9C78E9}"/>
              </a:ext>
            </a:extLst>
          </p:cNvPr>
          <p:cNvSpPr>
            <a:spLocks noGrp="1"/>
          </p:cNvSpPr>
          <p:nvPr>
            <p:ph idx="1"/>
          </p:nvPr>
        </p:nvSpPr>
        <p:spPr>
          <a:xfrm>
            <a:off x="777331" y="796898"/>
            <a:ext cx="7812148" cy="4575202"/>
          </a:xfrm>
          <a:noFill/>
        </p:spPr>
        <p:txBody>
          <a:bodyPr>
            <a:normAutofit/>
          </a:bodyPr>
          <a:lstStyle/>
          <a:p>
            <a:pPr marL="0" indent="0" algn="ctr">
              <a:buNone/>
            </a:pPr>
            <a:r>
              <a:rPr lang="en-GB" sz="4300" dirty="0">
                <a:solidFill>
                  <a:schemeClr val="tx1"/>
                </a:solidFill>
              </a:rPr>
              <a:t>Lesson Outline</a:t>
            </a:r>
          </a:p>
          <a:p>
            <a:pPr marL="0" indent="0">
              <a:buNone/>
            </a:pPr>
            <a:endParaRPr lang="en-GB" b="1" dirty="0">
              <a:solidFill>
                <a:srgbClr val="1477B4"/>
              </a:solidFill>
            </a:endParaRPr>
          </a:p>
          <a:p>
            <a:pPr marL="457200" indent="-457200">
              <a:buClrTx/>
              <a:buFont typeface="+mj-lt"/>
              <a:buAutoNum type="arabicPeriod"/>
            </a:pPr>
            <a:r>
              <a:rPr lang="en-GB" sz="2400" dirty="0">
                <a:solidFill>
                  <a:schemeClr val="tx1"/>
                </a:solidFill>
              </a:rPr>
              <a:t>Introduction to t-tests </a:t>
            </a:r>
          </a:p>
          <a:p>
            <a:pPr marL="457200" indent="-457200">
              <a:buClrTx/>
              <a:buFont typeface="+mj-lt"/>
              <a:buAutoNum type="arabicPeriod"/>
            </a:pPr>
            <a:r>
              <a:rPr lang="en-GB" sz="2400" dirty="0">
                <a:solidFill>
                  <a:schemeClr val="tx1"/>
                </a:solidFill>
              </a:rPr>
              <a:t>Types of t-tests (parametric)</a:t>
            </a:r>
          </a:p>
          <a:p>
            <a:pPr marL="457200" indent="-457200">
              <a:buClrTx/>
              <a:buFont typeface="+mj-lt"/>
              <a:buAutoNum type="arabicPeriod"/>
            </a:pPr>
            <a:r>
              <a:rPr lang="en-GB" sz="2400" dirty="0">
                <a:solidFill>
                  <a:schemeClr val="tx1"/>
                </a:solidFill>
              </a:rPr>
              <a:t>Assumptions</a:t>
            </a:r>
          </a:p>
          <a:p>
            <a:pPr marL="457200" indent="-457200">
              <a:buClrTx/>
              <a:buFont typeface="+mj-lt"/>
              <a:buAutoNum type="arabicPeriod"/>
            </a:pPr>
            <a:r>
              <a:rPr lang="en-GB" sz="2400" dirty="0">
                <a:solidFill>
                  <a:schemeClr val="tx1"/>
                </a:solidFill>
              </a:rPr>
              <a:t>Types of t-tests (non-parametric)</a:t>
            </a:r>
          </a:p>
          <a:p>
            <a:pPr marL="457200" indent="-457200">
              <a:buClrTx/>
              <a:buFont typeface="+mj-lt"/>
              <a:buAutoNum type="arabicPeriod"/>
            </a:pPr>
            <a:r>
              <a:rPr lang="en-GB" sz="2400" b="1" dirty="0">
                <a:solidFill>
                  <a:srgbClr val="FF0000"/>
                </a:solidFill>
              </a:rPr>
              <a:t>Online content: </a:t>
            </a:r>
            <a:r>
              <a:rPr lang="en-GB" sz="2400" dirty="0">
                <a:solidFill>
                  <a:schemeClr val="tx1"/>
                </a:solidFill>
              </a:rPr>
              <a:t>catch up on last week if you haven’t already, and this week: worksheet activity. </a:t>
            </a:r>
          </a:p>
        </p:txBody>
      </p:sp>
    </p:spTree>
    <p:custDataLst>
      <p:tags r:id="rId1"/>
    </p:custDataLst>
    <p:extLst>
      <p:ext uri="{BB962C8B-B14F-4D97-AF65-F5344CB8AC3E}">
        <p14:creationId xmlns:p14="http://schemas.microsoft.com/office/powerpoint/2010/main" val="711076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2011C802-73B3-2DD2-A025-1492767780BF}"/>
              </a:ext>
            </a:extLst>
          </p:cNvPr>
          <p:cNvSpPr>
            <a:spLocks noGrp="1"/>
          </p:cNvSpPr>
          <p:nvPr>
            <p:ph type="subTitle" idx="1"/>
          </p:nvPr>
        </p:nvSpPr>
        <p:spPr>
          <a:xfrm>
            <a:off x="5554532" y="1157225"/>
            <a:ext cx="3589468" cy="5152416"/>
          </a:xfrm>
          <a:noFill/>
        </p:spPr>
        <p:txBody>
          <a:bodyPr>
            <a:noAutofit/>
          </a:bodyPr>
          <a:lstStyle/>
          <a:p>
            <a:endParaRPr lang="en-US" sz="3200" b="1" dirty="0">
              <a:solidFill>
                <a:schemeClr val="tx1"/>
              </a:solidFill>
            </a:endParaRPr>
          </a:p>
          <a:p>
            <a:pPr marL="514350" indent="-514350">
              <a:buAutoNum type="arabicPeriod"/>
            </a:pPr>
            <a:r>
              <a:rPr lang="en-US" sz="3200" b="1" dirty="0">
                <a:solidFill>
                  <a:schemeClr val="tx1"/>
                </a:solidFill>
              </a:rPr>
              <a:t>Introduction to t-tests</a:t>
            </a:r>
          </a:p>
          <a:p>
            <a:pPr marL="514350" indent="-514350">
              <a:buAutoNum type="arabicPeriod"/>
            </a:pPr>
            <a:endParaRPr lang="en-US" sz="3200" b="1" dirty="0">
              <a:solidFill>
                <a:schemeClr val="tx1"/>
              </a:solidFill>
            </a:endParaRPr>
          </a:p>
        </p:txBody>
      </p:sp>
      <p:pic>
        <p:nvPicPr>
          <p:cNvPr id="3" name="Picture 6" descr="See the source image">
            <a:extLst>
              <a:ext uri="{FF2B5EF4-FFF2-40B4-BE49-F238E27FC236}">
                <a16:creationId xmlns:a16="http://schemas.microsoft.com/office/drawing/2014/main" id="{EE932BE7-5F26-31EA-4CAD-BC83AE34F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770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437522-514E-A3AC-19EC-5FAA648D4E39}"/>
              </a:ext>
            </a:extLst>
          </p:cNvPr>
          <p:cNvPicPr>
            <a:picLocks noChangeAspect="1"/>
          </p:cNvPicPr>
          <p:nvPr/>
        </p:nvPicPr>
        <p:blipFill>
          <a:blip r:embed="rId2"/>
          <a:srcRect l="3232" t="1635" r="3209"/>
          <a:stretch>
            <a:fillRect/>
          </a:stretch>
        </p:blipFill>
        <p:spPr>
          <a:xfrm>
            <a:off x="482748" y="0"/>
            <a:ext cx="7975451" cy="6223882"/>
          </a:xfrm>
          <a:prstGeom prst="rect">
            <a:avLst/>
          </a:prstGeom>
        </p:spPr>
      </p:pic>
      <p:sp>
        <p:nvSpPr>
          <p:cNvPr id="6" name="TextBox 5">
            <a:extLst>
              <a:ext uri="{FF2B5EF4-FFF2-40B4-BE49-F238E27FC236}">
                <a16:creationId xmlns:a16="http://schemas.microsoft.com/office/drawing/2014/main" id="{4760DBF9-A79F-05E8-FE5D-A3F4A675BBDE}"/>
              </a:ext>
            </a:extLst>
          </p:cNvPr>
          <p:cNvSpPr txBox="1"/>
          <p:nvPr/>
        </p:nvSpPr>
        <p:spPr>
          <a:xfrm>
            <a:off x="332934" y="1690916"/>
            <a:ext cx="8275078" cy="1200329"/>
          </a:xfrm>
          <a:prstGeom prst="rect">
            <a:avLst/>
          </a:prstGeom>
          <a:noFill/>
          <a:ln w="38100">
            <a:solidFill>
              <a:srgbClr val="FF0000"/>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Tree>
    <p:extLst>
      <p:ext uri="{BB962C8B-B14F-4D97-AF65-F5344CB8AC3E}">
        <p14:creationId xmlns:p14="http://schemas.microsoft.com/office/powerpoint/2010/main" val="2314785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E8EF997-E6F6-5D52-CAFF-0045BB764076}"/>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D0ED3-855F-1DAB-78EF-436A633D73CD}"/>
              </a:ext>
            </a:extLst>
          </p:cNvPr>
          <p:cNvSpPr>
            <a:spLocks noGrp="1"/>
          </p:cNvSpPr>
          <p:nvPr>
            <p:ph idx="1"/>
          </p:nvPr>
        </p:nvSpPr>
        <p:spPr>
          <a:xfrm>
            <a:off x="748756" y="316154"/>
            <a:ext cx="7812148" cy="911397"/>
          </a:xfrm>
          <a:noFill/>
        </p:spPr>
        <p:txBody>
          <a:bodyPr>
            <a:normAutofit/>
          </a:bodyPr>
          <a:lstStyle/>
          <a:p>
            <a:pPr marL="0" indent="0" algn="ctr">
              <a:buNone/>
            </a:pPr>
            <a:r>
              <a:rPr lang="en-GB" sz="4000" dirty="0">
                <a:solidFill>
                  <a:schemeClr val="tx1"/>
                </a:solidFill>
                <a:latin typeface="+mj-lt"/>
              </a:rPr>
              <a:t>Experimental Design</a:t>
            </a:r>
          </a:p>
        </p:txBody>
      </p:sp>
      <p:sp>
        <p:nvSpPr>
          <p:cNvPr id="3" name="TextBox 2">
            <a:extLst>
              <a:ext uri="{FF2B5EF4-FFF2-40B4-BE49-F238E27FC236}">
                <a16:creationId xmlns:a16="http://schemas.microsoft.com/office/drawing/2014/main" id="{A830B295-10E5-CA34-76DD-A5D6FCD543DA}"/>
              </a:ext>
            </a:extLst>
          </p:cNvPr>
          <p:cNvSpPr txBox="1"/>
          <p:nvPr/>
        </p:nvSpPr>
        <p:spPr>
          <a:xfrm>
            <a:off x="250965" y="1227551"/>
            <a:ext cx="8642070" cy="5047536"/>
          </a:xfrm>
          <a:prstGeom prst="rect">
            <a:avLst/>
          </a:prstGeom>
          <a:noFill/>
        </p:spPr>
        <p:txBody>
          <a:bodyPr wrap="square">
            <a:spAutoFit/>
          </a:bodyPr>
          <a:lstStyle/>
          <a:p>
            <a:pPr marL="285750" indent="-285750">
              <a:buFont typeface="Arial" panose="020B0604020202020204" pitchFamily="34" charset="0"/>
              <a:buChar char="•"/>
            </a:pPr>
            <a:r>
              <a:rPr lang="en-GB" sz="2300" dirty="0"/>
              <a:t>To determine the relationship between an </a:t>
            </a:r>
            <a:r>
              <a:rPr lang="en-GB" sz="2300" b="1" dirty="0"/>
              <a:t>independent</a:t>
            </a:r>
            <a:r>
              <a:rPr lang="en-GB" sz="2300" dirty="0"/>
              <a:t> variable (IV) and a </a:t>
            </a:r>
            <a:r>
              <a:rPr lang="en-GB" sz="2300" b="1" dirty="0"/>
              <a:t>dependent</a:t>
            </a:r>
            <a:r>
              <a:rPr lang="en-GB" sz="2300" dirty="0"/>
              <a:t> (DV) variable. </a:t>
            </a:r>
          </a:p>
          <a:p>
            <a:pPr marL="285750" indent="-285750">
              <a:buFont typeface="Arial" panose="020B0604020202020204" pitchFamily="34" charset="0"/>
              <a:buChar char="•"/>
            </a:pPr>
            <a:endParaRPr lang="en-GB" sz="2300" dirty="0"/>
          </a:p>
          <a:p>
            <a:pPr marL="285750" indent="-285750">
              <a:buFont typeface="Arial" panose="020B0604020202020204" pitchFamily="34" charset="0"/>
              <a:buChar char="•"/>
            </a:pPr>
            <a:r>
              <a:rPr lang="en-GB" sz="2300" dirty="0"/>
              <a:t>The IV(s) are manipulated, participants are assigned to different groups or conditions, and the DV is measured (also called the outcome variable).</a:t>
            </a:r>
          </a:p>
          <a:p>
            <a:pPr marL="285750" indent="-285750">
              <a:buFont typeface="Arial" panose="020B0604020202020204" pitchFamily="34" charset="0"/>
              <a:buChar char="•"/>
            </a:pPr>
            <a:endParaRPr lang="en-GB" sz="2300" dirty="0"/>
          </a:p>
          <a:p>
            <a:pPr marL="285750" indent="-285750">
              <a:buFont typeface="Arial" panose="020B0604020202020204" pitchFamily="34" charset="0"/>
              <a:buChar char="•"/>
            </a:pPr>
            <a:r>
              <a:rPr lang="en-GB" sz="2300" u="sng" dirty="0"/>
              <a:t>Definition</a:t>
            </a:r>
            <a:r>
              <a:rPr lang="en-GB" sz="2300" dirty="0"/>
              <a:t>: Measures the </a:t>
            </a:r>
            <a:r>
              <a:rPr lang="en-GB" sz="2300" b="1" dirty="0"/>
              <a:t>size</a:t>
            </a:r>
            <a:r>
              <a:rPr lang="en-GB" sz="2300" dirty="0"/>
              <a:t> of the difference between these two groups or conditions (based on the IV manipulation) </a:t>
            </a:r>
          </a:p>
          <a:p>
            <a:pPr marL="285750" indent="-285750">
              <a:buFont typeface="Arial" panose="020B0604020202020204" pitchFamily="34" charset="0"/>
              <a:buChar char="•"/>
            </a:pPr>
            <a:endParaRPr lang="en-GB" sz="2300" dirty="0"/>
          </a:p>
          <a:p>
            <a:pPr marL="285750" indent="-285750">
              <a:buFont typeface="Arial" panose="020B0604020202020204" pitchFamily="34" charset="0"/>
              <a:buChar char="•"/>
            </a:pPr>
            <a:r>
              <a:rPr lang="en-GB" sz="2300" dirty="0"/>
              <a:t>Allows us to draw conclusions and</a:t>
            </a:r>
            <a:r>
              <a:rPr lang="en-GB" sz="2300" b="1" dirty="0"/>
              <a:t> cause-and-effect </a:t>
            </a:r>
            <a:r>
              <a:rPr lang="en-GB" sz="2300" dirty="0"/>
              <a:t>relationships (something that we couldn’t do with correlation)</a:t>
            </a:r>
          </a:p>
          <a:p>
            <a:pPr marL="285750" indent="-285750">
              <a:buFont typeface="Arial" panose="020B0604020202020204" pitchFamily="34" charset="0"/>
              <a:buChar char="•"/>
            </a:pPr>
            <a:endParaRPr lang="en-GB" sz="2300" dirty="0"/>
          </a:p>
          <a:p>
            <a:endParaRPr lang="en-GB" sz="2300" dirty="0"/>
          </a:p>
        </p:txBody>
      </p:sp>
    </p:spTree>
    <p:custDataLst>
      <p:tags r:id="rId1"/>
    </p:custDataLst>
    <p:extLst>
      <p:ext uri="{BB962C8B-B14F-4D97-AF65-F5344CB8AC3E}">
        <p14:creationId xmlns:p14="http://schemas.microsoft.com/office/powerpoint/2010/main" val="2352799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F2A1B1-180B-B049-4A15-871D8D04809B}"/>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24BA0D7D-5871-0117-2BE3-B712FCF58052}"/>
              </a:ext>
            </a:extLst>
          </p:cNvPr>
          <p:cNvSpPr>
            <a:spLocks noGrp="1"/>
          </p:cNvSpPr>
          <p:nvPr>
            <p:ph idx="1"/>
          </p:nvPr>
        </p:nvSpPr>
        <p:spPr>
          <a:xfrm>
            <a:off x="748756" y="316154"/>
            <a:ext cx="7812148" cy="911397"/>
          </a:xfrm>
          <a:noFill/>
        </p:spPr>
        <p:txBody>
          <a:bodyPr>
            <a:normAutofit/>
          </a:bodyPr>
          <a:lstStyle/>
          <a:p>
            <a:pPr marL="0" indent="0" algn="ctr">
              <a:buNone/>
            </a:pPr>
            <a:r>
              <a:rPr lang="en-GB" sz="4000" dirty="0">
                <a:solidFill>
                  <a:schemeClr val="tx1"/>
                </a:solidFill>
                <a:latin typeface="+mj-lt"/>
              </a:rPr>
              <a:t>What is a t-test?</a:t>
            </a:r>
          </a:p>
        </p:txBody>
      </p:sp>
      <p:sp>
        <p:nvSpPr>
          <p:cNvPr id="3" name="TextBox 2">
            <a:extLst>
              <a:ext uri="{FF2B5EF4-FFF2-40B4-BE49-F238E27FC236}">
                <a16:creationId xmlns:a16="http://schemas.microsoft.com/office/drawing/2014/main" id="{F23B67B9-FEBC-C19F-84DE-E74F82CBE85C}"/>
              </a:ext>
            </a:extLst>
          </p:cNvPr>
          <p:cNvSpPr txBox="1"/>
          <p:nvPr/>
        </p:nvSpPr>
        <p:spPr>
          <a:xfrm>
            <a:off x="250965" y="1102578"/>
            <a:ext cx="8642070" cy="5755422"/>
          </a:xfrm>
          <a:prstGeom prst="rect">
            <a:avLst/>
          </a:prstGeom>
          <a:noFill/>
        </p:spPr>
        <p:txBody>
          <a:bodyPr wrap="square">
            <a:spAutoFit/>
          </a:bodyPr>
          <a:lstStyle/>
          <a:p>
            <a:pPr marL="285750" indent="-285750">
              <a:buFont typeface="Arial" panose="020B0604020202020204" pitchFamily="34" charset="0"/>
              <a:buChar char="•"/>
            </a:pPr>
            <a:r>
              <a:rPr lang="en-GB" sz="2300" dirty="0"/>
              <a:t>Written as</a:t>
            </a:r>
            <a:r>
              <a:rPr lang="en-GB" sz="2300" i="1" dirty="0"/>
              <a:t> </a:t>
            </a:r>
            <a:r>
              <a:rPr lang="en-GB" sz="2300" i="1" kern="100" dirty="0">
                <a:cs typeface="Times New Roman" panose="02020603050405020304" pitchFamily="18" charset="0"/>
              </a:rPr>
              <a:t>t</a:t>
            </a:r>
          </a:p>
          <a:p>
            <a:pPr marL="285750" indent="-285750">
              <a:buFont typeface="Arial" panose="020B0604020202020204" pitchFamily="34" charset="0"/>
              <a:buChar char="•"/>
            </a:pPr>
            <a:r>
              <a:rPr lang="en-GB" sz="2300" b="1" dirty="0"/>
              <a:t>Definition</a:t>
            </a:r>
            <a:r>
              <a:rPr lang="en-GB" sz="2300" dirty="0"/>
              <a:t>: an inferential statistical test used to determine whether there is a significant </a:t>
            </a:r>
            <a:r>
              <a:rPr lang="en-GB" sz="2300" b="1" dirty="0"/>
              <a:t>difference between the means of two groups</a:t>
            </a:r>
            <a:r>
              <a:rPr lang="en-GB" sz="2300" dirty="0"/>
              <a:t>.</a:t>
            </a:r>
          </a:p>
          <a:p>
            <a:r>
              <a:rPr lang="en-GB" sz="2300" b="0" dirty="0">
                <a:effectLst/>
              </a:rPr>
              <a:t> </a:t>
            </a:r>
          </a:p>
          <a:p>
            <a:pPr marL="285750" indent="-285750">
              <a:buFont typeface="Arial" panose="020B0604020202020204" pitchFamily="34" charset="0"/>
              <a:buChar char="•"/>
            </a:pPr>
            <a:r>
              <a:rPr lang="en-GB" sz="2300" b="1" dirty="0">
                <a:effectLst/>
              </a:rPr>
              <a:t>Purpose: </a:t>
            </a:r>
            <a:r>
              <a:rPr lang="en-GB" sz="2300" dirty="0"/>
              <a:t>assesses whether the average score of a dependent (outcome) reliably </a:t>
            </a:r>
            <a:r>
              <a:rPr lang="en-GB" sz="2300" b="1" dirty="0"/>
              <a:t>differs</a:t>
            </a:r>
            <a:r>
              <a:rPr lang="en-GB" sz="2300" dirty="0"/>
              <a:t> between two groups or conditions.</a:t>
            </a:r>
            <a:endParaRPr lang="en-GB" sz="2300" b="0" dirty="0">
              <a:effectLst/>
            </a:endParaRPr>
          </a:p>
          <a:p>
            <a:pPr marL="742950" lvl="1" indent="-285750">
              <a:buFont typeface="Arial" panose="020B0604020202020204" pitchFamily="34" charset="0"/>
              <a:buChar char="•"/>
            </a:pPr>
            <a:r>
              <a:rPr lang="en-GB" sz="2300" dirty="0"/>
              <a:t>E.g., whether stress levels differ between participants who slept 8+ hours compared to those who slept 6 hours.</a:t>
            </a:r>
          </a:p>
          <a:p>
            <a:pPr marL="285750" indent="-285750">
              <a:buFont typeface="Arial" panose="020B0604020202020204" pitchFamily="34" charset="0"/>
              <a:buChar char="•"/>
            </a:pPr>
            <a:r>
              <a:rPr lang="en-GB" sz="2300" b="1" dirty="0">
                <a:effectLst/>
              </a:rPr>
              <a:t>Test Output</a:t>
            </a:r>
            <a:r>
              <a:rPr lang="en-GB" sz="2300" b="0" dirty="0">
                <a:effectLst/>
              </a:rPr>
              <a:t>:</a:t>
            </a:r>
          </a:p>
          <a:p>
            <a:pPr marL="800100" lvl="1" indent="-342900">
              <a:buFontTx/>
              <a:buChar char="-"/>
            </a:pPr>
            <a:r>
              <a:rPr lang="en-GB" sz="2300" dirty="0"/>
              <a:t>Calculates an observed </a:t>
            </a:r>
            <a:r>
              <a:rPr lang="en-GB" sz="2300" b="1" dirty="0"/>
              <a:t>test-statistic (t): </a:t>
            </a:r>
            <a:r>
              <a:rPr lang="en-GB" sz="2300" dirty="0"/>
              <a:t>the size of the difference between group means, relative to variability/noise. Positive or negative (sign indicates direction of the difference)</a:t>
            </a:r>
          </a:p>
          <a:p>
            <a:pPr marL="800100" lvl="1" indent="-342900">
              <a:buFontTx/>
              <a:buChar char="-"/>
            </a:pPr>
            <a:r>
              <a:rPr lang="en-GB" sz="2300" dirty="0"/>
              <a:t>Corresponding </a:t>
            </a:r>
            <a:r>
              <a:rPr lang="en-GB" sz="2300" b="1" dirty="0"/>
              <a:t>p-value</a:t>
            </a:r>
            <a:r>
              <a:rPr lang="en-GB" sz="2300" dirty="0"/>
              <a:t> indicates whether the observed t-statistic is statistically significant (if p </a:t>
            </a:r>
            <a:r>
              <a:rPr lang="en-GB" sz="2300" u="sng" dirty="0"/>
              <a:t>&lt;</a:t>
            </a:r>
            <a:r>
              <a:rPr lang="en-GB" sz="2300" dirty="0"/>
              <a:t> </a:t>
            </a:r>
            <a:r>
              <a:rPr lang="el-GR" sz="2300" dirty="0"/>
              <a:t>α</a:t>
            </a:r>
            <a:r>
              <a:rPr lang="en-GB" sz="2300" dirty="0"/>
              <a:t> = significant, reject H₀)</a:t>
            </a:r>
          </a:p>
          <a:p>
            <a:pPr marL="800100" lvl="1" indent="-342900">
              <a:buFontTx/>
              <a:buChar char="-"/>
            </a:pPr>
            <a:r>
              <a:rPr lang="en-GB" sz="2300" b="1" dirty="0"/>
              <a:t>Effect size </a:t>
            </a:r>
            <a:r>
              <a:rPr lang="en-GB" sz="2300" dirty="0"/>
              <a:t>(when selected): size (magnitude) of effect in the population – a more practical interpretation. </a:t>
            </a:r>
          </a:p>
        </p:txBody>
      </p:sp>
    </p:spTree>
    <p:custDataLst>
      <p:tags r:id="rId1"/>
    </p:custDataLst>
    <p:extLst>
      <p:ext uri="{BB962C8B-B14F-4D97-AF65-F5344CB8AC3E}">
        <p14:creationId xmlns:p14="http://schemas.microsoft.com/office/powerpoint/2010/main" val="2628882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C210370-49E6-7DF6-CC38-4A899DDFAE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EFADDA-12B7-4E03-2FC0-7BF4C6EFABC3}"/>
              </a:ext>
            </a:extLst>
          </p:cNvPr>
          <p:cNvSpPr txBox="1"/>
          <p:nvPr/>
        </p:nvSpPr>
        <p:spPr>
          <a:xfrm>
            <a:off x="323578" y="1227551"/>
            <a:ext cx="8662504" cy="4154984"/>
          </a:xfrm>
          <a:prstGeom prst="rect">
            <a:avLst/>
          </a:prstGeom>
          <a:noFill/>
        </p:spPr>
        <p:txBody>
          <a:bodyPr wrap="square">
            <a:spAutoFit/>
          </a:bodyPr>
          <a:lstStyle/>
          <a:p>
            <a:r>
              <a:rPr lang="en-GB" sz="2400" dirty="0"/>
              <a:t>However, a t-test isn’t just about a cause-and-effect relationship…</a:t>
            </a:r>
          </a:p>
          <a:p>
            <a:endParaRPr lang="en-GB" sz="2400" dirty="0"/>
          </a:p>
          <a:p>
            <a:r>
              <a:rPr lang="en-GB" sz="2400" dirty="0"/>
              <a:t>It doesn’t just look at the difference between groups… but also their </a:t>
            </a:r>
            <a:r>
              <a:rPr lang="en-GB" sz="2400" b="1" dirty="0"/>
              <a:t>variability</a:t>
            </a:r>
            <a:r>
              <a:rPr lang="en-GB" sz="2400" dirty="0"/>
              <a:t>.</a:t>
            </a:r>
          </a:p>
          <a:p>
            <a:endParaRPr lang="en-GB" sz="2400" dirty="0"/>
          </a:p>
          <a:p>
            <a:r>
              <a:rPr lang="en-GB" sz="2400" dirty="0"/>
              <a:t>That is, it depends on how well-controlled our experiment / variables are. We must isolate and measure the effect of our manipulation (IV) on the DV as much as possible, to be confident that our findings are due to the IV and not some other factor</a:t>
            </a:r>
          </a:p>
          <a:p>
            <a:endParaRPr lang="en-GB" sz="2400" dirty="0"/>
          </a:p>
          <a:p>
            <a:r>
              <a:rPr lang="en-GB" sz="2400" dirty="0"/>
              <a:t>Remember the variability of data?  (Term 1, Week 5)</a:t>
            </a:r>
          </a:p>
        </p:txBody>
      </p:sp>
      <p:sp>
        <p:nvSpPr>
          <p:cNvPr id="5" name="Content Placeholder 2">
            <a:extLst>
              <a:ext uri="{FF2B5EF4-FFF2-40B4-BE49-F238E27FC236}">
                <a16:creationId xmlns:a16="http://schemas.microsoft.com/office/drawing/2014/main" id="{4B456AD7-6C44-99F5-82B7-DBA149045929}"/>
              </a:ext>
            </a:extLst>
          </p:cNvPr>
          <p:cNvSpPr txBox="1">
            <a:spLocks/>
          </p:cNvSpPr>
          <p:nvPr/>
        </p:nvSpPr>
        <p:spPr>
          <a:xfrm>
            <a:off x="748756" y="316154"/>
            <a:ext cx="7812148" cy="911397"/>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a:solidFill>
                  <a:schemeClr val="tx1"/>
                </a:solidFill>
                <a:latin typeface="+mj-lt"/>
              </a:rPr>
              <a:t>What is a t-test?</a:t>
            </a:r>
            <a:endParaRPr lang="en-GB" sz="4000" dirty="0">
              <a:solidFill>
                <a:schemeClr val="tx1"/>
              </a:solidFill>
              <a:latin typeface="+mj-lt"/>
            </a:endParaRPr>
          </a:p>
        </p:txBody>
      </p:sp>
    </p:spTree>
    <p:custDataLst>
      <p:tags r:id="rId1"/>
    </p:custDataLst>
    <p:extLst>
      <p:ext uri="{BB962C8B-B14F-4D97-AF65-F5344CB8AC3E}">
        <p14:creationId xmlns:p14="http://schemas.microsoft.com/office/powerpoint/2010/main" val="550630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FA8E1F9-2109-589D-3032-D8F6520D76F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10EBB1-D06B-4175-6FFF-47AE24D8FF3F}"/>
              </a:ext>
            </a:extLst>
          </p:cNvPr>
          <p:cNvSpPr txBox="1"/>
          <p:nvPr/>
        </p:nvSpPr>
        <p:spPr>
          <a:xfrm>
            <a:off x="323578" y="1227551"/>
            <a:ext cx="8662504" cy="3816429"/>
          </a:xfrm>
          <a:prstGeom prst="rect">
            <a:avLst/>
          </a:prstGeom>
          <a:noFill/>
        </p:spPr>
        <p:txBody>
          <a:bodyPr wrap="square">
            <a:spAutoFit/>
          </a:bodyPr>
          <a:lstStyle/>
          <a:p>
            <a:r>
              <a:rPr lang="en-GB" sz="2200" dirty="0"/>
              <a:t>A difference between two groups might only be meaningful if the scores in each group are consistent (low variability / low noise).</a:t>
            </a:r>
          </a:p>
          <a:p>
            <a:endParaRPr lang="en-GB" sz="2200" dirty="0"/>
          </a:p>
          <a:p>
            <a:r>
              <a:rPr lang="en-GB" sz="2200" dirty="0"/>
              <a:t>If the data from one or both groups are noisy and moving around a lot anyway (high variability) the average difference between them could just be due to randomness (not your manipulation).</a:t>
            </a:r>
          </a:p>
          <a:p>
            <a:endParaRPr lang="en-GB" sz="2200" dirty="0"/>
          </a:p>
          <a:p>
            <a:r>
              <a:rPr lang="en-GB" sz="2200" dirty="0"/>
              <a:t>We want our manipulation (IV) to have a consistent effect on all participants. For any </a:t>
            </a:r>
            <a:r>
              <a:rPr lang="en-GB" sz="2200" b="1" dirty="0"/>
              <a:t>difference between groups to be (mostly) explained by our experimental manipulation.</a:t>
            </a:r>
          </a:p>
          <a:p>
            <a:endParaRPr lang="en-GB" sz="2200" dirty="0"/>
          </a:p>
        </p:txBody>
      </p:sp>
      <p:sp>
        <p:nvSpPr>
          <p:cNvPr id="5" name="Content Placeholder 2">
            <a:extLst>
              <a:ext uri="{FF2B5EF4-FFF2-40B4-BE49-F238E27FC236}">
                <a16:creationId xmlns:a16="http://schemas.microsoft.com/office/drawing/2014/main" id="{D057A3CB-478C-D4CE-1677-BE8ECD000D82}"/>
              </a:ext>
            </a:extLst>
          </p:cNvPr>
          <p:cNvSpPr txBox="1">
            <a:spLocks/>
          </p:cNvSpPr>
          <p:nvPr/>
        </p:nvSpPr>
        <p:spPr>
          <a:xfrm>
            <a:off x="748756" y="316154"/>
            <a:ext cx="7812148" cy="911397"/>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Variability of Data</a:t>
            </a:r>
          </a:p>
        </p:txBody>
      </p:sp>
      <p:pic>
        <p:nvPicPr>
          <p:cNvPr id="6" name="Picture 5">
            <a:extLst>
              <a:ext uri="{FF2B5EF4-FFF2-40B4-BE49-F238E27FC236}">
                <a16:creationId xmlns:a16="http://schemas.microsoft.com/office/drawing/2014/main" id="{AA590CAB-C875-4AC7-5576-9863C511A38A}"/>
              </a:ext>
            </a:extLst>
          </p:cNvPr>
          <p:cNvPicPr>
            <a:picLocks noChangeAspect="1"/>
          </p:cNvPicPr>
          <p:nvPr/>
        </p:nvPicPr>
        <p:blipFill>
          <a:blip r:embed="rId4"/>
          <a:srcRect t="18326"/>
          <a:stretch>
            <a:fillRect/>
          </a:stretch>
        </p:blipFill>
        <p:spPr>
          <a:xfrm>
            <a:off x="5230906" y="4410511"/>
            <a:ext cx="3382253" cy="2131335"/>
          </a:xfrm>
          <a:prstGeom prst="rect">
            <a:avLst/>
          </a:prstGeom>
        </p:spPr>
      </p:pic>
      <p:sp>
        <p:nvSpPr>
          <p:cNvPr id="8" name="TextBox 7">
            <a:extLst>
              <a:ext uri="{FF2B5EF4-FFF2-40B4-BE49-F238E27FC236}">
                <a16:creationId xmlns:a16="http://schemas.microsoft.com/office/drawing/2014/main" id="{4C9E47E1-9CF6-9D02-A7A6-4B4F282A9D00}"/>
              </a:ext>
            </a:extLst>
          </p:cNvPr>
          <p:cNvSpPr txBox="1"/>
          <p:nvPr/>
        </p:nvSpPr>
        <p:spPr>
          <a:xfrm>
            <a:off x="323578" y="5076451"/>
            <a:ext cx="4572000" cy="144655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sz="2200" dirty="0"/>
              <a:t>Significant difference between two groups = larger ‘between’ group differences and smaller ‘within’ group variance. </a:t>
            </a:r>
          </a:p>
        </p:txBody>
      </p:sp>
    </p:spTree>
    <p:custDataLst>
      <p:tags r:id="rId1"/>
    </p:custDataLst>
    <p:extLst>
      <p:ext uri="{BB962C8B-B14F-4D97-AF65-F5344CB8AC3E}">
        <p14:creationId xmlns:p14="http://schemas.microsoft.com/office/powerpoint/2010/main" val="1359393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7739D29-38E2-4825-7EB7-19FA655F935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C51A6B-17DD-F05D-9377-4CB3D837C256}"/>
              </a:ext>
            </a:extLst>
          </p:cNvPr>
          <p:cNvSpPr txBox="1"/>
          <p:nvPr/>
        </p:nvSpPr>
        <p:spPr>
          <a:xfrm>
            <a:off x="6831106" y="1709464"/>
            <a:ext cx="2128081" cy="4154984"/>
          </a:xfrm>
          <a:prstGeom prst="rect">
            <a:avLst/>
          </a:prstGeom>
          <a:noFill/>
        </p:spPr>
        <p:txBody>
          <a:bodyPr wrap="square">
            <a:spAutoFit/>
          </a:bodyPr>
          <a:lstStyle/>
          <a:p>
            <a:r>
              <a:rPr lang="en-GB" sz="2200" dirty="0"/>
              <a:t>At both Universities, there is change between our Treatment vs Placebo groups</a:t>
            </a:r>
          </a:p>
          <a:p>
            <a:endParaRPr lang="en-GB" sz="2200" dirty="0"/>
          </a:p>
          <a:p>
            <a:r>
              <a:rPr lang="en-GB" sz="2200" dirty="0"/>
              <a:t>= </a:t>
            </a:r>
            <a:r>
              <a:rPr lang="en-GB" sz="2200" dirty="0">
                <a:solidFill>
                  <a:srgbClr val="1477B4"/>
                </a:solidFill>
              </a:rPr>
              <a:t>Higher scores in Treatment vs.  Placebo (yay!) </a:t>
            </a:r>
          </a:p>
          <a:p>
            <a:endParaRPr lang="en-GB" sz="2200" dirty="0">
              <a:solidFill>
                <a:srgbClr val="1477B4"/>
              </a:solidFill>
            </a:endParaRPr>
          </a:p>
          <a:p>
            <a:endParaRPr lang="en-GB" sz="2200" dirty="0"/>
          </a:p>
        </p:txBody>
      </p:sp>
      <p:sp>
        <p:nvSpPr>
          <p:cNvPr id="5" name="Content Placeholder 2">
            <a:extLst>
              <a:ext uri="{FF2B5EF4-FFF2-40B4-BE49-F238E27FC236}">
                <a16:creationId xmlns:a16="http://schemas.microsoft.com/office/drawing/2014/main" id="{212E9B6B-56A6-DB86-5514-2E55517A169A}"/>
              </a:ext>
            </a:extLst>
          </p:cNvPr>
          <p:cNvSpPr txBox="1">
            <a:spLocks/>
          </p:cNvSpPr>
          <p:nvPr/>
        </p:nvSpPr>
        <p:spPr>
          <a:xfrm>
            <a:off x="748756" y="316154"/>
            <a:ext cx="7812148" cy="911397"/>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Variability of Data</a:t>
            </a:r>
          </a:p>
        </p:txBody>
      </p:sp>
      <p:pic>
        <p:nvPicPr>
          <p:cNvPr id="4" name="Picture 3">
            <a:extLst>
              <a:ext uri="{FF2B5EF4-FFF2-40B4-BE49-F238E27FC236}">
                <a16:creationId xmlns:a16="http://schemas.microsoft.com/office/drawing/2014/main" id="{23AA3553-2375-CFB3-3A25-CB1E33D82BD1}"/>
              </a:ext>
            </a:extLst>
          </p:cNvPr>
          <p:cNvPicPr>
            <a:picLocks noChangeAspect="1"/>
          </p:cNvPicPr>
          <p:nvPr/>
        </p:nvPicPr>
        <p:blipFill>
          <a:blip r:embed="rId4"/>
          <a:srcRect l="4853" t="2759"/>
          <a:stretch>
            <a:fillRect/>
          </a:stretch>
        </p:blipFill>
        <p:spPr>
          <a:xfrm>
            <a:off x="184813" y="1442994"/>
            <a:ext cx="6646293" cy="5116933"/>
          </a:xfrm>
          <a:prstGeom prst="rect">
            <a:avLst/>
          </a:prstGeom>
        </p:spPr>
      </p:pic>
      <p:sp>
        <p:nvSpPr>
          <p:cNvPr id="9" name="TextBox 8">
            <a:extLst>
              <a:ext uri="{FF2B5EF4-FFF2-40B4-BE49-F238E27FC236}">
                <a16:creationId xmlns:a16="http://schemas.microsoft.com/office/drawing/2014/main" id="{56F2C3F9-ABDE-85C4-619A-4302094B42E5}"/>
              </a:ext>
            </a:extLst>
          </p:cNvPr>
          <p:cNvSpPr txBox="1"/>
          <p:nvPr/>
        </p:nvSpPr>
        <p:spPr>
          <a:xfrm>
            <a:off x="157919" y="1012107"/>
            <a:ext cx="8463754" cy="430887"/>
          </a:xfrm>
          <a:prstGeom prst="rect">
            <a:avLst/>
          </a:prstGeom>
          <a:noFill/>
        </p:spPr>
        <p:txBody>
          <a:bodyPr wrap="square">
            <a:spAutoFit/>
          </a:bodyPr>
          <a:lstStyle/>
          <a:p>
            <a:r>
              <a:rPr lang="en-GB" sz="2200" b="1" dirty="0"/>
              <a:t>Treatment vs Placebo in two groups – at two different Universities</a:t>
            </a:r>
          </a:p>
        </p:txBody>
      </p:sp>
      <p:sp>
        <p:nvSpPr>
          <p:cNvPr id="11" name="TextBox 10">
            <a:extLst>
              <a:ext uri="{FF2B5EF4-FFF2-40B4-BE49-F238E27FC236}">
                <a16:creationId xmlns:a16="http://schemas.microsoft.com/office/drawing/2014/main" id="{35B657E2-9B58-0016-539F-EA59443C136A}"/>
              </a:ext>
            </a:extLst>
          </p:cNvPr>
          <p:cNvSpPr txBox="1"/>
          <p:nvPr/>
        </p:nvSpPr>
        <p:spPr>
          <a:xfrm>
            <a:off x="265496" y="5935660"/>
            <a:ext cx="5086434" cy="769441"/>
          </a:xfrm>
          <a:prstGeom prst="rect">
            <a:avLst/>
          </a:prstGeom>
          <a:noFill/>
        </p:spPr>
        <p:txBody>
          <a:bodyPr wrap="square">
            <a:spAutoFit/>
          </a:bodyPr>
          <a:lstStyle/>
          <a:p>
            <a:r>
              <a:rPr lang="en-GB" sz="2200" b="1" dirty="0">
                <a:solidFill>
                  <a:srgbClr val="1477B4"/>
                </a:solidFill>
              </a:rPr>
              <a:t>So, both Universities had a significant cause-effect!.... Yes??</a:t>
            </a:r>
          </a:p>
        </p:txBody>
      </p:sp>
    </p:spTree>
    <p:custDataLst>
      <p:tags r:id="rId1"/>
    </p:custDataLst>
    <p:extLst>
      <p:ext uri="{BB962C8B-B14F-4D97-AF65-F5344CB8AC3E}">
        <p14:creationId xmlns:p14="http://schemas.microsoft.com/office/powerpoint/2010/main" val="706718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3FBBCFD-50E2-BBA2-620F-18608FF09D6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D826090-ACD8-15B0-2077-4FC0BD074F8A}"/>
              </a:ext>
            </a:extLst>
          </p:cNvPr>
          <p:cNvPicPr>
            <a:picLocks noChangeAspect="1"/>
          </p:cNvPicPr>
          <p:nvPr/>
        </p:nvPicPr>
        <p:blipFill>
          <a:blip r:embed="rId4"/>
          <a:srcRect t="646" b="5751"/>
          <a:stretch>
            <a:fillRect/>
          </a:stretch>
        </p:blipFill>
        <p:spPr>
          <a:xfrm>
            <a:off x="47737" y="1198542"/>
            <a:ext cx="6758912" cy="4816628"/>
          </a:xfrm>
          <a:prstGeom prst="rect">
            <a:avLst/>
          </a:prstGeom>
        </p:spPr>
      </p:pic>
      <p:sp>
        <p:nvSpPr>
          <p:cNvPr id="3" name="TextBox 2">
            <a:extLst>
              <a:ext uri="{FF2B5EF4-FFF2-40B4-BE49-F238E27FC236}">
                <a16:creationId xmlns:a16="http://schemas.microsoft.com/office/drawing/2014/main" id="{F4A79743-8391-6958-D1C2-847C7E053455}"/>
              </a:ext>
            </a:extLst>
          </p:cNvPr>
          <p:cNvSpPr txBox="1"/>
          <p:nvPr/>
        </p:nvSpPr>
        <p:spPr>
          <a:xfrm>
            <a:off x="7130216" y="1012954"/>
            <a:ext cx="1754255" cy="5170646"/>
          </a:xfrm>
          <a:prstGeom prst="rect">
            <a:avLst/>
          </a:prstGeom>
          <a:noFill/>
        </p:spPr>
        <p:txBody>
          <a:bodyPr wrap="square">
            <a:spAutoFit/>
          </a:bodyPr>
          <a:lstStyle/>
          <a:p>
            <a:r>
              <a:rPr lang="en-GB" sz="2200" dirty="0"/>
              <a:t>The spread of data within each group, shows the Universities are different.</a:t>
            </a:r>
          </a:p>
          <a:p>
            <a:endParaRPr lang="en-GB" sz="2200" dirty="0"/>
          </a:p>
          <a:p>
            <a:r>
              <a:rPr lang="en-GB" sz="2200" dirty="0"/>
              <a:t>= </a:t>
            </a:r>
            <a:r>
              <a:rPr lang="en-GB" sz="2200" dirty="0">
                <a:solidFill>
                  <a:srgbClr val="1477B4"/>
                </a:solidFill>
              </a:rPr>
              <a:t>University 2 variable / noisy across Placebo &amp; Treatment groups (boo!)</a:t>
            </a:r>
          </a:p>
          <a:p>
            <a:endParaRPr lang="en-GB" sz="2200" dirty="0"/>
          </a:p>
          <a:p>
            <a:endParaRPr lang="en-GB" sz="2200" dirty="0"/>
          </a:p>
        </p:txBody>
      </p:sp>
      <p:sp>
        <p:nvSpPr>
          <p:cNvPr id="5" name="Content Placeholder 2">
            <a:extLst>
              <a:ext uri="{FF2B5EF4-FFF2-40B4-BE49-F238E27FC236}">
                <a16:creationId xmlns:a16="http://schemas.microsoft.com/office/drawing/2014/main" id="{D5EC25D3-D2D9-F901-8BA2-3117D355FED5}"/>
              </a:ext>
            </a:extLst>
          </p:cNvPr>
          <p:cNvSpPr txBox="1">
            <a:spLocks/>
          </p:cNvSpPr>
          <p:nvPr/>
        </p:nvSpPr>
        <p:spPr>
          <a:xfrm>
            <a:off x="748756" y="316154"/>
            <a:ext cx="7812148" cy="911397"/>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Variability of Data</a:t>
            </a:r>
          </a:p>
        </p:txBody>
      </p:sp>
      <p:sp>
        <p:nvSpPr>
          <p:cNvPr id="11" name="TextBox 10">
            <a:extLst>
              <a:ext uri="{FF2B5EF4-FFF2-40B4-BE49-F238E27FC236}">
                <a16:creationId xmlns:a16="http://schemas.microsoft.com/office/drawing/2014/main" id="{C03D90F0-6BFA-23E4-A588-0612B8F92948}"/>
              </a:ext>
            </a:extLst>
          </p:cNvPr>
          <p:cNvSpPr txBox="1"/>
          <p:nvPr/>
        </p:nvSpPr>
        <p:spPr>
          <a:xfrm>
            <a:off x="453755" y="842830"/>
            <a:ext cx="5086434" cy="430887"/>
          </a:xfrm>
          <a:prstGeom prst="rect">
            <a:avLst/>
          </a:prstGeom>
          <a:noFill/>
        </p:spPr>
        <p:txBody>
          <a:bodyPr wrap="square">
            <a:spAutoFit/>
          </a:bodyPr>
          <a:lstStyle/>
          <a:p>
            <a:r>
              <a:rPr lang="en-GB" sz="2200" b="1" dirty="0">
                <a:solidFill>
                  <a:srgbClr val="1477B4"/>
                </a:solidFill>
              </a:rPr>
              <a:t>Actually, NO!  </a:t>
            </a:r>
          </a:p>
        </p:txBody>
      </p:sp>
      <p:sp>
        <p:nvSpPr>
          <p:cNvPr id="7" name="TextBox 6">
            <a:extLst>
              <a:ext uri="{FF2B5EF4-FFF2-40B4-BE49-F238E27FC236}">
                <a16:creationId xmlns:a16="http://schemas.microsoft.com/office/drawing/2014/main" id="{BC8D5870-60B1-45CD-2141-8D96D42BA08A}"/>
              </a:ext>
            </a:extLst>
          </p:cNvPr>
          <p:cNvSpPr txBox="1"/>
          <p:nvPr/>
        </p:nvSpPr>
        <p:spPr>
          <a:xfrm>
            <a:off x="260453" y="5353450"/>
            <a:ext cx="5473037" cy="1446550"/>
          </a:xfrm>
          <a:prstGeom prst="rect">
            <a:avLst/>
          </a:prstGeom>
          <a:noFill/>
        </p:spPr>
        <p:txBody>
          <a:bodyPr wrap="square">
            <a:spAutoFit/>
          </a:bodyPr>
          <a:lstStyle/>
          <a:p>
            <a:r>
              <a:rPr lang="en-GB" sz="2200" b="1" dirty="0">
                <a:solidFill>
                  <a:srgbClr val="1477B4"/>
                </a:solidFill>
              </a:rPr>
              <a:t>For University 2 we don’t know what’s driving the difference – there’s too much spread / noise, participants overlap. We can’t be sure the cause is treatment. </a:t>
            </a:r>
          </a:p>
        </p:txBody>
      </p:sp>
    </p:spTree>
    <p:custDataLst>
      <p:tags r:id="rId1"/>
    </p:custDataLst>
    <p:extLst>
      <p:ext uri="{BB962C8B-B14F-4D97-AF65-F5344CB8AC3E}">
        <p14:creationId xmlns:p14="http://schemas.microsoft.com/office/powerpoint/2010/main" val="4261451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82A9553-D03D-89E2-7D0B-487FCE4A76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6326F1-BF8B-F9BF-D568-A470E458263A}"/>
              </a:ext>
            </a:extLst>
          </p:cNvPr>
          <p:cNvSpPr txBox="1"/>
          <p:nvPr/>
        </p:nvSpPr>
        <p:spPr>
          <a:xfrm>
            <a:off x="583097" y="1111456"/>
            <a:ext cx="8151830" cy="3477875"/>
          </a:xfrm>
          <a:prstGeom prst="rect">
            <a:avLst/>
          </a:prstGeom>
          <a:noFill/>
        </p:spPr>
        <p:txBody>
          <a:bodyPr wrap="square">
            <a:spAutoFit/>
          </a:bodyPr>
          <a:lstStyle/>
          <a:p>
            <a:r>
              <a:rPr lang="en-GB" sz="2200" dirty="0"/>
              <a:t>There will always be </a:t>
            </a:r>
            <a:r>
              <a:rPr lang="en-GB" sz="2200" i="1" dirty="0"/>
              <a:t>some</a:t>
            </a:r>
            <a:r>
              <a:rPr lang="en-GB" sz="2200" dirty="0"/>
              <a:t> difference between groups (some within group variance) we cannot control (e.g. natural variation) – even if you test the same people!</a:t>
            </a:r>
          </a:p>
          <a:p>
            <a:endParaRPr lang="en-GB" sz="2200" dirty="0"/>
          </a:p>
          <a:p>
            <a:r>
              <a:rPr lang="en-GB" sz="2200" dirty="0"/>
              <a:t>But we want our manipulation to have a consistent effect on all participants. </a:t>
            </a:r>
          </a:p>
          <a:p>
            <a:endParaRPr lang="en-GB" sz="2200" dirty="0"/>
          </a:p>
          <a:p>
            <a:r>
              <a:rPr lang="en-GB" sz="2200" dirty="0"/>
              <a:t>Are any observed changes / effects in the data explained (mostly) by our experimental manipulation (the between group variance) </a:t>
            </a:r>
          </a:p>
          <a:p>
            <a:r>
              <a:rPr lang="en-GB" sz="2200" dirty="0"/>
              <a:t>That is - was the manipulation successful?</a:t>
            </a:r>
          </a:p>
        </p:txBody>
      </p:sp>
      <p:sp>
        <p:nvSpPr>
          <p:cNvPr id="5" name="Content Placeholder 2">
            <a:extLst>
              <a:ext uri="{FF2B5EF4-FFF2-40B4-BE49-F238E27FC236}">
                <a16:creationId xmlns:a16="http://schemas.microsoft.com/office/drawing/2014/main" id="{155CF592-C499-4A8D-209C-D2A2AF586B54}"/>
              </a:ext>
            </a:extLst>
          </p:cNvPr>
          <p:cNvSpPr txBox="1">
            <a:spLocks/>
          </p:cNvSpPr>
          <p:nvPr/>
        </p:nvSpPr>
        <p:spPr>
          <a:xfrm>
            <a:off x="748756" y="316154"/>
            <a:ext cx="7812148" cy="911397"/>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Variability of Data</a:t>
            </a:r>
          </a:p>
        </p:txBody>
      </p:sp>
      <p:sp>
        <p:nvSpPr>
          <p:cNvPr id="8" name="TextBox 7">
            <a:extLst>
              <a:ext uri="{FF2B5EF4-FFF2-40B4-BE49-F238E27FC236}">
                <a16:creationId xmlns:a16="http://schemas.microsoft.com/office/drawing/2014/main" id="{AC190B79-BED5-A68F-F9A2-2CA2B2BBC7A3}"/>
              </a:ext>
            </a:extLst>
          </p:cNvPr>
          <p:cNvSpPr txBox="1"/>
          <p:nvPr/>
        </p:nvSpPr>
        <p:spPr>
          <a:xfrm>
            <a:off x="631223" y="4865895"/>
            <a:ext cx="5160793" cy="1446550"/>
          </a:xfrm>
          <a:prstGeom prst="rect">
            <a:avLst/>
          </a:prstGeom>
          <a:noFill/>
        </p:spPr>
        <p:txBody>
          <a:bodyPr wrap="square">
            <a:spAutoFit/>
          </a:bodyPr>
          <a:lstStyle/>
          <a:p>
            <a:r>
              <a:rPr lang="en-GB" sz="2200" dirty="0"/>
              <a:t>We can do this by:</a:t>
            </a:r>
          </a:p>
          <a:p>
            <a:r>
              <a:rPr lang="en-GB" sz="2200" b="1" u="sng" dirty="0"/>
              <a:t>increasing</a:t>
            </a:r>
            <a:r>
              <a:rPr lang="en-GB" sz="2200" u="sng" dirty="0"/>
              <a:t> </a:t>
            </a:r>
            <a:r>
              <a:rPr lang="en-GB" sz="2200" b="1" u="sng" dirty="0"/>
              <a:t>our between-group variance</a:t>
            </a:r>
            <a:r>
              <a:rPr lang="en-GB" sz="2200" dirty="0"/>
              <a:t> and</a:t>
            </a:r>
          </a:p>
          <a:p>
            <a:r>
              <a:rPr lang="en-GB" sz="2200" b="1" u="sng" dirty="0"/>
              <a:t>decreasing</a:t>
            </a:r>
            <a:r>
              <a:rPr lang="en-GB" sz="2200" u="sng" dirty="0"/>
              <a:t> </a:t>
            </a:r>
            <a:r>
              <a:rPr lang="en-GB" sz="2200" b="1" u="sng" dirty="0"/>
              <a:t>our within-group variance</a:t>
            </a:r>
            <a:endParaRPr lang="en-GB" sz="2200" dirty="0"/>
          </a:p>
        </p:txBody>
      </p:sp>
      <p:sp>
        <p:nvSpPr>
          <p:cNvPr id="10" name="TextBox 9">
            <a:extLst>
              <a:ext uri="{FF2B5EF4-FFF2-40B4-BE49-F238E27FC236}">
                <a16:creationId xmlns:a16="http://schemas.microsoft.com/office/drawing/2014/main" id="{FBA79F63-2C47-B44C-CA9D-1AC2B9141AB1}"/>
              </a:ext>
            </a:extLst>
          </p:cNvPr>
          <p:cNvSpPr txBox="1"/>
          <p:nvPr/>
        </p:nvSpPr>
        <p:spPr>
          <a:xfrm>
            <a:off x="5955632" y="4457794"/>
            <a:ext cx="2887579" cy="1754326"/>
          </a:xfrm>
          <a:prstGeom prst="rect">
            <a:avLst/>
          </a:prstGeom>
          <a:noFill/>
        </p:spPr>
        <p:txBody>
          <a:bodyPr wrap="square">
            <a:spAutoFit/>
          </a:bodyPr>
          <a:lstStyle/>
          <a:p>
            <a:r>
              <a:rPr lang="en-GB" i="1" dirty="0"/>
              <a:t>Remember we can’t test everyone – we infer or estimate confidence that our findings (manipulations) are a real effect (or rare under the null hypothesis)</a:t>
            </a:r>
          </a:p>
        </p:txBody>
      </p:sp>
    </p:spTree>
    <p:custDataLst>
      <p:tags r:id="rId1"/>
    </p:custDataLst>
    <p:extLst>
      <p:ext uri="{BB962C8B-B14F-4D97-AF65-F5344CB8AC3E}">
        <p14:creationId xmlns:p14="http://schemas.microsoft.com/office/powerpoint/2010/main" val="3089959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7619E9E-06E8-D5D5-F4C4-D7C17243EF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BA012F6-FCB4-41EF-3576-05679615D7A3}"/>
              </a:ext>
            </a:extLst>
          </p:cNvPr>
          <p:cNvSpPr txBox="1"/>
          <p:nvPr/>
        </p:nvSpPr>
        <p:spPr>
          <a:xfrm>
            <a:off x="323578" y="1053931"/>
            <a:ext cx="8662504" cy="3477875"/>
          </a:xfrm>
          <a:prstGeom prst="rect">
            <a:avLst/>
          </a:prstGeom>
          <a:noFill/>
        </p:spPr>
        <p:txBody>
          <a:bodyPr wrap="square">
            <a:spAutoFit/>
          </a:bodyPr>
          <a:lstStyle/>
          <a:p>
            <a:r>
              <a:rPr lang="en-GB" sz="2200" dirty="0"/>
              <a:t>A t-test compares the scores of two groups/conditions, is it a big enough difference compared to the variability (spread) that is found within the group/condition naturally.</a:t>
            </a:r>
          </a:p>
          <a:p>
            <a:endParaRPr lang="en-GB" sz="2200" dirty="0"/>
          </a:p>
          <a:p>
            <a:r>
              <a:rPr lang="en-GB" sz="2200" b="1" dirty="0"/>
              <a:t>That is</a:t>
            </a:r>
            <a:r>
              <a:rPr lang="en-GB" sz="2200" dirty="0"/>
              <a:t>: is our experimental manipulation (of the IV) causing (significant) changes in the DV? </a:t>
            </a:r>
          </a:p>
          <a:p>
            <a:endParaRPr lang="en-GB" sz="2200" dirty="0"/>
          </a:p>
          <a:p>
            <a:r>
              <a:rPr lang="en-GB" sz="2200" dirty="0"/>
              <a:t>Once you take into account the variability or possible changes that may occur naturally within groups.</a:t>
            </a:r>
          </a:p>
          <a:p>
            <a:endParaRPr lang="en-GB" sz="2200" dirty="0"/>
          </a:p>
        </p:txBody>
      </p:sp>
      <p:sp>
        <p:nvSpPr>
          <p:cNvPr id="5" name="Content Placeholder 2">
            <a:extLst>
              <a:ext uri="{FF2B5EF4-FFF2-40B4-BE49-F238E27FC236}">
                <a16:creationId xmlns:a16="http://schemas.microsoft.com/office/drawing/2014/main" id="{967C5431-95EA-7DA1-12B2-DC24E332B729}"/>
              </a:ext>
            </a:extLst>
          </p:cNvPr>
          <p:cNvSpPr txBox="1">
            <a:spLocks/>
          </p:cNvSpPr>
          <p:nvPr/>
        </p:nvSpPr>
        <p:spPr>
          <a:xfrm>
            <a:off x="748756" y="316154"/>
            <a:ext cx="7812148" cy="911397"/>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What a t-test tells you</a:t>
            </a:r>
          </a:p>
        </p:txBody>
      </p:sp>
      <p:pic>
        <p:nvPicPr>
          <p:cNvPr id="6" name="Picture 5">
            <a:extLst>
              <a:ext uri="{FF2B5EF4-FFF2-40B4-BE49-F238E27FC236}">
                <a16:creationId xmlns:a16="http://schemas.microsoft.com/office/drawing/2014/main" id="{4104DAA6-3417-ACA9-B49D-C9D36A9A99FC}"/>
              </a:ext>
            </a:extLst>
          </p:cNvPr>
          <p:cNvPicPr>
            <a:picLocks noChangeAspect="1"/>
          </p:cNvPicPr>
          <p:nvPr/>
        </p:nvPicPr>
        <p:blipFill>
          <a:blip r:embed="rId4"/>
          <a:srcRect t="18326"/>
          <a:stretch>
            <a:fillRect/>
          </a:stretch>
        </p:blipFill>
        <p:spPr>
          <a:xfrm>
            <a:off x="5277269" y="4256239"/>
            <a:ext cx="3382253" cy="2131335"/>
          </a:xfrm>
          <a:prstGeom prst="rect">
            <a:avLst/>
          </a:prstGeom>
        </p:spPr>
      </p:pic>
      <p:pic>
        <p:nvPicPr>
          <p:cNvPr id="15" name="Picture 14">
            <a:extLst>
              <a:ext uri="{FF2B5EF4-FFF2-40B4-BE49-F238E27FC236}">
                <a16:creationId xmlns:a16="http://schemas.microsoft.com/office/drawing/2014/main" id="{74E5C82D-D55D-260D-0966-13D9B53DBC73}"/>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20000"/>
                    </a14:imgEffect>
                  </a14:imgLayer>
                </a14:imgProps>
              </a:ext>
            </a:extLst>
          </a:blip>
          <a:stretch>
            <a:fillRect/>
          </a:stretch>
        </p:blipFill>
        <p:spPr>
          <a:xfrm>
            <a:off x="323578" y="4626485"/>
            <a:ext cx="4953691" cy="1390844"/>
          </a:xfrm>
          <a:prstGeom prst="rect">
            <a:avLst/>
          </a:prstGeom>
        </p:spPr>
      </p:pic>
    </p:spTree>
    <p:custDataLst>
      <p:tags r:id="rId1"/>
    </p:custDataLst>
    <p:extLst>
      <p:ext uri="{BB962C8B-B14F-4D97-AF65-F5344CB8AC3E}">
        <p14:creationId xmlns:p14="http://schemas.microsoft.com/office/powerpoint/2010/main" val="862432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6A6AA9-7141-0935-9CBD-5F41C08035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644836-0E9A-81ED-12CB-6E06C0149804}"/>
              </a:ext>
            </a:extLst>
          </p:cNvPr>
          <p:cNvSpPr txBox="1"/>
          <p:nvPr/>
        </p:nvSpPr>
        <p:spPr>
          <a:xfrm>
            <a:off x="567418" y="1529419"/>
            <a:ext cx="8271782" cy="2800767"/>
          </a:xfrm>
          <a:prstGeom prst="rect">
            <a:avLst/>
          </a:prstGeom>
          <a:noFill/>
        </p:spPr>
        <p:txBody>
          <a:bodyPr wrap="square">
            <a:spAutoFit/>
          </a:bodyPr>
          <a:lstStyle/>
          <a:p>
            <a:r>
              <a:rPr lang="en-GB" sz="2200" dirty="0"/>
              <a:t>The greater the difference between groups/conditions compared to the variability = the </a:t>
            </a:r>
            <a:r>
              <a:rPr lang="en-GB" sz="2200" b="1" dirty="0"/>
              <a:t>larger the t-statistic (</a:t>
            </a:r>
            <a:r>
              <a:rPr lang="en-GB" sz="2200" b="1" i="1" dirty="0"/>
              <a:t>t</a:t>
            </a:r>
            <a:r>
              <a:rPr lang="en-GB" sz="2200" b="1" dirty="0"/>
              <a:t>) </a:t>
            </a:r>
            <a:r>
              <a:rPr lang="en-GB" sz="2200" dirty="0"/>
              <a:t>will be.</a:t>
            </a:r>
          </a:p>
          <a:p>
            <a:endParaRPr lang="en-GB" sz="2200" dirty="0"/>
          </a:p>
          <a:p>
            <a:r>
              <a:rPr lang="en-GB" sz="2200" b="1" dirty="0"/>
              <a:t>Large </a:t>
            </a:r>
            <a:r>
              <a:rPr lang="en-GB" sz="2200" b="1" i="1" dirty="0"/>
              <a:t>t</a:t>
            </a:r>
            <a:r>
              <a:rPr lang="en-GB" sz="2200" b="1" dirty="0"/>
              <a:t> </a:t>
            </a:r>
            <a:r>
              <a:rPr lang="en-GB" sz="2200" dirty="0"/>
              <a:t>= statistically significant result</a:t>
            </a:r>
          </a:p>
          <a:p>
            <a:r>
              <a:rPr lang="en-GB" sz="2200" dirty="0"/>
              <a:t>We want a large/extreme t-statistic value (rare / unique) to </a:t>
            </a:r>
            <a:r>
              <a:rPr lang="en-GB" sz="2200" b="1" dirty="0"/>
              <a:t>reject the null hypothesis</a:t>
            </a:r>
            <a:r>
              <a:rPr lang="en-GB" sz="2200" dirty="0"/>
              <a:t> (which claims there is no significant difference between groups)</a:t>
            </a:r>
          </a:p>
          <a:p>
            <a:endParaRPr lang="en-GB" sz="2200" dirty="0"/>
          </a:p>
        </p:txBody>
      </p:sp>
      <p:sp>
        <p:nvSpPr>
          <p:cNvPr id="5" name="Content Placeholder 2">
            <a:extLst>
              <a:ext uri="{FF2B5EF4-FFF2-40B4-BE49-F238E27FC236}">
                <a16:creationId xmlns:a16="http://schemas.microsoft.com/office/drawing/2014/main" id="{C0B0E8F5-C82A-021D-7034-E001DA1437DF}"/>
              </a:ext>
            </a:extLst>
          </p:cNvPr>
          <p:cNvSpPr txBox="1">
            <a:spLocks/>
          </p:cNvSpPr>
          <p:nvPr/>
        </p:nvSpPr>
        <p:spPr>
          <a:xfrm>
            <a:off x="748756" y="316154"/>
            <a:ext cx="7812148" cy="911397"/>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A significant t-test tells you</a:t>
            </a:r>
          </a:p>
        </p:txBody>
      </p:sp>
      <p:pic>
        <p:nvPicPr>
          <p:cNvPr id="2" name="Picture 1">
            <a:extLst>
              <a:ext uri="{FF2B5EF4-FFF2-40B4-BE49-F238E27FC236}">
                <a16:creationId xmlns:a16="http://schemas.microsoft.com/office/drawing/2014/main" id="{9E84C8EA-EF9B-41B9-4D2F-1319BA93CBAA}"/>
              </a:ext>
            </a:extLst>
          </p:cNvPr>
          <p:cNvPicPr>
            <a:picLocks noChangeAspect="1"/>
          </p:cNvPicPr>
          <p:nvPr/>
        </p:nvPicPr>
        <p:blipFill>
          <a:blip r:embed="rId4"/>
          <a:srcRect t="18326"/>
          <a:stretch>
            <a:fillRect/>
          </a:stretch>
        </p:blipFill>
        <p:spPr>
          <a:xfrm>
            <a:off x="5277269" y="4256239"/>
            <a:ext cx="3382253" cy="2131335"/>
          </a:xfrm>
          <a:prstGeom prst="rect">
            <a:avLst/>
          </a:prstGeom>
        </p:spPr>
      </p:pic>
      <p:pic>
        <p:nvPicPr>
          <p:cNvPr id="7" name="Picture 6">
            <a:extLst>
              <a:ext uri="{FF2B5EF4-FFF2-40B4-BE49-F238E27FC236}">
                <a16:creationId xmlns:a16="http://schemas.microsoft.com/office/drawing/2014/main" id="{BF8117C3-8E85-7189-1FB1-31E533ACE2AE}"/>
              </a:ext>
            </a:extLst>
          </p:cNvPr>
          <p:cNvPicPr>
            <a:picLocks noChangeAspect="1"/>
          </p:cNvPicPr>
          <p:nvPr/>
        </p:nvPicPr>
        <p:blipFill>
          <a:blip r:embed="rId5"/>
          <a:srcRect l="4853" t="18895" r="55205" b="20170"/>
          <a:stretch>
            <a:fillRect/>
          </a:stretch>
        </p:blipFill>
        <p:spPr>
          <a:xfrm>
            <a:off x="2962186" y="4051415"/>
            <a:ext cx="2032738" cy="2336159"/>
          </a:xfrm>
          <a:prstGeom prst="rect">
            <a:avLst/>
          </a:prstGeom>
        </p:spPr>
      </p:pic>
    </p:spTree>
    <p:custDataLst>
      <p:tags r:id="rId1"/>
    </p:custDataLst>
    <p:extLst>
      <p:ext uri="{BB962C8B-B14F-4D97-AF65-F5344CB8AC3E}">
        <p14:creationId xmlns:p14="http://schemas.microsoft.com/office/powerpoint/2010/main" val="3062212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440540" y="1116287"/>
            <a:ext cx="8601859" cy="5032147"/>
          </a:xfrm>
          <a:prstGeom prst="rect">
            <a:avLst/>
          </a:prstGeom>
        </p:spPr>
        <p:txBody>
          <a:bodyPr wrap="square">
            <a:spAutoFit/>
          </a:bodyPr>
          <a:lstStyle/>
          <a:p>
            <a:pPr>
              <a:spcAft>
                <a:spcPts val="600"/>
              </a:spcAft>
              <a:defRPr/>
            </a:pPr>
            <a:r>
              <a:rPr lang="en-GB" altLang="en-US" sz="2200" dirty="0"/>
              <a:t>Again, this is an important first step: visualise the data to explore the differences between groups/conditions</a:t>
            </a:r>
          </a:p>
          <a:p>
            <a:pPr>
              <a:spcAft>
                <a:spcPts val="600"/>
              </a:spcAft>
              <a:defRPr/>
            </a:pPr>
            <a:endParaRPr lang="en-GB" altLang="en-US" sz="2200" dirty="0"/>
          </a:p>
          <a:p>
            <a:pPr>
              <a:spcAft>
                <a:spcPts val="600"/>
              </a:spcAft>
              <a:defRPr/>
            </a:pPr>
            <a:r>
              <a:rPr lang="en-US" altLang="en-US" sz="2200" dirty="0"/>
              <a:t>When dealing with group differences, </a:t>
            </a:r>
            <a:r>
              <a:rPr lang="en-US" altLang="en-US" sz="2200" b="1" dirty="0"/>
              <a:t>a boxplot (box and whisker plot) or bar graph is best to:</a:t>
            </a:r>
          </a:p>
          <a:p>
            <a:pPr marL="285750" indent="-285750">
              <a:spcAft>
                <a:spcPts val="600"/>
              </a:spcAft>
              <a:buFont typeface="Arial" panose="020B0604020202020204" pitchFamily="34" charset="0"/>
              <a:buChar char="•"/>
              <a:defRPr/>
            </a:pPr>
            <a:r>
              <a:rPr lang="en-US" altLang="en-US" sz="2200" dirty="0"/>
              <a:t>see difference between the groups so you can compare the range of scores, level of noise etc.</a:t>
            </a:r>
          </a:p>
          <a:p>
            <a:pPr marL="285750" indent="-285750">
              <a:spcAft>
                <a:spcPts val="600"/>
              </a:spcAft>
              <a:buFont typeface="Arial" panose="020B0604020202020204" pitchFamily="34" charset="0"/>
              <a:buChar char="•"/>
              <a:defRPr/>
            </a:pPr>
            <a:r>
              <a:rPr lang="en-US" altLang="en-US" sz="2200" dirty="0"/>
              <a:t>general impressions of whether the groups are similarly distributed (e.g., normal or skewed) </a:t>
            </a:r>
          </a:p>
          <a:p>
            <a:pPr marL="285750" indent="-285750">
              <a:spcAft>
                <a:spcPts val="600"/>
              </a:spcAft>
              <a:buFont typeface="Arial" panose="020B0604020202020204" pitchFamily="34" charset="0"/>
              <a:buChar char="•"/>
              <a:defRPr/>
            </a:pPr>
            <a:r>
              <a:rPr lang="en-US" altLang="en-US" sz="2200" b="1" dirty="0"/>
              <a:t>Boxplot</a:t>
            </a:r>
            <a:r>
              <a:rPr lang="en-US" altLang="en-US" sz="2200" dirty="0"/>
              <a:t> = shows the median, quartiles (ranges) and variability</a:t>
            </a:r>
          </a:p>
          <a:p>
            <a:pPr marL="285750" indent="-285750">
              <a:spcAft>
                <a:spcPts val="600"/>
              </a:spcAft>
              <a:buFont typeface="Arial" panose="020B0604020202020204" pitchFamily="34" charset="0"/>
              <a:buChar char="•"/>
              <a:defRPr/>
            </a:pPr>
            <a:r>
              <a:rPr lang="en-US" altLang="en-US" sz="2200" b="1" dirty="0"/>
              <a:t>Bar graph </a:t>
            </a:r>
            <a:r>
              <a:rPr lang="en-US" altLang="en-US" sz="2200" dirty="0"/>
              <a:t>= show the mean, and with error bars (standard deviation) shows variability)</a:t>
            </a:r>
          </a:p>
          <a:p>
            <a:pPr marL="285750" indent="-285750">
              <a:spcAft>
                <a:spcPts val="600"/>
              </a:spcAft>
              <a:buFont typeface="Arial" panose="020B0604020202020204" pitchFamily="34" charset="0"/>
              <a:buChar char="•"/>
              <a:defRPr/>
            </a:pPr>
            <a:r>
              <a:rPr lang="en-US" altLang="en-US" sz="2200" dirty="0"/>
              <a:t>Identify outliers - which can change, cause or hide differences</a:t>
            </a:r>
          </a:p>
        </p:txBody>
      </p:sp>
      <p:sp>
        <p:nvSpPr>
          <p:cNvPr id="6" name="Content Placeholder 2">
            <a:extLst>
              <a:ext uri="{FF2B5EF4-FFF2-40B4-BE49-F238E27FC236}">
                <a16:creationId xmlns:a16="http://schemas.microsoft.com/office/drawing/2014/main" id="{2C03D6E9-CCB3-2AB4-3FBE-A60167640B92}"/>
              </a:ext>
            </a:extLst>
          </p:cNvPr>
          <p:cNvSpPr txBox="1">
            <a:spLocks/>
          </p:cNvSpPr>
          <p:nvPr/>
        </p:nvSpPr>
        <p:spPr>
          <a:xfrm>
            <a:off x="440540" y="161633"/>
            <a:ext cx="8037534" cy="954654"/>
          </a:xfrm>
          <a:prstGeom prst="rect">
            <a:avLst/>
          </a:prstGeom>
          <a:noFill/>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000" dirty="0"/>
              <a:t>The importance of visualising data</a:t>
            </a:r>
          </a:p>
        </p:txBody>
      </p:sp>
    </p:spTree>
    <p:extLst>
      <p:ext uri="{BB962C8B-B14F-4D97-AF65-F5344CB8AC3E}">
        <p14:creationId xmlns:p14="http://schemas.microsoft.com/office/powerpoint/2010/main" val="2781444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5891488-1394-404E-F52D-5FF475B0E833}"/>
              </a:ext>
            </a:extLst>
          </p:cNvPr>
          <p:cNvSpPr>
            <a:spLocks noGrp="1"/>
          </p:cNvSpPr>
          <p:nvPr>
            <p:ph idx="1"/>
          </p:nvPr>
        </p:nvSpPr>
        <p:spPr>
          <a:xfrm>
            <a:off x="665926" y="161633"/>
            <a:ext cx="7812148" cy="567403"/>
          </a:xfrm>
          <a:noFill/>
        </p:spPr>
        <p:txBody>
          <a:bodyPr>
            <a:noAutofit/>
          </a:bodyPr>
          <a:lstStyle/>
          <a:p>
            <a:pPr marL="0" indent="0" algn="ctr">
              <a:buNone/>
            </a:pPr>
            <a:r>
              <a:rPr lang="en-GB" sz="4000" dirty="0">
                <a:solidFill>
                  <a:schemeClr val="tx1"/>
                </a:solidFill>
                <a:latin typeface="+mj-lt"/>
              </a:rPr>
              <a:t>Hypothesis testing</a:t>
            </a:r>
          </a:p>
        </p:txBody>
      </p:sp>
      <p:sp>
        <p:nvSpPr>
          <p:cNvPr id="2" name="TextBox 1">
            <a:extLst>
              <a:ext uri="{FF2B5EF4-FFF2-40B4-BE49-F238E27FC236}">
                <a16:creationId xmlns:a16="http://schemas.microsoft.com/office/drawing/2014/main" id="{F4C49047-A2FC-6D1A-6921-8C7244631CD1}"/>
              </a:ext>
            </a:extLst>
          </p:cNvPr>
          <p:cNvSpPr txBox="1"/>
          <p:nvPr/>
        </p:nvSpPr>
        <p:spPr>
          <a:xfrm>
            <a:off x="343344" y="833593"/>
            <a:ext cx="8517254" cy="400110"/>
          </a:xfrm>
          <a:prstGeom prst="rect">
            <a:avLst/>
          </a:prstGeom>
          <a:noFill/>
        </p:spPr>
        <p:txBody>
          <a:bodyPr wrap="square">
            <a:spAutoFit/>
          </a:bodyPr>
          <a:lstStyle/>
          <a:p>
            <a:r>
              <a:rPr lang="en-GB" sz="2000" dirty="0"/>
              <a:t>We use t-tests in our hypothesis testing… like Correlation and Chi-square</a:t>
            </a:r>
          </a:p>
        </p:txBody>
      </p:sp>
      <p:sp>
        <p:nvSpPr>
          <p:cNvPr id="4" name="TextBox 3">
            <a:extLst>
              <a:ext uri="{FF2B5EF4-FFF2-40B4-BE49-F238E27FC236}">
                <a16:creationId xmlns:a16="http://schemas.microsoft.com/office/drawing/2014/main" id="{D8CA6DC4-46B9-357C-9A30-839478098A32}"/>
              </a:ext>
            </a:extLst>
          </p:cNvPr>
          <p:cNvSpPr txBox="1"/>
          <p:nvPr/>
        </p:nvSpPr>
        <p:spPr>
          <a:xfrm>
            <a:off x="343344" y="1338260"/>
            <a:ext cx="8946430" cy="1631216"/>
          </a:xfrm>
          <a:prstGeom prst="rect">
            <a:avLst/>
          </a:prstGeom>
          <a:noFill/>
        </p:spPr>
        <p:txBody>
          <a:bodyPr wrap="square">
            <a:spAutoFit/>
          </a:bodyPr>
          <a:lstStyle/>
          <a:p>
            <a:r>
              <a:rPr lang="en-GB" sz="2000" dirty="0"/>
              <a:t>Alternative, One-tailed (directional) = where the difference lies </a:t>
            </a:r>
          </a:p>
          <a:p>
            <a:pPr lvl="1"/>
            <a:r>
              <a:rPr lang="en-GB" sz="2000" dirty="0"/>
              <a:t>(e.g. Group A will have faster RTs than Group B) </a:t>
            </a:r>
          </a:p>
          <a:p>
            <a:r>
              <a:rPr lang="en-GB" sz="2000" dirty="0"/>
              <a:t>Alternative, Two-tailed (non-directional, the default) = a difference exists </a:t>
            </a:r>
          </a:p>
          <a:p>
            <a:pPr lvl="1"/>
            <a:r>
              <a:rPr lang="en-GB" sz="2000" dirty="0"/>
              <a:t>(e.g., there will be a difference between Group A and Group B RTs)</a:t>
            </a:r>
          </a:p>
          <a:p>
            <a:r>
              <a:rPr lang="en-GB" sz="2000" dirty="0"/>
              <a:t>Null Hypothesis = no difference in RTs between Group A and Group B</a:t>
            </a:r>
          </a:p>
        </p:txBody>
      </p:sp>
      <p:pic>
        <p:nvPicPr>
          <p:cNvPr id="9" name="Picture 8">
            <a:extLst>
              <a:ext uri="{FF2B5EF4-FFF2-40B4-BE49-F238E27FC236}">
                <a16:creationId xmlns:a16="http://schemas.microsoft.com/office/drawing/2014/main" id="{C87F6C0B-954E-2921-397E-32403C753FC9}"/>
              </a:ext>
            </a:extLst>
          </p:cNvPr>
          <p:cNvPicPr>
            <a:picLocks noChangeAspect="1"/>
          </p:cNvPicPr>
          <p:nvPr/>
        </p:nvPicPr>
        <p:blipFill>
          <a:blip r:embed="rId3"/>
          <a:stretch>
            <a:fillRect/>
          </a:stretch>
        </p:blipFill>
        <p:spPr>
          <a:xfrm>
            <a:off x="2886428" y="3009995"/>
            <a:ext cx="5396181" cy="3848005"/>
          </a:xfrm>
          <a:prstGeom prst="rect">
            <a:avLst/>
          </a:prstGeom>
        </p:spPr>
      </p:pic>
      <p:sp>
        <p:nvSpPr>
          <p:cNvPr id="10" name="Rectangle 9">
            <a:extLst>
              <a:ext uri="{FF2B5EF4-FFF2-40B4-BE49-F238E27FC236}">
                <a16:creationId xmlns:a16="http://schemas.microsoft.com/office/drawing/2014/main" id="{1C959CF9-8153-615F-8650-95718640E68C}"/>
              </a:ext>
            </a:extLst>
          </p:cNvPr>
          <p:cNvSpPr/>
          <p:nvPr/>
        </p:nvSpPr>
        <p:spPr>
          <a:xfrm>
            <a:off x="2382072" y="3491881"/>
            <a:ext cx="1593579" cy="16273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1728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95BAD-CA03-E86D-AAED-9E4705EEBD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B70F044-906A-8982-0AAE-5C4ADF066DC0}"/>
              </a:ext>
            </a:extLst>
          </p:cNvPr>
          <p:cNvSpPr txBox="1"/>
          <p:nvPr/>
        </p:nvSpPr>
        <p:spPr>
          <a:xfrm>
            <a:off x="419518" y="939552"/>
            <a:ext cx="3807925" cy="5509200"/>
          </a:xfrm>
          <a:prstGeom prst="rect">
            <a:avLst/>
          </a:prstGeom>
          <a:noFill/>
        </p:spPr>
        <p:txBody>
          <a:bodyPr wrap="square">
            <a:spAutoFit/>
          </a:bodyPr>
          <a:lstStyle/>
          <a:p>
            <a:r>
              <a:rPr lang="en-GB" sz="2200" dirty="0"/>
              <a:t>So why do we use it?</a:t>
            </a:r>
          </a:p>
          <a:p>
            <a:r>
              <a:rPr lang="en-GB" sz="2200" dirty="0"/>
              <a:t>T-tests might not tell us precisely </a:t>
            </a:r>
            <a:r>
              <a:rPr lang="en-GB" sz="2200" i="1" dirty="0"/>
              <a:t>why</a:t>
            </a:r>
            <a:r>
              <a:rPr lang="en-GB" sz="2200" dirty="0"/>
              <a:t> the groups differ (depends: well-controlled experiments can support causal claims) but they are still incredibly useful and widely used. </a:t>
            </a:r>
          </a:p>
          <a:p>
            <a:r>
              <a:rPr lang="en-GB" sz="2200" dirty="0"/>
              <a:t>It tells us:</a:t>
            </a:r>
          </a:p>
          <a:p>
            <a:pPr marL="342900" indent="-342900">
              <a:buFont typeface="Arial" panose="020B0604020202020204" pitchFamily="34" charset="0"/>
              <a:buChar char="•"/>
            </a:pPr>
            <a:r>
              <a:rPr lang="en-GB" sz="2200" dirty="0"/>
              <a:t>Are the two groups different?</a:t>
            </a:r>
          </a:p>
          <a:p>
            <a:pPr marL="342900" indent="-342900">
              <a:buFont typeface="Arial" panose="020B0604020202020204" pitchFamily="34" charset="0"/>
              <a:buChar char="•"/>
            </a:pPr>
            <a:r>
              <a:rPr lang="en-GB" sz="2200" dirty="0"/>
              <a:t>In what direction?</a:t>
            </a:r>
          </a:p>
          <a:p>
            <a:pPr marL="342900" indent="-342900">
              <a:buFont typeface="Arial" panose="020B0604020202020204" pitchFamily="34" charset="0"/>
              <a:buChar char="•"/>
            </a:pPr>
            <a:r>
              <a:rPr lang="en-GB" sz="2200" dirty="0"/>
              <a:t>How large is the difference?</a:t>
            </a:r>
          </a:p>
          <a:p>
            <a:pPr marL="342900" indent="-342900">
              <a:buFont typeface="Arial" panose="020B0604020202020204" pitchFamily="34" charset="0"/>
              <a:buChar char="•"/>
            </a:pPr>
            <a:r>
              <a:rPr lang="en-GB" sz="2200" dirty="0"/>
              <a:t>Is the difference surprising under a ‘no difference’ model</a:t>
            </a:r>
          </a:p>
        </p:txBody>
      </p:sp>
      <p:sp>
        <p:nvSpPr>
          <p:cNvPr id="9" name="Content Placeholder 2">
            <a:extLst>
              <a:ext uri="{FF2B5EF4-FFF2-40B4-BE49-F238E27FC236}">
                <a16:creationId xmlns:a16="http://schemas.microsoft.com/office/drawing/2014/main" id="{7DA685D5-F3CE-C2CA-5680-5831D421A293}"/>
              </a:ext>
            </a:extLst>
          </p:cNvPr>
          <p:cNvSpPr txBox="1">
            <a:spLocks/>
          </p:cNvSpPr>
          <p:nvPr/>
        </p:nvSpPr>
        <p:spPr>
          <a:xfrm>
            <a:off x="665926" y="161633"/>
            <a:ext cx="7812148" cy="567403"/>
          </a:xfrm>
          <a:prstGeom prst="rect">
            <a:avLst/>
          </a:prstGeom>
          <a:noFill/>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000" dirty="0"/>
              <a:t>Benefits of t-tests</a:t>
            </a:r>
          </a:p>
        </p:txBody>
      </p:sp>
      <p:sp>
        <p:nvSpPr>
          <p:cNvPr id="4" name="TextBox 3">
            <a:extLst>
              <a:ext uri="{FF2B5EF4-FFF2-40B4-BE49-F238E27FC236}">
                <a16:creationId xmlns:a16="http://schemas.microsoft.com/office/drawing/2014/main" id="{DE56AE93-80EB-B638-EF25-9EF700411298}"/>
              </a:ext>
            </a:extLst>
          </p:cNvPr>
          <p:cNvSpPr txBox="1"/>
          <p:nvPr/>
        </p:nvSpPr>
        <p:spPr>
          <a:xfrm>
            <a:off x="4452731" y="939552"/>
            <a:ext cx="4572828" cy="5509200"/>
          </a:xfrm>
          <a:prstGeom prst="rect">
            <a:avLst/>
          </a:prstGeom>
          <a:noFill/>
        </p:spPr>
        <p:txBody>
          <a:bodyPr wrap="square">
            <a:spAutoFit/>
          </a:bodyPr>
          <a:lstStyle/>
          <a:p>
            <a:r>
              <a:rPr lang="en-GB" sz="2200" b="1" dirty="0"/>
              <a:t>Benefits</a:t>
            </a:r>
          </a:p>
          <a:p>
            <a:pPr marL="342900" indent="-342900">
              <a:buFont typeface="Arial" panose="020B0604020202020204" pitchFamily="34" charset="0"/>
              <a:buChar char="•"/>
            </a:pPr>
            <a:r>
              <a:rPr lang="en-GB" sz="2200" dirty="0"/>
              <a:t>Identify differences between groups/ conditions</a:t>
            </a:r>
          </a:p>
          <a:p>
            <a:pPr marL="342900" indent="-342900">
              <a:buFont typeface="Arial" panose="020B0604020202020204" pitchFamily="34" charset="0"/>
              <a:buChar char="•"/>
            </a:pPr>
            <a:r>
              <a:rPr lang="en-GB" sz="2200" dirty="0"/>
              <a:t>Test hypotheses about whether groups truly differ</a:t>
            </a:r>
          </a:p>
          <a:p>
            <a:pPr marL="342900" indent="-342900">
              <a:buFont typeface="Arial" panose="020B0604020202020204" pitchFamily="34" charset="0"/>
              <a:buChar char="•"/>
            </a:pPr>
            <a:r>
              <a:rPr lang="en-GB" sz="2200" dirty="0"/>
              <a:t>Experimental – controlled conditions</a:t>
            </a:r>
          </a:p>
          <a:p>
            <a:pPr marL="342900" indent="-342900">
              <a:buFont typeface="Arial" panose="020B0604020202020204" pitchFamily="34" charset="0"/>
              <a:buChar char="•"/>
            </a:pPr>
            <a:r>
              <a:rPr lang="en-GB" sz="2200" dirty="0"/>
              <a:t>Cause-and-effect interpretations (size of the effect)</a:t>
            </a:r>
          </a:p>
          <a:p>
            <a:pPr marL="342900" indent="-342900">
              <a:buFont typeface="Arial" panose="020B0604020202020204" pitchFamily="34" charset="0"/>
              <a:buChar char="•"/>
            </a:pPr>
            <a:r>
              <a:rPr lang="en-GB" sz="2200" dirty="0"/>
              <a:t>Make predictions about expected group differences (e.g. treatment vs control)</a:t>
            </a:r>
          </a:p>
          <a:p>
            <a:pPr marL="342900" indent="-342900">
              <a:buFont typeface="Arial" panose="020B0604020202020204" pitchFamily="34" charset="0"/>
              <a:buChar char="•"/>
            </a:pPr>
            <a:r>
              <a:rPr lang="en-GB" sz="2200" dirty="0"/>
              <a:t>Starting point for additional / other experiments, or other possible interactions</a:t>
            </a:r>
          </a:p>
          <a:p>
            <a:endParaRPr lang="en-GB" sz="2200" dirty="0"/>
          </a:p>
        </p:txBody>
      </p:sp>
    </p:spTree>
    <p:extLst>
      <p:ext uri="{BB962C8B-B14F-4D97-AF65-F5344CB8AC3E}">
        <p14:creationId xmlns:p14="http://schemas.microsoft.com/office/powerpoint/2010/main" val="100733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FE43E-E23D-C08A-C984-FD62782ADD12}"/>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9571509C-F1DC-E342-C32D-1CFE7AD9E736}"/>
              </a:ext>
            </a:extLst>
          </p:cNvPr>
          <p:cNvSpPr>
            <a:spLocks noGrp="1"/>
          </p:cNvSpPr>
          <p:nvPr>
            <p:ph type="subTitle" idx="1"/>
          </p:nvPr>
        </p:nvSpPr>
        <p:spPr>
          <a:xfrm>
            <a:off x="5661213" y="1126745"/>
            <a:ext cx="2992458" cy="5152416"/>
          </a:xfrm>
          <a:noFill/>
        </p:spPr>
        <p:txBody>
          <a:bodyPr>
            <a:noAutofit/>
          </a:bodyPr>
          <a:lstStyle/>
          <a:p>
            <a:endParaRPr lang="en-US" sz="3200" b="1" dirty="0">
              <a:solidFill>
                <a:schemeClr val="tx1"/>
              </a:solidFill>
            </a:endParaRPr>
          </a:p>
          <a:p>
            <a:r>
              <a:rPr lang="en-US" sz="3200" b="1" dirty="0">
                <a:solidFill>
                  <a:schemeClr val="tx1"/>
                </a:solidFill>
              </a:rPr>
              <a:t>2. Types of </a:t>
            </a:r>
          </a:p>
          <a:p>
            <a:r>
              <a:rPr lang="en-US" sz="3200" b="1" dirty="0">
                <a:solidFill>
                  <a:schemeClr val="tx1"/>
                </a:solidFill>
              </a:rPr>
              <a:t>t-test</a:t>
            </a:r>
          </a:p>
          <a:p>
            <a:r>
              <a:rPr lang="en-US" sz="3200" b="1" dirty="0">
                <a:solidFill>
                  <a:schemeClr val="tx1"/>
                </a:solidFill>
              </a:rPr>
              <a:t>(Parametric)</a:t>
            </a:r>
          </a:p>
          <a:p>
            <a:endParaRPr lang="en-US" sz="3200" b="1" dirty="0">
              <a:solidFill>
                <a:schemeClr val="tx1"/>
              </a:solidFill>
            </a:endParaRPr>
          </a:p>
        </p:txBody>
      </p:sp>
      <p:pic>
        <p:nvPicPr>
          <p:cNvPr id="3" name="Picture 6" descr="See the source image">
            <a:extLst>
              <a:ext uri="{FF2B5EF4-FFF2-40B4-BE49-F238E27FC236}">
                <a16:creationId xmlns:a16="http://schemas.microsoft.com/office/drawing/2014/main" id="{2D4B4AA6-5014-1F2D-620F-44F312EED2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182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C5421C4-F5EF-E599-16A5-1BA531B00A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4DD5F1-F4F3-789B-673E-DF44D482D8BD}"/>
              </a:ext>
            </a:extLst>
          </p:cNvPr>
          <p:cNvSpPr txBox="1"/>
          <p:nvPr/>
        </p:nvSpPr>
        <p:spPr>
          <a:xfrm>
            <a:off x="468177" y="1129244"/>
            <a:ext cx="8437285" cy="1200329"/>
          </a:xfrm>
          <a:prstGeom prst="rect">
            <a:avLst/>
          </a:prstGeom>
          <a:noFill/>
        </p:spPr>
        <p:txBody>
          <a:bodyPr wrap="square">
            <a:spAutoFit/>
          </a:bodyPr>
          <a:lstStyle/>
          <a:p>
            <a:r>
              <a:rPr lang="en-GB" sz="2400" b="1" dirty="0"/>
              <a:t>Depends on your design and research question: </a:t>
            </a:r>
          </a:p>
          <a:p>
            <a:r>
              <a:rPr lang="en-GB" sz="2400" dirty="0"/>
              <a:t>Let’s say we want to investigate a new exercise programme in Durham, and explore </a:t>
            </a:r>
            <a:r>
              <a:rPr lang="en-GB" sz="2400" b="1" dirty="0">
                <a:solidFill>
                  <a:srgbClr val="1477B4"/>
                </a:solidFill>
              </a:rPr>
              <a:t>whether exercise makes you happy? </a:t>
            </a:r>
          </a:p>
        </p:txBody>
      </p:sp>
      <p:sp>
        <p:nvSpPr>
          <p:cNvPr id="9" name="Content Placeholder 2">
            <a:extLst>
              <a:ext uri="{FF2B5EF4-FFF2-40B4-BE49-F238E27FC236}">
                <a16:creationId xmlns:a16="http://schemas.microsoft.com/office/drawing/2014/main" id="{8838D5F7-3841-406C-EF2B-56C790EA0F44}"/>
              </a:ext>
            </a:extLst>
          </p:cNvPr>
          <p:cNvSpPr txBox="1">
            <a:spLocks/>
          </p:cNvSpPr>
          <p:nvPr/>
        </p:nvSpPr>
        <p:spPr>
          <a:xfrm>
            <a:off x="665926" y="161633"/>
            <a:ext cx="7812148" cy="567403"/>
          </a:xfrm>
          <a:prstGeom prst="rect">
            <a:avLst/>
          </a:prstGeom>
          <a:noFill/>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000" dirty="0"/>
              <a:t>Types of t-test</a:t>
            </a:r>
          </a:p>
        </p:txBody>
      </p:sp>
      <p:sp>
        <p:nvSpPr>
          <p:cNvPr id="17" name="Rectangle à coins arrondis 7">
            <a:extLst>
              <a:ext uri="{FF2B5EF4-FFF2-40B4-BE49-F238E27FC236}">
                <a16:creationId xmlns:a16="http://schemas.microsoft.com/office/drawing/2014/main" id="{A6CCA5A7-B5DB-E321-7CF0-FBAE14FD5D1B}"/>
              </a:ext>
            </a:extLst>
          </p:cNvPr>
          <p:cNvSpPr/>
          <p:nvPr/>
        </p:nvSpPr>
        <p:spPr>
          <a:xfrm>
            <a:off x="506581" y="2698904"/>
            <a:ext cx="3355555" cy="3794660"/>
          </a:xfrm>
          <a:prstGeom prst="roundRect">
            <a:avLst/>
          </a:prstGeom>
          <a:solidFill>
            <a:schemeClr val="accent2">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u="sng" dirty="0">
              <a:solidFill>
                <a:schemeClr val="tx1"/>
              </a:solidFill>
            </a:endParaRPr>
          </a:p>
          <a:p>
            <a:pPr algn="ctr"/>
            <a:endParaRPr lang="en-GB" sz="2000" b="1" u="sng" dirty="0">
              <a:solidFill>
                <a:schemeClr val="tx1"/>
              </a:solidFill>
            </a:endParaRPr>
          </a:p>
          <a:p>
            <a:pPr algn="ctr"/>
            <a:r>
              <a:rPr lang="en-GB" sz="2000" b="1" u="sng" dirty="0">
                <a:solidFill>
                  <a:schemeClr val="tx1"/>
                </a:solidFill>
              </a:rPr>
              <a:t>Independent variable</a:t>
            </a:r>
          </a:p>
          <a:p>
            <a:pPr algn="ctr"/>
            <a:endParaRPr lang="en-GB" sz="2000" b="1" dirty="0">
              <a:solidFill>
                <a:schemeClr val="tx1"/>
              </a:solidFill>
            </a:endParaRPr>
          </a:p>
          <a:p>
            <a:pPr algn="ctr"/>
            <a:r>
              <a:rPr lang="en-GB" sz="2000" b="1" dirty="0">
                <a:solidFill>
                  <a:schemeClr val="tx1"/>
                </a:solidFill>
              </a:rPr>
              <a:t>Exercise</a:t>
            </a:r>
          </a:p>
          <a:p>
            <a:pPr algn="ctr"/>
            <a:endParaRPr lang="en-GB" sz="2000" b="1" dirty="0">
              <a:solidFill>
                <a:schemeClr val="tx1"/>
              </a:solidFill>
            </a:endParaRPr>
          </a:p>
          <a:p>
            <a:pPr algn="ctr"/>
            <a:endParaRPr lang="en-GB" sz="2000" b="1" dirty="0">
              <a:solidFill>
                <a:schemeClr val="tx1"/>
              </a:solidFill>
            </a:endParaRPr>
          </a:p>
          <a:p>
            <a:pPr algn="ctr"/>
            <a:endParaRPr lang="en-GB" sz="2000" b="1" dirty="0">
              <a:solidFill>
                <a:schemeClr val="tx1"/>
              </a:solidFill>
            </a:endParaRPr>
          </a:p>
          <a:p>
            <a:pPr algn="ctr"/>
            <a:endParaRPr lang="en-GB" sz="2000" dirty="0">
              <a:solidFill>
                <a:schemeClr val="tx1"/>
              </a:solidFill>
            </a:endParaRPr>
          </a:p>
          <a:p>
            <a:pPr algn="ctr"/>
            <a:endParaRPr lang="en-GB" sz="2000" dirty="0">
              <a:solidFill>
                <a:schemeClr val="tx1"/>
              </a:solidFill>
            </a:endParaRPr>
          </a:p>
          <a:p>
            <a:pPr algn="ctr"/>
            <a:endParaRPr lang="en-GB" sz="2000" dirty="0">
              <a:solidFill>
                <a:schemeClr val="tx1"/>
              </a:solidFill>
            </a:endParaRPr>
          </a:p>
          <a:p>
            <a:pPr algn="ctr"/>
            <a:endParaRPr lang="en-GB" sz="2000" dirty="0">
              <a:solidFill>
                <a:schemeClr val="tx1"/>
              </a:solidFill>
            </a:endParaRPr>
          </a:p>
          <a:p>
            <a:pPr algn="ctr"/>
            <a:endParaRPr lang="en-GB" sz="2000" dirty="0">
              <a:solidFill>
                <a:schemeClr val="tx1"/>
              </a:solidFill>
            </a:endParaRPr>
          </a:p>
          <a:p>
            <a:pPr algn="ctr"/>
            <a:endParaRPr lang="en-GB" sz="2000" i="1" dirty="0">
              <a:solidFill>
                <a:schemeClr val="tx1"/>
              </a:solidFill>
            </a:endParaRPr>
          </a:p>
          <a:p>
            <a:pPr algn="ctr"/>
            <a:endParaRPr lang="en-GB" sz="2000" dirty="0">
              <a:solidFill>
                <a:schemeClr val="tx1"/>
              </a:solidFill>
            </a:endParaRPr>
          </a:p>
        </p:txBody>
      </p:sp>
      <p:sp>
        <p:nvSpPr>
          <p:cNvPr id="18" name="Rectangle à coins arrondis 15">
            <a:extLst>
              <a:ext uri="{FF2B5EF4-FFF2-40B4-BE49-F238E27FC236}">
                <a16:creationId xmlns:a16="http://schemas.microsoft.com/office/drawing/2014/main" id="{CF25359C-E193-2324-0D23-7EBECAA55548}"/>
              </a:ext>
            </a:extLst>
          </p:cNvPr>
          <p:cNvSpPr/>
          <p:nvPr/>
        </p:nvSpPr>
        <p:spPr>
          <a:xfrm>
            <a:off x="651805" y="4044750"/>
            <a:ext cx="1320422" cy="585902"/>
          </a:xfrm>
          <a:prstGeom prst="roundRect">
            <a:avLst/>
          </a:prstGeom>
          <a:solidFill>
            <a:schemeClr val="accent1">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GB" sz="2400" b="1" dirty="0"/>
              <a:t>Yes</a:t>
            </a:r>
          </a:p>
        </p:txBody>
      </p:sp>
      <p:sp>
        <p:nvSpPr>
          <p:cNvPr id="19" name="Rectangle à coins arrondis 16">
            <a:extLst>
              <a:ext uri="{FF2B5EF4-FFF2-40B4-BE49-F238E27FC236}">
                <a16:creationId xmlns:a16="http://schemas.microsoft.com/office/drawing/2014/main" id="{D11FB307-2246-56E6-C61C-C545A88F4180}"/>
              </a:ext>
            </a:extLst>
          </p:cNvPr>
          <p:cNvSpPr/>
          <p:nvPr/>
        </p:nvSpPr>
        <p:spPr>
          <a:xfrm>
            <a:off x="651805" y="5346570"/>
            <a:ext cx="1320422" cy="585902"/>
          </a:xfrm>
          <a:prstGeom prst="roundRect">
            <a:avLst/>
          </a:prstGeom>
          <a:solidFill>
            <a:schemeClr val="accent1">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GB" sz="2400" b="1" dirty="0"/>
              <a:t>No</a:t>
            </a:r>
          </a:p>
        </p:txBody>
      </p:sp>
      <p:pic>
        <p:nvPicPr>
          <p:cNvPr id="20" name="Picture 2" descr="Image result for exercise">
            <a:extLst>
              <a:ext uri="{FF2B5EF4-FFF2-40B4-BE49-F238E27FC236}">
                <a16:creationId xmlns:a16="http://schemas.microsoft.com/office/drawing/2014/main" id="{1DA01A82-B729-2DDE-8DB0-8F11B58354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4716" b="12876"/>
          <a:stretch/>
        </p:blipFill>
        <p:spPr bwMode="auto">
          <a:xfrm>
            <a:off x="2117451" y="3910526"/>
            <a:ext cx="1302687" cy="103474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Image result for slob sleep">
            <a:extLst>
              <a:ext uri="{FF2B5EF4-FFF2-40B4-BE49-F238E27FC236}">
                <a16:creationId xmlns:a16="http://schemas.microsoft.com/office/drawing/2014/main" id="{28E0E196-083E-D4DE-36FE-6F435DCB24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1731"/>
          <a:stretch/>
        </p:blipFill>
        <p:spPr bwMode="auto">
          <a:xfrm>
            <a:off x="2117451" y="5122148"/>
            <a:ext cx="1302687" cy="1034747"/>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à coins arrondis 7">
            <a:extLst>
              <a:ext uri="{FF2B5EF4-FFF2-40B4-BE49-F238E27FC236}">
                <a16:creationId xmlns:a16="http://schemas.microsoft.com/office/drawing/2014/main" id="{A37F9663-ADA9-5F79-F088-E2A959801C72}"/>
              </a:ext>
            </a:extLst>
          </p:cNvPr>
          <p:cNvSpPr/>
          <p:nvPr/>
        </p:nvSpPr>
        <p:spPr>
          <a:xfrm>
            <a:off x="4886425" y="2698904"/>
            <a:ext cx="3355555" cy="3794660"/>
          </a:xfrm>
          <a:prstGeom prst="roundRect">
            <a:avLst/>
          </a:prstGeom>
          <a:solidFill>
            <a:schemeClr val="accent2">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u="sng" dirty="0">
              <a:solidFill>
                <a:schemeClr val="tx1"/>
              </a:solidFill>
            </a:endParaRPr>
          </a:p>
          <a:p>
            <a:pPr algn="ctr"/>
            <a:endParaRPr lang="en-GB" sz="2000" b="1" u="sng" dirty="0">
              <a:solidFill>
                <a:schemeClr val="tx1"/>
              </a:solidFill>
            </a:endParaRPr>
          </a:p>
          <a:p>
            <a:pPr algn="ctr"/>
            <a:r>
              <a:rPr lang="en-GB" sz="2000" b="1" u="sng" dirty="0">
                <a:solidFill>
                  <a:schemeClr val="tx1"/>
                </a:solidFill>
              </a:rPr>
              <a:t>Dependent variable</a:t>
            </a:r>
          </a:p>
          <a:p>
            <a:pPr algn="ctr"/>
            <a:endParaRPr lang="en-GB" sz="2000" b="1" dirty="0">
              <a:solidFill>
                <a:schemeClr val="tx1"/>
              </a:solidFill>
            </a:endParaRPr>
          </a:p>
          <a:p>
            <a:pPr algn="ctr"/>
            <a:r>
              <a:rPr lang="en-GB" sz="2000" b="1" dirty="0">
                <a:solidFill>
                  <a:schemeClr val="tx1"/>
                </a:solidFill>
              </a:rPr>
              <a:t>Happiness</a:t>
            </a:r>
          </a:p>
          <a:p>
            <a:pPr algn="ctr"/>
            <a:endParaRPr lang="en-GB" sz="2000" b="1" dirty="0">
              <a:solidFill>
                <a:schemeClr val="tx1"/>
              </a:solidFill>
            </a:endParaRPr>
          </a:p>
          <a:p>
            <a:pPr algn="ctr"/>
            <a:endParaRPr lang="en-GB" sz="2000" b="1" dirty="0">
              <a:solidFill>
                <a:schemeClr val="tx1"/>
              </a:solidFill>
            </a:endParaRPr>
          </a:p>
          <a:p>
            <a:pPr algn="ctr"/>
            <a:endParaRPr lang="en-GB" sz="2000" b="1" dirty="0">
              <a:solidFill>
                <a:schemeClr val="tx1"/>
              </a:solidFill>
            </a:endParaRPr>
          </a:p>
          <a:p>
            <a:pPr algn="ctr"/>
            <a:endParaRPr lang="en-GB" sz="2000" dirty="0">
              <a:solidFill>
                <a:schemeClr val="tx1"/>
              </a:solidFill>
            </a:endParaRPr>
          </a:p>
          <a:p>
            <a:pPr algn="ctr"/>
            <a:endParaRPr lang="en-GB" sz="2000" dirty="0">
              <a:solidFill>
                <a:schemeClr val="tx1"/>
              </a:solidFill>
            </a:endParaRPr>
          </a:p>
          <a:p>
            <a:pPr algn="ctr"/>
            <a:endParaRPr lang="en-GB" sz="2000" dirty="0">
              <a:solidFill>
                <a:schemeClr val="tx1"/>
              </a:solidFill>
            </a:endParaRPr>
          </a:p>
          <a:p>
            <a:pPr algn="ctr"/>
            <a:endParaRPr lang="en-GB" sz="2000" dirty="0">
              <a:solidFill>
                <a:schemeClr val="tx1"/>
              </a:solidFill>
            </a:endParaRPr>
          </a:p>
          <a:p>
            <a:pPr algn="ctr"/>
            <a:endParaRPr lang="en-GB" sz="2000" dirty="0">
              <a:solidFill>
                <a:schemeClr val="tx1"/>
              </a:solidFill>
            </a:endParaRPr>
          </a:p>
          <a:p>
            <a:pPr algn="ctr"/>
            <a:endParaRPr lang="en-GB" sz="2000" i="1" dirty="0">
              <a:solidFill>
                <a:schemeClr val="tx1"/>
              </a:solidFill>
            </a:endParaRPr>
          </a:p>
          <a:p>
            <a:pPr algn="ctr"/>
            <a:endParaRPr lang="en-GB" sz="2000" dirty="0">
              <a:solidFill>
                <a:schemeClr val="tx1"/>
              </a:solidFill>
            </a:endParaRPr>
          </a:p>
        </p:txBody>
      </p:sp>
      <p:sp>
        <p:nvSpPr>
          <p:cNvPr id="23" name="Rectangle à coins arrondis 15">
            <a:extLst>
              <a:ext uri="{FF2B5EF4-FFF2-40B4-BE49-F238E27FC236}">
                <a16:creationId xmlns:a16="http://schemas.microsoft.com/office/drawing/2014/main" id="{793E5E03-67FC-1115-41A3-04F9DE356E0F}"/>
              </a:ext>
            </a:extLst>
          </p:cNvPr>
          <p:cNvSpPr/>
          <p:nvPr/>
        </p:nvSpPr>
        <p:spPr>
          <a:xfrm>
            <a:off x="5031648" y="4044749"/>
            <a:ext cx="2308951" cy="1189860"/>
          </a:xfrm>
          <a:prstGeom prst="roundRect">
            <a:avLst/>
          </a:prstGeom>
          <a:solidFill>
            <a:schemeClr val="accent1">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GB" sz="2400" b="1" dirty="0"/>
              <a:t>Scale </a:t>
            </a:r>
          </a:p>
          <a:p>
            <a:pPr algn="ctr"/>
            <a:r>
              <a:rPr lang="en-GB" sz="2400" b="1" dirty="0"/>
              <a:t>e.g., 1-20</a:t>
            </a:r>
          </a:p>
          <a:p>
            <a:pPr algn="ctr"/>
            <a:r>
              <a:rPr lang="en-GB" sz="2400" b="1" dirty="0"/>
              <a:t>20 = very happy</a:t>
            </a:r>
          </a:p>
        </p:txBody>
      </p:sp>
      <p:pic>
        <p:nvPicPr>
          <p:cNvPr id="26" name="Picture 25">
            <a:extLst>
              <a:ext uri="{FF2B5EF4-FFF2-40B4-BE49-F238E27FC236}">
                <a16:creationId xmlns:a16="http://schemas.microsoft.com/office/drawing/2014/main" id="{9A9E4518-9AF4-EA28-A034-470280660A80}"/>
              </a:ext>
            </a:extLst>
          </p:cNvPr>
          <p:cNvPicPr>
            <a:picLocks noChangeAspect="1"/>
          </p:cNvPicPr>
          <p:nvPr/>
        </p:nvPicPr>
        <p:blipFill>
          <a:blip r:embed="rId5"/>
          <a:srcRect t="5728"/>
          <a:stretch>
            <a:fillRect/>
          </a:stretch>
        </p:blipFill>
        <p:spPr>
          <a:xfrm>
            <a:off x="6728532" y="5234609"/>
            <a:ext cx="1224134" cy="1203416"/>
          </a:xfrm>
          <a:prstGeom prst="rect">
            <a:avLst/>
          </a:prstGeom>
        </p:spPr>
      </p:pic>
    </p:spTree>
    <p:extLst>
      <p:ext uri="{BB962C8B-B14F-4D97-AF65-F5344CB8AC3E}">
        <p14:creationId xmlns:p14="http://schemas.microsoft.com/office/powerpoint/2010/main" val="3995102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3BE53AB-A8EF-5925-4813-712E6A8824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3E2741-C756-9CB2-3373-EA460C3853FB}"/>
              </a:ext>
            </a:extLst>
          </p:cNvPr>
          <p:cNvSpPr txBox="1"/>
          <p:nvPr/>
        </p:nvSpPr>
        <p:spPr>
          <a:xfrm>
            <a:off x="468177" y="1473800"/>
            <a:ext cx="8437285" cy="4832092"/>
          </a:xfrm>
          <a:prstGeom prst="rect">
            <a:avLst/>
          </a:prstGeom>
          <a:noFill/>
        </p:spPr>
        <p:txBody>
          <a:bodyPr wrap="square">
            <a:spAutoFit/>
          </a:bodyPr>
          <a:lstStyle/>
          <a:p>
            <a:r>
              <a:rPr lang="en-GB" sz="2400" b="1" dirty="0"/>
              <a:t>Depends on your variables:</a:t>
            </a:r>
          </a:p>
          <a:p>
            <a:pPr marL="342900" indent="-342900">
              <a:buFont typeface="Arial" panose="020B0604020202020204" pitchFamily="34" charset="0"/>
              <a:buChar char="•"/>
            </a:pPr>
            <a:r>
              <a:rPr lang="en-GB" sz="2200" dirty="0"/>
              <a:t>identify an </a:t>
            </a:r>
            <a:r>
              <a:rPr lang="en-GB" sz="2200" b="1" dirty="0"/>
              <a:t>independent variable (IV) </a:t>
            </a:r>
            <a:r>
              <a:rPr lang="en-GB" sz="2200" dirty="0"/>
              <a:t>– that you manipulate (e.g. treatment vs placebo) or a grouping variable in non-experimental designs (e.g. gender) </a:t>
            </a:r>
          </a:p>
          <a:p>
            <a:r>
              <a:rPr lang="en-GB" sz="2200" dirty="0"/>
              <a:t>	  → this is </a:t>
            </a:r>
            <a:r>
              <a:rPr lang="en-GB" sz="2200" b="1" dirty="0"/>
              <a:t>categorical</a:t>
            </a:r>
            <a:r>
              <a:rPr lang="en-GB" sz="2200" dirty="0"/>
              <a:t> / </a:t>
            </a:r>
            <a:r>
              <a:rPr lang="en-GB" sz="2200" b="1" dirty="0"/>
              <a:t>nominal</a:t>
            </a:r>
            <a:r>
              <a:rPr lang="en-GB" sz="2200" dirty="0"/>
              <a:t> (e.g. placed in Group 1 or Group 2)</a:t>
            </a:r>
          </a:p>
          <a:p>
            <a:r>
              <a:rPr lang="en-GB" sz="2200" dirty="0"/>
              <a:t>	  → you can split ordinal data if it’s meaningful &amp; strong theoretical 			reason/clear e.g., high vs low scorers (groups) on a test </a:t>
            </a:r>
          </a:p>
          <a:p>
            <a:endParaRPr lang="en-GB" sz="2200" dirty="0"/>
          </a:p>
          <a:p>
            <a:pPr marL="342900" indent="-342900">
              <a:buFont typeface="Arial" panose="020B0604020202020204" pitchFamily="34" charset="0"/>
              <a:buChar char="•"/>
            </a:pPr>
            <a:r>
              <a:rPr lang="en-GB" sz="2200" dirty="0"/>
              <a:t>identify a </a:t>
            </a:r>
            <a:r>
              <a:rPr lang="en-GB" sz="2200" b="1" dirty="0"/>
              <a:t>dependent variable (DV) </a:t>
            </a:r>
            <a:r>
              <a:rPr lang="en-GB" sz="2200" dirty="0"/>
              <a:t>– your outcome, what you measure (e.g. happiness ratings)</a:t>
            </a:r>
          </a:p>
          <a:p>
            <a:r>
              <a:rPr lang="en-GB" sz="2200" dirty="0"/>
              <a:t>	  → this is continuous: </a:t>
            </a:r>
            <a:r>
              <a:rPr lang="en-GB" sz="2200" b="1" dirty="0"/>
              <a:t>interval</a:t>
            </a:r>
            <a:r>
              <a:rPr lang="en-GB" sz="2200" dirty="0"/>
              <a:t> or </a:t>
            </a:r>
            <a:r>
              <a:rPr lang="en-GB" sz="2200" b="1" dirty="0"/>
              <a:t>ratio </a:t>
            </a:r>
            <a:r>
              <a:rPr lang="en-GB" sz="2200" dirty="0"/>
              <a:t>data (e.g., RTs, happiness 			scores, memory recall)</a:t>
            </a:r>
          </a:p>
          <a:p>
            <a:endParaRPr lang="en-GB" sz="2200" dirty="0"/>
          </a:p>
          <a:p>
            <a:pPr marL="342900" indent="-342900">
              <a:buFont typeface="Arial" panose="020B0604020202020204" pitchFamily="34" charset="0"/>
              <a:buChar char="•"/>
            </a:pPr>
            <a:endParaRPr lang="en-GB" sz="2200" dirty="0"/>
          </a:p>
        </p:txBody>
      </p:sp>
      <p:sp>
        <p:nvSpPr>
          <p:cNvPr id="9" name="Content Placeholder 2">
            <a:extLst>
              <a:ext uri="{FF2B5EF4-FFF2-40B4-BE49-F238E27FC236}">
                <a16:creationId xmlns:a16="http://schemas.microsoft.com/office/drawing/2014/main" id="{C49EC5A0-96E7-A1B0-C11F-8E5F462E8BCF}"/>
              </a:ext>
            </a:extLst>
          </p:cNvPr>
          <p:cNvSpPr txBox="1">
            <a:spLocks/>
          </p:cNvSpPr>
          <p:nvPr/>
        </p:nvSpPr>
        <p:spPr>
          <a:xfrm>
            <a:off x="665926" y="161633"/>
            <a:ext cx="7812148" cy="567403"/>
          </a:xfrm>
          <a:prstGeom prst="rect">
            <a:avLst/>
          </a:prstGeom>
          <a:noFill/>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000" dirty="0"/>
              <a:t>Types of t-test</a:t>
            </a:r>
          </a:p>
        </p:txBody>
      </p:sp>
      <p:sp>
        <p:nvSpPr>
          <p:cNvPr id="5" name="TextBox 4">
            <a:extLst>
              <a:ext uri="{FF2B5EF4-FFF2-40B4-BE49-F238E27FC236}">
                <a16:creationId xmlns:a16="http://schemas.microsoft.com/office/drawing/2014/main" id="{13AF002A-C9C0-6AEB-05BA-4814424962F2}"/>
              </a:ext>
            </a:extLst>
          </p:cNvPr>
          <p:cNvSpPr txBox="1"/>
          <p:nvPr/>
        </p:nvSpPr>
        <p:spPr>
          <a:xfrm>
            <a:off x="2610678" y="5697254"/>
            <a:ext cx="6065145" cy="92333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r>
              <a:rPr lang="en-GB" sz="1800" dirty="0"/>
              <a:t>You can use t-tests on </a:t>
            </a:r>
            <a:r>
              <a:rPr lang="en-GB" sz="1800" b="1" dirty="0"/>
              <a:t>Ordinal</a:t>
            </a:r>
            <a:r>
              <a:rPr lang="en-GB" sz="1800" dirty="0"/>
              <a:t> data (e.g. </a:t>
            </a:r>
            <a:r>
              <a:rPr lang="en-GB" dirty="0"/>
              <a:t>Likert scales) but like I’ve said before: depends on variable, if order has meaning, the scale/range/spread is approx. interval and normal. </a:t>
            </a:r>
          </a:p>
        </p:txBody>
      </p:sp>
      <p:sp>
        <p:nvSpPr>
          <p:cNvPr id="2" name="TextBox 1">
            <a:extLst>
              <a:ext uri="{FF2B5EF4-FFF2-40B4-BE49-F238E27FC236}">
                <a16:creationId xmlns:a16="http://schemas.microsoft.com/office/drawing/2014/main" id="{30C962E5-70C3-FC6C-23AC-2BFEF4944540}"/>
              </a:ext>
            </a:extLst>
          </p:cNvPr>
          <p:cNvSpPr txBox="1"/>
          <p:nvPr/>
        </p:nvSpPr>
        <p:spPr>
          <a:xfrm>
            <a:off x="4837042" y="808550"/>
            <a:ext cx="4068419" cy="923330"/>
          </a:xfrm>
          <a:prstGeom prst="rect">
            <a:avLst/>
          </a:prstGeom>
          <a:solidFill>
            <a:srgbClr val="FFFFB9"/>
          </a:solidFill>
        </p:spPr>
        <p:style>
          <a:lnRef idx="3">
            <a:schemeClr val="lt1"/>
          </a:lnRef>
          <a:fillRef idx="1">
            <a:schemeClr val="accent2"/>
          </a:fillRef>
          <a:effectRef idx="1">
            <a:schemeClr val="accent2"/>
          </a:effectRef>
          <a:fontRef idx="minor">
            <a:schemeClr val="lt1"/>
          </a:fontRef>
        </p:style>
        <p:txBody>
          <a:bodyPr wrap="square">
            <a:spAutoFit/>
          </a:bodyPr>
          <a:lstStyle/>
          <a:p>
            <a:r>
              <a:rPr lang="en-GB" sz="1800" dirty="0">
                <a:solidFill>
                  <a:schemeClr val="tx1"/>
                </a:solidFill>
              </a:rPr>
              <a:t>Hang on! Did you say categories? So why not use a Chi-square? We use Chi-square when BOTH variables are categorical!</a:t>
            </a:r>
            <a:endParaRPr lang="en-GB" dirty="0">
              <a:solidFill>
                <a:schemeClr val="tx1"/>
              </a:solidFill>
            </a:endParaRPr>
          </a:p>
        </p:txBody>
      </p:sp>
    </p:spTree>
    <p:extLst>
      <p:ext uri="{BB962C8B-B14F-4D97-AF65-F5344CB8AC3E}">
        <p14:creationId xmlns:p14="http://schemas.microsoft.com/office/powerpoint/2010/main" val="1846390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2ECA9AF-9978-E197-3DFF-87438158DD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35CFBA-09AB-0A22-85B8-25B87BB92FC1}"/>
              </a:ext>
            </a:extLst>
          </p:cNvPr>
          <p:cNvSpPr txBox="1"/>
          <p:nvPr/>
        </p:nvSpPr>
        <p:spPr>
          <a:xfrm>
            <a:off x="468177" y="1129244"/>
            <a:ext cx="8437285" cy="1938992"/>
          </a:xfrm>
          <a:prstGeom prst="rect">
            <a:avLst/>
          </a:prstGeom>
          <a:noFill/>
        </p:spPr>
        <p:txBody>
          <a:bodyPr wrap="square">
            <a:spAutoFit/>
          </a:bodyPr>
          <a:lstStyle/>
          <a:p>
            <a:r>
              <a:rPr lang="en-GB" sz="2400" b="1" dirty="0"/>
              <a:t>→ It also depends on if your data meet the assumptions </a:t>
            </a:r>
            <a:r>
              <a:rPr lang="en-GB" sz="2400" i="1" dirty="0"/>
              <a:t>(later):</a:t>
            </a:r>
          </a:p>
          <a:p>
            <a:endParaRPr lang="en-GB" sz="2400" i="1" dirty="0"/>
          </a:p>
          <a:p>
            <a:r>
              <a:rPr lang="en-GB" sz="2400" dirty="0"/>
              <a:t>For now, I’ll focus on when the data has met the assumptions – so I’ll first introduce you to </a:t>
            </a:r>
            <a:r>
              <a:rPr lang="en-GB" sz="2400" b="1" dirty="0">
                <a:solidFill>
                  <a:srgbClr val="7030A0"/>
                </a:solidFill>
              </a:rPr>
              <a:t>PARAMETRIC</a:t>
            </a:r>
            <a:r>
              <a:rPr lang="en-GB" sz="2400" dirty="0"/>
              <a:t> of t-tests then move on to their </a:t>
            </a:r>
            <a:r>
              <a:rPr lang="en-GB" sz="2400" b="1" dirty="0">
                <a:solidFill>
                  <a:srgbClr val="D29956"/>
                </a:solidFill>
              </a:rPr>
              <a:t>NON-PARAMETRIC</a:t>
            </a:r>
            <a:r>
              <a:rPr lang="en-GB" sz="2400" dirty="0"/>
              <a:t> equivalents.</a:t>
            </a:r>
            <a:endParaRPr lang="en-GB" sz="2400" b="1" dirty="0">
              <a:solidFill>
                <a:srgbClr val="1477B4"/>
              </a:solidFill>
            </a:endParaRPr>
          </a:p>
        </p:txBody>
      </p:sp>
      <p:sp>
        <p:nvSpPr>
          <p:cNvPr id="9" name="Content Placeholder 2">
            <a:extLst>
              <a:ext uri="{FF2B5EF4-FFF2-40B4-BE49-F238E27FC236}">
                <a16:creationId xmlns:a16="http://schemas.microsoft.com/office/drawing/2014/main" id="{7CDC1D4A-D5A4-7E05-435B-C7E953D64707}"/>
              </a:ext>
            </a:extLst>
          </p:cNvPr>
          <p:cNvSpPr txBox="1">
            <a:spLocks/>
          </p:cNvSpPr>
          <p:nvPr/>
        </p:nvSpPr>
        <p:spPr>
          <a:xfrm>
            <a:off x="665926" y="161633"/>
            <a:ext cx="7812148" cy="567403"/>
          </a:xfrm>
          <a:prstGeom prst="rect">
            <a:avLst/>
          </a:prstGeom>
          <a:noFill/>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000" dirty="0"/>
              <a:t>Types of t-test</a:t>
            </a:r>
          </a:p>
        </p:txBody>
      </p:sp>
      <p:pic>
        <p:nvPicPr>
          <p:cNvPr id="4" name="Picture 3">
            <a:extLst>
              <a:ext uri="{FF2B5EF4-FFF2-40B4-BE49-F238E27FC236}">
                <a16:creationId xmlns:a16="http://schemas.microsoft.com/office/drawing/2014/main" id="{8B06AA58-75C0-AAD3-E178-C397804D5213}"/>
              </a:ext>
            </a:extLst>
          </p:cNvPr>
          <p:cNvPicPr>
            <a:picLocks noChangeAspect="1"/>
          </p:cNvPicPr>
          <p:nvPr/>
        </p:nvPicPr>
        <p:blipFill>
          <a:blip r:embed="rId3"/>
          <a:stretch>
            <a:fillRect/>
          </a:stretch>
        </p:blipFill>
        <p:spPr>
          <a:xfrm>
            <a:off x="788670" y="3569552"/>
            <a:ext cx="2846070" cy="2747931"/>
          </a:xfrm>
          <a:prstGeom prst="rect">
            <a:avLst/>
          </a:prstGeom>
        </p:spPr>
      </p:pic>
    </p:spTree>
    <p:extLst>
      <p:ext uri="{BB962C8B-B14F-4D97-AF65-F5344CB8AC3E}">
        <p14:creationId xmlns:p14="http://schemas.microsoft.com/office/powerpoint/2010/main" val="3700344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1DF77D9-54B3-6C58-CFF0-5CE894AB82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6A31A2-E876-400C-A4F3-F2458C5F0BB9}"/>
              </a:ext>
            </a:extLst>
          </p:cNvPr>
          <p:cNvSpPr txBox="1"/>
          <p:nvPr/>
        </p:nvSpPr>
        <p:spPr>
          <a:xfrm>
            <a:off x="468177" y="1129244"/>
            <a:ext cx="8437285" cy="2215991"/>
          </a:xfrm>
          <a:prstGeom prst="rect">
            <a:avLst/>
          </a:prstGeom>
          <a:noFill/>
        </p:spPr>
        <p:txBody>
          <a:bodyPr wrap="square">
            <a:spAutoFit/>
          </a:bodyPr>
          <a:lstStyle/>
          <a:p>
            <a:r>
              <a:rPr lang="en-GB" sz="2400" b="1" dirty="0"/>
              <a:t>Depends on your research design</a:t>
            </a:r>
            <a:r>
              <a:rPr lang="en-GB" sz="2400" dirty="0"/>
              <a:t>:</a:t>
            </a:r>
          </a:p>
          <a:p>
            <a:pPr marL="342900" indent="-342900">
              <a:buFont typeface="Arial" panose="020B0604020202020204" pitchFamily="34" charset="0"/>
              <a:buChar char="•"/>
            </a:pPr>
            <a:r>
              <a:rPr lang="en-GB" sz="2200" dirty="0"/>
              <a:t>Who are the participants? How many groups do you have?</a:t>
            </a:r>
          </a:p>
          <a:p>
            <a:pPr marL="342900" indent="-342900">
              <a:buFont typeface="Arial" panose="020B0604020202020204" pitchFamily="34" charset="0"/>
              <a:buChar char="•"/>
            </a:pPr>
            <a:r>
              <a:rPr lang="en-GB" sz="2200" dirty="0"/>
              <a:t>Is a person assigned to one group / condition – or do they complete everything?  </a:t>
            </a:r>
          </a:p>
          <a:p>
            <a:endParaRPr lang="en-GB" sz="2400" dirty="0"/>
          </a:p>
          <a:p>
            <a:pPr marL="342900" indent="-342900">
              <a:buFont typeface="Arial" panose="020B0604020202020204" pitchFamily="34" charset="0"/>
              <a:buChar char="•"/>
            </a:pPr>
            <a:endParaRPr lang="en-GB" sz="2400" dirty="0"/>
          </a:p>
        </p:txBody>
      </p:sp>
      <p:sp>
        <p:nvSpPr>
          <p:cNvPr id="9" name="Content Placeholder 2">
            <a:extLst>
              <a:ext uri="{FF2B5EF4-FFF2-40B4-BE49-F238E27FC236}">
                <a16:creationId xmlns:a16="http://schemas.microsoft.com/office/drawing/2014/main" id="{C7666539-9D00-6F58-B189-226DE9BF4382}"/>
              </a:ext>
            </a:extLst>
          </p:cNvPr>
          <p:cNvSpPr txBox="1">
            <a:spLocks/>
          </p:cNvSpPr>
          <p:nvPr/>
        </p:nvSpPr>
        <p:spPr>
          <a:xfrm>
            <a:off x="665926" y="161633"/>
            <a:ext cx="7812148" cy="567403"/>
          </a:xfrm>
          <a:prstGeom prst="rect">
            <a:avLst/>
          </a:prstGeom>
          <a:noFill/>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000" dirty="0"/>
              <a:t>Types of t-test</a:t>
            </a:r>
          </a:p>
        </p:txBody>
      </p:sp>
      <p:pic>
        <p:nvPicPr>
          <p:cNvPr id="6" name="Picture 2" descr="Tic Tac English: Who is who?">
            <a:extLst>
              <a:ext uri="{FF2B5EF4-FFF2-40B4-BE49-F238E27FC236}">
                <a16:creationId xmlns:a16="http://schemas.microsoft.com/office/drawing/2014/main" id="{8CEF19DC-A0F6-460E-0F90-61F4FFFDF36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63" b="-8707"/>
          <a:stretch/>
        </p:blipFill>
        <p:spPr bwMode="auto">
          <a:xfrm>
            <a:off x="1029558" y="3151725"/>
            <a:ext cx="5272651" cy="2165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4669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72E29E9-44AE-D6AA-9E7C-B6924E76467F}"/>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23F97868-39B0-FBCD-BE4F-9FBB87851C86}"/>
              </a:ext>
            </a:extLst>
          </p:cNvPr>
          <p:cNvSpPr txBox="1">
            <a:spLocks/>
          </p:cNvSpPr>
          <p:nvPr/>
        </p:nvSpPr>
        <p:spPr>
          <a:xfrm>
            <a:off x="665926" y="161633"/>
            <a:ext cx="7812148" cy="567403"/>
          </a:xfrm>
          <a:prstGeom prst="rect">
            <a:avLst/>
          </a:prstGeom>
          <a:noFill/>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000" dirty="0"/>
              <a:t>Types of t-test</a:t>
            </a:r>
          </a:p>
        </p:txBody>
      </p:sp>
      <p:sp>
        <p:nvSpPr>
          <p:cNvPr id="5" name="TextBox 4">
            <a:extLst>
              <a:ext uri="{FF2B5EF4-FFF2-40B4-BE49-F238E27FC236}">
                <a16:creationId xmlns:a16="http://schemas.microsoft.com/office/drawing/2014/main" id="{1517E18E-3CF6-DF3A-E6DE-0FAA7E06AF37}"/>
              </a:ext>
            </a:extLst>
          </p:cNvPr>
          <p:cNvSpPr txBox="1"/>
          <p:nvPr/>
        </p:nvSpPr>
        <p:spPr>
          <a:xfrm>
            <a:off x="665925" y="980808"/>
            <a:ext cx="3588574" cy="892552"/>
          </a:xfrm>
          <a:prstGeom prst="rect">
            <a:avLst/>
          </a:prstGeom>
          <a:noFill/>
        </p:spPr>
        <p:txBody>
          <a:bodyPr wrap="square" rtlCol="0">
            <a:spAutoFit/>
          </a:bodyPr>
          <a:lstStyle/>
          <a:p>
            <a:r>
              <a:rPr lang="en-GB" sz="2800" b="1" u="sng" dirty="0">
                <a:solidFill>
                  <a:schemeClr val="accent2"/>
                </a:solidFill>
              </a:rPr>
              <a:t>One-samples t-test</a:t>
            </a:r>
          </a:p>
          <a:p>
            <a:r>
              <a:rPr lang="en-GB" sz="2400" b="1" dirty="0">
                <a:solidFill>
                  <a:srgbClr val="7030A0"/>
                </a:solidFill>
              </a:rPr>
              <a:t>(Parametric)</a:t>
            </a:r>
          </a:p>
        </p:txBody>
      </p:sp>
      <p:sp>
        <p:nvSpPr>
          <p:cNvPr id="6" name="TextBox 5">
            <a:extLst>
              <a:ext uri="{FF2B5EF4-FFF2-40B4-BE49-F238E27FC236}">
                <a16:creationId xmlns:a16="http://schemas.microsoft.com/office/drawing/2014/main" id="{A2C5B5F9-14B2-33A1-F2FF-AAB530CB57D0}"/>
              </a:ext>
            </a:extLst>
          </p:cNvPr>
          <p:cNvSpPr txBox="1"/>
          <p:nvPr/>
        </p:nvSpPr>
        <p:spPr>
          <a:xfrm>
            <a:off x="665925" y="2050595"/>
            <a:ext cx="3217287" cy="4154984"/>
          </a:xfrm>
          <a:prstGeom prst="rect">
            <a:avLst/>
          </a:prstGeom>
          <a:noFill/>
        </p:spPr>
        <p:txBody>
          <a:bodyPr wrap="square" rtlCol="0">
            <a:spAutoFit/>
          </a:bodyPr>
          <a:lstStyle/>
          <a:p>
            <a:r>
              <a:rPr lang="en-GB" sz="2200" dirty="0"/>
              <a:t>One group of participants take part in the study in one condition. </a:t>
            </a:r>
          </a:p>
          <a:p>
            <a:r>
              <a:rPr lang="en-GB" sz="2200" dirty="0"/>
              <a:t>Compare mean of group to a known, reference or hypothesised population.</a:t>
            </a:r>
          </a:p>
          <a:p>
            <a:endParaRPr lang="en-GB" sz="2200" dirty="0"/>
          </a:p>
          <a:p>
            <a:r>
              <a:rPr lang="en-GB" sz="2200" dirty="0"/>
              <a:t> </a:t>
            </a:r>
            <a:r>
              <a:rPr lang="en-GB" sz="2200" i="1" dirty="0"/>
              <a:t>(like a Chi-square Goodness of fit test - with continuous, not categorical data)</a:t>
            </a:r>
          </a:p>
          <a:p>
            <a:endParaRPr lang="en-GB" sz="2200" dirty="0"/>
          </a:p>
        </p:txBody>
      </p:sp>
      <p:sp>
        <p:nvSpPr>
          <p:cNvPr id="8" name="TextBox 7">
            <a:extLst>
              <a:ext uri="{FF2B5EF4-FFF2-40B4-BE49-F238E27FC236}">
                <a16:creationId xmlns:a16="http://schemas.microsoft.com/office/drawing/2014/main" id="{BCBE5750-ACE5-8901-2C50-58F7D3D39BF2}"/>
              </a:ext>
            </a:extLst>
          </p:cNvPr>
          <p:cNvSpPr txBox="1"/>
          <p:nvPr/>
        </p:nvSpPr>
        <p:spPr>
          <a:xfrm rot="325202">
            <a:off x="6916269" y="149157"/>
            <a:ext cx="2095500" cy="646331"/>
          </a:xfrm>
          <a:prstGeom prst="rect">
            <a:avLst/>
          </a:prstGeom>
          <a:solidFill>
            <a:schemeClr val="accent2">
              <a:lumMod val="60000"/>
              <a:lumOff val="40000"/>
            </a:schemeClr>
          </a:solidFill>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GB" b="1" dirty="0"/>
              <a:t>Does exercise make you happy?</a:t>
            </a:r>
          </a:p>
        </p:txBody>
      </p:sp>
      <p:sp>
        <p:nvSpPr>
          <p:cNvPr id="7" name="ZoneTexte 11">
            <a:extLst>
              <a:ext uri="{FF2B5EF4-FFF2-40B4-BE49-F238E27FC236}">
                <a16:creationId xmlns:a16="http://schemas.microsoft.com/office/drawing/2014/main" id="{21D53DAA-90FE-5098-D2F3-A19C1EB315E0}"/>
              </a:ext>
            </a:extLst>
          </p:cNvPr>
          <p:cNvSpPr txBox="1"/>
          <p:nvPr/>
        </p:nvSpPr>
        <p:spPr>
          <a:xfrm>
            <a:off x="5260788" y="2304247"/>
            <a:ext cx="3387432" cy="1323439"/>
          </a:xfrm>
          <a:prstGeom prst="rect">
            <a:avLst/>
          </a:prstGeom>
          <a:noFill/>
        </p:spPr>
        <p:txBody>
          <a:bodyPr wrap="square" rtlCol="0">
            <a:spAutoFit/>
          </a:bodyPr>
          <a:lstStyle/>
          <a:p>
            <a:pPr algn="ctr"/>
            <a:r>
              <a:rPr lang="en-GB" sz="2000" b="1" dirty="0"/>
              <a:t>Group 1: </a:t>
            </a:r>
            <a:r>
              <a:rPr lang="en-GB" sz="2000" dirty="0"/>
              <a:t>Happiness ratings collected in a group of people who have completed the exercise programme</a:t>
            </a:r>
          </a:p>
        </p:txBody>
      </p:sp>
      <p:pic>
        <p:nvPicPr>
          <p:cNvPr id="10" name="Picture 2" descr="Tic Tac English: Who is who?">
            <a:extLst>
              <a:ext uri="{FF2B5EF4-FFF2-40B4-BE49-F238E27FC236}">
                <a16:creationId xmlns:a16="http://schemas.microsoft.com/office/drawing/2014/main" id="{F7E031CC-07CD-D4FA-CB7E-423A18771BA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63" b="-8707"/>
          <a:stretch/>
        </p:blipFill>
        <p:spPr bwMode="auto">
          <a:xfrm>
            <a:off x="5256099" y="980808"/>
            <a:ext cx="3221975" cy="132343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Durham postcode information - list of postal codes | PostcodeArea.co.uk">
            <a:extLst>
              <a:ext uri="{FF2B5EF4-FFF2-40B4-BE49-F238E27FC236}">
                <a16:creationId xmlns:a16="http://schemas.microsoft.com/office/drawing/2014/main" id="{A2EDA708-10F4-3C9F-C18C-0AEC8B56079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93196" y="4676528"/>
            <a:ext cx="1544272" cy="1872632"/>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a16="http://schemas.microsoft.com/office/drawing/2014/main" id="{2DD80D45-FFFD-0EE5-DEDC-4DD05CF4CFC1}"/>
              </a:ext>
            </a:extLst>
          </p:cNvPr>
          <p:cNvSpPr txBox="1"/>
          <p:nvPr/>
        </p:nvSpPr>
        <p:spPr>
          <a:xfrm>
            <a:off x="5337468" y="5225721"/>
            <a:ext cx="3387432" cy="1323439"/>
          </a:xfrm>
          <a:prstGeom prst="rect">
            <a:avLst/>
          </a:prstGeom>
          <a:noFill/>
        </p:spPr>
        <p:txBody>
          <a:bodyPr wrap="square" rtlCol="0">
            <a:spAutoFit/>
          </a:bodyPr>
          <a:lstStyle/>
          <a:p>
            <a:pPr algn="ctr"/>
            <a:r>
              <a:rPr lang="en-GB" sz="2000" b="1" dirty="0"/>
              <a:t>Reference: </a:t>
            </a:r>
            <a:r>
              <a:rPr lang="en-GB" sz="2000" dirty="0"/>
              <a:t>Compare to a standard value / general levels of happiness in the population (e.g. different region)</a:t>
            </a:r>
          </a:p>
        </p:txBody>
      </p:sp>
      <p:sp>
        <p:nvSpPr>
          <p:cNvPr id="3" name="TextBox 2">
            <a:extLst>
              <a:ext uri="{FF2B5EF4-FFF2-40B4-BE49-F238E27FC236}">
                <a16:creationId xmlns:a16="http://schemas.microsoft.com/office/drawing/2014/main" id="{21A4470D-52D6-ED99-6CBF-8C5518AB167B}"/>
              </a:ext>
            </a:extLst>
          </p:cNvPr>
          <p:cNvSpPr txBox="1"/>
          <p:nvPr/>
        </p:nvSpPr>
        <p:spPr>
          <a:xfrm>
            <a:off x="5444319" y="3814484"/>
            <a:ext cx="2676372" cy="1063347"/>
          </a:xfrm>
          <a:prstGeom prst="downArrow">
            <a:avLst/>
          </a:prstGeom>
          <a:solidFill>
            <a:schemeClr val="accent2">
              <a:lumMod val="60000"/>
              <a:lumOff val="40000"/>
            </a:schemeClr>
          </a:solidFill>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en-GB" sz="1400" b="1" dirty="0"/>
              <a:t>COMPARED TO</a:t>
            </a:r>
          </a:p>
          <a:p>
            <a:pPr algn="ctr"/>
            <a:endParaRPr lang="en-GB" sz="1600" b="1" dirty="0"/>
          </a:p>
          <a:p>
            <a:pPr algn="ctr"/>
            <a:endParaRPr lang="en-GB" sz="1600" b="1" dirty="0"/>
          </a:p>
        </p:txBody>
      </p:sp>
    </p:spTree>
    <p:extLst>
      <p:ext uri="{BB962C8B-B14F-4D97-AF65-F5344CB8AC3E}">
        <p14:creationId xmlns:p14="http://schemas.microsoft.com/office/powerpoint/2010/main" val="3425992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024ED9E-6970-36D2-858C-F4246A8D23C1}"/>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8CF7BC2-B754-D078-D222-FA6CE9E7E668}"/>
              </a:ext>
            </a:extLst>
          </p:cNvPr>
          <p:cNvSpPr txBox="1">
            <a:spLocks/>
          </p:cNvSpPr>
          <p:nvPr/>
        </p:nvSpPr>
        <p:spPr>
          <a:xfrm>
            <a:off x="665926" y="161633"/>
            <a:ext cx="7812148" cy="567403"/>
          </a:xfrm>
          <a:prstGeom prst="rect">
            <a:avLst/>
          </a:prstGeom>
          <a:noFill/>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000" dirty="0"/>
              <a:t>Types of t-test</a:t>
            </a:r>
          </a:p>
        </p:txBody>
      </p:sp>
      <p:sp>
        <p:nvSpPr>
          <p:cNvPr id="5" name="TextBox 4">
            <a:extLst>
              <a:ext uri="{FF2B5EF4-FFF2-40B4-BE49-F238E27FC236}">
                <a16:creationId xmlns:a16="http://schemas.microsoft.com/office/drawing/2014/main" id="{FB24C3FE-8B56-A51F-FF3F-4F64491D41E3}"/>
              </a:ext>
            </a:extLst>
          </p:cNvPr>
          <p:cNvSpPr txBox="1"/>
          <p:nvPr/>
        </p:nvSpPr>
        <p:spPr>
          <a:xfrm>
            <a:off x="661235" y="893010"/>
            <a:ext cx="3588574" cy="1323439"/>
          </a:xfrm>
          <a:prstGeom prst="rect">
            <a:avLst/>
          </a:prstGeom>
          <a:noFill/>
        </p:spPr>
        <p:txBody>
          <a:bodyPr wrap="square" rtlCol="0">
            <a:spAutoFit/>
          </a:bodyPr>
          <a:lstStyle/>
          <a:p>
            <a:r>
              <a:rPr lang="en-GB" sz="2800" b="1" u="sng" dirty="0">
                <a:solidFill>
                  <a:schemeClr val="accent5"/>
                </a:solidFill>
              </a:rPr>
              <a:t>Paired-samples t-test</a:t>
            </a:r>
          </a:p>
          <a:p>
            <a:r>
              <a:rPr lang="en-GB" sz="2400" b="1" dirty="0">
                <a:solidFill>
                  <a:srgbClr val="7030A0"/>
                </a:solidFill>
              </a:rPr>
              <a:t>(Parametric)</a:t>
            </a:r>
          </a:p>
          <a:p>
            <a:endParaRPr lang="en-GB" sz="2800" b="1" u="sng" dirty="0">
              <a:solidFill>
                <a:srgbClr val="3E8853"/>
              </a:solidFill>
            </a:endParaRPr>
          </a:p>
        </p:txBody>
      </p:sp>
      <p:sp>
        <p:nvSpPr>
          <p:cNvPr id="6" name="TextBox 5">
            <a:extLst>
              <a:ext uri="{FF2B5EF4-FFF2-40B4-BE49-F238E27FC236}">
                <a16:creationId xmlns:a16="http://schemas.microsoft.com/office/drawing/2014/main" id="{7F750AEB-62BD-F9D0-41D8-77A1460D99F1}"/>
              </a:ext>
            </a:extLst>
          </p:cNvPr>
          <p:cNvSpPr txBox="1"/>
          <p:nvPr/>
        </p:nvSpPr>
        <p:spPr>
          <a:xfrm>
            <a:off x="665925" y="1860274"/>
            <a:ext cx="3217287" cy="4493538"/>
          </a:xfrm>
          <a:prstGeom prst="rect">
            <a:avLst/>
          </a:prstGeom>
          <a:noFill/>
        </p:spPr>
        <p:txBody>
          <a:bodyPr wrap="square" rtlCol="0">
            <a:spAutoFit/>
          </a:bodyPr>
          <a:lstStyle/>
          <a:p>
            <a:r>
              <a:rPr lang="en-GB" sz="2200" dirty="0"/>
              <a:t>One group of participants takes part in the study under two different conditions.</a:t>
            </a:r>
          </a:p>
          <a:p>
            <a:r>
              <a:rPr lang="en-GB" sz="2200" dirty="0"/>
              <a:t> </a:t>
            </a:r>
          </a:p>
          <a:p>
            <a:r>
              <a:rPr lang="en-GB" sz="2200" dirty="0"/>
              <a:t>Compare the mean of the group when they do condition A against when they do condition B.</a:t>
            </a:r>
          </a:p>
          <a:p>
            <a:endParaRPr lang="en-GB" sz="2200" dirty="0"/>
          </a:p>
          <a:p>
            <a:r>
              <a:rPr lang="en-GB" sz="2200" dirty="0"/>
              <a:t> </a:t>
            </a:r>
            <a:r>
              <a:rPr lang="en-GB" sz="2200" i="1" dirty="0"/>
              <a:t>(also called repeated measures or within-subjects test or design)</a:t>
            </a:r>
          </a:p>
        </p:txBody>
      </p:sp>
      <p:sp>
        <p:nvSpPr>
          <p:cNvPr id="8" name="TextBox 7">
            <a:extLst>
              <a:ext uri="{FF2B5EF4-FFF2-40B4-BE49-F238E27FC236}">
                <a16:creationId xmlns:a16="http://schemas.microsoft.com/office/drawing/2014/main" id="{D44A0485-79CB-A875-C9A9-54C7B817D19C}"/>
              </a:ext>
            </a:extLst>
          </p:cNvPr>
          <p:cNvSpPr txBox="1"/>
          <p:nvPr/>
        </p:nvSpPr>
        <p:spPr>
          <a:xfrm rot="325202">
            <a:off x="6916269" y="149157"/>
            <a:ext cx="2095500" cy="646331"/>
          </a:xfrm>
          <a:prstGeom prst="rect">
            <a:avLst/>
          </a:prstGeom>
          <a:solidFill>
            <a:schemeClr val="accent5">
              <a:lumMod val="60000"/>
              <a:lumOff val="40000"/>
            </a:schemeClr>
          </a:solidFill>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GB" b="1" dirty="0"/>
              <a:t>Does exercise make you happy?</a:t>
            </a:r>
          </a:p>
        </p:txBody>
      </p:sp>
      <p:sp>
        <p:nvSpPr>
          <p:cNvPr id="7" name="ZoneTexte 11">
            <a:extLst>
              <a:ext uri="{FF2B5EF4-FFF2-40B4-BE49-F238E27FC236}">
                <a16:creationId xmlns:a16="http://schemas.microsoft.com/office/drawing/2014/main" id="{0EAADC75-8520-2976-AD8B-264215E422CE}"/>
              </a:ext>
            </a:extLst>
          </p:cNvPr>
          <p:cNvSpPr txBox="1"/>
          <p:nvPr/>
        </p:nvSpPr>
        <p:spPr>
          <a:xfrm>
            <a:off x="5265479" y="2181654"/>
            <a:ext cx="3349812" cy="1015663"/>
          </a:xfrm>
          <a:prstGeom prst="rect">
            <a:avLst/>
          </a:prstGeom>
          <a:noFill/>
        </p:spPr>
        <p:txBody>
          <a:bodyPr wrap="square" rtlCol="0">
            <a:spAutoFit/>
          </a:bodyPr>
          <a:lstStyle/>
          <a:p>
            <a:pPr algn="ctr"/>
            <a:r>
              <a:rPr lang="en-GB" sz="2000" b="1" dirty="0"/>
              <a:t>Group 1: </a:t>
            </a:r>
            <a:r>
              <a:rPr lang="en-GB" sz="2000" dirty="0"/>
              <a:t>Happiness ratings collected in a group of people after </a:t>
            </a:r>
            <a:r>
              <a:rPr lang="en-GB" sz="2000" b="1" dirty="0"/>
              <a:t>1 month </a:t>
            </a:r>
            <a:r>
              <a:rPr lang="en-GB" sz="2000" dirty="0"/>
              <a:t>of exercise</a:t>
            </a:r>
          </a:p>
        </p:txBody>
      </p:sp>
      <p:pic>
        <p:nvPicPr>
          <p:cNvPr id="10" name="Picture 2" descr="Tic Tac English: Who is who?">
            <a:extLst>
              <a:ext uri="{FF2B5EF4-FFF2-40B4-BE49-F238E27FC236}">
                <a16:creationId xmlns:a16="http://schemas.microsoft.com/office/drawing/2014/main" id="{01CC533D-EAAD-5E15-5F13-93C1CEECC56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63" b="-8707"/>
          <a:stretch/>
        </p:blipFill>
        <p:spPr bwMode="auto">
          <a:xfrm>
            <a:off x="5260790" y="839034"/>
            <a:ext cx="3221975" cy="132343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27ACE8D-2F96-299F-43F0-8B4354512B5E}"/>
              </a:ext>
            </a:extLst>
          </p:cNvPr>
          <p:cNvSpPr txBox="1"/>
          <p:nvPr/>
        </p:nvSpPr>
        <p:spPr>
          <a:xfrm>
            <a:off x="5602198" y="3216498"/>
            <a:ext cx="2676372" cy="1063347"/>
          </a:xfrm>
          <a:prstGeom prst="downArrow">
            <a:avLst/>
          </a:prstGeom>
          <a:solidFill>
            <a:schemeClr val="accent5">
              <a:lumMod val="60000"/>
              <a:lumOff val="40000"/>
            </a:schemeClr>
          </a:solidFill>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en-GB" sz="1400" b="1" dirty="0"/>
              <a:t>COMPARED TO</a:t>
            </a:r>
          </a:p>
          <a:p>
            <a:pPr algn="ctr"/>
            <a:endParaRPr lang="en-GB" sz="1600" b="1" dirty="0"/>
          </a:p>
          <a:p>
            <a:pPr algn="ctr"/>
            <a:endParaRPr lang="en-GB" sz="1600" b="1" dirty="0"/>
          </a:p>
        </p:txBody>
      </p:sp>
      <p:sp>
        <p:nvSpPr>
          <p:cNvPr id="3" name="ZoneTexte 11">
            <a:extLst>
              <a:ext uri="{FF2B5EF4-FFF2-40B4-BE49-F238E27FC236}">
                <a16:creationId xmlns:a16="http://schemas.microsoft.com/office/drawing/2014/main" id="{16147BB6-FEDB-9F50-FB0B-4B2C7697C397}"/>
              </a:ext>
            </a:extLst>
          </p:cNvPr>
          <p:cNvSpPr txBox="1"/>
          <p:nvPr/>
        </p:nvSpPr>
        <p:spPr>
          <a:xfrm>
            <a:off x="4864943" y="5679706"/>
            <a:ext cx="3949701" cy="1015663"/>
          </a:xfrm>
          <a:prstGeom prst="rect">
            <a:avLst/>
          </a:prstGeom>
          <a:noFill/>
        </p:spPr>
        <p:txBody>
          <a:bodyPr wrap="square" rtlCol="0">
            <a:spAutoFit/>
          </a:bodyPr>
          <a:lstStyle/>
          <a:p>
            <a:pPr algn="ctr"/>
            <a:r>
              <a:rPr lang="en-GB" sz="2000" b="1" dirty="0"/>
              <a:t>Group 1: </a:t>
            </a:r>
            <a:r>
              <a:rPr lang="en-GB" sz="2000" dirty="0"/>
              <a:t>Happiness ratings for the same group, after </a:t>
            </a:r>
            <a:r>
              <a:rPr lang="en-GB" sz="2000" b="1" dirty="0"/>
              <a:t>6 months </a:t>
            </a:r>
            <a:r>
              <a:rPr lang="en-GB" sz="2000" dirty="0"/>
              <a:t>on the exercise programme </a:t>
            </a:r>
          </a:p>
        </p:txBody>
      </p:sp>
      <p:pic>
        <p:nvPicPr>
          <p:cNvPr id="4" name="Picture 2" descr="Tic Tac English: Who is who?">
            <a:extLst>
              <a:ext uri="{FF2B5EF4-FFF2-40B4-BE49-F238E27FC236}">
                <a16:creationId xmlns:a16="http://schemas.microsoft.com/office/drawing/2014/main" id="{CB96EC51-E524-A7AE-A6A2-360637CEAEA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63" b="-8707"/>
          <a:stretch/>
        </p:blipFill>
        <p:spPr bwMode="auto">
          <a:xfrm>
            <a:off x="5279440" y="4409706"/>
            <a:ext cx="3221975" cy="1323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90588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ADFD8C9-D2B6-00D3-AB07-93C4F99320DA}"/>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9E850B8C-C103-7258-4991-F66324485CA3}"/>
              </a:ext>
            </a:extLst>
          </p:cNvPr>
          <p:cNvSpPr txBox="1">
            <a:spLocks/>
          </p:cNvSpPr>
          <p:nvPr/>
        </p:nvSpPr>
        <p:spPr>
          <a:xfrm>
            <a:off x="665926" y="161633"/>
            <a:ext cx="7812148" cy="567403"/>
          </a:xfrm>
          <a:prstGeom prst="rect">
            <a:avLst/>
          </a:prstGeom>
          <a:noFill/>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000" dirty="0"/>
              <a:t>Types of t-test</a:t>
            </a:r>
          </a:p>
        </p:txBody>
      </p:sp>
      <p:sp>
        <p:nvSpPr>
          <p:cNvPr id="5" name="TextBox 4">
            <a:extLst>
              <a:ext uri="{FF2B5EF4-FFF2-40B4-BE49-F238E27FC236}">
                <a16:creationId xmlns:a16="http://schemas.microsoft.com/office/drawing/2014/main" id="{3B769AEE-6847-19ED-B5AA-26169CE5B8D6}"/>
              </a:ext>
            </a:extLst>
          </p:cNvPr>
          <p:cNvSpPr txBox="1"/>
          <p:nvPr/>
        </p:nvSpPr>
        <p:spPr>
          <a:xfrm>
            <a:off x="661235" y="910307"/>
            <a:ext cx="4594865" cy="1323439"/>
          </a:xfrm>
          <a:prstGeom prst="rect">
            <a:avLst/>
          </a:prstGeom>
          <a:noFill/>
        </p:spPr>
        <p:txBody>
          <a:bodyPr wrap="square" rtlCol="0">
            <a:spAutoFit/>
          </a:bodyPr>
          <a:lstStyle/>
          <a:p>
            <a:r>
              <a:rPr lang="en-GB" sz="2800" b="1" u="sng" dirty="0">
                <a:solidFill>
                  <a:srgbClr val="D29956"/>
                </a:solidFill>
              </a:rPr>
              <a:t>Independent-samples t-test</a:t>
            </a:r>
          </a:p>
          <a:p>
            <a:r>
              <a:rPr lang="en-GB" sz="2400" b="1" dirty="0">
                <a:solidFill>
                  <a:srgbClr val="7030A0"/>
                </a:solidFill>
              </a:rPr>
              <a:t>(Parametric)</a:t>
            </a:r>
          </a:p>
          <a:p>
            <a:endParaRPr lang="en-GB" sz="2800" b="1" u="sng" dirty="0">
              <a:solidFill>
                <a:srgbClr val="FF0000"/>
              </a:solidFill>
            </a:endParaRPr>
          </a:p>
        </p:txBody>
      </p:sp>
      <p:sp>
        <p:nvSpPr>
          <p:cNvPr id="6" name="TextBox 5">
            <a:extLst>
              <a:ext uri="{FF2B5EF4-FFF2-40B4-BE49-F238E27FC236}">
                <a16:creationId xmlns:a16="http://schemas.microsoft.com/office/drawing/2014/main" id="{8C3B741F-E0D1-8470-0AE2-FCFA5CB67D1B}"/>
              </a:ext>
            </a:extLst>
          </p:cNvPr>
          <p:cNvSpPr txBox="1"/>
          <p:nvPr/>
        </p:nvSpPr>
        <p:spPr>
          <a:xfrm>
            <a:off x="665925" y="1860274"/>
            <a:ext cx="3217287" cy="4493538"/>
          </a:xfrm>
          <a:prstGeom prst="rect">
            <a:avLst/>
          </a:prstGeom>
          <a:noFill/>
        </p:spPr>
        <p:txBody>
          <a:bodyPr wrap="square" rtlCol="0">
            <a:spAutoFit/>
          </a:bodyPr>
          <a:lstStyle/>
          <a:p>
            <a:r>
              <a:rPr lang="en-GB" sz="2200" dirty="0"/>
              <a:t>Two different groups of participants take part in the study under different conditions.</a:t>
            </a:r>
          </a:p>
          <a:p>
            <a:r>
              <a:rPr lang="en-GB" sz="2200" dirty="0"/>
              <a:t> </a:t>
            </a:r>
          </a:p>
          <a:p>
            <a:r>
              <a:rPr lang="en-GB" sz="2200" dirty="0"/>
              <a:t>Compare the means of participants in Group A compared to the means of participants in Group B. </a:t>
            </a:r>
          </a:p>
          <a:p>
            <a:endParaRPr lang="en-GB" sz="2200" dirty="0"/>
          </a:p>
          <a:p>
            <a:r>
              <a:rPr lang="en-GB" sz="2200" dirty="0"/>
              <a:t> </a:t>
            </a:r>
            <a:r>
              <a:rPr lang="en-GB" sz="2200" i="1" dirty="0"/>
              <a:t>(also called between-subjects test or design)</a:t>
            </a:r>
          </a:p>
          <a:p>
            <a:endParaRPr lang="en-GB" sz="2200" dirty="0"/>
          </a:p>
        </p:txBody>
      </p:sp>
      <p:sp>
        <p:nvSpPr>
          <p:cNvPr id="8" name="TextBox 7">
            <a:extLst>
              <a:ext uri="{FF2B5EF4-FFF2-40B4-BE49-F238E27FC236}">
                <a16:creationId xmlns:a16="http://schemas.microsoft.com/office/drawing/2014/main" id="{C3A494D8-86CB-1F44-CEE5-8EB256631EC1}"/>
              </a:ext>
            </a:extLst>
          </p:cNvPr>
          <p:cNvSpPr txBox="1"/>
          <p:nvPr/>
        </p:nvSpPr>
        <p:spPr>
          <a:xfrm rot="325202">
            <a:off x="6916269" y="149157"/>
            <a:ext cx="2095500" cy="646331"/>
          </a:xfrm>
          <a:prstGeom prst="rect">
            <a:avLst/>
          </a:prstGeom>
          <a:solidFill>
            <a:srgbClr val="FFC000"/>
          </a:solidFill>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GB" b="1" dirty="0"/>
              <a:t>Does exercise make you happy?</a:t>
            </a:r>
          </a:p>
        </p:txBody>
      </p:sp>
      <p:sp>
        <p:nvSpPr>
          <p:cNvPr id="7" name="ZoneTexte 11">
            <a:extLst>
              <a:ext uri="{FF2B5EF4-FFF2-40B4-BE49-F238E27FC236}">
                <a16:creationId xmlns:a16="http://schemas.microsoft.com/office/drawing/2014/main" id="{83E6300C-C5A5-80A8-5D0B-FA59B0B649C2}"/>
              </a:ext>
            </a:extLst>
          </p:cNvPr>
          <p:cNvSpPr txBox="1"/>
          <p:nvPr/>
        </p:nvSpPr>
        <p:spPr>
          <a:xfrm>
            <a:off x="4914900" y="2181654"/>
            <a:ext cx="4057425" cy="1015663"/>
          </a:xfrm>
          <a:prstGeom prst="rect">
            <a:avLst/>
          </a:prstGeom>
          <a:noFill/>
        </p:spPr>
        <p:txBody>
          <a:bodyPr wrap="square" rtlCol="0">
            <a:spAutoFit/>
          </a:bodyPr>
          <a:lstStyle/>
          <a:p>
            <a:pPr algn="ctr"/>
            <a:r>
              <a:rPr lang="en-GB" sz="2000" b="1" dirty="0"/>
              <a:t>Group 1: </a:t>
            </a:r>
            <a:r>
              <a:rPr lang="en-GB" sz="2000" dirty="0"/>
              <a:t>Happiness ratings collected in a group of people who did the </a:t>
            </a:r>
            <a:r>
              <a:rPr lang="en-GB" sz="2000" b="1" dirty="0"/>
              <a:t>Aerobic</a:t>
            </a:r>
            <a:r>
              <a:rPr lang="en-GB" sz="2000" dirty="0"/>
              <a:t> exercise programme</a:t>
            </a:r>
          </a:p>
        </p:txBody>
      </p:sp>
      <p:pic>
        <p:nvPicPr>
          <p:cNvPr id="10" name="Picture 2" descr="Tic Tac English: Who is who?">
            <a:extLst>
              <a:ext uri="{FF2B5EF4-FFF2-40B4-BE49-F238E27FC236}">
                <a16:creationId xmlns:a16="http://schemas.microsoft.com/office/drawing/2014/main" id="{42344860-5985-2C3F-2EF7-691683885D0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63" b="-8707"/>
          <a:stretch/>
        </p:blipFill>
        <p:spPr bwMode="auto">
          <a:xfrm>
            <a:off x="5260790" y="839034"/>
            <a:ext cx="3221975" cy="132343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1026984-6AFB-7A37-F0E5-335AAF1DFC23}"/>
              </a:ext>
            </a:extLst>
          </p:cNvPr>
          <p:cNvSpPr txBox="1"/>
          <p:nvPr/>
        </p:nvSpPr>
        <p:spPr>
          <a:xfrm>
            <a:off x="5602198" y="3216498"/>
            <a:ext cx="2676372" cy="1063347"/>
          </a:xfrm>
          <a:prstGeom prst="downArrow">
            <a:avLst/>
          </a:prstGeom>
          <a:solidFill>
            <a:srgbClr val="FFC000"/>
          </a:solidFill>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en-GB" sz="1400" b="1" dirty="0"/>
              <a:t>COMPARED TO</a:t>
            </a:r>
          </a:p>
          <a:p>
            <a:pPr algn="ctr"/>
            <a:endParaRPr lang="en-GB" sz="1600" b="1" dirty="0"/>
          </a:p>
          <a:p>
            <a:pPr algn="ctr"/>
            <a:endParaRPr lang="en-GB" sz="1600" b="1" dirty="0"/>
          </a:p>
        </p:txBody>
      </p:sp>
      <p:sp>
        <p:nvSpPr>
          <p:cNvPr id="3" name="ZoneTexte 11">
            <a:extLst>
              <a:ext uri="{FF2B5EF4-FFF2-40B4-BE49-F238E27FC236}">
                <a16:creationId xmlns:a16="http://schemas.microsoft.com/office/drawing/2014/main" id="{0999317B-8C58-F7E4-1D54-9CA2A2382EE7}"/>
              </a:ext>
            </a:extLst>
          </p:cNvPr>
          <p:cNvSpPr txBox="1"/>
          <p:nvPr/>
        </p:nvSpPr>
        <p:spPr>
          <a:xfrm>
            <a:off x="4762500" y="5721906"/>
            <a:ext cx="4209825" cy="1015663"/>
          </a:xfrm>
          <a:prstGeom prst="rect">
            <a:avLst/>
          </a:prstGeom>
          <a:noFill/>
          <a:ln>
            <a:solidFill>
              <a:srgbClr val="C00000"/>
            </a:solidFill>
          </a:ln>
        </p:spPr>
        <p:txBody>
          <a:bodyPr wrap="square" rtlCol="0">
            <a:spAutoFit/>
          </a:bodyPr>
          <a:lstStyle/>
          <a:p>
            <a:pPr algn="ctr"/>
            <a:r>
              <a:rPr lang="en-GB" sz="2000" b="1" dirty="0"/>
              <a:t>Group 2: </a:t>
            </a:r>
            <a:r>
              <a:rPr lang="en-GB" sz="2000" dirty="0"/>
              <a:t>Happiness ratings collected in a second group of participants who did the </a:t>
            </a:r>
            <a:r>
              <a:rPr lang="en-GB" sz="2000" b="1" dirty="0"/>
              <a:t>Strength</a:t>
            </a:r>
            <a:r>
              <a:rPr lang="en-GB" sz="2000" dirty="0"/>
              <a:t> exercise programme</a:t>
            </a:r>
          </a:p>
        </p:txBody>
      </p:sp>
      <p:pic>
        <p:nvPicPr>
          <p:cNvPr id="9" name="Picture 2" descr="Tic Tac English: Who is who?">
            <a:extLst>
              <a:ext uri="{FF2B5EF4-FFF2-40B4-BE49-F238E27FC236}">
                <a16:creationId xmlns:a16="http://schemas.microsoft.com/office/drawing/2014/main" id="{215D6912-8B0F-2DF9-BE2C-8BCEA27DC4B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5187521" y="4299026"/>
            <a:ext cx="3290553" cy="1351607"/>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41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1EF8C00-93F0-E51E-36C9-5B6C8AB7F7F9}"/>
            </a:ext>
          </a:extLst>
        </p:cNvPr>
        <p:cNvGrpSpPr/>
        <p:nvPr/>
      </p:nvGrpSpPr>
      <p:grpSpPr>
        <a:xfrm>
          <a:off x="0" y="0"/>
          <a:ext cx="0" cy="0"/>
          <a:chOff x="0" y="0"/>
          <a:chExt cx="0" cy="0"/>
        </a:xfrm>
      </p:grpSpPr>
      <p:cxnSp>
        <p:nvCxnSpPr>
          <p:cNvPr id="37" name="Connecteur droit 36">
            <a:extLst>
              <a:ext uri="{FF2B5EF4-FFF2-40B4-BE49-F238E27FC236}">
                <a16:creationId xmlns:a16="http://schemas.microsoft.com/office/drawing/2014/main" id="{FBF2ACD5-2BF0-7937-22C3-1453285910C9}"/>
              </a:ext>
            </a:extLst>
          </p:cNvPr>
          <p:cNvCxnSpPr>
            <a:cxnSpLocks/>
          </p:cNvCxnSpPr>
          <p:nvPr/>
        </p:nvCxnSpPr>
        <p:spPr>
          <a:xfrm flipH="1">
            <a:off x="2751876" y="1405476"/>
            <a:ext cx="684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38" name="Connecteur droit avec flèche 37">
            <a:extLst>
              <a:ext uri="{FF2B5EF4-FFF2-40B4-BE49-F238E27FC236}">
                <a16:creationId xmlns:a16="http://schemas.microsoft.com/office/drawing/2014/main" id="{68847280-4F89-CADA-920B-22965FB2E403}"/>
              </a:ext>
            </a:extLst>
          </p:cNvPr>
          <p:cNvCxnSpPr>
            <a:cxnSpLocks/>
          </p:cNvCxnSpPr>
          <p:nvPr/>
        </p:nvCxnSpPr>
        <p:spPr>
          <a:xfrm>
            <a:off x="2751876" y="1386840"/>
            <a:ext cx="0" cy="3629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3" name="Connecteur droit avec flèche 42">
            <a:extLst>
              <a:ext uri="{FF2B5EF4-FFF2-40B4-BE49-F238E27FC236}">
                <a16:creationId xmlns:a16="http://schemas.microsoft.com/office/drawing/2014/main" id="{3FA143C2-6E66-DDCB-05BD-59232C9AA417}"/>
              </a:ext>
            </a:extLst>
          </p:cNvPr>
          <p:cNvCxnSpPr>
            <a:cxnSpLocks/>
          </p:cNvCxnSpPr>
          <p:nvPr/>
        </p:nvCxnSpPr>
        <p:spPr>
          <a:xfrm>
            <a:off x="2765828" y="2048843"/>
            <a:ext cx="0" cy="180000"/>
          </a:xfrm>
          <a:prstGeom prst="straightConnector1">
            <a:avLst/>
          </a:prstGeom>
          <a:ln w="381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Connecteur droit 26">
            <a:extLst>
              <a:ext uri="{FF2B5EF4-FFF2-40B4-BE49-F238E27FC236}">
                <a16:creationId xmlns:a16="http://schemas.microsoft.com/office/drawing/2014/main" id="{FC8DF275-D40E-7ADD-7B85-C4BEBF524AA5}"/>
              </a:ext>
            </a:extLst>
          </p:cNvPr>
          <p:cNvCxnSpPr>
            <a:cxnSpLocks/>
          </p:cNvCxnSpPr>
          <p:nvPr/>
        </p:nvCxnSpPr>
        <p:spPr>
          <a:xfrm flipH="1">
            <a:off x="6199195" y="1405476"/>
            <a:ext cx="1482817" cy="979"/>
          </a:xfrm>
          <a:prstGeom prst="line">
            <a:avLst/>
          </a:prstGeom>
          <a:ln w="38100"/>
        </p:spPr>
        <p:style>
          <a:lnRef idx="1">
            <a:schemeClr val="dk1"/>
          </a:lnRef>
          <a:fillRef idx="0">
            <a:schemeClr val="dk1"/>
          </a:fillRef>
          <a:effectRef idx="0">
            <a:schemeClr val="dk1"/>
          </a:effectRef>
          <a:fontRef idx="minor">
            <a:schemeClr val="tx1"/>
          </a:fontRef>
        </p:style>
      </p:cxnSp>
      <p:cxnSp>
        <p:nvCxnSpPr>
          <p:cNvPr id="28" name="Connecteur droit avec flèche 27">
            <a:extLst>
              <a:ext uri="{FF2B5EF4-FFF2-40B4-BE49-F238E27FC236}">
                <a16:creationId xmlns:a16="http://schemas.microsoft.com/office/drawing/2014/main" id="{BF8078D6-C2E5-DB75-5423-33A820BAB04C}"/>
              </a:ext>
            </a:extLst>
          </p:cNvPr>
          <p:cNvCxnSpPr>
            <a:cxnSpLocks/>
          </p:cNvCxnSpPr>
          <p:nvPr/>
        </p:nvCxnSpPr>
        <p:spPr>
          <a:xfrm>
            <a:off x="7682012" y="1386840"/>
            <a:ext cx="0" cy="3629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1" name="Rectangle à coins arrondis 30">
            <a:extLst>
              <a:ext uri="{FF2B5EF4-FFF2-40B4-BE49-F238E27FC236}">
                <a16:creationId xmlns:a16="http://schemas.microsoft.com/office/drawing/2014/main" id="{037ECD7D-F1A1-C283-FB9F-6160CC7F2ABF}"/>
              </a:ext>
            </a:extLst>
          </p:cNvPr>
          <p:cNvSpPr/>
          <p:nvPr/>
        </p:nvSpPr>
        <p:spPr>
          <a:xfrm>
            <a:off x="17272" y="4875557"/>
            <a:ext cx="1247855" cy="1044000"/>
          </a:xfrm>
          <a:prstGeom prst="roundRect">
            <a:avLst/>
          </a:prstGeom>
          <a:solidFill>
            <a:schemeClr val="accent5">
              <a:lumMod val="60000"/>
              <a:lumOff val="40000"/>
            </a:schemeClr>
          </a:solid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1400" b="1" dirty="0">
                <a:solidFill>
                  <a:schemeClr val="tx1"/>
                </a:solidFill>
              </a:rPr>
              <a:t>Paired t-test</a:t>
            </a:r>
          </a:p>
        </p:txBody>
      </p:sp>
      <p:sp>
        <p:nvSpPr>
          <p:cNvPr id="39" name="ZoneTexte 38">
            <a:extLst>
              <a:ext uri="{FF2B5EF4-FFF2-40B4-BE49-F238E27FC236}">
                <a16:creationId xmlns:a16="http://schemas.microsoft.com/office/drawing/2014/main" id="{4E022F59-3629-20E8-2ED6-980CDBA6FE0A}"/>
              </a:ext>
            </a:extLst>
          </p:cNvPr>
          <p:cNvSpPr txBox="1"/>
          <p:nvPr/>
        </p:nvSpPr>
        <p:spPr>
          <a:xfrm>
            <a:off x="2281609" y="1756110"/>
            <a:ext cx="940535" cy="340519"/>
          </a:xfrm>
          <a:prstGeom prst="round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400" dirty="0"/>
              <a:t>Two</a:t>
            </a:r>
          </a:p>
        </p:txBody>
      </p:sp>
      <p:sp>
        <p:nvSpPr>
          <p:cNvPr id="35" name="Losange 34">
            <a:extLst>
              <a:ext uri="{FF2B5EF4-FFF2-40B4-BE49-F238E27FC236}">
                <a16:creationId xmlns:a16="http://schemas.microsoft.com/office/drawing/2014/main" id="{CA1309DD-13CB-502D-DB44-52BCEE80FB65}"/>
              </a:ext>
            </a:extLst>
          </p:cNvPr>
          <p:cNvSpPr/>
          <p:nvPr/>
        </p:nvSpPr>
        <p:spPr>
          <a:xfrm>
            <a:off x="3435876" y="1090200"/>
            <a:ext cx="3336809" cy="582823"/>
          </a:xfrm>
          <a:prstGeom prst="rect">
            <a:avLst/>
          </a:prstGeom>
          <a:solidFill>
            <a:schemeClr val="bg1">
              <a:lumMod val="8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How many groups or conditions in your IV?</a:t>
            </a:r>
          </a:p>
        </p:txBody>
      </p:sp>
      <p:sp>
        <p:nvSpPr>
          <p:cNvPr id="75" name="Rectangle à coins arrondis 21">
            <a:extLst>
              <a:ext uri="{FF2B5EF4-FFF2-40B4-BE49-F238E27FC236}">
                <a16:creationId xmlns:a16="http://schemas.microsoft.com/office/drawing/2014/main" id="{115FACE2-ECBF-B255-46B0-0CF969ACD1A3}"/>
              </a:ext>
            </a:extLst>
          </p:cNvPr>
          <p:cNvSpPr/>
          <p:nvPr/>
        </p:nvSpPr>
        <p:spPr>
          <a:xfrm>
            <a:off x="3460350" y="2828713"/>
            <a:ext cx="1956681" cy="44446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1400" b="1" dirty="0">
                <a:solidFill>
                  <a:schemeClr val="tx1"/>
                </a:solidFill>
              </a:rPr>
              <a:t>Different</a:t>
            </a:r>
            <a:r>
              <a:rPr lang="en-GB" sz="1400" dirty="0">
                <a:solidFill>
                  <a:schemeClr val="tx1"/>
                </a:solidFill>
              </a:rPr>
              <a:t> participants in each condition</a:t>
            </a:r>
          </a:p>
        </p:txBody>
      </p:sp>
      <p:sp>
        <p:nvSpPr>
          <p:cNvPr id="72" name="Rectangle à coins arrondis 44">
            <a:extLst>
              <a:ext uri="{FF2B5EF4-FFF2-40B4-BE49-F238E27FC236}">
                <a16:creationId xmlns:a16="http://schemas.microsoft.com/office/drawing/2014/main" id="{66D1861A-0D0C-90FA-B8D0-E0D2CDD7E762}"/>
              </a:ext>
            </a:extLst>
          </p:cNvPr>
          <p:cNvSpPr/>
          <p:nvPr/>
        </p:nvSpPr>
        <p:spPr>
          <a:xfrm>
            <a:off x="241756" y="2824346"/>
            <a:ext cx="1956681" cy="446922"/>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1400" b="1" dirty="0">
                <a:solidFill>
                  <a:schemeClr val="tx1"/>
                </a:solidFill>
              </a:rPr>
              <a:t>Same</a:t>
            </a:r>
            <a:r>
              <a:rPr lang="en-GB" sz="1400" dirty="0">
                <a:solidFill>
                  <a:schemeClr val="tx1"/>
                </a:solidFill>
              </a:rPr>
              <a:t> participants in each condition</a:t>
            </a:r>
          </a:p>
        </p:txBody>
      </p:sp>
      <p:cxnSp>
        <p:nvCxnSpPr>
          <p:cNvPr id="99" name="Connecteur droit 26">
            <a:extLst>
              <a:ext uri="{FF2B5EF4-FFF2-40B4-BE49-F238E27FC236}">
                <a16:creationId xmlns:a16="http://schemas.microsoft.com/office/drawing/2014/main" id="{7DAA6C1E-3226-8E8A-FA19-77BEE3746787}"/>
              </a:ext>
            </a:extLst>
          </p:cNvPr>
          <p:cNvCxnSpPr>
            <a:cxnSpLocks/>
          </p:cNvCxnSpPr>
          <p:nvPr/>
        </p:nvCxnSpPr>
        <p:spPr>
          <a:xfrm flipH="1">
            <a:off x="3938932" y="2368282"/>
            <a:ext cx="549248" cy="2039"/>
          </a:xfrm>
          <a:prstGeom prst="line">
            <a:avLst/>
          </a:prstGeom>
          <a:ln w="38100"/>
        </p:spPr>
        <p:style>
          <a:lnRef idx="1">
            <a:schemeClr val="dk1"/>
          </a:lnRef>
          <a:fillRef idx="0">
            <a:schemeClr val="dk1"/>
          </a:fillRef>
          <a:effectRef idx="0">
            <a:schemeClr val="dk1"/>
          </a:effectRef>
          <a:fontRef idx="minor">
            <a:schemeClr val="tx1"/>
          </a:fontRef>
        </p:style>
      </p:cxnSp>
      <p:cxnSp>
        <p:nvCxnSpPr>
          <p:cNvPr id="100" name="Connecteur droit avec flèche 27">
            <a:extLst>
              <a:ext uri="{FF2B5EF4-FFF2-40B4-BE49-F238E27FC236}">
                <a16:creationId xmlns:a16="http://schemas.microsoft.com/office/drawing/2014/main" id="{4765D4EB-FE0D-40EE-0F52-35EF639F14F7}"/>
              </a:ext>
            </a:extLst>
          </p:cNvPr>
          <p:cNvCxnSpPr>
            <a:cxnSpLocks/>
          </p:cNvCxnSpPr>
          <p:nvPr/>
        </p:nvCxnSpPr>
        <p:spPr>
          <a:xfrm>
            <a:off x="4467562" y="2382999"/>
            <a:ext cx="0" cy="4320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1" name="Connecteur droit 26">
            <a:extLst>
              <a:ext uri="{FF2B5EF4-FFF2-40B4-BE49-F238E27FC236}">
                <a16:creationId xmlns:a16="http://schemas.microsoft.com/office/drawing/2014/main" id="{265D53B5-908E-7899-D5DC-2159BB919998}"/>
              </a:ext>
            </a:extLst>
          </p:cNvPr>
          <p:cNvCxnSpPr>
            <a:cxnSpLocks/>
          </p:cNvCxnSpPr>
          <p:nvPr/>
        </p:nvCxnSpPr>
        <p:spPr>
          <a:xfrm flipH="1">
            <a:off x="1170947" y="2368282"/>
            <a:ext cx="468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02" name="Connecteur droit avec flèche 27">
            <a:extLst>
              <a:ext uri="{FF2B5EF4-FFF2-40B4-BE49-F238E27FC236}">
                <a16:creationId xmlns:a16="http://schemas.microsoft.com/office/drawing/2014/main" id="{52E8DAAB-8F56-1709-1978-D4886537FF1B}"/>
              </a:ext>
            </a:extLst>
          </p:cNvPr>
          <p:cNvCxnSpPr>
            <a:cxnSpLocks/>
          </p:cNvCxnSpPr>
          <p:nvPr/>
        </p:nvCxnSpPr>
        <p:spPr>
          <a:xfrm>
            <a:off x="1170947" y="2349500"/>
            <a:ext cx="0" cy="4586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31" name="Connecteur droit 26">
            <a:extLst>
              <a:ext uri="{FF2B5EF4-FFF2-40B4-BE49-F238E27FC236}">
                <a16:creationId xmlns:a16="http://schemas.microsoft.com/office/drawing/2014/main" id="{6489B3E1-1A1B-E1F0-05EB-D1E94EB39696}"/>
              </a:ext>
            </a:extLst>
          </p:cNvPr>
          <p:cNvCxnSpPr>
            <a:cxnSpLocks/>
          </p:cNvCxnSpPr>
          <p:nvPr/>
        </p:nvCxnSpPr>
        <p:spPr>
          <a:xfrm flipH="1">
            <a:off x="1170947" y="3791868"/>
            <a:ext cx="256785"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46" name="Rectangle à coins arrondis 30">
            <a:extLst>
              <a:ext uri="{FF2B5EF4-FFF2-40B4-BE49-F238E27FC236}">
                <a16:creationId xmlns:a16="http://schemas.microsoft.com/office/drawing/2014/main" id="{75E2CB68-3A87-423D-B877-037811270BB2}"/>
              </a:ext>
            </a:extLst>
          </p:cNvPr>
          <p:cNvSpPr/>
          <p:nvPr/>
        </p:nvSpPr>
        <p:spPr>
          <a:xfrm>
            <a:off x="3034915" y="4875557"/>
            <a:ext cx="1247855" cy="1044000"/>
          </a:xfrm>
          <a:prstGeom prst="roundRect">
            <a:avLst/>
          </a:prstGeom>
          <a:solidFill>
            <a:srgbClr val="FFC000"/>
          </a:solid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1400" b="1" dirty="0">
                <a:solidFill>
                  <a:schemeClr val="tx1"/>
                </a:solidFill>
              </a:rPr>
              <a:t>Independent t-test</a:t>
            </a:r>
          </a:p>
        </p:txBody>
      </p:sp>
      <p:sp>
        <p:nvSpPr>
          <p:cNvPr id="53" name="ZoneTexte 25">
            <a:extLst>
              <a:ext uri="{FF2B5EF4-FFF2-40B4-BE49-F238E27FC236}">
                <a16:creationId xmlns:a16="http://schemas.microsoft.com/office/drawing/2014/main" id="{53022007-1EA3-F940-BC5A-6F7F414A23CE}"/>
              </a:ext>
            </a:extLst>
          </p:cNvPr>
          <p:cNvSpPr txBox="1"/>
          <p:nvPr/>
        </p:nvSpPr>
        <p:spPr>
          <a:xfrm>
            <a:off x="1651696" y="2240640"/>
            <a:ext cx="2329309" cy="307777"/>
          </a:xfrm>
          <a:prstGeom prst="rect">
            <a:avLst/>
          </a:prstGeom>
          <a:solidFill>
            <a:schemeClr val="bg1">
              <a:lumMod val="85000"/>
            </a:schemeClr>
          </a:solidFill>
          <a:ln w="19050">
            <a:solidFill>
              <a:schemeClr val="bg1"/>
            </a:solidFill>
          </a:ln>
        </p:spPr>
        <p:txBody>
          <a:bodyPr wrap="square" rtlCol="0">
            <a:spAutoFit/>
          </a:bodyPr>
          <a:lstStyle/>
          <a:p>
            <a:pPr algn="ctr"/>
            <a:r>
              <a:rPr lang="en-GB" sz="1400" dirty="0"/>
              <a:t>Who are the participants?</a:t>
            </a:r>
          </a:p>
        </p:txBody>
      </p:sp>
      <p:sp>
        <p:nvSpPr>
          <p:cNvPr id="156" name="Rectangle à coins arrondis 30">
            <a:extLst>
              <a:ext uri="{FF2B5EF4-FFF2-40B4-BE49-F238E27FC236}">
                <a16:creationId xmlns:a16="http://schemas.microsoft.com/office/drawing/2014/main" id="{F65D7FAC-EF7C-DB3D-D405-1F9A7750F69B}"/>
              </a:ext>
            </a:extLst>
          </p:cNvPr>
          <p:cNvSpPr/>
          <p:nvPr/>
        </p:nvSpPr>
        <p:spPr>
          <a:xfrm>
            <a:off x="6241705" y="4858783"/>
            <a:ext cx="1247855" cy="1044000"/>
          </a:xfrm>
          <a:prstGeom prst="roundRect">
            <a:avLst/>
          </a:prstGeom>
          <a:solidFill>
            <a:schemeClr val="accent1">
              <a:lumMod val="60000"/>
              <a:lumOff val="40000"/>
            </a:schemeClr>
          </a:solid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1400" b="1" dirty="0">
                <a:solidFill>
                  <a:schemeClr val="tx1"/>
                </a:solidFill>
              </a:rPr>
              <a:t>One-sample t-test</a:t>
            </a:r>
          </a:p>
        </p:txBody>
      </p:sp>
      <p:sp>
        <p:nvSpPr>
          <p:cNvPr id="26" name="ZoneTexte 25">
            <a:extLst>
              <a:ext uri="{FF2B5EF4-FFF2-40B4-BE49-F238E27FC236}">
                <a16:creationId xmlns:a16="http://schemas.microsoft.com/office/drawing/2014/main" id="{5A9FB286-9B39-2CC8-21EB-D5AE8286661E}"/>
              </a:ext>
            </a:extLst>
          </p:cNvPr>
          <p:cNvSpPr txBox="1"/>
          <p:nvPr/>
        </p:nvSpPr>
        <p:spPr>
          <a:xfrm>
            <a:off x="7230302" y="1771844"/>
            <a:ext cx="940533" cy="340519"/>
          </a:xfrm>
          <a:prstGeom prst="round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400" dirty="0"/>
              <a:t>One</a:t>
            </a:r>
          </a:p>
        </p:txBody>
      </p:sp>
      <p:sp>
        <p:nvSpPr>
          <p:cNvPr id="2" name="Content Placeholder 2">
            <a:extLst>
              <a:ext uri="{FF2B5EF4-FFF2-40B4-BE49-F238E27FC236}">
                <a16:creationId xmlns:a16="http://schemas.microsoft.com/office/drawing/2014/main" id="{E83B78C1-9FE9-B015-A4B0-329287322AC6}"/>
              </a:ext>
            </a:extLst>
          </p:cNvPr>
          <p:cNvSpPr txBox="1">
            <a:spLocks/>
          </p:cNvSpPr>
          <p:nvPr/>
        </p:nvSpPr>
        <p:spPr>
          <a:xfrm>
            <a:off x="180569" y="117192"/>
            <a:ext cx="6090521" cy="567403"/>
          </a:xfrm>
          <a:prstGeom prst="rect">
            <a:avLst/>
          </a:prstGeom>
          <a:noFill/>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GB" sz="4000" dirty="0"/>
              <a:t>The t-test family tree</a:t>
            </a:r>
          </a:p>
        </p:txBody>
      </p:sp>
      <p:cxnSp>
        <p:nvCxnSpPr>
          <p:cNvPr id="3" name="Connecteur droit avec flèche 27">
            <a:extLst>
              <a:ext uri="{FF2B5EF4-FFF2-40B4-BE49-F238E27FC236}">
                <a16:creationId xmlns:a16="http://schemas.microsoft.com/office/drawing/2014/main" id="{D89B9A21-117F-EBFD-F33C-9025D94FE31E}"/>
              </a:ext>
            </a:extLst>
          </p:cNvPr>
          <p:cNvCxnSpPr>
            <a:cxnSpLocks/>
          </p:cNvCxnSpPr>
          <p:nvPr/>
        </p:nvCxnSpPr>
        <p:spPr>
          <a:xfrm flipH="1">
            <a:off x="807720" y="3336931"/>
            <a:ext cx="363227" cy="13265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 name="Connecteur droit avec flèche 27">
            <a:extLst>
              <a:ext uri="{FF2B5EF4-FFF2-40B4-BE49-F238E27FC236}">
                <a16:creationId xmlns:a16="http://schemas.microsoft.com/office/drawing/2014/main" id="{A89E67C0-4FD5-88F8-3D86-BEDA4FDDE670}"/>
              </a:ext>
            </a:extLst>
          </p:cNvPr>
          <p:cNvCxnSpPr>
            <a:cxnSpLocks/>
          </p:cNvCxnSpPr>
          <p:nvPr/>
        </p:nvCxnSpPr>
        <p:spPr>
          <a:xfrm flipH="1">
            <a:off x="3981005" y="3311985"/>
            <a:ext cx="363227" cy="13265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 name="Connecteur droit avec flèche 27">
            <a:extLst>
              <a:ext uri="{FF2B5EF4-FFF2-40B4-BE49-F238E27FC236}">
                <a16:creationId xmlns:a16="http://schemas.microsoft.com/office/drawing/2014/main" id="{BD8525B5-68BE-D26E-F553-52834648089C}"/>
              </a:ext>
            </a:extLst>
          </p:cNvPr>
          <p:cNvCxnSpPr>
            <a:cxnSpLocks/>
          </p:cNvCxnSpPr>
          <p:nvPr/>
        </p:nvCxnSpPr>
        <p:spPr>
          <a:xfrm flipH="1">
            <a:off x="7277619" y="2228843"/>
            <a:ext cx="404393" cy="251679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55998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9" grpId="0" animBg="1"/>
      <p:bldP spid="75" grpId="0" animBg="1"/>
      <p:bldP spid="72" grpId="0" animBg="1"/>
      <p:bldP spid="146" grpId="0" animBg="1"/>
      <p:bldP spid="53" grpId="0" animBg="1"/>
      <p:bldP spid="156" grpId="0" animBg="1"/>
      <p:bldP spid="26"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9E445A4-E7C0-9E5A-4479-BE5DC2D39B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8EB8F0-933E-D1D4-AD3D-5D5C10AEFEAF}"/>
              </a:ext>
            </a:extLst>
          </p:cNvPr>
          <p:cNvSpPr txBox="1"/>
          <p:nvPr/>
        </p:nvSpPr>
        <p:spPr>
          <a:xfrm>
            <a:off x="323578" y="1059440"/>
            <a:ext cx="8820422" cy="5509200"/>
          </a:xfrm>
          <a:prstGeom prst="rect">
            <a:avLst/>
          </a:prstGeom>
          <a:noFill/>
        </p:spPr>
        <p:txBody>
          <a:bodyPr wrap="square">
            <a:spAutoFit/>
          </a:bodyPr>
          <a:lstStyle/>
          <a:p>
            <a:r>
              <a:rPr lang="en-GB" sz="2200" b="1" u="sng" dirty="0">
                <a:solidFill>
                  <a:srgbClr val="0070C0"/>
                </a:solidFill>
              </a:rPr>
              <a:t>One-Samples t-test: </a:t>
            </a:r>
          </a:p>
          <a:p>
            <a:pPr marL="342900" indent="-342900">
              <a:buFont typeface="Arial" panose="020B0604020202020204" pitchFamily="34" charset="0"/>
              <a:buChar char="•"/>
            </a:pPr>
            <a:r>
              <a:rPr lang="en-GB" sz="2200" b="1" dirty="0"/>
              <a:t>Difference</a:t>
            </a:r>
            <a:r>
              <a:rPr lang="en-GB" sz="2200" dirty="0"/>
              <a:t>: between the mean of a single group and a known or hypothesised population</a:t>
            </a:r>
          </a:p>
          <a:p>
            <a:pPr marL="342900" indent="-342900">
              <a:buFont typeface="Arial" panose="020B0604020202020204" pitchFamily="34" charset="0"/>
              <a:buChar char="•"/>
            </a:pPr>
            <a:r>
              <a:rPr lang="en-GB" sz="2200" b="1" dirty="0"/>
              <a:t>Variability/noise</a:t>
            </a:r>
            <a:r>
              <a:rPr lang="en-GB" sz="2200" dirty="0"/>
              <a:t>: variability within the sample, adjusted for sample size. </a:t>
            </a:r>
          </a:p>
          <a:p>
            <a:endParaRPr lang="en-GB" sz="2200" dirty="0">
              <a:solidFill>
                <a:srgbClr val="3E8853"/>
              </a:solidFill>
            </a:endParaRPr>
          </a:p>
          <a:p>
            <a:r>
              <a:rPr lang="en-GB" sz="2200" b="1" u="sng" dirty="0">
                <a:solidFill>
                  <a:srgbClr val="3E8853"/>
                </a:solidFill>
              </a:rPr>
              <a:t>Paired Samples t-test </a:t>
            </a:r>
          </a:p>
          <a:p>
            <a:pPr marL="342900" indent="-342900">
              <a:buFont typeface="Arial" panose="020B0604020202020204" pitchFamily="34" charset="0"/>
              <a:buChar char="•"/>
            </a:pPr>
            <a:r>
              <a:rPr lang="en-GB" sz="2200" b="1" dirty="0"/>
              <a:t>Difference: </a:t>
            </a:r>
            <a:r>
              <a:rPr lang="en-GB" sz="2200" dirty="0"/>
              <a:t>the mean difference between two measures from the same group</a:t>
            </a:r>
          </a:p>
          <a:p>
            <a:pPr marL="342900" indent="-342900">
              <a:buFont typeface="Arial" panose="020B0604020202020204" pitchFamily="34" charset="0"/>
              <a:buChar char="•"/>
            </a:pPr>
            <a:r>
              <a:rPr lang="en-GB" sz="2200" b="1" dirty="0"/>
              <a:t>Variability/noise</a:t>
            </a:r>
            <a:r>
              <a:rPr lang="en-GB" sz="2200" dirty="0"/>
              <a:t>: in the difference between scores/measures (how much each person changed), adjusted for sample size</a:t>
            </a:r>
          </a:p>
          <a:p>
            <a:pPr marL="342900" indent="-342900">
              <a:buFont typeface="Arial" panose="020B0604020202020204" pitchFamily="34" charset="0"/>
              <a:buChar char="•"/>
            </a:pPr>
            <a:endParaRPr lang="en-GB" sz="2200" dirty="0"/>
          </a:p>
          <a:p>
            <a:r>
              <a:rPr lang="en-GB" sz="2200" b="1" u="sng" dirty="0">
                <a:solidFill>
                  <a:srgbClr val="C00000"/>
                </a:solidFill>
              </a:rPr>
              <a:t>Independent Samples t-test </a:t>
            </a:r>
          </a:p>
          <a:p>
            <a:pPr marL="342900" indent="-342900">
              <a:buFont typeface="Arial" panose="020B0604020202020204" pitchFamily="34" charset="0"/>
              <a:buChar char="•"/>
            </a:pPr>
            <a:r>
              <a:rPr lang="en-GB" sz="2200" b="1" dirty="0"/>
              <a:t>Difference</a:t>
            </a:r>
            <a:r>
              <a:rPr lang="en-GB" sz="2200" dirty="0"/>
              <a:t>: the means of two independent groups </a:t>
            </a:r>
          </a:p>
          <a:p>
            <a:pPr marL="342900" indent="-342900">
              <a:buFont typeface="Arial" panose="020B0604020202020204" pitchFamily="34" charset="0"/>
              <a:buChar char="•"/>
            </a:pPr>
            <a:r>
              <a:rPr lang="en-GB" sz="2200" b="1" dirty="0"/>
              <a:t>Variability/noise</a:t>
            </a:r>
            <a:r>
              <a:rPr lang="en-GB" sz="2200" dirty="0"/>
              <a:t>: pooled within-group variability, adjusted for two sample sizes</a:t>
            </a:r>
          </a:p>
          <a:p>
            <a:pPr marL="342900" indent="-342900">
              <a:buFont typeface="Arial" panose="020B0604020202020204" pitchFamily="34" charset="0"/>
              <a:buChar char="•"/>
            </a:pPr>
            <a:endParaRPr lang="en-GB" sz="2200" dirty="0"/>
          </a:p>
        </p:txBody>
      </p:sp>
      <p:sp>
        <p:nvSpPr>
          <p:cNvPr id="5" name="Content Placeholder 2">
            <a:extLst>
              <a:ext uri="{FF2B5EF4-FFF2-40B4-BE49-F238E27FC236}">
                <a16:creationId xmlns:a16="http://schemas.microsoft.com/office/drawing/2014/main" id="{FB48A2C4-E5A9-1FB2-FF3A-0C204D244344}"/>
              </a:ext>
            </a:extLst>
          </p:cNvPr>
          <p:cNvSpPr txBox="1">
            <a:spLocks/>
          </p:cNvSpPr>
          <p:nvPr/>
        </p:nvSpPr>
        <p:spPr>
          <a:xfrm>
            <a:off x="229448" y="148043"/>
            <a:ext cx="8820422" cy="911397"/>
          </a:xfrm>
          <a:prstGeom prst="rect">
            <a:avLst/>
          </a:prstGeom>
          <a:noFill/>
        </p:spPr>
        <p:txBody>
          <a:bodyPr vert="horz" lIns="0" tIns="45720" rIns="0" bIns="45720" rtlCol="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Variability calculated slightly differently depending on t-test!</a:t>
            </a:r>
          </a:p>
        </p:txBody>
      </p:sp>
      <p:pic>
        <p:nvPicPr>
          <p:cNvPr id="4" name="Picture 3">
            <a:extLst>
              <a:ext uri="{FF2B5EF4-FFF2-40B4-BE49-F238E27FC236}">
                <a16:creationId xmlns:a16="http://schemas.microsoft.com/office/drawing/2014/main" id="{0D802498-A9D0-147E-BD5F-F39FD6FC0507}"/>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a:off x="5856790" y="5798560"/>
            <a:ext cx="3067804" cy="861345"/>
          </a:xfrm>
          <a:prstGeom prst="rect">
            <a:avLst/>
          </a:prstGeom>
        </p:spPr>
      </p:pic>
    </p:spTree>
    <p:custDataLst>
      <p:tags r:id="rId1"/>
    </p:custDataLst>
    <p:extLst>
      <p:ext uri="{BB962C8B-B14F-4D97-AF65-F5344CB8AC3E}">
        <p14:creationId xmlns:p14="http://schemas.microsoft.com/office/powerpoint/2010/main" val="2484479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21438-33DC-3D7D-1642-1CDDFFFAA6EA}"/>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A911D598-A15C-F550-77F4-3F85D21FC906}"/>
              </a:ext>
            </a:extLst>
          </p:cNvPr>
          <p:cNvSpPr>
            <a:spLocks noGrp="1"/>
          </p:cNvSpPr>
          <p:nvPr>
            <p:ph type="subTitle" idx="1"/>
          </p:nvPr>
        </p:nvSpPr>
        <p:spPr>
          <a:xfrm>
            <a:off x="5661212" y="1126745"/>
            <a:ext cx="3420629" cy="5152416"/>
          </a:xfrm>
          <a:noFill/>
        </p:spPr>
        <p:txBody>
          <a:bodyPr>
            <a:noAutofit/>
          </a:bodyPr>
          <a:lstStyle/>
          <a:p>
            <a:endParaRPr lang="en-US" sz="3200" b="1" dirty="0">
              <a:solidFill>
                <a:schemeClr val="tx1"/>
              </a:solidFill>
            </a:endParaRPr>
          </a:p>
          <a:p>
            <a:r>
              <a:rPr lang="en-US" sz="3200" b="1" dirty="0">
                <a:solidFill>
                  <a:schemeClr val="tx1"/>
                </a:solidFill>
              </a:rPr>
              <a:t>3. Assumptions</a:t>
            </a:r>
          </a:p>
          <a:p>
            <a:endParaRPr lang="en-US" sz="3200" b="1" dirty="0">
              <a:solidFill>
                <a:schemeClr val="tx1"/>
              </a:solidFill>
            </a:endParaRPr>
          </a:p>
        </p:txBody>
      </p:sp>
      <p:pic>
        <p:nvPicPr>
          <p:cNvPr id="3" name="Picture 6" descr="See the source image">
            <a:extLst>
              <a:ext uri="{FF2B5EF4-FFF2-40B4-BE49-F238E27FC236}">
                <a16:creationId xmlns:a16="http://schemas.microsoft.com/office/drawing/2014/main" id="{F5309757-EDDD-0474-249B-0DFB8562A2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8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BC8C8DE-726F-FC94-EC6E-844484384BE9}"/>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F6BCDF54-50DD-728C-9DE3-E13BC1D8179D}"/>
              </a:ext>
            </a:extLst>
          </p:cNvPr>
          <p:cNvSpPr>
            <a:spLocks noGrp="1"/>
          </p:cNvSpPr>
          <p:nvPr>
            <p:ph idx="1"/>
          </p:nvPr>
        </p:nvSpPr>
        <p:spPr>
          <a:xfrm>
            <a:off x="748756" y="316154"/>
            <a:ext cx="7812148" cy="911397"/>
          </a:xfrm>
          <a:noFill/>
        </p:spPr>
        <p:txBody>
          <a:bodyPr>
            <a:normAutofit/>
          </a:bodyPr>
          <a:lstStyle/>
          <a:p>
            <a:pPr marL="0" indent="0" algn="ctr">
              <a:buNone/>
            </a:pPr>
            <a:r>
              <a:rPr lang="en-GB" sz="4000" dirty="0">
                <a:solidFill>
                  <a:schemeClr val="tx1"/>
                </a:solidFill>
                <a:latin typeface="+mj-lt"/>
              </a:rPr>
              <a:t>Assumptions</a:t>
            </a:r>
          </a:p>
        </p:txBody>
      </p:sp>
      <p:sp>
        <p:nvSpPr>
          <p:cNvPr id="3" name="TextBox 2">
            <a:extLst>
              <a:ext uri="{FF2B5EF4-FFF2-40B4-BE49-F238E27FC236}">
                <a16:creationId xmlns:a16="http://schemas.microsoft.com/office/drawing/2014/main" id="{198ECA30-D927-1CC5-4302-5DBF805DFA1C}"/>
              </a:ext>
            </a:extLst>
          </p:cNvPr>
          <p:cNvSpPr txBox="1"/>
          <p:nvPr/>
        </p:nvSpPr>
        <p:spPr>
          <a:xfrm>
            <a:off x="212313" y="1019588"/>
            <a:ext cx="8545925" cy="4524315"/>
          </a:xfrm>
          <a:prstGeom prst="rect">
            <a:avLst/>
          </a:prstGeom>
          <a:noFill/>
        </p:spPr>
        <p:txBody>
          <a:bodyPr wrap="square">
            <a:spAutoFit/>
          </a:bodyPr>
          <a:lstStyle/>
          <a:p>
            <a:pPr lvl="0" defTabSz="914400">
              <a:defRPr/>
            </a:pPr>
            <a:r>
              <a:rPr lang="en-GB" sz="2400" i="1" dirty="0">
                <a:solidFill>
                  <a:srgbClr val="FF0000"/>
                </a:solidFill>
              </a:rPr>
              <a:t>REMEMBER from last week</a:t>
            </a:r>
            <a:r>
              <a:rPr lang="en-GB" sz="2400" dirty="0"/>
              <a:t>: before running a test (e.g. t-test), certain assumptions must be met.  </a:t>
            </a:r>
          </a:p>
          <a:p>
            <a:pPr lvl="0" defTabSz="914400">
              <a:defRPr/>
            </a:pPr>
            <a:endParaRPr lang="en-GB" sz="2400" dirty="0"/>
          </a:p>
          <a:p>
            <a:pPr lvl="0" defTabSz="914400">
              <a:defRPr/>
            </a:pPr>
            <a:r>
              <a:rPr lang="en-GB" sz="2400" dirty="0"/>
              <a:t>If assumptions are met (or approximately meet them), we run a standard version of the analysis test = called </a:t>
            </a:r>
            <a:r>
              <a:rPr lang="en-GB" sz="2400" b="1" dirty="0">
                <a:solidFill>
                  <a:srgbClr val="7030A0"/>
                </a:solidFill>
              </a:rPr>
              <a:t>Parametric tests.</a:t>
            </a:r>
          </a:p>
          <a:p>
            <a:pPr lvl="0" defTabSz="914400">
              <a:defRPr/>
            </a:pPr>
            <a:endParaRPr lang="en-GB" sz="2400" dirty="0"/>
          </a:p>
          <a:p>
            <a:pPr defTabSz="914400">
              <a:defRPr/>
            </a:pPr>
            <a:r>
              <a:rPr lang="en-GB" sz="2400" dirty="0"/>
              <a:t>If data don’t meet the assumptions = we use a </a:t>
            </a:r>
            <a:r>
              <a:rPr lang="en-GB" sz="2400" b="1" dirty="0">
                <a:solidFill>
                  <a:srgbClr val="D29956"/>
                </a:solidFill>
              </a:rPr>
              <a:t>Non-Parametric</a:t>
            </a:r>
            <a:r>
              <a:rPr lang="en-GB" sz="2400" b="1" dirty="0">
                <a:solidFill>
                  <a:srgbClr val="FF0000"/>
                </a:solidFill>
              </a:rPr>
              <a:t> </a:t>
            </a:r>
            <a:r>
              <a:rPr lang="en-GB" sz="2400" dirty="0"/>
              <a:t>version of the tests (less strict version, fewer assumptions to meet).</a:t>
            </a:r>
          </a:p>
          <a:p>
            <a:pPr defTabSz="914400">
              <a:defRPr/>
            </a:pPr>
            <a:endParaRPr lang="en-GB" sz="2400" dirty="0"/>
          </a:p>
          <a:p>
            <a:pPr defTabSz="914400">
              <a:defRPr/>
            </a:pPr>
            <a:r>
              <a:rPr lang="en-GB" sz="2400" dirty="0"/>
              <a:t>→ there’s standard assumptions that apply to all t-tests (one-samples, paired-samples, independent-samples) and one that only applies to one type! </a:t>
            </a:r>
          </a:p>
        </p:txBody>
      </p:sp>
    </p:spTree>
    <p:custDataLst>
      <p:tags r:id="rId1"/>
    </p:custDataLst>
    <p:extLst>
      <p:ext uri="{BB962C8B-B14F-4D97-AF65-F5344CB8AC3E}">
        <p14:creationId xmlns:p14="http://schemas.microsoft.com/office/powerpoint/2010/main" val="3458783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2790A-454D-929C-44A7-E8D75B90401A}"/>
            </a:ext>
          </a:extLst>
        </p:cNvPr>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2FF296E1-4E0F-C631-954E-94B432D28242}"/>
              </a:ext>
            </a:extLst>
          </p:cNvPr>
          <p:cNvGraphicFramePr/>
          <p:nvPr>
            <p:extLst>
              <p:ext uri="{D42A27DB-BD31-4B8C-83A1-F6EECF244321}">
                <p14:modId xmlns:p14="http://schemas.microsoft.com/office/powerpoint/2010/main" val="1848999430"/>
              </p:ext>
            </p:extLst>
          </p:nvPr>
        </p:nvGraphicFramePr>
        <p:xfrm>
          <a:off x="135000" y="917505"/>
          <a:ext cx="8874000" cy="5329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Content Placeholder 2">
            <a:extLst>
              <a:ext uri="{FF2B5EF4-FFF2-40B4-BE49-F238E27FC236}">
                <a16:creationId xmlns:a16="http://schemas.microsoft.com/office/drawing/2014/main" id="{130E5074-9129-C9A5-9DD7-118C9D2AB287}"/>
              </a:ext>
            </a:extLst>
          </p:cNvPr>
          <p:cNvSpPr txBox="1">
            <a:spLocks/>
          </p:cNvSpPr>
          <p:nvPr/>
        </p:nvSpPr>
        <p:spPr>
          <a:xfrm>
            <a:off x="665926" y="185985"/>
            <a:ext cx="7812148" cy="731520"/>
          </a:xfrm>
          <a:prstGeom prst="rect">
            <a:avLst/>
          </a:prstGeom>
          <a:noFill/>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Assumptions of t-tests</a:t>
            </a:r>
          </a:p>
        </p:txBody>
      </p:sp>
    </p:spTree>
    <p:extLst>
      <p:ext uri="{BB962C8B-B14F-4D97-AF65-F5344CB8AC3E}">
        <p14:creationId xmlns:p14="http://schemas.microsoft.com/office/powerpoint/2010/main" val="3400893078"/>
      </p:ext>
    </p:extLst>
  </p:cSld>
  <p:clrMapOvr>
    <a:masterClrMapping/>
  </p:clrMapOvr>
  <mc:AlternateContent xmlns:mc="http://schemas.openxmlformats.org/markup-compatibility/2006" xmlns:p14="http://schemas.microsoft.com/office/powerpoint/2010/main">
    <mc:Choice Requires="p14">
      <p:transition spd="slow" p14:dur="2000" advTm="141250"/>
    </mc:Choice>
    <mc:Fallback xmlns="">
      <p:transition spd="slow" advTm="1412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7B9ED911-636C-4F2A-9CFE-6598813DF25B}"/>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9E1C77DF-1F03-4448-995C-BB9251236616}"/>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graphicEl>
                                              <a:dgm id="{52DD377E-4B3E-4847-A06F-BDED3CF8A93F}"/>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graphicEl>
                                              <a:dgm id="{BBE8FC3B-BC14-4EB2-B338-ED0E22F77CFD}"/>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graphicEl>
                                              <a:dgm id="{6295F76E-77D2-47C3-A320-E6FB9544DC8D}"/>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graphicEl>
                                              <a:dgm id="{EC171E00-08AB-499D-BD6B-288BA49D6743}"/>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graphicEl>
                                              <a:dgm id="{01089CDB-91AE-42ED-88F4-A9934CBBC8AF}"/>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graphicEl>
                                              <a:dgm id="{2FB568BD-34EE-4EA4-B34A-627B2BE207E8}"/>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3387847-286C-6F71-3B51-92AC21A481E8}"/>
            </a:ext>
          </a:extLst>
        </p:cNvPr>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15C672B-E56F-7373-2036-9926ADDC1F0A}"/>
              </a:ext>
            </a:extLst>
          </p:cNvPr>
          <p:cNvGraphicFramePr/>
          <p:nvPr>
            <p:extLst>
              <p:ext uri="{D42A27DB-BD31-4B8C-83A1-F6EECF244321}">
                <p14:modId xmlns:p14="http://schemas.microsoft.com/office/powerpoint/2010/main" val="1877307516"/>
              </p:ext>
            </p:extLst>
          </p:nvPr>
        </p:nvGraphicFramePr>
        <p:xfrm>
          <a:off x="135000" y="804672"/>
          <a:ext cx="8874000" cy="6053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Content Placeholder 2">
            <a:extLst>
              <a:ext uri="{FF2B5EF4-FFF2-40B4-BE49-F238E27FC236}">
                <a16:creationId xmlns:a16="http://schemas.microsoft.com/office/drawing/2014/main" id="{95B795CA-A091-B651-0874-0F172B6FBA7B}"/>
              </a:ext>
            </a:extLst>
          </p:cNvPr>
          <p:cNvSpPr txBox="1">
            <a:spLocks/>
          </p:cNvSpPr>
          <p:nvPr/>
        </p:nvSpPr>
        <p:spPr>
          <a:xfrm>
            <a:off x="665926" y="185985"/>
            <a:ext cx="7812148" cy="731520"/>
          </a:xfrm>
          <a:prstGeom prst="rect">
            <a:avLst/>
          </a:prstGeom>
          <a:noFill/>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Assumptions of t-tests</a:t>
            </a:r>
          </a:p>
        </p:txBody>
      </p:sp>
      <p:sp>
        <p:nvSpPr>
          <p:cNvPr id="2" name="TextBox 1">
            <a:extLst>
              <a:ext uri="{FF2B5EF4-FFF2-40B4-BE49-F238E27FC236}">
                <a16:creationId xmlns:a16="http://schemas.microsoft.com/office/drawing/2014/main" id="{D5921E9D-3EBD-DF9D-5354-B15F77F400D9}"/>
              </a:ext>
            </a:extLst>
          </p:cNvPr>
          <p:cNvSpPr txBox="1"/>
          <p:nvPr/>
        </p:nvSpPr>
        <p:spPr>
          <a:xfrm rot="20683986">
            <a:off x="157682" y="409224"/>
            <a:ext cx="1627558" cy="400110"/>
          </a:xfrm>
          <a:prstGeom prst="rect">
            <a:avLst/>
          </a:prstGeom>
          <a:solidFill>
            <a:srgbClr val="FFFF00"/>
          </a:solidFill>
        </p:spPr>
        <p:txBody>
          <a:bodyPr wrap="square">
            <a:spAutoFit/>
          </a:bodyPr>
          <a:lstStyle/>
          <a:p>
            <a:r>
              <a:rPr lang="en-GB" sz="2000" b="1" dirty="0">
                <a:solidFill>
                  <a:srgbClr val="FF0000"/>
                </a:solidFill>
              </a:rPr>
              <a:t>How to check</a:t>
            </a:r>
          </a:p>
        </p:txBody>
      </p:sp>
    </p:spTree>
    <p:extLst>
      <p:ext uri="{BB962C8B-B14F-4D97-AF65-F5344CB8AC3E}">
        <p14:creationId xmlns:p14="http://schemas.microsoft.com/office/powerpoint/2010/main" val="4036875639"/>
      </p:ext>
    </p:extLst>
  </p:cSld>
  <p:clrMapOvr>
    <a:masterClrMapping/>
  </p:clrMapOvr>
  <mc:AlternateContent xmlns:mc="http://schemas.openxmlformats.org/markup-compatibility/2006" xmlns:p14="http://schemas.microsoft.com/office/powerpoint/2010/main">
    <mc:Choice Requires="p14">
      <p:transition spd="slow" p14:dur="2000" advTm="141250"/>
    </mc:Choice>
    <mc:Fallback xmlns="">
      <p:transition spd="slow" advTm="1412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7B9ED911-636C-4F2A-9CFE-6598813DF25B}"/>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9E1C77DF-1F03-4448-995C-BB9251236616}"/>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graphicEl>
                                              <a:dgm id="{52DD377E-4B3E-4847-A06F-BDED3CF8A93F}"/>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graphicEl>
                                              <a:dgm id="{BBE8FC3B-BC14-4EB2-B338-ED0E22F77CFD}"/>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graphicEl>
                                              <a:dgm id="{6295F76E-77D2-47C3-A320-E6FB9544DC8D}"/>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graphicEl>
                                              <a:dgm id="{EC171E00-08AB-499D-BD6B-288BA49D6743}"/>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graphicEl>
                                              <a:dgm id="{01089CDB-91AE-42ED-88F4-A9934CBBC8AF}"/>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graphicEl>
                                              <a:dgm id="{2FB568BD-34EE-4EA4-B34A-627B2BE207E8}"/>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95AE9EC-5C34-E6FE-B3C4-B50ABCEA6AB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2C90C7-FACE-1397-BFE6-9D6813AB06C3}"/>
              </a:ext>
            </a:extLst>
          </p:cNvPr>
          <p:cNvSpPr txBox="1"/>
          <p:nvPr/>
        </p:nvSpPr>
        <p:spPr>
          <a:xfrm>
            <a:off x="651104" y="814337"/>
            <a:ext cx="3410656" cy="769441"/>
          </a:xfrm>
          <a:prstGeom prst="rect">
            <a:avLst/>
          </a:prstGeom>
          <a:solidFill>
            <a:schemeClr val="bg1"/>
          </a:solidFill>
        </p:spPr>
        <p:txBody>
          <a:bodyPr wrap="square">
            <a:spAutoFit/>
          </a:bodyPr>
          <a:lstStyle/>
          <a:p>
            <a:r>
              <a:rPr lang="en-GB" sz="2200" b="1" dirty="0">
                <a:effectLst/>
              </a:rPr>
              <a:t>Normality</a:t>
            </a:r>
            <a:endParaRPr lang="en-GB" sz="2200" b="1" dirty="0"/>
          </a:p>
          <a:p>
            <a:r>
              <a:rPr lang="en-GB" sz="2200" dirty="0">
                <a:effectLst/>
              </a:rPr>
              <a:t>Visual inspection</a:t>
            </a:r>
          </a:p>
        </p:txBody>
      </p:sp>
      <p:sp>
        <p:nvSpPr>
          <p:cNvPr id="5" name="Content Placeholder 2">
            <a:extLst>
              <a:ext uri="{FF2B5EF4-FFF2-40B4-BE49-F238E27FC236}">
                <a16:creationId xmlns:a16="http://schemas.microsoft.com/office/drawing/2014/main" id="{067D10F2-4E48-89F1-147A-57D71F5E5526}"/>
              </a:ext>
            </a:extLst>
          </p:cNvPr>
          <p:cNvSpPr>
            <a:spLocks noGrp="1"/>
          </p:cNvSpPr>
          <p:nvPr>
            <p:ph idx="1"/>
          </p:nvPr>
        </p:nvSpPr>
        <p:spPr>
          <a:xfrm>
            <a:off x="748756" y="191758"/>
            <a:ext cx="7812148" cy="752296"/>
          </a:xfrm>
          <a:noFill/>
        </p:spPr>
        <p:txBody>
          <a:bodyPr>
            <a:normAutofit/>
          </a:bodyPr>
          <a:lstStyle/>
          <a:p>
            <a:pPr marL="0" indent="0" algn="ctr">
              <a:buNone/>
            </a:pPr>
            <a:r>
              <a:rPr lang="en-GB" sz="4000" dirty="0">
                <a:solidFill>
                  <a:schemeClr val="tx1"/>
                </a:solidFill>
                <a:latin typeface="+mj-lt"/>
              </a:rPr>
              <a:t>Assumption Checking</a:t>
            </a:r>
          </a:p>
        </p:txBody>
      </p:sp>
      <p:pic>
        <p:nvPicPr>
          <p:cNvPr id="8" name="Picture 3" descr="C:\Users\Soazig\AppData\Local\JASP\temp\clipboard\resources\0\_3_t1478794481.png">
            <a:extLst>
              <a:ext uri="{FF2B5EF4-FFF2-40B4-BE49-F238E27FC236}">
                <a16:creationId xmlns:a16="http://schemas.microsoft.com/office/drawing/2014/main" id="{68EB2767-ADD1-6BB3-C3BF-6461F08DB5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104" y="1522223"/>
            <a:ext cx="3237452" cy="215830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D84847BC-2CEB-3B0A-85D5-FEADC38B43CC}"/>
              </a:ext>
            </a:extLst>
          </p:cNvPr>
          <p:cNvSpPr txBox="1"/>
          <p:nvPr/>
        </p:nvSpPr>
        <p:spPr>
          <a:xfrm>
            <a:off x="651104" y="3858583"/>
            <a:ext cx="3237452" cy="430887"/>
          </a:xfrm>
          <a:prstGeom prst="rect">
            <a:avLst/>
          </a:prstGeom>
          <a:solidFill>
            <a:schemeClr val="bg1"/>
          </a:solidFill>
        </p:spPr>
        <p:txBody>
          <a:bodyPr wrap="square">
            <a:spAutoFit/>
          </a:bodyPr>
          <a:lstStyle/>
          <a:p>
            <a:r>
              <a:rPr lang="en-GB" sz="2200" dirty="0">
                <a:effectLst/>
              </a:rPr>
              <a:t>In JASP: Descriptives</a:t>
            </a:r>
          </a:p>
        </p:txBody>
      </p:sp>
      <p:pic>
        <p:nvPicPr>
          <p:cNvPr id="29" name="Picture 28">
            <a:extLst>
              <a:ext uri="{FF2B5EF4-FFF2-40B4-BE49-F238E27FC236}">
                <a16:creationId xmlns:a16="http://schemas.microsoft.com/office/drawing/2014/main" id="{061256E9-A169-7C8E-B193-C0A92DB5C24F}"/>
              </a:ext>
            </a:extLst>
          </p:cNvPr>
          <p:cNvPicPr>
            <a:picLocks noChangeAspect="1"/>
          </p:cNvPicPr>
          <p:nvPr/>
        </p:nvPicPr>
        <p:blipFill>
          <a:blip r:embed="rId5"/>
          <a:stretch>
            <a:fillRect/>
          </a:stretch>
        </p:blipFill>
        <p:spPr>
          <a:xfrm>
            <a:off x="4572000" y="1460564"/>
            <a:ext cx="3885448" cy="2184445"/>
          </a:xfrm>
          <a:prstGeom prst="rect">
            <a:avLst/>
          </a:prstGeom>
        </p:spPr>
      </p:pic>
      <p:sp>
        <p:nvSpPr>
          <p:cNvPr id="30" name="TextBox 29">
            <a:extLst>
              <a:ext uri="{FF2B5EF4-FFF2-40B4-BE49-F238E27FC236}">
                <a16:creationId xmlns:a16="http://schemas.microsoft.com/office/drawing/2014/main" id="{03D96249-7B0A-0265-6F5D-9AE7E41A74E1}"/>
              </a:ext>
            </a:extLst>
          </p:cNvPr>
          <p:cNvSpPr txBox="1"/>
          <p:nvPr/>
        </p:nvSpPr>
        <p:spPr>
          <a:xfrm>
            <a:off x="4572000" y="997511"/>
            <a:ext cx="3237452" cy="430887"/>
          </a:xfrm>
          <a:prstGeom prst="rect">
            <a:avLst/>
          </a:prstGeom>
          <a:solidFill>
            <a:schemeClr val="bg1"/>
          </a:solidFill>
        </p:spPr>
        <p:txBody>
          <a:bodyPr wrap="square">
            <a:spAutoFit/>
          </a:bodyPr>
          <a:lstStyle/>
          <a:p>
            <a:r>
              <a:rPr lang="en-GB" sz="2200" dirty="0">
                <a:effectLst/>
              </a:rPr>
              <a:t>In JASP: Analysis (t-test)</a:t>
            </a:r>
          </a:p>
        </p:txBody>
      </p:sp>
      <p:pic>
        <p:nvPicPr>
          <p:cNvPr id="32" name="Picture 31">
            <a:extLst>
              <a:ext uri="{FF2B5EF4-FFF2-40B4-BE49-F238E27FC236}">
                <a16:creationId xmlns:a16="http://schemas.microsoft.com/office/drawing/2014/main" id="{336F24DC-2999-3BB1-A93C-65E9125C482E}"/>
              </a:ext>
            </a:extLst>
          </p:cNvPr>
          <p:cNvPicPr>
            <a:picLocks noChangeAspect="1"/>
          </p:cNvPicPr>
          <p:nvPr/>
        </p:nvPicPr>
        <p:blipFill>
          <a:blip r:embed="rId6"/>
          <a:stretch>
            <a:fillRect/>
          </a:stretch>
        </p:blipFill>
        <p:spPr>
          <a:xfrm>
            <a:off x="754688" y="4195507"/>
            <a:ext cx="3133868" cy="2323808"/>
          </a:xfrm>
          <a:prstGeom prst="rect">
            <a:avLst/>
          </a:prstGeom>
        </p:spPr>
      </p:pic>
      <p:sp>
        <p:nvSpPr>
          <p:cNvPr id="33" name="Rectangle 32">
            <a:extLst>
              <a:ext uri="{FF2B5EF4-FFF2-40B4-BE49-F238E27FC236}">
                <a16:creationId xmlns:a16="http://schemas.microsoft.com/office/drawing/2014/main" id="{EF115DE5-8DA7-65DE-8228-766F819FE0ED}"/>
              </a:ext>
            </a:extLst>
          </p:cNvPr>
          <p:cNvSpPr/>
          <p:nvPr/>
        </p:nvSpPr>
        <p:spPr>
          <a:xfrm>
            <a:off x="906957" y="5687287"/>
            <a:ext cx="2898949" cy="35637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bg1"/>
              </a:solidFill>
            </a:endParaRPr>
          </a:p>
        </p:txBody>
      </p:sp>
      <p:sp>
        <p:nvSpPr>
          <p:cNvPr id="2" name="TextBox 1">
            <a:extLst>
              <a:ext uri="{FF2B5EF4-FFF2-40B4-BE49-F238E27FC236}">
                <a16:creationId xmlns:a16="http://schemas.microsoft.com/office/drawing/2014/main" id="{08865274-4245-A7D1-9F55-E4068DED48BA}"/>
              </a:ext>
            </a:extLst>
          </p:cNvPr>
          <p:cNvSpPr txBox="1"/>
          <p:nvPr/>
        </p:nvSpPr>
        <p:spPr>
          <a:xfrm>
            <a:off x="4288328" y="3645009"/>
            <a:ext cx="4855672" cy="3170099"/>
          </a:xfrm>
          <a:prstGeom prst="rect">
            <a:avLst/>
          </a:prstGeom>
          <a:solidFill>
            <a:schemeClr val="bg1"/>
          </a:solidFill>
        </p:spPr>
        <p:txBody>
          <a:bodyPr wrap="square">
            <a:spAutoFit/>
          </a:bodyPr>
          <a:lstStyle/>
          <a:p>
            <a:r>
              <a:rPr lang="en-GB" sz="2000" b="1" dirty="0"/>
              <a:t>If p-value of the Shapiro-Wilk test </a:t>
            </a:r>
            <a:r>
              <a:rPr lang="en-GB" sz="2000" dirty="0"/>
              <a:t>is </a:t>
            </a:r>
            <a:r>
              <a:rPr lang="en-GB" sz="2000" b="1" dirty="0"/>
              <a:t>smaller</a:t>
            </a:r>
            <a:r>
              <a:rPr lang="en-GB" sz="2000" dirty="0"/>
              <a:t> than alpha value </a:t>
            </a:r>
          </a:p>
          <a:p>
            <a:r>
              <a:rPr lang="en-GB" sz="2000" b="1" dirty="0"/>
              <a:t>p </a:t>
            </a:r>
            <a:r>
              <a:rPr lang="en-GB" sz="2000" b="1" u="sng" dirty="0"/>
              <a:t>&lt;</a:t>
            </a:r>
            <a:r>
              <a:rPr lang="en-GB" sz="2000" b="1" dirty="0"/>
              <a:t> .05 = </a:t>
            </a:r>
            <a:r>
              <a:rPr lang="en-GB" sz="2000" dirty="0"/>
              <a:t>significant, data are not consistent with coming from a normal population (reject normality)</a:t>
            </a:r>
          </a:p>
          <a:p>
            <a:endParaRPr lang="en-GB" sz="2000" dirty="0"/>
          </a:p>
          <a:p>
            <a:r>
              <a:rPr lang="en-GB" sz="2000" dirty="0"/>
              <a:t>Often data are not normal – it depends how extreme. If the data are very skewed/clearly non-normal, and other assumptions are violated = use a Non-Parametric test.</a:t>
            </a:r>
            <a:endParaRPr lang="en-GB" sz="2000" dirty="0">
              <a:effectLst/>
            </a:endParaRPr>
          </a:p>
        </p:txBody>
      </p:sp>
    </p:spTree>
    <p:custDataLst>
      <p:tags r:id="rId1"/>
    </p:custDataLst>
    <p:extLst>
      <p:ext uri="{BB962C8B-B14F-4D97-AF65-F5344CB8AC3E}">
        <p14:creationId xmlns:p14="http://schemas.microsoft.com/office/powerpoint/2010/main" val="428051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E20D633-5B43-40D4-6691-F9A4D51942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5B583C-80F9-E749-A863-9983CD64515F}"/>
              </a:ext>
            </a:extLst>
          </p:cNvPr>
          <p:cNvSpPr txBox="1"/>
          <p:nvPr/>
        </p:nvSpPr>
        <p:spPr>
          <a:xfrm>
            <a:off x="651104" y="814337"/>
            <a:ext cx="3410656" cy="430887"/>
          </a:xfrm>
          <a:prstGeom prst="rect">
            <a:avLst/>
          </a:prstGeom>
          <a:solidFill>
            <a:schemeClr val="bg1"/>
          </a:solidFill>
        </p:spPr>
        <p:txBody>
          <a:bodyPr wrap="square">
            <a:spAutoFit/>
          </a:bodyPr>
          <a:lstStyle/>
          <a:p>
            <a:r>
              <a:rPr lang="en-GB" sz="2200" b="1" dirty="0">
                <a:effectLst/>
              </a:rPr>
              <a:t>Homogeneity of variance</a:t>
            </a:r>
            <a:endParaRPr lang="en-GB" sz="2200" b="1" dirty="0"/>
          </a:p>
        </p:txBody>
      </p:sp>
      <p:sp>
        <p:nvSpPr>
          <p:cNvPr id="5" name="Content Placeholder 2">
            <a:extLst>
              <a:ext uri="{FF2B5EF4-FFF2-40B4-BE49-F238E27FC236}">
                <a16:creationId xmlns:a16="http://schemas.microsoft.com/office/drawing/2014/main" id="{873BF1E5-8BB7-7FF5-5314-9D714001A245}"/>
              </a:ext>
            </a:extLst>
          </p:cNvPr>
          <p:cNvSpPr>
            <a:spLocks noGrp="1"/>
          </p:cNvSpPr>
          <p:nvPr>
            <p:ph idx="1"/>
          </p:nvPr>
        </p:nvSpPr>
        <p:spPr>
          <a:xfrm>
            <a:off x="748756" y="191758"/>
            <a:ext cx="7812148" cy="752296"/>
          </a:xfrm>
          <a:noFill/>
        </p:spPr>
        <p:txBody>
          <a:bodyPr>
            <a:normAutofit/>
          </a:bodyPr>
          <a:lstStyle/>
          <a:p>
            <a:pPr marL="0" indent="0" algn="ctr">
              <a:buNone/>
            </a:pPr>
            <a:r>
              <a:rPr lang="en-GB" sz="4000" dirty="0">
                <a:solidFill>
                  <a:schemeClr val="tx1"/>
                </a:solidFill>
                <a:latin typeface="+mj-lt"/>
              </a:rPr>
              <a:t>Assumption Checking</a:t>
            </a:r>
          </a:p>
        </p:txBody>
      </p:sp>
      <p:sp>
        <p:nvSpPr>
          <p:cNvPr id="30" name="TextBox 29">
            <a:extLst>
              <a:ext uri="{FF2B5EF4-FFF2-40B4-BE49-F238E27FC236}">
                <a16:creationId xmlns:a16="http://schemas.microsoft.com/office/drawing/2014/main" id="{5BBC8832-A6A3-8004-FB25-386CC5EB8649}"/>
              </a:ext>
            </a:extLst>
          </p:cNvPr>
          <p:cNvSpPr txBox="1"/>
          <p:nvPr/>
        </p:nvSpPr>
        <p:spPr>
          <a:xfrm>
            <a:off x="651103" y="1330950"/>
            <a:ext cx="6640947" cy="430887"/>
          </a:xfrm>
          <a:prstGeom prst="rect">
            <a:avLst/>
          </a:prstGeom>
          <a:solidFill>
            <a:schemeClr val="bg1"/>
          </a:solidFill>
        </p:spPr>
        <p:txBody>
          <a:bodyPr wrap="square">
            <a:spAutoFit/>
          </a:bodyPr>
          <a:lstStyle/>
          <a:p>
            <a:r>
              <a:rPr lang="en-GB" sz="2200" dirty="0">
                <a:effectLst/>
              </a:rPr>
              <a:t>In JASP: Analysis (</a:t>
            </a:r>
            <a:r>
              <a:rPr lang="en-GB" sz="2200" dirty="0"/>
              <a:t>I</a:t>
            </a:r>
            <a:r>
              <a:rPr lang="en-GB" sz="2200" dirty="0">
                <a:effectLst/>
              </a:rPr>
              <a:t>ndependent-samples t-test only)</a:t>
            </a:r>
          </a:p>
        </p:txBody>
      </p:sp>
      <p:grpSp>
        <p:nvGrpSpPr>
          <p:cNvPr id="7" name="Group 6">
            <a:extLst>
              <a:ext uri="{FF2B5EF4-FFF2-40B4-BE49-F238E27FC236}">
                <a16:creationId xmlns:a16="http://schemas.microsoft.com/office/drawing/2014/main" id="{22F55A43-BB10-F909-0A9B-7F72370EDE48}"/>
              </a:ext>
            </a:extLst>
          </p:cNvPr>
          <p:cNvGrpSpPr/>
          <p:nvPr/>
        </p:nvGrpSpPr>
        <p:grpSpPr>
          <a:xfrm>
            <a:off x="748756" y="2266195"/>
            <a:ext cx="2723649" cy="1657581"/>
            <a:chOff x="846509" y="1965025"/>
            <a:chExt cx="3019846" cy="1946197"/>
          </a:xfrm>
        </p:grpSpPr>
        <p:pic>
          <p:nvPicPr>
            <p:cNvPr id="6" name="Picture 5">
              <a:extLst>
                <a:ext uri="{FF2B5EF4-FFF2-40B4-BE49-F238E27FC236}">
                  <a16:creationId xmlns:a16="http://schemas.microsoft.com/office/drawing/2014/main" id="{0D255F8E-9554-F165-1B8B-D453082DE4C3}"/>
                </a:ext>
              </a:extLst>
            </p:cNvPr>
            <p:cNvPicPr>
              <a:picLocks noChangeAspect="1"/>
            </p:cNvPicPr>
            <p:nvPr/>
          </p:nvPicPr>
          <p:blipFill>
            <a:blip r:embed="rId4"/>
            <a:srcRect t="44785"/>
            <a:stretch>
              <a:fillRect/>
            </a:stretch>
          </p:blipFill>
          <p:spPr>
            <a:xfrm>
              <a:off x="846509" y="1965025"/>
              <a:ext cx="3019846" cy="1946197"/>
            </a:xfrm>
            <a:prstGeom prst="rect">
              <a:avLst/>
            </a:prstGeom>
          </p:spPr>
        </p:pic>
        <p:sp>
          <p:nvSpPr>
            <p:cNvPr id="33" name="Rectangle 32">
              <a:extLst>
                <a:ext uri="{FF2B5EF4-FFF2-40B4-BE49-F238E27FC236}">
                  <a16:creationId xmlns:a16="http://schemas.microsoft.com/office/drawing/2014/main" id="{847E438F-AF67-CC18-D148-1F93B19CF2F5}"/>
                </a:ext>
              </a:extLst>
            </p:cNvPr>
            <p:cNvSpPr/>
            <p:nvPr/>
          </p:nvSpPr>
          <p:spPr>
            <a:xfrm>
              <a:off x="906957" y="3255881"/>
              <a:ext cx="2898949" cy="35637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bg1"/>
                </a:solidFill>
              </a:endParaRPr>
            </a:p>
          </p:txBody>
        </p:sp>
      </p:grpSp>
      <p:sp>
        <p:nvSpPr>
          <p:cNvPr id="2" name="TextBox 1">
            <a:extLst>
              <a:ext uri="{FF2B5EF4-FFF2-40B4-BE49-F238E27FC236}">
                <a16:creationId xmlns:a16="http://schemas.microsoft.com/office/drawing/2014/main" id="{B481B03D-97D3-B96E-829C-2BE3B1039EB7}"/>
              </a:ext>
            </a:extLst>
          </p:cNvPr>
          <p:cNvSpPr txBox="1"/>
          <p:nvPr/>
        </p:nvSpPr>
        <p:spPr>
          <a:xfrm>
            <a:off x="891251" y="4148314"/>
            <a:ext cx="8252749" cy="1938992"/>
          </a:xfrm>
          <a:prstGeom prst="rect">
            <a:avLst/>
          </a:prstGeom>
          <a:solidFill>
            <a:schemeClr val="bg1"/>
          </a:solidFill>
        </p:spPr>
        <p:txBody>
          <a:bodyPr wrap="square">
            <a:spAutoFit/>
          </a:bodyPr>
          <a:lstStyle/>
          <a:p>
            <a:r>
              <a:rPr lang="en-GB" sz="2000" dirty="0"/>
              <a:t>Like the Shapiro-Wilk test of normality, </a:t>
            </a:r>
            <a:r>
              <a:rPr lang="en-GB" sz="2000" b="1" dirty="0"/>
              <a:t>if the p-value is smaller than </a:t>
            </a:r>
            <a:r>
              <a:rPr lang="en-GB" sz="2000" dirty="0"/>
              <a:t>alpha, </a:t>
            </a:r>
            <a:r>
              <a:rPr lang="en-GB" sz="2000" b="1" dirty="0"/>
              <a:t>p </a:t>
            </a:r>
            <a:r>
              <a:rPr lang="en-GB" sz="2000" b="1" u="sng" dirty="0"/>
              <a:t>&lt;</a:t>
            </a:r>
            <a:r>
              <a:rPr lang="en-GB" sz="2000" b="1" dirty="0"/>
              <a:t> .05 = </a:t>
            </a:r>
            <a:r>
              <a:rPr lang="en-GB" sz="2000" dirty="0"/>
              <a:t>significant. </a:t>
            </a:r>
          </a:p>
          <a:p>
            <a:r>
              <a:rPr lang="en-GB" sz="2000" dirty="0"/>
              <a:t>Suggests the variance between the two groups are significantly different from each other = assumption violated/not met. </a:t>
            </a:r>
          </a:p>
          <a:p>
            <a:endParaRPr lang="en-GB" sz="2000" dirty="0"/>
          </a:p>
          <a:p>
            <a:r>
              <a:rPr lang="en-GB" sz="2000" dirty="0"/>
              <a:t>Ideally: we want a non-significant result (as above)</a:t>
            </a:r>
          </a:p>
        </p:txBody>
      </p:sp>
      <p:pic>
        <p:nvPicPr>
          <p:cNvPr id="10" name="Picture 9">
            <a:extLst>
              <a:ext uri="{FF2B5EF4-FFF2-40B4-BE49-F238E27FC236}">
                <a16:creationId xmlns:a16="http://schemas.microsoft.com/office/drawing/2014/main" id="{9333CC60-63F8-6CE3-C110-490C8C4C5D88}"/>
              </a:ext>
            </a:extLst>
          </p:cNvPr>
          <p:cNvPicPr>
            <a:picLocks noChangeAspect="1"/>
          </p:cNvPicPr>
          <p:nvPr/>
        </p:nvPicPr>
        <p:blipFill>
          <a:blip r:embed="rId5"/>
          <a:stretch>
            <a:fillRect/>
          </a:stretch>
        </p:blipFill>
        <p:spPr>
          <a:xfrm>
            <a:off x="4061760" y="2148733"/>
            <a:ext cx="4848902" cy="1657581"/>
          </a:xfrm>
          <a:prstGeom prst="rect">
            <a:avLst/>
          </a:prstGeom>
        </p:spPr>
      </p:pic>
      <p:sp>
        <p:nvSpPr>
          <p:cNvPr id="11" name="TextBox 10">
            <a:extLst>
              <a:ext uri="{FF2B5EF4-FFF2-40B4-BE49-F238E27FC236}">
                <a16:creationId xmlns:a16="http://schemas.microsoft.com/office/drawing/2014/main" id="{9CABE9AE-0F13-E9C1-D9C4-A673B8C7BA81}"/>
              </a:ext>
            </a:extLst>
          </p:cNvPr>
          <p:cNvSpPr txBox="1"/>
          <p:nvPr/>
        </p:nvSpPr>
        <p:spPr>
          <a:xfrm>
            <a:off x="698447" y="1830133"/>
            <a:ext cx="2415144" cy="430887"/>
          </a:xfrm>
          <a:prstGeom prst="rect">
            <a:avLst/>
          </a:prstGeom>
          <a:solidFill>
            <a:schemeClr val="bg1"/>
          </a:solidFill>
        </p:spPr>
        <p:txBody>
          <a:bodyPr wrap="square">
            <a:spAutoFit/>
          </a:bodyPr>
          <a:lstStyle/>
          <a:p>
            <a:r>
              <a:rPr lang="en-GB" sz="2200" dirty="0">
                <a:effectLst/>
              </a:rPr>
              <a:t>Select Levene’s: </a:t>
            </a:r>
          </a:p>
        </p:txBody>
      </p:sp>
      <p:sp>
        <p:nvSpPr>
          <p:cNvPr id="12" name="TextBox 11">
            <a:extLst>
              <a:ext uri="{FF2B5EF4-FFF2-40B4-BE49-F238E27FC236}">
                <a16:creationId xmlns:a16="http://schemas.microsoft.com/office/drawing/2014/main" id="{E4BE43C8-F575-FCD6-D37E-6E556E13E1FA}"/>
              </a:ext>
            </a:extLst>
          </p:cNvPr>
          <p:cNvSpPr txBox="1"/>
          <p:nvPr/>
        </p:nvSpPr>
        <p:spPr>
          <a:xfrm>
            <a:off x="4167828" y="1830133"/>
            <a:ext cx="2415144" cy="430887"/>
          </a:xfrm>
          <a:prstGeom prst="rect">
            <a:avLst/>
          </a:prstGeom>
          <a:solidFill>
            <a:schemeClr val="bg1"/>
          </a:solidFill>
        </p:spPr>
        <p:txBody>
          <a:bodyPr wrap="square">
            <a:spAutoFit/>
          </a:bodyPr>
          <a:lstStyle/>
          <a:p>
            <a:r>
              <a:rPr lang="en-GB" sz="2200" dirty="0"/>
              <a:t>Test Output:</a:t>
            </a:r>
            <a:endParaRPr lang="en-GB" sz="2200" dirty="0">
              <a:effectLst/>
            </a:endParaRPr>
          </a:p>
        </p:txBody>
      </p:sp>
    </p:spTree>
    <p:custDataLst>
      <p:tags r:id="rId1"/>
    </p:custDataLst>
    <p:extLst>
      <p:ext uri="{BB962C8B-B14F-4D97-AF65-F5344CB8AC3E}">
        <p14:creationId xmlns:p14="http://schemas.microsoft.com/office/powerpoint/2010/main" val="24318518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D9451D5-19A9-ECB5-6091-75C558DD393A}"/>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A1BB4C21-6CB1-D3C0-FBE2-945C38FD25C8}"/>
              </a:ext>
            </a:extLst>
          </p:cNvPr>
          <p:cNvSpPr txBox="1"/>
          <p:nvPr/>
        </p:nvSpPr>
        <p:spPr>
          <a:xfrm>
            <a:off x="651104" y="4334200"/>
            <a:ext cx="7658068" cy="1015663"/>
          </a:xfrm>
          <a:prstGeom prst="rect">
            <a:avLst/>
          </a:prstGeom>
          <a:noFill/>
        </p:spPr>
        <p:txBody>
          <a:bodyPr wrap="square">
            <a:spAutoFit/>
          </a:bodyPr>
          <a:lstStyle/>
          <a:p>
            <a:r>
              <a:rPr lang="en-GB" sz="2000" dirty="0"/>
              <a:t>Welch in the test output: alongside (or instead of) and is reported and interpreted the same – (just add “Welch corrected” because homogeneity of variance assumption was violated)</a:t>
            </a:r>
            <a:endParaRPr lang="en-GB" sz="2000" dirty="0">
              <a:effectLst/>
            </a:endParaRPr>
          </a:p>
        </p:txBody>
      </p:sp>
      <p:sp>
        <p:nvSpPr>
          <p:cNvPr id="3" name="TextBox 2">
            <a:extLst>
              <a:ext uri="{FF2B5EF4-FFF2-40B4-BE49-F238E27FC236}">
                <a16:creationId xmlns:a16="http://schemas.microsoft.com/office/drawing/2014/main" id="{5A454D59-A83C-19D1-76BF-DFBBCB733E52}"/>
              </a:ext>
            </a:extLst>
          </p:cNvPr>
          <p:cNvSpPr txBox="1"/>
          <p:nvPr/>
        </p:nvSpPr>
        <p:spPr>
          <a:xfrm>
            <a:off x="651104" y="814337"/>
            <a:ext cx="3410656" cy="430887"/>
          </a:xfrm>
          <a:prstGeom prst="rect">
            <a:avLst/>
          </a:prstGeom>
          <a:solidFill>
            <a:schemeClr val="bg1"/>
          </a:solidFill>
        </p:spPr>
        <p:txBody>
          <a:bodyPr wrap="square">
            <a:spAutoFit/>
          </a:bodyPr>
          <a:lstStyle/>
          <a:p>
            <a:r>
              <a:rPr lang="en-GB" sz="2200" b="1" dirty="0">
                <a:effectLst/>
              </a:rPr>
              <a:t>Homogeneity of variance</a:t>
            </a:r>
            <a:endParaRPr lang="en-GB" sz="2200" b="1" dirty="0"/>
          </a:p>
        </p:txBody>
      </p:sp>
      <p:sp>
        <p:nvSpPr>
          <p:cNvPr id="5" name="Content Placeholder 2">
            <a:extLst>
              <a:ext uri="{FF2B5EF4-FFF2-40B4-BE49-F238E27FC236}">
                <a16:creationId xmlns:a16="http://schemas.microsoft.com/office/drawing/2014/main" id="{7D5295CA-64F3-12B9-6114-80BC167BF643}"/>
              </a:ext>
            </a:extLst>
          </p:cNvPr>
          <p:cNvSpPr>
            <a:spLocks noGrp="1"/>
          </p:cNvSpPr>
          <p:nvPr>
            <p:ph idx="1"/>
          </p:nvPr>
        </p:nvSpPr>
        <p:spPr>
          <a:xfrm>
            <a:off x="748756" y="191758"/>
            <a:ext cx="7812148" cy="752296"/>
          </a:xfrm>
          <a:noFill/>
        </p:spPr>
        <p:txBody>
          <a:bodyPr>
            <a:normAutofit/>
          </a:bodyPr>
          <a:lstStyle/>
          <a:p>
            <a:pPr marL="0" indent="0" algn="ctr">
              <a:buNone/>
            </a:pPr>
            <a:r>
              <a:rPr lang="en-GB" sz="4000" dirty="0">
                <a:solidFill>
                  <a:schemeClr val="tx1"/>
                </a:solidFill>
                <a:latin typeface="+mj-lt"/>
              </a:rPr>
              <a:t>Assumption Checking</a:t>
            </a:r>
          </a:p>
        </p:txBody>
      </p:sp>
      <p:sp>
        <p:nvSpPr>
          <p:cNvPr id="2" name="TextBox 1">
            <a:extLst>
              <a:ext uri="{FF2B5EF4-FFF2-40B4-BE49-F238E27FC236}">
                <a16:creationId xmlns:a16="http://schemas.microsoft.com/office/drawing/2014/main" id="{63EC6573-26D9-D502-ACB4-B9C46AC10332}"/>
              </a:ext>
            </a:extLst>
          </p:cNvPr>
          <p:cNvSpPr txBox="1"/>
          <p:nvPr/>
        </p:nvSpPr>
        <p:spPr>
          <a:xfrm>
            <a:off x="528455" y="1566633"/>
            <a:ext cx="8615545" cy="707886"/>
          </a:xfrm>
          <a:prstGeom prst="rect">
            <a:avLst/>
          </a:prstGeom>
          <a:solidFill>
            <a:schemeClr val="bg1"/>
          </a:solidFill>
        </p:spPr>
        <p:txBody>
          <a:bodyPr wrap="square">
            <a:spAutoFit/>
          </a:bodyPr>
          <a:lstStyle/>
          <a:p>
            <a:r>
              <a:rPr lang="en-GB" sz="2000" dirty="0">
                <a:effectLst/>
              </a:rPr>
              <a:t>BUT if violated, select ‘Welch’ – a </a:t>
            </a:r>
            <a:r>
              <a:rPr lang="en-GB" sz="2000" dirty="0"/>
              <a:t>Welch’s corrected independent-samples t-test (adjusts values slightly)</a:t>
            </a:r>
          </a:p>
        </p:txBody>
      </p:sp>
      <p:pic>
        <p:nvPicPr>
          <p:cNvPr id="8" name="Picture 7">
            <a:extLst>
              <a:ext uri="{FF2B5EF4-FFF2-40B4-BE49-F238E27FC236}">
                <a16:creationId xmlns:a16="http://schemas.microsoft.com/office/drawing/2014/main" id="{AE117F64-3240-66BF-1C21-1D30D3219545}"/>
              </a:ext>
            </a:extLst>
          </p:cNvPr>
          <p:cNvPicPr>
            <a:picLocks noChangeAspect="1"/>
          </p:cNvPicPr>
          <p:nvPr/>
        </p:nvPicPr>
        <p:blipFill>
          <a:blip r:embed="rId4"/>
          <a:stretch>
            <a:fillRect/>
          </a:stretch>
        </p:blipFill>
        <p:spPr>
          <a:xfrm>
            <a:off x="1153870" y="2470008"/>
            <a:ext cx="1838582" cy="1419423"/>
          </a:xfrm>
          <a:prstGeom prst="rect">
            <a:avLst/>
          </a:prstGeom>
        </p:spPr>
      </p:pic>
      <p:pic>
        <p:nvPicPr>
          <p:cNvPr id="13" name="Picture 12">
            <a:extLst>
              <a:ext uri="{FF2B5EF4-FFF2-40B4-BE49-F238E27FC236}">
                <a16:creationId xmlns:a16="http://schemas.microsoft.com/office/drawing/2014/main" id="{4DF79C38-C1D1-2A0B-4D8C-6867DCA585F2}"/>
              </a:ext>
            </a:extLst>
          </p:cNvPr>
          <p:cNvPicPr>
            <a:picLocks noChangeAspect="1"/>
          </p:cNvPicPr>
          <p:nvPr/>
        </p:nvPicPr>
        <p:blipFill>
          <a:blip r:embed="rId5"/>
          <a:stretch>
            <a:fillRect/>
          </a:stretch>
        </p:blipFill>
        <p:spPr>
          <a:xfrm>
            <a:off x="3422165" y="5312350"/>
            <a:ext cx="4887007" cy="1295581"/>
          </a:xfrm>
          <a:prstGeom prst="rect">
            <a:avLst/>
          </a:prstGeom>
        </p:spPr>
      </p:pic>
      <p:sp>
        <p:nvSpPr>
          <p:cNvPr id="15" name="Rectangle 14">
            <a:extLst>
              <a:ext uri="{FF2B5EF4-FFF2-40B4-BE49-F238E27FC236}">
                <a16:creationId xmlns:a16="http://schemas.microsoft.com/office/drawing/2014/main" id="{7A9A692E-2403-BE8A-9FB7-748EFA56366A}"/>
              </a:ext>
            </a:extLst>
          </p:cNvPr>
          <p:cNvSpPr/>
          <p:nvPr/>
        </p:nvSpPr>
        <p:spPr>
          <a:xfrm>
            <a:off x="1153870" y="3179719"/>
            <a:ext cx="1488512" cy="36142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bg1"/>
              </a:solidFill>
            </a:endParaRPr>
          </a:p>
        </p:txBody>
      </p:sp>
      <p:sp>
        <p:nvSpPr>
          <p:cNvPr id="16" name="Rectangle 15">
            <a:extLst>
              <a:ext uri="{FF2B5EF4-FFF2-40B4-BE49-F238E27FC236}">
                <a16:creationId xmlns:a16="http://schemas.microsoft.com/office/drawing/2014/main" id="{0578898C-45D8-98C4-9B76-BEAEFD6BF116}"/>
              </a:ext>
            </a:extLst>
          </p:cNvPr>
          <p:cNvSpPr/>
          <p:nvPr/>
        </p:nvSpPr>
        <p:spPr>
          <a:xfrm>
            <a:off x="4572000" y="6205949"/>
            <a:ext cx="3422752" cy="24474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bg1"/>
              </a:solidFill>
            </a:endParaRPr>
          </a:p>
        </p:txBody>
      </p:sp>
      <p:cxnSp>
        <p:nvCxnSpPr>
          <p:cNvPr id="26" name="Connecteur droit avec flèche 8">
            <a:extLst>
              <a:ext uri="{FF2B5EF4-FFF2-40B4-BE49-F238E27FC236}">
                <a16:creationId xmlns:a16="http://schemas.microsoft.com/office/drawing/2014/main" id="{C33F1251-4314-1F8F-C62D-DDEF5C5708F4}"/>
              </a:ext>
            </a:extLst>
          </p:cNvPr>
          <p:cNvCxnSpPr>
            <a:cxnSpLocks/>
          </p:cNvCxnSpPr>
          <p:nvPr/>
        </p:nvCxnSpPr>
        <p:spPr>
          <a:xfrm>
            <a:off x="1793780" y="5544883"/>
            <a:ext cx="2503900" cy="90581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8" name="Connecteur droit avec flèche 8">
            <a:extLst>
              <a:ext uri="{FF2B5EF4-FFF2-40B4-BE49-F238E27FC236}">
                <a16:creationId xmlns:a16="http://schemas.microsoft.com/office/drawing/2014/main" id="{EA9D1D1B-7DF4-647D-A3C3-50BAC02BB125}"/>
              </a:ext>
            </a:extLst>
          </p:cNvPr>
          <p:cNvCxnSpPr>
            <a:cxnSpLocks/>
          </p:cNvCxnSpPr>
          <p:nvPr/>
        </p:nvCxnSpPr>
        <p:spPr>
          <a:xfrm flipH="1">
            <a:off x="2468880" y="2541742"/>
            <a:ext cx="1005628" cy="81869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990989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0813670-4B25-3A1F-22A4-A8AECC8DE65A}"/>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D0CF6F9A-3068-A769-46E7-A3F1CEE2331B}"/>
              </a:ext>
            </a:extLst>
          </p:cNvPr>
          <p:cNvSpPr>
            <a:spLocks noGrp="1"/>
          </p:cNvSpPr>
          <p:nvPr>
            <p:ph idx="1"/>
          </p:nvPr>
        </p:nvSpPr>
        <p:spPr>
          <a:xfrm>
            <a:off x="748756" y="191758"/>
            <a:ext cx="7812148" cy="752296"/>
          </a:xfrm>
          <a:noFill/>
        </p:spPr>
        <p:txBody>
          <a:bodyPr>
            <a:normAutofit/>
          </a:bodyPr>
          <a:lstStyle/>
          <a:p>
            <a:pPr marL="0" indent="0" algn="ctr">
              <a:buNone/>
            </a:pPr>
            <a:r>
              <a:rPr lang="en-GB" sz="4000" dirty="0">
                <a:solidFill>
                  <a:schemeClr val="tx1"/>
                </a:solidFill>
                <a:latin typeface="+mj-lt"/>
              </a:rPr>
              <a:t>Assumption Checking</a:t>
            </a:r>
          </a:p>
        </p:txBody>
      </p:sp>
      <p:pic>
        <p:nvPicPr>
          <p:cNvPr id="34" name="Image 2">
            <a:extLst>
              <a:ext uri="{FF2B5EF4-FFF2-40B4-BE49-F238E27FC236}">
                <a16:creationId xmlns:a16="http://schemas.microsoft.com/office/drawing/2014/main" id="{351AAD4B-D872-E4CB-E05F-735088AFAF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754" y="3911982"/>
            <a:ext cx="7528301" cy="2336501"/>
          </a:xfrm>
          <a:prstGeom prst="rect">
            <a:avLst/>
          </a:prstGeom>
        </p:spPr>
      </p:pic>
      <p:sp>
        <p:nvSpPr>
          <p:cNvPr id="35" name="TextBox 34">
            <a:extLst>
              <a:ext uri="{FF2B5EF4-FFF2-40B4-BE49-F238E27FC236}">
                <a16:creationId xmlns:a16="http://schemas.microsoft.com/office/drawing/2014/main" id="{57E883F6-631B-EA11-0669-9D4A001D7DCD}"/>
              </a:ext>
            </a:extLst>
          </p:cNvPr>
          <p:cNvSpPr txBox="1"/>
          <p:nvPr/>
        </p:nvSpPr>
        <p:spPr>
          <a:xfrm>
            <a:off x="748754" y="996857"/>
            <a:ext cx="8163751" cy="2585323"/>
          </a:xfrm>
          <a:prstGeom prst="rect">
            <a:avLst/>
          </a:prstGeom>
          <a:solidFill>
            <a:schemeClr val="bg1"/>
          </a:solidFill>
        </p:spPr>
        <p:txBody>
          <a:bodyPr wrap="square">
            <a:spAutoFit/>
          </a:bodyPr>
          <a:lstStyle/>
          <a:p>
            <a:r>
              <a:rPr lang="en-GB" sz="2200" b="1" dirty="0">
                <a:effectLst/>
              </a:rPr>
              <a:t>Type of Data </a:t>
            </a:r>
          </a:p>
          <a:p>
            <a:r>
              <a:rPr lang="en-GB" sz="2000" b="1" dirty="0"/>
              <a:t>IV</a:t>
            </a:r>
            <a:r>
              <a:rPr lang="en-GB" sz="2000" dirty="0"/>
              <a:t>: categorical / nominal</a:t>
            </a:r>
          </a:p>
          <a:p>
            <a:r>
              <a:rPr lang="en-GB" sz="2000" b="1" dirty="0"/>
              <a:t>DV</a:t>
            </a:r>
            <a:r>
              <a:rPr lang="en-GB" sz="2000" dirty="0"/>
              <a:t>: Interval or ratio</a:t>
            </a:r>
          </a:p>
          <a:p>
            <a:r>
              <a:rPr lang="en-GB" sz="2000" dirty="0">
                <a:effectLst/>
              </a:rPr>
              <a:t>But it can also be Ordinal data e.g. Likert scales) – check the scale, range, spread etc. </a:t>
            </a:r>
          </a:p>
          <a:p>
            <a:r>
              <a:rPr lang="en-GB" sz="2000" dirty="0"/>
              <a:t>And it </a:t>
            </a:r>
            <a:r>
              <a:rPr lang="en-GB" sz="2000" dirty="0">
                <a:effectLst/>
              </a:rPr>
              <a:t>must have a meaningful order</a:t>
            </a:r>
            <a:r>
              <a:rPr lang="en-GB" sz="2000" dirty="0"/>
              <a:t> (consider interpretation)</a:t>
            </a:r>
          </a:p>
          <a:p>
            <a:r>
              <a:rPr lang="en-GB" sz="2000" dirty="0">
                <a:effectLst/>
              </a:rPr>
              <a:t>e.g. </a:t>
            </a:r>
            <a:r>
              <a:rPr lang="en-GB" sz="2000" dirty="0"/>
              <a:t>remember from last week: results change depending on how it’s plotted, type of chocolate has no meaningful order!</a:t>
            </a:r>
            <a:endParaRPr lang="en-GB" sz="2000" dirty="0">
              <a:effectLst/>
            </a:endParaRPr>
          </a:p>
        </p:txBody>
      </p:sp>
      <p:sp>
        <p:nvSpPr>
          <p:cNvPr id="2" name="ZoneTexte 10">
            <a:extLst>
              <a:ext uri="{FF2B5EF4-FFF2-40B4-BE49-F238E27FC236}">
                <a16:creationId xmlns:a16="http://schemas.microsoft.com/office/drawing/2014/main" id="{96415471-1136-1280-4103-96A062EF1CA3}"/>
              </a:ext>
            </a:extLst>
          </p:cNvPr>
          <p:cNvSpPr txBox="1"/>
          <p:nvPr/>
        </p:nvSpPr>
        <p:spPr>
          <a:xfrm>
            <a:off x="1489379" y="6248483"/>
            <a:ext cx="1489126" cy="307777"/>
          </a:xfrm>
          <a:prstGeom prst="rect">
            <a:avLst/>
          </a:prstGeom>
          <a:noFill/>
        </p:spPr>
        <p:txBody>
          <a:bodyPr wrap="none" rtlCol="0">
            <a:spAutoFit/>
          </a:bodyPr>
          <a:lstStyle/>
          <a:p>
            <a:r>
              <a:rPr lang="en-GB" sz="1400" dirty="0"/>
              <a:t>Type of Chocolate</a:t>
            </a:r>
          </a:p>
        </p:txBody>
      </p:sp>
      <p:sp>
        <p:nvSpPr>
          <p:cNvPr id="3" name="ZoneTexte 10">
            <a:extLst>
              <a:ext uri="{FF2B5EF4-FFF2-40B4-BE49-F238E27FC236}">
                <a16:creationId xmlns:a16="http://schemas.microsoft.com/office/drawing/2014/main" id="{388F2C1A-8031-8ADF-CC0E-C192D17CEE85}"/>
              </a:ext>
            </a:extLst>
          </p:cNvPr>
          <p:cNvSpPr txBox="1"/>
          <p:nvPr/>
        </p:nvSpPr>
        <p:spPr>
          <a:xfrm>
            <a:off x="4138654" y="6248483"/>
            <a:ext cx="1489126" cy="307777"/>
          </a:xfrm>
          <a:prstGeom prst="rect">
            <a:avLst/>
          </a:prstGeom>
          <a:noFill/>
        </p:spPr>
        <p:txBody>
          <a:bodyPr wrap="none" rtlCol="0">
            <a:spAutoFit/>
          </a:bodyPr>
          <a:lstStyle/>
          <a:p>
            <a:r>
              <a:rPr lang="en-GB" sz="1400" dirty="0"/>
              <a:t>Type of Chocolate</a:t>
            </a:r>
          </a:p>
        </p:txBody>
      </p:sp>
      <p:sp>
        <p:nvSpPr>
          <p:cNvPr id="6" name="ZoneTexte 10">
            <a:extLst>
              <a:ext uri="{FF2B5EF4-FFF2-40B4-BE49-F238E27FC236}">
                <a16:creationId xmlns:a16="http://schemas.microsoft.com/office/drawing/2014/main" id="{470ED7CF-32CC-34C7-5163-A863144FB94F}"/>
              </a:ext>
            </a:extLst>
          </p:cNvPr>
          <p:cNvSpPr txBox="1"/>
          <p:nvPr/>
        </p:nvSpPr>
        <p:spPr>
          <a:xfrm>
            <a:off x="6623441" y="6248482"/>
            <a:ext cx="1489126" cy="307777"/>
          </a:xfrm>
          <a:prstGeom prst="rect">
            <a:avLst/>
          </a:prstGeom>
          <a:noFill/>
        </p:spPr>
        <p:txBody>
          <a:bodyPr wrap="none" rtlCol="0">
            <a:spAutoFit/>
          </a:bodyPr>
          <a:lstStyle/>
          <a:p>
            <a:r>
              <a:rPr lang="en-GB" sz="1400" dirty="0"/>
              <a:t>Type of Chocolate</a:t>
            </a:r>
          </a:p>
        </p:txBody>
      </p:sp>
    </p:spTree>
    <p:custDataLst>
      <p:tags r:id="rId1"/>
    </p:custDataLst>
    <p:extLst>
      <p:ext uri="{BB962C8B-B14F-4D97-AF65-F5344CB8AC3E}">
        <p14:creationId xmlns:p14="http://schemas.microsoft.com/office/powerpoint/2010/main" val="323613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B24F31-CEF8-27A0-5890-B80836EA4CCA}"/>
            </a:ext>
          </a:extLst>
        </p:cNvPr>
        <p:cNvGrpSpPr/>
        <p:nvPr/>
      </p:nvGrpSpPr>
      <p:grpSpPr>
        <a:xfrm>
          <a:off x="0" y="0"/>
          <a:ext cx="0" cy="0"/>
          <a:chOff x="0" y="0"/>
          <a:chExt cx="0" cy="0"/>
        </a:xfrm>
      </p:grpSpPr>
      <p:pic>
        <p:nvPicPr>
          <p:cNvPr id="9" name="Picture 2" descr="C:\Users\Soazig\AppData\Local\JASP\temp\clipboard\resources\0\_60_t-1117480332.png">
            <a:extLst>
              <a:ext uri="{FF2B5EF4-FFF2-40B4-BE49-F238E27FC236}">
                <a16:creationId xmlns:a16="http://schemas.microsoft.com/office/drawing/2014/main" id="{9111DC1B-556E-423C-D34E-D8657C25BD4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406922" y="1006642"/>
            <a:ext cx="2303323" cy="3032976"/>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C8AE04CE-3374-EAE0-9591-D48251BF075E}"/>
              </a:ext>
            </a:extLst>
          </p:cNvPr>
          <p:cNvSpPr>
            <a:spLocks noGrp="1"/>
          </p:cNvSpPr>
          <p:nvPr>
            <p:ph idx="1"/>
          </p:nvPr>
        </p:nvSpPr>
        <p:spPr>
          <a:xfrm>
            <a:off x="748756" y="191758"/>
            <a:ext cx="7812148" cy="752296"/>
          </a:xfrm>
          <a:noFill/>
        </p:spPr>
        <p:txBody>
          <a:bodyPr>
            <a:normAutofit/>
          </a:bodyPr>
          <a:lstStyle/>
          <a:p>
            <a:pPr marL="0" indent="0" algn="ctr">
              <a:buNone/>
            </a:pPr>
            <a:r>
              <a:rPr lang="en-GB" sz="4000" dirty="0">
                <a:solidFill>
                  <a:schemeClr val="tx1"/>
                </a:solidFill>
                <a:latin typeface="+mj-lt"/>
              </a:rPr>
              <a:t>Assumption Checking</a:t>
            </a:r>
          </a:p>
        </p:txBody>
      </p:sp>
      <p:sp>
        <p:nvSpPr>
          <p:cNvPr id="4" name="Rectangle 3">
            <a:extLst>
              <a:ext uri="{FF2B5EF4-FFF2-40B4-BE49-F238E27FC236}">
                <a16:creationId xmlns:a16="http://schemas.microsoft.com/office/drawing/2014/main" id="{0D150939-810A-9A56-C6D5-D4FEE9E0C959}"/>
              </a:ext>
            </a:extLst>
          </p:cNvPr>
          <p:cNvSpPr/>
          <p:nvPr/>
        </p:nvSpPr>
        <p:spPr>
          <a:xfrm>
            <a:off x="1710501" y="3040729"/>
            <a:ext cx="741322" cy="33694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bg1"/>
              </a:solidFill>
            </a:endParaRPr>
          </a:p>
        </p:txBody>
      </p:sp>
      <p:sp>
        <p:nvSpPr>
          <p:cNvPr id="35" name="TextBox 34">
            <a:extLst>
              <a:ext uri="{FF2B5EF4-FFF2-40B4-BE49-F238E27FC236}">
                <a16:creationId xmlns:a16="http://schemas.microsoft.com/office/drawing/2014/main" id="{2947E49E-A28C-233B-8D7D-D39BD58111DD}"/>
              </a:ext>
            </a:extLst>
          </p:cNvPr>
          <p:cNvSpPr txBox="1"/>
          <p:nvPr/>
        </p:nvSpPr>
        <p:spPr>
          <a:xfrm>
            <a:off x="4459197" y="862935"/>
            <a:ext cx="4383344" cy="2585323"/>
          </a:xfrm>
          <a:prstGeom prst="rect">
            <a:avLst/>
          </a:prstGeom>
          <a:solidFill>
            <a:schemeClr val="bg1"/>
          </a:solidFill>
        </p:spPr>
        <p:txBody>
          <a:bodyPr wrap="square">
            <a:spAutoFit/>
          </a:bodyPr>
          <a:lstStyle/>
          <a:p>
            <a:r>
              <a:rPr lang="en-GB" sz="2200" b="1" dirty="0"/>
              <a:t>Outliers</a:t>
            </a:r>
            <a:r>
              <a:rPr lang="en-GB" sz="2000" dirty="0"/>
              <a:t> </a:t>
            </a:r>
          </a:p>
          <a:p>
            <a:r>
              <a:rPr lang="en-GB" sz="2000" dirty="0"/>
              <a:t>Visually or in JASP </a:t>
            </a:r>
          </a:p>
          <a:p>
            <a:endParaRPr lang="en-GB" sz="2000" dirty="0"/>
          </a:p>
          <a:p>
            <a:r>
              <a:rPr lang="en-GB" sz="2000" dirty="0"/>
              <a:t>e.g. boxplot, select label outliers</a:t>
            </a:r>
          </a:p>
          <a:p>
            <a:r>
              <a:rPr lang="en-GB" sz="2000" dirty="0"/>
              <a:t>But it doesn’t mean they should automatically be deleted (judgement, how extreme, sample size, if other assumptions are met etc)</a:t>
            </a:r>
            <a:endParaRPr lang="en-GB" sz="2000" dirty="0">
              <a:effectLst/>
            </a:endParaRPr>
          </a:p>
        </p:txBody>
      </p:sp>
      <p:pic>
        <p:nvPicPr>
          <p:cNvPr id="37" name="Picture 36">
            <a:extLst>
              <a:ext uri="{FF2B5EF4-FFF2-40B4-BE49-F238E27FC236}">
                <a16:creationId xmlns:a16="http://schemas.microsoft.com/office/drawing/2014/main" id="{92551976-C616-5CBA-5444-FCA6419D00AF}"/>
              </a:ext>
            </a:extLst>
          </p:cNvPr>
          <p:cNvPicPr>
            <a:picLocks noChangeAspect="1"/>
          </p:cNvPicPr>
          <p:nvPr/>
        </p:nvPicPr>
        <p:blipFill>
          <a:blip r:embed="rId5"/>
          <a:stretch>
            <a:fillRect/>
          </a:stretch>
        </p:blipFill>
        <p:spPr>
          <a:xfrm>
            <a:off x="460221" y="4133360"/>
            <a:ext cx="3772426" cy="2400635"/>
          </a:xfrm>
          <a:prstGeom prst="rect">
            <a:avLst/>
          </a:prstGeom>
        </p:spPr>
      </p:pic>
      <p:cxnSp>
        <p:nvCxnSpPr>
          <p:cNvPr id="38" name="Connecteur droit avec flèche 8">
            <a:extLst>
              <a:ext uri="{FF2B5EF4-FFF2-40B4-BE49-F238E27FC236}">
                <a16:creationId xmlns:a16="http://schemas.microsoft.com/office/drawing/2014/main" id="{682BD399-1C1B-F212-00D6-9423265C3CDB}"/>
              </a:ext>
            </a:extLst>
          </p:cNvPr>
          <p:cNvCxnSpPr>
            <a:cxnSpLocks/>
          </p:cNvCxnSpPr>
          <p:nvPr/>
        </p:nvCxnSpPr>
        <p:spPr>
          <a:xfrm flipH="1">
            <a:off x="2451823" y="2808832"/>
            <a:ext cx="1022685" cy="33861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1777518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31483-BB28-0E0D-30D6-34A543553FE0}"/>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1C73DDC9-17E5-89F8-F075-75DEEB079CE4}"/>
              </a:ext>
            </a:extLst>
          </p:cNvPr>
          <p:cNvSpPr>
            <a:spLocks noGrp="1"/>
          </p:cNvSpPr>
          <p:nvPr>
            <p:ph type="subTitle" idx="1"/>
          </p:nvPr>
        </p:nvSpPr>
        <p:spPr>
          <a:xfrm>
            <a:off x="5661212" y="1126745"/>
            <a:ext cx="3193421" cy="5152416"/>
          </a:xfrm>
          <a:noFill/>
        </p:spPr>
        <p:txBody>
          <a:bodyPr>
            <a:noAutofit/>
          </a:bodyPr>
          <a:lstStyle/>
          <a:p>
            <a:endParaRPr lang="en-US" sz="3200" b="1" dirty="0">
              <a:solidFill>
                <a:schemeClr val="tx1"/>
              </a:solidFill>
            </a:endParaRPr>
          </a:p>
          <a:p>
            <a:r>
              <a:rPr lang="en-US" sz="3200" b="1" dirty="0">
                <a:solidFill>
                  <a:schemeClr val="tx1"/>
                </a:solidFill>
              </a:rPr>
              <a:t>4. Types of </a:t>
            </a:r>
          </a:p>
          <a:p>
            <a:r>
              <a:rPr lang="en-US" sz="3200" b="1" dirty="0">
                <a:solidFill>
                  <a:schemeClr val="tx1"/>
                </a:solidFill>
              </a:rPr>
              <a:t>t-tests </a:t>
            </a:r>
          </a:p>
          <a:p>
            <a:r>
              <a:rPr lang="en-US" sz="3200" b="1" dirty="0">
                <a:solidFill>
                  <a:schemeClr val="tx1"/>
                </a:solidFill>
              </a:rPr>
              <a:t>Non-parametric equivalents</a:t>
            </a:r>
          </a:p>
        </p:txBody>
      </p:sp>
      <p:pic>
        <p:nvPicPr>
          <p:cNvPr id="3" name="Picture 6" descr="See the source image">
            <a:extLst>
              <a:ext uri="{FF2B5EF4-FFF2-40B4-BE49-F238E27FC236}">
                <a16:creationId xmlns:a16="http://schemas.microsoft.com/office/drawing/2014/main" id="{4E6E8144-7AED-F93B-F8A3-88D51497A1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47142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4584E29-9396-774B-66A7-F71A1124B244}"/>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8CB9663-06E0-8773-3014-18928728B3A8}"/>
              </a:ext>
            </a:extLst>
          </p:cNvPr>
          <p:cNvSpPr>
            <a:spLocks noGrp="1"/>
          </p:cNvSpPr>
          <p:nvPr>
            <p:ph idx="1"/>
          </p:nvPr>
        </p:nvSpPr>
        <p:spPr>
          <a:xfrm>
            <a:off x="748756" y="191758"/>
            <a:ext cx="7812148" cy="752296"/>
          </a:xfrm>
          <a:noFill/>
        </p:spPr>
        <p:txBody>
          <a:bodyPr>
            <a:normAutofit/>
          </a:bodyPr>
          <a:lstStyle/>
          <a:p>
            <a:pPr marL="0" indent="0" algn="ctr">
              <a:buNone/>
            </a:pPr>
            <a:r>
              <a:rPr lang="en-GB" sz="4000" dirty="0">
                <a:solidFill>
                  <a:schemeClr val="tx1"/>
                </a:solidFill>
                <a:latin typeface="+mj-lt"/>
              </a:rPr>
              <a:t>Non-Parametric t-tests</a:t>
            </a:r>
          </a:p>
        </p:txBody>
      </p:sp>
      <p:sp>
        <p:nvSpPr>
          <p:cNvPr id="2" name="TextBox 1">
            <a:extLst>
              <a:ext uri="{FF2B5EF4-FFF2-40B4-BE49-F238E27FC236}">
                <a16:creationId xmlns:a16="http://schemas.microsoft.com/office/drawing/2014/main" id="{5E7AB6AC-8E2A-3789-827F-C9AFB122D644}"/>
              </a:ext>
            </a:extLst>
          </p:cNvPr>
          <p:cNvSpPr txBox="1"/>
          <p:nvPr/>
        </p:nvSpPr>
        <p:spPr>
          <a:xfrm>
            <a:off x="337290" y="944054"/>
            <a:ext cx="4317540" cy="5478423"/>
          </a:xfrm>
          <a:prstGeom prst="rect">
            <a:avLst/>
          </a:prstGeom>
          <a:solidFill>
            <a:schemeClr val="bg1"/>
          </a:solidFill>
        </p:spPr>
        <p:txBody>
          <a:bodyPr wrap="square">
            <a:spAutoFit/>
          </a:bodyPr>
          <a:lstStyle/>
          <a:p>
            <a:r>
              <a:rPr lang="en-GB" sz="2200" dirty="0">
                <a:effectLst/>
              </a:rPr>
              <a:t>Used if one major / most assumptions have been (severely) violated</a:t>
            </a:r>
          </a:p>
          <a:p>
            <a:endParaRPr lang="en-GB" sz="2200" dirty="0"/>
          </a:p>
          <a:p>
            <a:r>
              <a:rPr lang="en-GB" sz="2200" dirty="0"/>
              <a:t>Parametric tests have equivalents – they slightly differ in the way they’re calculated.</a:t>
            </a:r>
          </a:p>
          <a:p>
            <a:endParaRPr lang="en-GB" sz="2200" dirty="0"/>
          </a:p>
          <a:p>
            <a:r>
              <a:rPr lang="en-GB" sz="2200" dirty="0"/>
              <a:t>Non-parametric tests transform the data so it’s appropriate for analysis:</a:t>
            </a:r>
          </a:p>
          <a:p>
            <a:endParaRPr lang="en-GB" sz="2200" dirty="0"/>
          </a:p>
          <a:p>
            <a:r>
              <a:rPr lang="en-GB" sz="2200" dirty="0"/>
              <a:t>Typically, </a:t>
            </a:r>
            <a:r>
              <a:rPr lang="en-GB" sz="2200" b="1" i="1" dirty="0"/>
              <a:t>rank</a:t>
            </a:r>
            <a:r>
              <a:rPr lang="en-GB" sz="2200" dirty="0"/>
              <a:t> the raw data / scores from lowest to highest (sometimes raw scores will be ‘tied’ in a position too e.g., joint ‘last place’).</a:t>
            </a:r>
          </a:p>
          <a:p>
            <a:endParaRPr lang="en-GB" sz="2000" dirty="0"/>
          </a:p>
        </p:txBody>
      </p:sp>
      <p:pic>
        <p:nvPicPr>
          <p:cNvPr id="4" name="Picture 3">
            <a:extLst>
              <a:ext uri="{FF2B5EF4-FFF2-40B4-BE49-F238E27FC236}">
                <a16:creationId xmlns:a16="http://schemas.microsoft.com/office/drawing/2014/main" id="{3F20509F-1B28-53D8-2719-260284259BD6}"/>
              </a:ext>
            </a:extLst>
          </p:cNvPr>
          <p:cNvPicPr>
            <a:picLocks noChangeAspect="1"/>
          </p:cNvPicPr>
          <p:nvPr/>
        </p:nvPicPr>
        <p:blipFill>
          <a:blip r:embed="rId4"/>
          <a:stretch>
            <a:fillRect/>
          </a:stretch>
        </p:blipFill>
        <p:spPr>
          <a:xfrm>
            <a:off x="4791724" y="1248924"/>
            <a:ext cx="4185868" cy="3084653"/>
          </a:xfrm>
          <a:prstGeom prst="rect">
            <a:avLst/>
          </a:prstGeom>
        </p:spPr>
      </p:pic>
      <p:sp>
        <p:nvSpPr>
          <p:cNvPr id="9" name="TextBox 8">
            <a:extLst>
              <a:ext uri="{FF2B5EF4-FFF2-40B4-BE49-F238E27FC236}">
                <a16:creationId xmlns:a16="http://schemas.microsoft.com/office/drawing/2014/main" id="{F6021BA5-3553-C12C-9E48-81E1467D80C5}"/>
              </a:ext>
            </a:extLst>
          </p:cNvPr>
          <p:cNvSpPr txBox="1"/>
          <p:nvPr/>
        </p:nvSpPr>
        <p:spPr>
          <a:xfrm>
            <a:off x="4925028" y="4543591"/>
            <a:ext cx="3881682" cy="369332"/>
          </a:xfrm>
          <a:prstGeom prst="rect">
            <a:avLst/>
          </a:prstGeom>
          <a:noFill/>
        </p:spPr>
        <p:txBody>
          <a:bodyPr wrap="square">
            <a:spAutoFit/>
          </a:bodyPr>
          <a:lstStyle/>
          <a:p>
            <a:r>
              <a:rPr lang="en-GB" dirty="0"/>
              <a:t>↑ from last week, same applies</a:t>
            </a:r>
          </a:p>
        </p:txBody>
      </p:sp>
    </p:spTree>
    <p:custDataLst>
      <p:tags r:id="rId1"/>
    </p:custDataLst>
    <p:extLst>
      <p:ext uri="{BB962C8B-B14F-4D97-AF65-F5344CB8AC3E}">
        <p14:creationId xmlns:p14="http://schemas.microsoft.com/office/powerpoint/2010/main" val="34818794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CF365F5-146E-8234-9A0F-29C6D38553F4}"/>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9D49D9E7-7E48-98D0-72F3-32E23B4E9AC0}"/>
              </a:ext>
            </a:extLst>
          </p:cNvPr>
          <p:cNvPicPr>
            <a:picLocks noChangeAspect="1"/>
          </p:cNvPicPr>
          <p:nvPr/>
        </p:nvPicPr>
        <p:blipFill>
          <a:blip r:embed="rId4"/>
          <a:stretch>
            <a:fillRect/>
          </a:stretch>
        </p:blipFill>
        <p:spPr>
          <a:xfrm>
            <a:off x="5102893" y="4238678"/>
            <a:ext cx="3385596" cy="1929674"/>
          </a:xfrm>
          <a:prstGeom prst="rect">
            <a:avLst/>
          </a:prstGeom>
        </p:spPr>
      </p:pic>
      <p:sp>
        <p:nvSpPr>
          <p:cNvPr id="3" name="TextBox 2">
            <a:extLst>
              <a:ext uri="{FF2B5EF4-FFF2-40B4-BE49-F238E27FC236}">
                <a16:creationId xmlns:a16="http://schemas.microsoft.com/office/drawing/2014/main" id="{E992F14E-DCF1-5B46-640C-88455B1ACAE6}"/>
              </a:ext>
            </a:extLst>
          </p:cNvPr>
          <p:cNvSpPr txBox="1"/>
          <p:nvPr/>
        </p:nvSpPr>
        <p:spPr>
          <a:xfrm>
            <a:off x="323578" y="1060282"/>
            <a:ext cx="8149862" cy="4401205"/>
          </a:xfrm>
          <a:prstGeom prst="rect">
            <a:avLst/>
          </a:prstGeom>
          <a:noFill/>
        </p:spPr>
        <p:txBody>
          <a:bodyPr wrap="square">
            <a:spAutoFit/>
          </a:bodyPr>
          <a:lstStyle/>
          <a:p>
            <a:r>
              <a:rPr lang="en-GB" sz="2800" b="1" u="sng" dirty="0">
                <a:solidFill>
                  <a:srgbClr val="0070C0"/>
                </a:solidFill>
              </a:rPr>
              <a:t>One-Samples t-test: </a:t>
            </a:r>
          </a:p>
          <a:p>
            <a:pPr marL="342900" indent="-342900">
              <a:buFont typeface="Arial" panose="020B0604020202020204" pitchFamily="34" charset="0"/>
              <a:buChar char="•"/>
            </a:pPr>
            <a:r>
              <a:rPr lang="en-GB" sz="2800" b="1" dirty="0"/>
              <a:t>Wilcoxon signed rank test</a:t>
            </a:r>
          </a:p>
          <a:p>
            <a:pPr marL="342900" indent="-342900">
              <a:buFont typeface="Arial" panose="020B0604020202020204" pitchFamily="34" charset="0"/>
              <a:buChar char="•"/>
            </a:pPr>
            <a:endParaRPr lang="en-GB" sz="2800" dirty="0">
              <a:solidFill>
                <a:srgbClr val="3E8853"/>
              </a:solidFill>
            </a:endParaRPr>
          </a:p>
          <a:p>
            <a:endParaRPr lang="en-GB" sz="2800" dirty="0">
              <a:solidFill>
                <a:srgbClr val="3E8853"/>
              </a:solidFill>
            </a:endParaRPr>
          </a:p>
          <a:p>
            <a:r>
              <a:rPr lang="en-GB" sz="2800" b="1" u="sng" dirty="0">
                <a:solidFill>
                  <a:srgbClr val="3E8853"/>
                </a:solidFill>
              </a:rPr>
              <a:t>Paired Samples t-test </a:t>
            </a:r>
          </a:p>
          <a:p>
            <a:pPr marL="342900" indent="-342900">
              <a:buFont typeface="Arial" panose="020B0604020202020204" pitchFamily="34" charset="0"/>
              <a:buChar char="•"/>
            </a:pPr>
            <a:r>
              <a:rPr lang="en-GB" sz="2800" b="1" dirty="0"/>
              <a:t>Wilcoxon signed rank test</a:t>
            </a:r>
            <a:endParaRPr lang="en-GB" sz="2800" dirty="0"/>
          </a:p>
          <a:p>
            <a:endParaRPr lang="en-GB" sz="2800" dirty="0"/>
          </a:p>
          <a:p>
            <a:endParaRPr lang="en-GB" sz="2800" dirty="0"/>
          </a:p>
          <a:p>
            <a:r>
              <a:rPr lang="en-GB" sz="2800" b="1" u="sng" dirty="0">
                <a:solidFill>
                  <a:srgbClr val="C00000"/>
                </a:solidFill>
              </a:rPr>
              <a:t>Independent Samples t-test </a:t>
            </a:r>
          </a:p>
          <a:p>
            <a:pPr marL="342900" indent="-342900">
              <a:buFont typeface="Arial" panose="020B0604020202020204" pitchFamily="34" charset="0"/>
              <a:buChar char="•"/>
            </a:pPr>
            <a:r>
              <a:rPr lang="en-GB" sz="2800" b="1" dirty="0"/>
              <a:t>Mann-Whitney U test</a:t>
            </a:r>
            <a:endParaRPr lang="en-GB" sz="2800" dirty="0"/>
          </a:p>
        </p:txBody>
      </p:sp>
      <p:sp>
        <p:nvSpPr>
          <p:cNvPr id="5" name="Content Placeholder 2">
            <a:extLst>
              <a:ext uri="{FF2B5EF4-FFF2-40B4-BE49-F238E27FC236}">
                <a16:creationId xmlns:a16="http://schemas.microsoft.com/office/drawing/2014/main" id="{9A6EC528-54D9-31EF-3EB3-768701543A53}"/>
              </a:ext>
            </a:extLst>
          </p:cNvPr>
          <p:cNvSpPr txBox="1">
            <a:spLocks/>
          </p:cNvSpPr>
          <p:nvPr/>
        </p:nvSpPr>
        <p:spPr>
          <a:xfrm>
            <a:off x="323578" y="178323"/>
            <a:ext cx="8820422" cy="911397"/>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Non-Parametric equivalent t-tests!</a:t>
            </a:r>
          </a:p>
        </p:txBody>
      </p:sp>
      <p:cxnSp>
        <p:nvCxnSpPr>
          <p:cNvPr id="10" name="Connecteur droit avec flèche 8">
            <a:extLst>
              <a:ext uri="{FF2B5EF4-FFF2-40B4-BE49-F238E27FC236}">
                <a16:creationId xmlns:a16="http://schemas.microsoft.com/office/drawing/2014/main" id="{9E05C053-33E7-28D0-DFC4-017B4434ABB8}"/>
              </a:ext>
            </a:extLst>
          </p:cNvPr>
          <p:cNvCxnSpPr>
            <a:cxnSpLocks/>
          </p:cNvCxnSpPr>
          <p:nvPr/>
        </p:nvCxnSpPr>
        <p:spPr>
          <a:xfrm>
            <a:off x="4288700" y="5203515"/>
            <a:ext cx="1075780" cy="48929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8">
            <a:extLst>
              <a:ext uri="{FF2B5EF4-FFF2-40B4-BE49-F238E27FC236}">
                <a16:creationId xmlns:a16="http://schemas.microsoft.com/office/drawing/2014/main" id="{E942CD45-2A65-3D8D-DC5D-DD48032F2DBB}"/>
              </a:ext>
            </a:extLst>
          </p:cNvPr>
          <p:cNvCxnSpPr>
            <a:cxnSpLocks/>
          </p:cNvCxnSpPr>
          <p:nvPr/>
        </p:nvCxnSpPr>
        <p:spPr>
          <a:xfrm>
            <a:off x="3474508" y="2541742"/>
            <a:ext cx="1628385" cy="46604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19" name="Picture 18">
            <a:extLst>
              <a:ext uri="{FF2B5EF4-FFF2-40B4-BE49-F238E27FC236}">
                <a16:creationId xmlns:a16="http://schemas.microsoft.com/office/drawing/2014/main" id="{6EC618C2-3672-9F7D-98E9-7970E0C3CABD}"/>
              </a:ext>
            </a:extLst>
          </p:cNvPr>
          <p:cNvPicPr>
            <a:picLocks noChangeAspect="1"/>
          </p:cNvPicPr>
          <p:nvPr/>
        </p:nvPicPr>
        <p:blipFill>
          <a:blip r:embed="rId5"/>
          <a:srcRect l="10484"/>
          <a:stretch>
            <a:fillRect/>
          </a:stretch>
        </p:blipFill>
        <p:spPr>
          <a:xfrm>
            <a:off x="5102893" y="1654485"/>
            <a:ext cx="3139440" cy="1774515"/>
          </a:xfrm>
          <a:prstGeom prst="rect">
            <a:avLst/>
          </a:prstGeom>
        </p:spPr>
      </p:pic>
    </p:spTree>
    <p:custDataLst>
      <p:tags r:id="rId1"/>
    </p:custDataLst>
    <p:extLst>
      <p:ext uri="{BB962C8B-B14F-4D97-AF65-F5344CB8AC3E}">
        <p14:creationId xmlns:p14="http://schemas.microsoft.com/office/powerpoint/2010/main" val="398796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26E6079-5E0A-03F8-593E-C5DF0912311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0B08A19-7857-0222-B27F-B809A0C35DE8}"/>
              </a:ext>
            </a:extLst>
          </p:cNvPr>
          <p:cNvSpPr txBox="1"/>
          <p:nvPr/>
        </p:nvSpPr>
        <p:spPr>
          <a:xfrm>
            <a:off x="323578" y="1348800"/>
            <a:ext cx="8820422" cy="5509200"/>
          </a:xfrm>
          <a:prstGeom prst="rect">
            <a:avLst/>
          </a:prstGeom>
          <a:noFill/>
        </p:spPr>
        <p:txBody>
          <a:bodyPr wrap="square">
            <a:spAutoFit/>
          </a:bodyPr>
          <a:lstStyle/>
          <a:p>
            <a:r>
              <a:rPr lang="en-GB" sz="2200" b="1" u="sng" dirty="0">
                <a:solidFill>
                  <a:srgbClr val="0070C0"/>
                </a:solidFill>
              </a:rPr>
              <a:t>One-Samples t-test: </a:t>
            </a:r>
          </a:p>
          <a:p>
            <a:pPr marL="342900" indent="-342900">
              <a:buFont typeface="Arial" panose="020B0604020202020204" pitchFamily="34" charset="0"/>
              <a:buChar char="•"/>
            </a:pPr>
            <a:r>
              <a:rPr lang="en-GB" sz="2200" b="1" dirty="0"/>
              <a:t>Difference</a:t>
            </a:r>
            <a:r>
              <a:rPr lang="en-GB" sz="2200" dirty="0"/>
              <a:t>: between the </a:t>
            </a:r>
            <a:r>
              <a:rPr lang="en-GB" sz="2200" b="1" dirty="0">
                <a:highlight>
                  <a:srgbClr val="FFFF00"/>
                </a:highlight>
              </a:rPr>
              <a:t>median</a:t>
            </a:r>
            <a:r>
              <a:rPr lang="en-GB" sz="2200" dirty="0"/>
              <a:t> of a single group and a known or hypothesised population</a:t>
            </a:r>
          </a:p>
          <a:p>
            <a:pPr marL="342900" indent="-342900">
              <a:buFont typeface="Arial" panose="020B0604020202020204" pitchFamily="34" charset="0"/>
              <a:buChar char="•"/>
            </a:pPr>
            <a:r>
              <a:rPr lang="en-GB" sz="2200" b="1" dirty="0"/>
              <a:t>Variability/noise</a:t>
            </a:r>
            <a:r>
              <a:rPr lang="en-GB" sz="2200" dirty="0"/>
              <a:t>: variability in the </a:t>
            </a:r>
            <a:r>
              <a:rPr lang="en-GB" sz="2200" b="1" dirty="0">
                <a:highlight>
                  <a:srgbClr val="FFFF00"/>
                </a:highlight>
              </a:rPr>
              <a:t>ranked differences </a:t>
            </a:r>
            <a:r>
              <a:rPr lang="en-GB" sz="2200" dirty="0"/>
              <a:t>within the sample, adjusted for sample size. </a:t>
            </a:r>
          </a:p>
          <a:p>
            <a:endParaRPr lang="en-GB" sz="2200" dirty="0">
              <a:solidFill>
                <a:srgbClr val="3E8853"/>
              </a:solidFill>
            </a:endParaRPr>
          </a:p>
          <a:p>
            <a:r>
              <a:rPr lang="en-GB" sz="2200" b="1" u="sng" dirty="0">
                <a:solidFill>
                  <a:srgbClr val="3E8853"/>
                </a:solidFill>
              </a:rPr>
              <a:t>Paired Samples t-test </a:t>
            </a:r>
          </a:p>
          <a:p>
            <a:pPr marL="342900" indent="-342900">
              <a:buFont typeface="Arial" panose="020B0604020202020204" pitchFamily="34" charset="0"/>
              <a:buChar char="•"/>
            </a:pPr>
            <a:r>
              <a:rPr lang="en-GB" sz="2200" b="1" dirty="0"/>
              <a:t>Difference: </a:t>
            </a:r>
            <a:r>
              <a:rPr lang="en-GB" sz="2200" dirty="0"/>
              <a:t>the </a:t>
            </a:r>
            <a:r>
              <a:rPr lang="en-GB" sz="2200" b="1" dirty="0">
                <a:highlight>
                  <a:srgbClr val="FFFF00"/>
                </a:highlight>
              </a:rPr>
              <a:t>median change </a:t>
            </a:r>
            <a:r>
              <a:rPr lang="en-GB" sz="2200" dirty="0"/>
              <a:t> between two measures from the same group</a:t>
            </a:r>
          </a:p>
          <a:p>
            <a:pPr marL="342900" indent="-342900">
              <a:buFont typeface="Arial" panose="020B0604020202020204" pitchFamily="34" charset="0"/>
              <a:buChar char="•"/>
            </a:pPr>
            <a:r>
              <a:rPr lang="en-GB" sz="2200" b="1" dirty="0"/>
              <a:t>Variability/noise</a:t>
            </a:r>
            <a:r>
              <a:rPr lang="en-GB" sz="2200" dirty="0"/>
              <a:t>: in the </a:t>
            </a:r>
            <a:r>
              <a:rPr lang="en-GB" sz="2200" b="1" dirty="0">
                <a:highlight>
                  <a:srgbClr val="FFFF00"/>
                </a:highlight>
              </a:rPr>
              <a:t>ranked</a:t>
            </a:r>
            <a:r>
              <a:rPr lang="en-GB" sz="2200" dirty="0"/>
              <a:t> differences between scores/measures (how much each person changed), adjusted for sample size</a:t>
            </a:r>
          </a:p>
          <a:p>
            <a:pPr marL="342900" indent="-342900">
              <a:buFont typeface="Arial" panose="020B0604020202020204" pitchFamily="34" charset="0"/>
              <a:buChar char="•"/>
            </a:pPr>
            <a:endParaRPr lang="en-GB" sz="2200" dirty="0"/>
          </a:p>
          <a:p>
            <a:r>
              <a:rPr lang="en-GB" sz="2200" b="1" u="sng" dirty="0">
                <a:solidFill>
                  <a:srgbClr val="C00000"/>
                </a:solidFill>
              </a:rPr>
              <a:t>Independent Samples t-test </a:t>
            </a:r>
          </a:p>
          <a:p>
            <a:pPr marL="342900" indent="-342900">
              <a:buFont typeface="Arial" panose="020B0604020202020204" pitchFamily="34" charset="0"/>
              <a:buChar char="•"/>
            </a:pPr>
            <a:r>
              <a:rPr lang="en-GB" sz="2200" b="1" dirty="0"/>
              <a:t>Difference</a:t>
            </a:r>
            <a:r>
              <a:rPr lang="en-GB" sz="2200" dirty="0"/>
              <a:t>: if one group has </a:t>
            </a:r>
            <a:r>
              <a:rPr lang="en-GB" sz="2200" b="1" dirty="0">
                <a:highlight>
                  <a:srgbClr val="FFFF00"/>
                </a:highlight>
              </a:rPr>
              <a:t>higher ranks than the other group </a:t>
            </a:r>
          </a:p>
          <a:p>
            <a:pPr marL="342900" indent="-342900">
              <a:buFont typeface="Arial" panose="020B0604020202020204" pitchFamily="34" charset="0"/>
              <a:buChar char="•"/>
            </a:pPr>
            <a:r>
              <a:rPr lang="en-GB" sz="2200" b="1" dirty="0"/>
              <a:t>Variability/noise</a:t>
            </a:r>
            <a:r>
              <a:rPr lang="en-GB" sz="2200" dirty="0"/>
              <a:t>: variability in the</a:t>
            </a:r>
            <a:r>
              <a:rPr lang="en-GB" sz="2200" b="1" dirty="0">
                <a:highlight>
                  <a:srgbClr val="FFFF00"/>
                </a:highlight>
              </a:rPr>
              <a:t> combined rank ordering</a:t>
            </a:r>
            <a:r>
              <a:rPr lang="en-GB" sz="2200" dirty="0"/>
              <a:t>, adjusted for two sample sizes.</a:t>
            </a:r>
          </a:p>
        </p:txBody>
      </p:sp>
      <p:sp>
        <p:nvSpPr>
          <p:cNvPr id="5" name="Content Placeholder 2">
            <a:extLst>
              <a:ext uri="{FF2B5EF4-FFF2-40B4-BE49-F238E27FC236}">
                <a16:creationId xmlns:a16="http://schemas.microsoft.com/office/drawing/2014/main" id="{61E79957-31CA-272C-8A67-4C273F9391D6}"/>
              </a:ext>
            </a:extLst>
          </p:cNvPr>
          <p:cNvSpPr txBox="1">
            <a:spLocks/>
          </p:cNvSpPr>
          <p:nvPr/>
        </p:nvSpPr>
        <p:spPr>
          <a:xfrm>
            <a:off x="323578" y="57972"/>
            <a:ext cx="8820422" cy="911397"/>
          </a:xfrm>
          <a:prstGeom prst="rect">
            <a:avLst/>
          </a:prstGeom>
          <a:noFill/>
        </p:spPr>
        <p:txBody>
          <a:bodyPr vert="horz" lIns="0" tIns="45720" rIns="0" bIns="45720" rtlCol="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Variability calculated slightly differently depending on t-test!</a:t>
            </a:r>
          </a:p>
        </p:txBody>
      </p:sp>
      <p:sp>
        <p:nvSpPr>
          <p:cNvPr id="2" name="TextBox 1">
            <a:extLst>
              <a:ext uri="{FF2B5EF4-FFF2-40B4-BE49-F238E27FC236}">
                <a16:creationId xmlns:a16="http://schemas.microsoft.com/office/drawing/2014/main" id="{7E50DD7E-05EA-22F0-4A11-4ACBED346D50}"/>
              </a:ext>
            </a:extLst>
          </p:cNvPr>
          <p:cNvSpPr txBox="1"/>
          <p:nvPr/>
        </p:nvSpPr>
        <p:spPr>
          <a:xfrm>
            <a:off x="131610" y="917913"/>
            <a:ext cx="6345390" cy="430887"/>
          </a:xfrm>
          <a:prstGeom prst="rect">
            <a:avLst/>
          </a:prstGeom>
          <a:solidFill>
            <a:srgbClr val="FFFFB9"/>
          </a:solidFill>
        </p:spPr>
        <p:txBody>
          <a:bodyPr wrap="square">
            <a:spAutoFit/>
          </a:bodyPr>
          <a:lstStyle/>
          <a:p>
            <a:r>
              <a:rPr lang="en-GB" sz="2200" b="1" dirty="0">
                <a:effectLst/>
              </a:rPr>
              <a:t>Still calculated in a very similar way / same concept! </a:t>
            </a:r>
            <a:endParaRPr lang="en-GB" sz="2200" b="1" dirty="0"/>
          </a:p>
        </p:txBody>
      </p:sp>
    </p:spTree>
    <p:custDataLst>
      <p:tags r:id="rId1"/>
    </p:custDataLst>
    <p:extLst>
      <p:ext uri="{BB962C8B-B14F-4D97-AF65-F5344CB8AC3E}">
        <p14:creationId xmlns:p14="http://schemas.microsoft.com/office/powerpoint/2010/main" val="1379847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AAFCDC-0CDD-32C1-731C-5567733D955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7E98CB7-5A07-A970-086D-82C85AFC363C}"/>
              </a:ext>
            </a:extLst>
          </p:cNvPr>
          <p:cNvSpPr/>
          <p:nvPr/>
        </p:nvSpPr>
        <p:spPr>
          <a:xfrm>
            <a:off x="440540" y="1017889"/>
            <a:ext cx="8601859" cy="4924425"/>
          </a:xfrm>
          <a:prstGeom prst="rect">
            <a:avLst/>
          </a:prstGeom>
        </p:spPr>
        <p:txBody>
          <a:bodyPr wrap="square">
            <a:spAutoFit/>
          </a:bodyPr>
          <a:lstStyle/>
          <a:p>
            <a:pPr>
              <a:spcAft>
                <a:spcPts val="600"/>
              </a:spcAft>
              <a:defRPr/>
            </a:pPr>
            <a:r>
              <a:rPr lang="en-GB" altLang="en-US" sz="2200" dirty="0"/>
              <a:t>Whether it’s Parametric or Non-Parametric doesn’t matter too much! </a:t>
            </a:r>
          </a:p>
          <a:p>
            <a:pPr>
              <a:spcAft>
                <a:spcPts val="600"/>
              </a:spcAft>
              <a:defRPr/>
            </a:pPr>
            <a:r>
              <a:rPr lang="en-GB" altLang="en-US" sz="2200" dirty="0"/>
              <a:t>Both are run in similar ways, produce very similar outputs</a:t>
            </a:r>
          </a:p>
          <a:p>
            <a:pPr>
              <a:spcAft>
                <a:spcPts val="600"/>
              </a:spcAft>
              <a:defRPr/>
            </a:pPr>
            <a:r>
              <a:rPr lang="en-GB" altLang="en-US" sz="2200" dirty="0"/>
              <a:t>Both are important / relevance and have the same interpretations.</a:t>
            </a:r>
          </a:p>
          <a:p>
            <a:pPr>
              <a:spcAft>
                <a:spcPts val="600"/>
              </a:spcAft>
              <a:defRPr/>
            </a:pPr>
            <a:endParaRPr lang="en-GB" altLang="en-US" sz="2200" dirty="0"/>
          </a:p>
          <a:p>
            <a:pPr>
              <a:spcAft>
                <a:spcPts val="600"/>
              </a:spcAft>
              <a:defRPr/>
            </a:pPr>
            <a:r>
              <a:rPr lang="en-GB" altLang="en-US" sz="2200" dirty="0"/>
              <a:t>One main difference is when visualising / presenting the data:</a:t>
            </a:r>
          </a:p>
          <a:p>
            <a:pPr>
              <a:spcAft>
                <a:spcPts val="600"/>
              </a:spcAft>
              <a:defRPr/>
            </a:pPr>
            <a:r>
              <a:rPr lang="en-GB" altLang="en-US" sz="2200" b="1" dirty="0">
                <a:solidFill>
                  <a:srgbClr val="7030A0"/>
                </a:solidFill>
              </a:rPr>
              <a:t>Parametric</a:t>
            </a:r>
            <a:r>
              <a:rPr lang="en-GB" altLang="en-US" sz="2200" dirty="0"/>
              <a:t> </a:t>
            </a:r>
            <a:r>
              <a:rPr lang="en-GB" altLang="en-US" sz="2200" b="1" dirty="0"/>
              <a:t>tests</a:t>
            </a:r>
            <a:endParaRPr lang="en-GB" altLang="en-US" sz="2200" dirty="0"/>
          </a:p>
          <a:p>
            <a:pPr marL="342900" indent="-342900">
              <a:spcAft>
                <a:spcPts val="600"/>
              </a:spcAft>
              <a:buFont typeface="Arial" panose="020B0604020202020204" pitchFamily="34" charset="0"/>
              <a:buChar char="•"/>
              <a:defRPr/>
            </a:pPr>
            <a:r>
              <a:rPr lang="en-GB" altLang="en-US" sz="2200" dirty="0"/>
              <a:t>report mean and standard deviation</a:t>
            </a:r>
          </a:p>
          <a:p>
            <a:pPr marL="342900" indent="-342900">
              <a:spcAft>
                <a:spcPts val="600"/>
              </a:spcAft>
              <a:buFont typeface="Arial" panose="020B0604020202020204" pitchFamily="34" charset="0"/>
              <a:buChar char="•"/>
              <a:defRPr/>
            </a:pPr>
            <a:r>
              <a:rPr lang="en-GB" altLang="en-US" sz="2200" dirty="0"/>
              <a:t>use a bar chart or boxplot</a:t>
            </a:r>
          </a:p>
          <a:p>
            <a:pPr>
              <a:spcAft>
                <a:spcPts val="600"/>
              </a:spcAft>
              <a:defRPr/>
            </a:pPr>
            <a:r>
              <a:rPr lang="en-GB" altLang="en-US" sz="2200" b="1" dirty="0">
                <a:solidFill>
                  <a:srgbClr val="D29956"/>
                </a:solidFill>
              </a:rPr>
              <a:t>Non-parametric</a:t>
            </a:r>
            <a:r>
              <a:rPr lang="en-GB" altLang="en-US" sz="2200" dirty="0"/>
              <a:t> </a:t>
            </a:r>
            <a:r>
              <a:rPr lang="en-GB" altLang="en-US" sz="2200" b="1" dirty="0"/>
              <a:t>tests</a:t>
            </a:r>
            <a:r>
              <a:rPr lang="en-GB" altLang="en-US" sz="2200" dirty="0"/>
              <a:t> </a:t>
            </a:r>
          </a:p>
          <a:p>
            <a:pPr marL="342900" indent="-342900">
              <a:spcAft>
                <a:spcPts val="600"/>
              </a:spcAft>
              <a:buFont typeface="Arial" panose="020B0604020202020204" pitchFamily="34" charset="0"/>
              <a:buChar char="•"/>
              <a:defRPr/>
            </a:pPr>
            <a:r>
              <a:rPr lang="en-GB" altLang="en-US" sz="2200" dirty="0"/>
              <a:t>report median and IQR (interquartile range) or min/max</a:t>
            </a:r>
          </a:p>
          <a:p>
            <a:pPr marL="342900" indent="-342900">
              <a:spcAft>
                <a:spcPts val="600"/>
              </a:spcAft>
              <a:buFont typeface="Arial" panose="020B0604020202020204" pitchFamily="34" charset="0"/>
              <a:buChar char="•"/>
              <a:defRPr/>
            </a:pPr>
            <a:r>
              <a:rPr lang="en-GB" altLang="en-US" sz="2200" dirty="0"/>
              <a:t>use a boxplot </a:t>
            </a:r>
            <a:r>
              <a:rPr lang="en-GB" altLang="en-US" sz="2200" b="1" dirty="0"/>
              <a:t>b</a:t>
            </a:r>
            <a:r>
              <a:rPr lang="en-US" altLang="en-US" sz="2200" b="1" dirty="0"/>
              <a:t>ox and whisker plot </a:t>
            </a:r>
            <a:r>
              <a:rPr lang="en-US" altLang="en-US" sz="2200" dirty="0"/>
              <a:t>or</a:t>
            </a:r>
            <a:r>
              <a:rPr lang="en-US" altLang="en-US" sz="2200" b="1" dirty="0"/>
              <a:t> violin plot </a:t>
            </a:r>
            <a:r>
              <a:rPr lang="en-US" altLang="en-US" sz="2200" dirty="0"/>
              <a:t>(bar charts can hide distribution and don’t match statistics / test used)</a:t>
            </a:r>
          </a:p>
        </p:txBody>
      </p:sp>
      <p:sp>
        <p:nvSpPr>
          <p:cNvPr id="6" name="Content Placeholder 2">
            <a:extLst>
              <a:ext uri="{FF2B5EF4-FFF2-40B4-BE49-F238E27FC236}">
                <a16:creationId xmlns:a16="http://schemas.microsoft.com/office/drawing/2014/main" id="{8247E136-6AE6-30FC-2485-6016F201D61F}"/>
              </a:ext>
            </a:extLst>
          </p:cNvPr>
          <p:cNvSpPr txBox="1">
            <a:spLocks/>
          </p:cNvSpPr>
          <p:nvPr/>
        </p:nvSpPr>
        <p:spPr>
          <a:xfrm>
            <a:off x="440540" y="161633"/>
            <a:ext cx="8037534" cy="954654"/>
          </a:xfrm>
          <a:prstGeom prst="rect">
            <a:avLst/>
          </a:prstGeom>
          <a:noFill/>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000" dirty="0"/>
              <a:t>Parametric vs Non-Parametric tests</a:t>
            </a:r>
          </a:p>
        </p:txBody>
      </p:sp>
    </p:spTree>
    <p:extLst>
      <p:ext uri="{BB962C8B-B14F-4D97-AF65-F5344CB8AC3E}">
        <p14:creationId xmlns:p14="http://schemas.microsoft.com/office/powerpoint/2010/main" val="1737955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37" name="Connecteur droit 36"/>
          <p:cNvCxnSpPr>
            <a:cxnSpLocks/>
          </p:cNvCxnSpPr>
          <p:nvPr/>
        </p:nvCxnSpPr>
        <p:spPr>
          <a:xfrm flipH="1">
            <a:off x="2751876" y="658716"/>
            <a:ext cx="684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38" name="Connecteur droit avec flèche 37"/>
          <p:cNvCxnSpPr>
            <a:cxnSpLocks/>
          </p:cNvCxnSpPr>
          <p:nvPr/>
        </p:nvCxnSpPr>
        <p:spPr>
          <a:xfrm>
            <a:off x="2751876" y="661126"/>
            <a:ext cx="0" cy="34186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3" name="Connecteur droit avec flèche 42"/>
          <p:cNvCxnSpPr>
            <a:cxnSpLocks/>
          </p:cNvCxnSpPr>
          <p:nvPr/>
        </p:nvCxnSpPr>
        <p:spPr>
          <a:xfrm>
            <a:off x="2765828" y="1302083"/>
            <a:ext cx="0" cy="180000"/>
          </a:xfrm>
          <a:prstGeom prst="straightConnector1">
            <a:avLst/>
          </a:prstGeom>
          <a:ln w="381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Connecteur droit 26"/>
          <p:cNvCxnSpPr>
            <a:cxnSpLocks/>
          </p:cNvCxnSpPr>
          <p:nvPr/>
        </p:nvCxnSpPr>
        <p:spPr>
          <a:xfrm flipH="1">
            <a:off x="6199195" y="659695"/>
            <a:ext cx="1476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8" name="Connecteur droit avec flèche 27"/>
          <p:cNvCxnSpPr>
            <a:cxnSpLocks/>
          </p:cNvCxnSpPr>
          <p:nvPr/>
        </p:nvCxnSpPr>
        <p:spPr>
          <a:xfrm>
            <a:off x="7682012" y="668302"/>
            <a:ext cx="0" cy="33468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1" name="Rectangle à coins arrondis 30"/>
          <p:cNvSpPr/>
          <p:nvPr/>
        </p:nvSpPr>
        <p:spPr>
          <a:xfrm>
            <a:off x="17272" y="4128797"/>
            <a:ext cx="1247855" cy="1044000"/>
          </a:xfrm>
          <a:prstGeom prst="roundRect">
            <a:avLst/>
          </a:prstGeom>
          <a:solidFill>
            <a:schemeClr val="accent5">
              <a:lumMod val="60000"/>
              <a:lumOff val="40000"/>
            </a:schemeClr>
          </a:solid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1400" b="1" dirty="0">
                <a:solidFill>
                  <a:schemeClr val="tx1"/>
                </a:solidFill>
              </a:rPr>
              <a:t>Paired t-test</a:t>
            </a:r>
          </a:p>
        </p:txBody>
      </p:sp>
      <p:sp>
        <p:nvSpPr>
          <p:cNvPr id="32" name="Rectangle à coins arrondis 31"/>
          <p:cNvSpPr/>
          <p:nvPr/>
        </p:nvSpPr>
        <p:spPr>
          <a:xfrm>
            <a:off x="1540368" y="4128797"/>
            <a:ext cx="1247856" cy="1044000"/>
          </a:xfrm>
          <a:prstGeom prst="roundRect">
            <a:avLst/>
          </a:prstGeom>
          <a:ln>
            <a:solidFill>
              <a:srgbClr val="D29956"/>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GB" sz="1400" b="1" dirty="0">
                <a:solidFill>
                  <a:schemeClr val="tx1"/>
                </a:solidFill>
              </a:rPr>
              <a:t>Wilcoxon signed rank test</a:t>
            </a:r>
          </a:p>
        </p:txBody>
      </p:sp>
      <p:sp>
        <p:nvSpPr>
          <p:cNvPr id="39" name="ZoneTexte 38"/>
          <p:cNvSpPr txBox="1"/>
          <p:nvPr/>
        </p:nvSpPr>
        <p:spPr>
          <a:xfrm>
            <a:off x="2281609" y="1009350"/>
            <a:ext cx="940535" cy="340519"/>
          </a:xfrm>
          <a:prstGeom prst="round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400" dirty="0"/>
              <a:t>Two</a:t>
            </a:r>
          </a:p>
        </p:txBody>
      </p:sp>
      <p:sp>
        <p:nvSpPr>
          <p:cNvPr id="35" name="Losange 34"/>
          <p:cNvSpPr/>
          <p:nvPr/>
        </p:nvSpPr>
        <p:spPr>
          <a:xfrm>
            <a:off x="3435876" y="343440"/>
            <a:ext cx="3336809" cy="582823"/>
          </a:xfrm>
          <a:prstGeom prst="rect">
            <a:avLst/>
          </a:prstGeom>
          <a:solidFill>
            <a:schemeClr val="bg1">
              <a:lumMod val="8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How many groups or conditions in your IV?</a:t>
            </a:r>
          </a:p>
        </p:txBody>
      </p:sp>
      <p:cxnSp>
        <p:nvCxnSpPr>
          <p:cNvPr id="70" name="Connecteur droit avec flèche 42">
            <a:extLst>
              <a:ext uri="{FF2B5EF4-FFF2-40B4-BE49-F238E27FC236}">
                <a16:creationId xmlns:a16="http://schemas.microsoft.com/office/drawing/2014/main" id="{62814338-B119-9C38-B145-18C50A8F763D}"/>
              </a:ext>
            </a:extLst>
          </p:cNvPr>
          <p:cNvCxnSpPr>
            <a:cxnSpLocks/>
          </p:cNvCxnSpPr>
          <p:nvPr/>
        </p:nvCxnSpPr>
        <p:spPr>
          <a:xfrm>
            <a:off x="7702651" y="1302998"/>
            <a:ext cx="0" cy="1440000"/>
          </a:xfrm>
          <a:prstGeom prst="straightConnector1">
            <a:avLst/>
          </a:prstGeom>
          <a:ln w="381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5" name="Rectangle à coins arrondis 21">
            <a:extLst>
              <a:ext uri="{FF2B5EF4-FFF2-40B4-BE49-F238E27FC236}">
                <a16:creationId xmlns:a16="http://schemas.microsoft.com/office/drawing/2014/main" id="{977C6A84-9489-B610-3786-DE88693758F3}"/>
              </a:ext>
            </a:extLst>
          </p:cNvPr>
          <p:cNvSpPr/>
          <p:nvPr/>
        </p:nvSpPr>
        <p:spPr>
          <a:xfrm>
            <a:off x="3460350" y="2081953"/>
            <a:ext cx="1956681" cy="44446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1400" b="1" dirty="0">
                <a:solidFill>
                  <a:schemeClr val="tx1"/>
                </a:solidFill>
              </a:rPr>
              <a:t>Different</a:t>
            </a:r>
            <a:r>
              <a:rPr lang="en-GB" sz="1400" dirty="0">
                <a:solidFill>
                  <a:schemeClr val="tx1"/>
                </a:solidFill>
              </a:rPr>
              <a:t> participants in each condition</a:t>
            </a:r>
          </a:p>
        </p:txBody>
      </p:sp>
      <p:sp>
        <p:nvSpPr>
          <p:cNvPr id="72" name="Rectangle à coins arrondis 44">
            <a:extLst>
              <a:ext uri="{FF2B5EF4-FFF2-40B4-BE49-F238E27FC236}">
                <a16:creationId xmlns:a16="http://schemas.microsoft.com/office/drawing/2014/main" id="{56D27FEE-2E6D-9850-C1ED-750698F739B6}"/>
              </a:ext>
            </a:extLst>
          </p:cNvPr>
          <p:cNvSpPr/>
          <p:nvPr/>
        </p:nvSpPr>
        <p:spPr>
          <a:xfrm>
            <a:off x="241756" y="2077586"/>
            <a:ext cx="1956681" cy="446922"/>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1400" b="1" dirty="0">
                <a:solidFill>
                  <a:schemeClr val="tx1"/>
                </a:solidFill>
              </a:rPr>
              <a:t>Same</a:t>
            </a:r>
            <a:r>
              <a:rPr lang="en-GB" sz="1400" dirty="0">
                <a:solidFill>
                  <a:schemeClr val="tx1"/>
                </a:solidFill>
              </a:rPr>
              <a:t> participants in each condition</a:t>
            </a:r>
          </a:p>
        </p:txBody>
      </p:sp>
      <p:cxnSp>
        <p:nvCxnSpPr>
          <p:cNvPr id="99" name="Connecteur droit 26">
            <a:extLst>
              <a:ext uri="{FF2B5EF4-FFF2-40B4-BE49-F238E27FC236}">
                <a16:creationId xmlns:a16="http://schemas.microsoft.com/office/drawing/2014/main" id="{4CE32244-E71B-71F7-BB89-3FCDD5928592}"/>
              </a:ext>
            </a:extLst>
          </p:cNvPr>
          <p:cNvCxnSpPr>
            <a:cxnSpLocks/>
          </p:cNvCxnSpPr>
          <p:nvPr/>
        </p:nvCxnSpPr>
        <p:spPr>
          <a:xfrm flipH="1">
            <a:off x="3999562" y="1626101"/>
            <a:ext cx="468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00" name="Connecteur droit avec flèche 27">
            <a:extLst>
              <a:ext uri="{FF2B5EF4-FFF2-40B4-BE49-F238E27FC236}">
                <a16:creationId xmlns:a16="http://schemas.microsoft.com/office/drawing/2014/main" id="{BF36D7F6-3D75-45BB-5F1C-4912B6AEE935}"/>
              </a:ext>
            </a:extLst>
          </p:cNvPr>
          <p:cNvCxnSpPr>
            <a:cxnSpLocks/>
          </p:cNvCxnSpPr>
          <p:nvPr/>
        </p:nvCxnSpPr>
        <p:spPr>
          <a:xfrm>
            <a:off x="4467562" y="1636239"/>
            <a:ext cx="0" cy="4320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1" name="Connecteur droit 26">
            <a:extLst>
              <a:ext uri="{FF2B5EF4-FFF2-40B4-BE49-F238E27FC236}">
                <a16:creationId xmlns:a16="http://schemas.microsoft.com/office/drawing/2014/main" id="{63C36A54-22BA-C08D-61FD-A8CB8605E279}"/>
              </a:ext>
            </a:extLst>
          </p:cNvPr>
          <p:cNvCxnSpPr>
            <a:cxnSpLocks/>
          </p:cNvCxnSpPr>
          <p:nvPr/>
        </p:nvCxnSpPr>
        <p:spPr>
          <a:xfrm flipH="1">
            <a:off x="1170947" y="1621522"/>
            <a:ext cx="468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02" name="Connecteur droit avec flèche 27">
            <a:extLst>
              <a:ext uri="{FF2B5EF4-FFF2-40B4-BE49-F238E27FC236}">
                <a16:creationId xmlns:a16="http://schemas.microsoft.com/office/drawing/2014/main" id="{43E8022A-F9A2-860A-C6F3-E840934E2ADB}"/>
              </a:ext>
            </a:extLst>
          </p:cNvPr>
          <p:cNvCxnSpPr>
            <a:cxnSpLocks/>
          </p:cNvCxnSpPr>
          <p:nvPr/>
        </p:nvCxnSpPr>
        <p:spPr>
          <a:xfrm>
            <a:off x="1170947" y="1629390"/>
            <a:ext cx="0" cy="4320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31" name="Connecteur droit 26">
            <a:extLst>
              <a:ext uri="{FF2B5EF4-FFF2-40B4-BE49-F238E27FC236}">
                <a16:creationId xmlns:a16="http://schemas.microsoft.com/office/drawing/2014/main" id="{13D6E9E5-BEF4-D9AF-C70A-525B077C6DE1}"/>
              </a:ext>
            </a:extLst>
          </p:cNvPr>
          <p:cNvCxnSpPr>
            <a:cxnSpLocks/>
          </p:cNvCxnSpPr>
          <p:nvPr/>
        </p:nvCxnSpPr>
        <p:spPr>
          <a:xfrm flipH="1">
            <a:off x="1170947" y="3045108"/>
            <a:ext cx="256785"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7" name="Connecteur droit 26">
            <a:extLst>
              <a:ext uri="{FF2B5EF4-FFF2-40B4-BE49-F238E27FC236}">
                <a16:creationId xmlns:a16="http://schemas.microsoft.com/office/drawing/2014/main" id="{FFEABBCB-74DE-8053-7356-25819D2BF054}"/>
              </a:ext>
            </a:extLst>
          </p:cNvPr>
          <p:cNvCxnSpPr>
            <a:cxnSpLocks/>
          </p:cNvCxnSpPr>
          <p:nvPr/>
        </p:nvCxnSpPr>
        <p:spPr>
          <a:xfrm flipH="1">
            <a:off x="1984296" y="3024018"/>
            <a:ext cx="196929" cy="0"/>
          </a:xfrm>
          <a:prstGeom prst="line">
            <a:avLst/>
          </a:prstGeom>
          <a:ln w="38100">
            <a:solidFill>
              <a:srgbClr val="D29956"/>
            </a:solidFill>
          </a:ln>
        </p:spPr>
        <p:style>
          <a:lnRef idx="2">
            <a:schemeClr val="accent3"/>
          </a:lnRef>
          <a:fillRef idx="1">
            <a:schemeClr val="lt1"/>
          </a:fillRef>
          <a:effectRef idx="0">
            <a:schemeClr val="accent3"/>
          </a:effectRef>
          <a:fontRef idx="minor">
            <a:schemeClr val="dk1"/>
          </a:fontRef>
        </p:style>
      </p:cxnSp>
      <p:cxnSp>
        <p:nvCxnSpPr>
          <p:cNvPr id="138" name="Connecteur droit avec flèche 27">
            <a:extLst>
              <a:ext uri="{FF2B5EF4-FFF2-40B4-BE49-F238E27FC236}">
                <a16:creationId xmlns:a16="http://schemas.microsoft.com/office/drawing/2014/main" id="{366E6011-0EB6-20AF-C7D4-E94731C1E4F6}"/>
              </a:ext>
            </a:extLst>
          </p:cNvPr>
          <p:cNvCxnSpPr>
            <a:cxnSpLocks/>
          </p:cNvCxnSpPr>
          <p:nvPr/>
        </p:nvCxnSpPr>
        <p:spPr>
          <a:xfrm>
            <a:off x="2164296" y="3018430"/>
            <a:ext cx="0" cy="1049588"/>
          </a:xfrm>
          <a:prstGeom prst="straightConnector1">
            <a:avLst/>
          </a:prstGeom>
          <a:ln w="38100">
            <a:solidFill>
              <a:srgbClr val="D29956"/>
            </a:solidFill>
            <a:tailEnd type="triangle"/>
          </a:ln>
        </p:spPr>
        <p:style>
          <a:lnRef idx="2">
            <a:schemeClr val="accent3"/>
          </a:lnRef>
          <a:fillRef idx="1">
            <a:schemeClr val="lt1"/>
          </a:fillRef>
          <a:effectRef idx="0">
            <a:schemeClr val="accent3"/>
          </a:effectRef>
          <a:fontRef idx="minor">
            <a:schemeClr val="dk1"/>
          </a:fontRef>
        </p:style>
      </p:cxnSp>
      <p:cxnSp>
        <p:nvCxnSpPr>
          <p:cNvPr id="139" name="Connecteur droit 26">
            <a:extLst>
              <a:ext uri="{FF2B5EF4-FFF2-40B4-BE49-F238E27FC236}">
                <a16:creationId xmlns:a16="http://schemas.microsoft.com/office/drawing/2014/main" id="{7EF9DC0D-FCA4-5349-B9CB-0F65D62BC084}"/>
              </a:ext>
            </a:extLst>
          </p:cNvPr>
          <p:cNvCxnSpPr>
            <a:cxnSpLocks/>
          </p:cNvCxnSpPr>
          <p:nvPr/>
        </p:nvCxnSpPr>
        <p:spPr>
          <a:xfrm flipH="1">
            <a:off x="266700" y="3035204"/>
            <a:ext cx="209405" cy="0"/>
          </a:xfrm>
          <a:prstGeom prst="line">
            <a:avLst/>
          </a:prstGeom>
          <a:ln w="38100">
            <a:solidFill>
              <a:srgbClr val="7030A0"/>
            </a:solidFill>
          </a:ln>
        </p:spPr>
        <p:style>
          <a:lnRef idx="2">
            <a:schemeClr val="accent1"/>
          </a:lnRef>
          <a:fillRef idx="1">
            <a:schemeClr val="lt1"/>
          </a:fillRef>
          <a:effectRef idx="0">
            <a:schemeClr val="accent1"/>
          </a:effectRef>
          <a:fontRef idx="minor">
            <a:schemeClr val="dk1"/>
          </a:fontRef>
        </p:style>
      </p:cxnSp>
      <p:cxnSp>
        <p:nvCxnSpPr>
          <p:cNvPr id="140" name="Connecteur droit avec flèche 27">
            <a:extLst>
              <a:ext uri="{FF2B5EF4-FFF2-40B4-BE49-F238E27FC236}">
                <a16:creationId xmlns:a16="http://schemas.microsoft.com/office/drawing/2014/main" id="{418290B1-BEC9-CC31-37F4-1ECEED17E911}"/>
              </a:ext>
            </a:extLst>
          </p:cNvPr>
          <p:cNvCxnSpPr>
            <a:cxnSpLocks/>
          </p:cNvCxnSpPr>
          <p:nvPr/>
        </p:nvCxnSpPr>
        <p:spPr>
          <a:xfrm>
            <a:off x="286048" y="3045106"/>
            <a:ext cx="0" cy="1044000"/>
          </a:xfrm>
          <a:prstGeom prst="straightConnector1">
            <a:avLst/>
          </a:prstGeom>
          <a:ln w="38100">
            <a:solidFill>
              <a:srgbClr val="7030A0"/>
            </a:solidFill>
            <a:tailEnd type="triangle"/>
          </a:ln>
        </p:spPr>
        <p:style>
          <a:lnRef idx="2">
            <a:schemeClr val="accent1"/>
          </a:lnRef>
          <a:fillRef idx="1">
            <a:schemeClr val="lt1"/>
          </a:fillRef>
          <a:effectRef idx="0">
            <a:schemeClr val="accent1"/>
          </a:effectRef>
          <a:fontRef idx="minor">
            <a:schemeClr val="dk1"/>
          </a:fontRef>
        </p:style>
      </p:cxnSp>
      <p:sp>
        <p:nvSpPr>
          <p:cNvPr id="141" name="TextBox 140">
            <a:extLst>
              <a:ext uri="{FF2B5EF4-FFF2-40B4-BE49-F238E27FC236}">
                <a16:creationId xmlns:a16="http://schemas.microsoft.com/office/drawing/2014/main" id="{8C5D05D2-7DAB-7D27-8B12-E61CCE7C1263}"/>
              </a:ext>
            </a:extLst>
          </p:cNvPr>
          <p:cNvSpPr txBox="1"/>
          <p:nvPr/>
        </p:nvSpPr>
        <p:spPr>
          <a:xfrm>
            <a:off x="37076" y="3431346"/>
            <a:ext cx="476412" cy="307777"/>
          </a:xfrm>
          <a:prstGeom prst="rect">
            <a:avLst/>
          </a:prstGeom>
          <a:ln w="38100">
            <a:solidFill>
              <a:srgbClr val="7030A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GB" sz="1400" dirty="0">
                <a:solidFill>
                  <a:schemeClr val="tx1"/>
                </a:solidFill>
              </a:rPr>
              <a:t>Yes</a:t>
            </a:r>
          </a:p>
        </p:txBody>
      </p:sp>
      <p:sp>
        <p:nvSpPr>
          <p:cNvPr id="142" name="TextBox 141">
            <a:extLst>
              <a:ext uri="{FF2B5EF4-FFF2-40B4-BE49-F238E27FC236}">
                <a16:creationId xmlns:a16="http://schemas.microsoft.com/office/drawing/2014/main" id="{7D465941-2415-2AE7-20C5-DDB9F5B82BA7}"/>
              </a:ext>
            </a:extLst>
          </p:cNvPr>
          <p:cNvSpPr txBox="1"/>
          <p:nvPr/>
        </p:nvSpPr>
        <p:spPr>
          <a:xfrm>
            <a:off x="1968278" y="3388351"/>
            <a:ext cx="394660" cy="307777"/>
          </a:xfrm>
          <a:prstGeom prst="rect">
            <a:avLst/>
          </a:prstGeom>
          <a:ln w="38100">
            <a:solidFill>
              <a:srgbClr val="D29956"/>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GB" sz="1400" dirty="0">
                <a:solidFill>
                  <a:schemeClr val="tx1"/>
                </a:solidFill>
              </a:rPr>
              <a:t>No</a:t>
            </a:r>
          </a:p>
        </p:txBody>
      </p:sp>
      <p:sp>
        <p:nvSpPr>
          <p:cNvPr id="143" name="ZoneTexte 25">
            <a:extLst>
              <a:ext uri="{FF2B5EF4-FFF2-40B4-BE49-F238E27FC236}">
                <a16:creationId xmlns:a16="http://schemas.microsoft.com/office/drawing/2014/main" id="{30C21066-FFED-67B1-ACBF-E925EB56C510}"/>
              </a:ext>
            </a:extLst>
          </p:cNvPr>
          <p:cNvSpPr txBox="1"/>
          <p:nvPr/>
        </p:nvSpPr>
        <p:spPr>
          <a:xfrm>
            <a:off x="476105" y="2805502"/>
            <a:ext cx="1567899" cy="523220"/>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400" dirty="0">
                <a:solidFill>
                  <a:schemeClr val="tx1"/>
                </a:solidFill>
              </a:rPr>
              <a:t>Parametric assumptions met?</a:t>
            </a:r>
          </a:p>
        </p:txBody>
      </p:sp>
      <p:cxnSp>
        <p:nvCxnSpPr>
          <p:cNvPr id="144" name="Connecteur droit avec flèche 42">
            <a:extLst>
              <a:ext uri="{FF2B5EF4-FFF2-40B4-BE49-F238E27FC236}">
                <a16:creationId xmlns:a16="http://schemas.microsoft.com/office/drawing/2014/main" id="{0D719DDB-6520-0F87-3867-4D9A4F8BF152}"/>
              </a:ext>
            </a:extLst>
          </p:cNvPr>
          <p:cNvCxnSpPr>
            <a:cxnSpLocks/>
          </p:cNvCxnSpPr>
          <p:nvPr/>
        </p:nvCxnSpPr>
        <p:spPr>
          <a:xfrm>
            <a:off x="1181114" y="2526082"/>
            <a:ext cx="0" cy="252000"/>
          </a:xfrm>
          <a:prstGeom prst="straightConnector1">
            <a:avLst/>
          </a:prstGeom>
          <a:ln w="381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45" name="Title 1">
            <a:extLst>
              <a:ext uri="{FF2B5EF4-FFF2-40B4-BE49-F238E27FC236}">
                <a16:creationId xmlns:a16="http://schemas.microsoft.com/office/drawing/2014/main" id="{F76C19F4-0C18-7FBF-F22E-9552D03B1A50}"/>
              </a:ext>
            </a:extLst>
          </p:cNvPr>
          <p:cNvSpPr txBox="1">
            <a:spLocks/>
          </p:cNvSpPr>
          <p:nvPr/>
        </p:nvSpPr>
        <p:spPr>
          <a:xfrm>
            <a:off x="37076" y="-35672"/>
            <a:ext cx="2493659" cy="758224"/>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z="2400" b="1" dirty="0">
                <a:solidFill>
                  <a:srgbClr val="0070C0"/>
                </a:solidFill>
              </a:rPr>
              <a:t>Updated t-test family tree</a:t>
            </a:r>
          </a:p>
        </p:txBody>
      </p:sp>
      <p:sp>
        <p:nvSpPr>
          <p:cNvPr id="146" name="Rectangle à coins arrondis 30">
            <a:extLst>
              <a:ext uri="{FF2B5EF4-FFF2-40B4-BE49-F238E27FC236}">
                <a16:creationId xmlns:a16="http://schemas.microsoft.com/office/drawing/2014/main" id="{4D25642C-5197-B98B-1637-2B60E1DF5251}"/>
              </a:ext>
            </a:extLst>
          </p:cNvPr>
          <p:cNvSpPr/>
          <p:nvPr/>
        </p:nvSpPr>
        <p:spPr>
          <a:xfrm>
            <a:off x="3034915" y="4128797"/>
            <a:ext cx="1247855" cy="1044000"/>
          </a:xfrm>
          <a:prstGeom prst="roundRect">
            <a:avLst/>
          </a:prstGeom>
          <a:solidFill>
            <a:srgbClr val="FFC000"/>
          </a:solid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1400" b="1" dirty="0">
                <a:solidFill>
                  <a:schemeClr val="tx1"/>
                </a:solidFill>
              </a:rPr>
              <a:t>Independent t-test</a:t>
            </a:r>
          </a:p>
        </p:txBody>
      </p:sp>
      <p:sp>
        <p:nvSpPr>
          <p:cNvPr id="147" name="Rectangle à coins arrondis 31">
            <a:extLst>
              <a:ext uri="{FF2B5EF4-FFF2-40B4-BE49-F238E27FC236}">
                <a16:creationId xmlns:a16="http://schemas.microsoft.com/office/drawing/2014/main" id="{04744BFD-5C35-9B96-9EE4-5FF1A2A2EF18}"/>
              </a:ext>
            </a:extLst>
          </p:cNvPr>
          <p:cNvSpPr/>
          <p:nvPr/>
        </p:nvSpPr>
        <p:spPr>
          <a:xfrm>
            <a:off x="4689354" y="4118147"/>
            <a:ext cx="1247856" cy="1044000"/>
          </a:xfrm>
          <a:prstGeom prst="roundRect">
            <a:avLst/>
          </a:prstGeom>
          <a:ln>
            <a:solidFill>
              <a:srgbClr val="D29956"/>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GB" sz="1400" b="1" dirty="0">
                <a:solidFill>
                  <a:schemeClr val="tx1"/>
                </a:solidFill>
              </a:rPr>
              <a:t>Mann-Whitney U test</a:t>
            </a:r>
          </a:p>
        </p:txBody>
      </p:sp>
      <p:cxnSp>
        <p:nvCxnSpPr>
          <p:cNvPr id="148" name="Connecteur droit 26">
            <a:extLst>
              <a:ext uri="{FF2B5EF4-FFF2-40B4-BE49-F238E27FC236}">
                <a16:creationId xmlns:a16="http://schemas.microsoft.com/office/drawing/2014/main" id="{64AB922A-E4A9-22D2-64A2-B1FAD05E5247}"/>
              </a:ext>
            </a:extLst>
          </p:cNvPr>
          <p:cNvCxnSpPr>
            <a:cxnSpLocks/>
          </p:cNvCxnSpPr>
          <p:nvPr/>
        </p:nvCxnSpPr>
        <p:spPr>
          <a:xfrm flipH="1">
            <a:off x="5183898" y="3035204"/>
            <a:ext cx="180000" cy="0"/>
          </a:xfrm>
          <a:prstGeom prst="line">
            <a:avLst/>
          </a:prstGeom>
          <a:ln w="38100">
            <a:solidFill>
              <a:srgbClr val="D29956"/>
            </a:solidFill>
          </a:ln>
        </p:spPr>
        <p:style>
          <a:lnRef idx="2">
            <a:schemeClr val="accent3"/>
          </a:lnRef>
          <a:fillRef idx="1">
            <a:schemeClr val="lt1"/>
          </a:fillRef>
          <a:effectRef idx="0">
            <a:schemeClr val="accent3"/>
          </a:effectRef>
          <a:fontRef idx="minor">
            <a:schemeClr val="dk1"/>
          </a:fontRef>
        </p:style>
      </p:cxnSp>
      <p:cxnSp>
        <p:nvCxnSpPr>
          <p:cNvPr id="149" name="Connecteur droit avec flèche 27">
            <a:extLst>
              <a:ext uri="{FF2B5EF4-FFF2-40B4-BE49-F238E27FC236}">
                <a16:creationId xmlns:a16="http://schemas.microsoft.com/office/drawing/2014/main" id="{E5F97E0E-E7B5-A548-2F0D-7D9755166FDD}"/>
              </a:ext>
            </a:extLst>
          </p:cNvPr>
          <p:cNvCxnSpPr>
            <a:cxnSpLocks/>
          </p:cNvCxnSpPr>
          <p:nvPr/>
        </p:nvCxnSpPr>
        <p:spPr>
          <a:xfrm>
            <a:off x="5363898" y="3018430"/>
            <a:ext cx="0" cy="1060774"/>
          </a:xfrm>
          <a:prstGeom prst="straightConnector1">
            <a:avLst/>
          </a:prstGeom>
          <a:ln w="38100">
            <a:solidFill>
              <a:srgbClr val="D29956"/>
            </a:solidFill>
            <a:tailEnd type="triangle"/>
          </a:ln>
        </p:spPr>
        <p:style>
          <a:lnRef idx="2">
            <a:schemeClr val="accent3"/>
          </a:lnRef>
          <a:fillRef idx="1">
            <a:schemeClr val="lt1"/>
          </a:fillRef>
          <a:effectRef idx="0">
            <a:schemeClr val="accent3"/>
          </a:effectRef>
          <a:fontRef idx="minor">
            <a:schemeClr val="dk1"/>
          </a:fontRef>
        </p:style>
      </p:cxnSp>
      <p:cxnSp>
        <p:nvCxnSpPr>
          <p:cNvPr id="150" name="Connecteur droit 26">
            <a:extLst>
              <a:ext uri="{FF2B5EF4-FFF2-40B4-BE49-F238E27FC236}">
                <a16:creationId xmlns:a16="http://schemas.microsoft.com/office/drawing/2014/main" id="{072D03C1-DC91-1362-E0FC-A22BA87D76CF}"/>
              </a:ext>
            </a:extLst>
          </p:cNvPr>
          <p:cNvCxnSpPr>
            <a:cxnSpLocks/>
          </p:cNvCxnSpPr>
          <p:nvPr/>
        </p:nvCxnSpPr>
        <p:spPr>
          <a:xfrm flipH="1">
            <a:off x="3460350" y="3056293"/>
            <a:ext cx="198493" cy="0"/>
          </a:xfrm>
          <a:prstGeom prst="line">
            <a:avLst/>
          </a:prstGeom>
          <a:ln w="38100">
            <a:solidFill>
              <a:srgbClr val="7030A0"/>
            </a:solidFill>
          </a:ln>
        </p:spPr>
        <p:style>
          <a:lnRef idx="2">
            <a:schemeClr val="accent1"/>
          </a:lnRef>
          <a:fillRef idx="1">
            <a:schemeClr val="lt1"/>
          </a:fillRef>
          <a:effectRef idx="0">
            <a:schemeClr val="accent1"/>
          </a:effectRef>
          <a:fontRef idx="minor">
            <a:schemeClr val="dk1"/>
          </a:fontRef>
        </p:style>
      </p:cxnSp>
      <p:cxnSp>
        <p:nvCxnSpPr>
          <p:cNvPr id="151" name="Connecteur droit avec flèche 27">
            <a:extLst>
              <a:ext uri="{FF2B5EF4-FFF2-40B4-BE49-F238E27FC236}">
                <a16:creationId xmlns:a16="http://schemas.microsoft.com/office/drawing/2014/main" id="{907CAC6C-E019-CFE0-8131-6B396EA9CCE0}"/>
              </a:ext>
            </a:extLst>
          </p:cNvPr>
          <p:cNvCxnSpPr>
            <a:cxnSpLocks/>
          </p:cNvCxnSpPr>
          <p:nvPr/>
        </p:nvCxnSpPr>
        <p:spPr>
          <a:xfrm>
            <a:off x="3469707" y="3035204"/>
            <a:ext cx="0" cy="1065089"/>
          </a:xfrm>
          <a:prstGeom prst="straightConnector1">
            <a:avLst/>
          </a:prstGeom>
          <a:ln w="38100">
            <a:solidFill>
              <a:srgbClr val="7030A0"/>
            </a:solidFill>
            <a:tailEnd type="triangle"/>
          </a:ln>
        </p:spPr>
        <p:style>
          <a:lnRef idx="2">
            <a:schemeClr val="accent1"/>
          </a:lnRef>
          <a:fillRef idx="1">
            <a:schemeClr val="lt1"/>
          </a:fillRef>
          <a:effectRef idx="0">
            <a:schemeClr val="accent1"/>
          </a:effectRef>
          <a:fontRef idx="minor">
            <a:schemeClr val="dk1"/>
          </a:fontRef>
        </p:style>
      </p:cxnSp>
      <p:sp>
        <p:nvSpPr>
          <p:cNvPr id="152" name="TextBox 151">
            <a:extLst>
              <a:ext uri="{FF2B5EF4-FFF2-40B4-BE49-F238E27FC236}">
                <a16:creationId xmlns:a16="http://schemas.microsoft.com/office/drawing/2014/main" id="{558E744A-14B6-5D93-9531-30CF6CAEFD56}"/>
              </a:ext>
            </a:extLst>
          </p:cNvPr>
          <p:cNvSpPr txBox="1"/>
          <p:nvPr/>
        </p:nvSpPr>
        <p:spPr>
          <a:xfrm>
            <a:off x="3222144" y="3446554"/>
            <a:ext cx="476412" cy="307777"/>
          </a:xfrm>
          <a:prstGeom prst="rect">
            <a:avLst/>
          </a:prstGeom>
          <a:ln w="38100">
            <a:solidFill>
              <a:srgbClr val="7030A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GB" sz="1400" dirty="0">
                <a:solidFill>
                  <a:schemeClr val="tx1"/>
                </a:solidFill>
              </a:rPr>
              <a:t>Yes</a:t>
            </a:r>
          </a:p>
        </p:txBody>
      </p:sp>
      <p:sp>
        <p:nvSpPr>
          <p:cNvPr id="153" name="TextBox 152">
            <a:extLst>
              <a:ext uri="{FF2B5EF4-FFF2-40B4-BE49-F238E27FC236}">
                <a16:creationId xmlns:a16="http://schemas.microsoft.com/office/drawing/2014/main" id="{EDDA3E25-5A14-1EC2-CC69-1226549019BD}"/>
              </a:ext>
            </a:extLst>
          </p:cNvPr>
          <p:cNvSpPr txBox="1"/>
          <p:nvPr/>
        </p:nvSpPr>
        <p:spPr>
          <a:xfrm>
            <a:off x="5167880" y="3399537"/>
            <a:ext cx="394660" cy="307777"/>
          </a:xfrm>
          <a:prstGeom prst="rect">
            <a:avLst/>
          </a:prstGeom>
          <a:ln>
            <a:solidFill>
              <a:srgbClr val="D29956"/>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GB" sz="1400" dirty="0">
                <a:solidFill>
                  <a:schemeClr val="tx1"/>
                </a:solidFill>
              </a:rPr>
              <a:t>No</a:t>
            </a:r>
          </a:p>
        </p:txBody>
      </p:sp>
      <p:sp>
        <p:nvSpPr>
          <p:cNvPr id="154" name="ZoneTexte 25">
            <a:extLst>
              <a:ext uri="{FF2B5EF4-FFF2-40B4-BE49-F238E27FC236}">
                <a16:creationId xmlns:a16="http://schemas.microsoft.com/office/drawing/2014/main" id="{FB7DF676-C0FC-802C-2BC4-7DCCC529D87C}"/>
              </a:ext>
            </a:extLst>
          </p:cNvPr>
          <p:cNvSpPr txBox="1"/>
          <p:nvPr/>
        </p:nvSpPr>
        <p:spPr>
          <a:xfrm>
            <a:off x="3648236" y="2806355"/>
            <a:ext cx="1567899" cy="523220"/>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400" dirty="0">
                <a:solidFill>
                  <a:schemeClr val="tx1"/>
                </a:solidFill>
              </a:rPr>
              <a:t>Parametric assumptions met?</a:t>
            </a:r>
          </a:p>
        </p:txBody>
      </p:sp>
      <p:cxnSp>
        <p:nvCxnSpPr>
          <p:cNvPr id="155" name="Connecteur droit avec flèche 42">
            <a:extLst>
              <a:ext uri="{FF2B5EF4-FFF2-40B4-BE49-F238E27FC236}">
                <a16:creationId xmlns:a16="http://schemas.microsoft.com/office/drawing/2014/main" id="{23CA9674-B593-C935-7DD9-CD7651963448}"/>
              </a:ext>
            </a:extLst>
          </p:cNvPr>
          <p:cNvCxnSpPr>
            <a:cxnSpLocks/>
          </p:cNvCxnSpPr>
          <p:nvPr/>
        </p:nvCxnSpPr>
        <p:spPr>
          <a:xfrm>
            <a:off x="4467562" y="2526082"/>
            <a:ext cx="0" cy="252000"/>
          </a:xfrm>
          <a:prstGeom prst="straightConnector1">
            <a:avLst/>
          </a:prstGeom>
          <a:ln w="381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3" name="ZoneTexte 25">
            <a:extLst>
              <a:ext uri="{FF2B5EF4-FFF2-40B4-BE49-F238E27FC236}">
                <a16:creationId xmlns:a16="http://schemas.microsoft.com/office/drawing/2014/main" id="{35AA6BAF-7CED-C605-CC65-A77CCEDB05E7}"/>
              </a:ext>
            </a:extLst>
          </p:cNvPr>
          <p:cNvSpPr txBox="1"/>
          <p:nvPr/>
        </p:nvSpPr>
        <p:spPr>
          <a:xfrm>
            <a:off x="1651696" y="1493880"/>
            <a:ext cx="2329309" cy="307777"/>
          </a:xfrm>
          <a:prstGeom prst="rect">
            <a:avLst/>
          </a:prstGeom>
          <a:solidFill>
            <a:schemeClr val="bg1">
              <a:lumMod val="85000"/>
            </a:schemeClr>
          </a:solidFill>
          <a:ln w="19050">
            <a:solidFill>
              <a:schemeClr val="bg1"/>
            </a:solidFill>
          </a:ln>
        </p:spPr>
        <p:txBody>
          <a:bodyPr wrap="square" rtlCol="0">
            <a:spAutoFit/>
          </a:bodyPr>
          <a:lstStyle/>
          <a:p>
            <a:pPr algn="ctr"/>
            <a:r>
              <a:rPr lang="en-GB" sz="1400" dirty="0"/>
              <a:t>Who are the participants?</a:t>
            </a:r>
          </a:p>
        </p:txBody>
      </p:sp>
      <p:sp>
        <p:nvSpPr>
          <p:cNvPr id="156" name="Rectangle à coins arrondis 30">
            <a:extLst>
              <a:ext uri="{FF2B5EF4-FFF2-40B4-BE49-F238E27FC236}">
                <a16:creationId xmlns:a16="http://schemas.microsoft.com/office/drawing/2014/main" id="{5771691E-7C92-90F3-465A-3FAA189F758F}"/>
              </a:ext>
            </a:extLst>
          </p:cNvPr>
          <p:cNvSpPr/>
          <p:nvPr/>
        </p:nvSpPr>
        <p:spPr>
          <a:xfrm>
            <a:off x="6241705" y="4112023"/>
            <a:ext cx="1247855" cy="1044000"/>
          </a:xfrm>
          <a:prstGeom prst="roundRect">
            <a:avLst/>
          </a:prstGeom>
          <a:solidFill>
            <a:schemeClr val="accent1">
              <a:lumMod val="60000"/>
              <a:lumOff val="40000"/>
            </a:schemeClr>
          </a:solid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1400" b="1" dirty="0">
                <a:solidFill>
                  <a:schemeClr val="tx1"/>
                </a:solidFill>
              </a:rPr>
              <a:t>One-sample t-test</a:t>
            </a:r>
          </a:p>
        </p:txBody>
      </p:sp>
      <p:sp>
        <p:nvSpPr>
          <p:cNvPr id="157" name="Rectangle à coins arrondis 31">
            <a:extLst>
              <a:ext uri="{FF2B5EF4-FFF2-40B4-BE49-F238E27FC236}">
                <a16:creationId xmlns:a16="http://schemas.microsoft.com/office/drawing/2014/main" id="{0D712339-E479-0709-7836-C35443493EFD}"/>
              </a:ext>
            </a:extLst>
          </p:cNvPr>
          <p:cNvSpPr/>
          <p:nvPr/>
        </p:nvSpPr>
        <p:spPr>
          <a:xfrm>
            <a:off x="7896144" y="4101373"/>
            <a:ext cx="1247856" cy="1044000"/>
          </a:xfrm>
          <a:prstGeom prst="roundRect">
            <a:avLst/>
          </a:prstGeom>
          <a:ln>
            <a:solidFill>
              <a:srgbClr val="D29956"/>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GB" sz="1400" b="1" dirty="0">
                <a:solidFill>
                  <a:schemeClr val="tx1"/>
                </a:solidFill>
              </a:rPr>
              <a:t>Wilcoxon signed rank test</a:t>
            </a:r>
          </a:p>
        </p:txBody>
      </p:sp>
      <p:cxnSp>
        <p:nvCxnSpPr>
          <p:cNvPr id="158" name="Connecteur droit 26">
            <a:extLst>
              <a:ext uri="{FF2B5EF4-FFF2-40B4-BE49-F238E27FC236}">
                <a16:creationId xmlns:a16="http://schemas.microsoft.com/office/drawing/2014/main" id="{7E1B3C1C-1999-9FB1-E9A6-AF7E0A258D4C}"/>
              </a:ext>
            </a:extLst>
          </p:cNvPr>
          <p:cNvCxnSpPr>
            <a:cxnSpLocks/>
          </p:cNvCxnSpPr>
          <p:nvPr/>
        </p:nvCxnSpPr>
        <p:spPr>
          <a:xfrm flipH="1">
            <a:off x="8390688" y="3018430"/>
            <a:ext cx="180000" cy="0"/>
          </a:xfrm>
          <a:prstGeom prst="line">
            <a:avLst/>
          </a:prstGeom>
          <a:ln w="38100">
            <a:solidFill>
              <a:srgbClr val="D29956"/>
            </a:solidFill>
          </a:ln>
        </p:spPr>
        <p:style>
          <a:lnRef idx="2">
            <a:schemeClr val="accent3"/>
          </a:lnRef>
          <a:fillRef idx="1">
            <a:schemeClr val="lt1"/>
          </a:fillRef>
          <a:effectRef idx="0">
            <a:schemeClr val="accent3"/>
          </a:effectRef>
          <a:fontRef idx="minor">
            <a:schemeClr val="dk1"/>
          </a:fontRef>
        </p:style>
      </p:cxnSp>
      <p:cxnSp>
        <p:nvCxnSpPr>
          <p:cNvPr id="159" name="Connecteur droit avec flèche 27">
            <a:extLst>
              <a:ext uri="{FF2B5EF4-FFF2-40B4-BE49-F238E27FC236}">
                <a16:creationId xmlns:a16="http://schemas.microsoft.com/office/drawing/2014/main" id="{AB8FCF3D-7998-0163-D7A5-6E09D65FDF10}"/>
              </a:ext>
            </a:extLst>
          </p:cNvPr>
          <p:cNvCxnSpPr>
            <a:cxnSpLocks/>
          </p:cNvCxnSpPr>
          <p:nvPr/>
        </p:nvCxnSpPr>
        <p:spPr>
          <a:xfrm>
            <a:off x="8570688" y="2999740"/>
            <a:ext cx="0" cy="1062690"/>
          </a:xfrm>
          <a:prstGeom prst="straightConnector1">
            <a:avLst/>
          </a:prstGeom>
          <a:ln w="38100">
            <a:solidFill>
              <a:srgbClr val="D29956"/>
            </a:solidFill>
            <a:tailEnd type="triangle"/>
          </a:ln>
        </p:spPr>
        <p:style>
          <a:lnRef idx="2">
            <a:schemeClr val="accent3"/>
          </a:lnRef>
          <a:fillRef idx="1">
            <a:schemeClr val="lt1"/>
          </a:fillRef>
          <a:effectRef idx="0">
            <a:schemeClr val="accent3"/>
          </a:effectRef>
          <a:fontRef idx="minor">
            <a:schemeClr val="dk1"/>
          </a:fontRef>
        </p:style>
      </p:cxnSp>
      <p:cxnSp>
        <p:nvCxnSpPr>
          <p:cNvPr id="160" name="Connecteur droit 26">
            <a:extLst>
              <a:ext uri="{FF2B5EF4-FFF2-40B4-BE49-F238E27FC236}">
                <a16:creationId xmlns:a16="http://schemas.microsoft.com/office/drawing/2014/main" id="{9E610335-8350-9417-1B5C-57A608D012A8}"/>
              </a:ext>
            </a:extLst>
          </p:cNvPr>
          <p:cNvCxnSpPr>
            <a:cxnSpLocks/>
          </p:cNvCxnSpPr>
          <p:nvPr/>
        </p:nvCxnSpPr>
        <p:spPr>
          <a:xfrm flipH="1">
            <a:off x="6657975" y="3039519"/>
            <a:ext cx="207658" cy="0"/>
          </a:xfrm>
          <a:prstGeom prst="line">
            <a:avLst/>
          </a:prstGeom>
          <a:ln w="38100">
            <a:solidFill>
              <a:srgbClr val="7030A0"/>
            </a:solidFill>
          </a:ln>
        </p:spPr>
        <p:style>
          <a:lnRef idx="2">
            <a:schemeClr val="accent1"/>
          </a:lnRef>
          <a:fillRef idx="1">
            <a:schemeClr val="lt1"/>
          </a:fillRef>
          <a:effectRef idx="0">
            <a:schemeClr val="accent1"/>
          </a:effectRef>
          <a:fontRef idx="minor">
            <a:schemeClr val="dk1"/>
          </a:fontRef>
        </p:style>
      </p:cxnSp>
      <p:cxnSp>
        <p:nvCxnSpPr>
          <p:cNvPr id="161" name="Connecteur droit avec flèche 27">
            <a:extLst>
              <a:ext uri="{FF2B5EF4-FFF2-40B4-BE49-F238E27FC236}">
                <a16:creationId xmlns:a16="http://schemas.microsoft.com/office/drawing/2014/main" id="{2393A3E3-C4D4-DB22-5D2B-EAD0BE1AC669}"/>
              </a:ext>
            </a:extLst>
          </p:cNvPr>
          <p:cNvCxnSpPr>
            <a:cxnSpLocks/>
          </p:cNvCxnSpPr>
          <p:nvPr/>
        </p:nvCxnSpPr>
        <p:spPr>
          <a:xfrm>
            <a:off x="6676497" y="3035204"/>
            <a:ext cx="0" cy="1048315"/>
          </a:xfrm>
          <a:prstGeom prst="straightConnector1">
            <a:avLst/>
          </a:prstGeom>
          <a:ln w="38100">
            <a:solidFill>
              <a:srgbClr val="7030A0"/>
            </a:solidFill>
            <a:tailEnd type="triangle"/>
          </a:ln>
        </p:spPr>
        <p:style>
          <a:lnRef idx="2">
            <a:schemeClr val="accent1"/>
          </a:lnRef>
          <a:fillRef idx="1">
            <a:schemeClr val="lt1"/>
          </a:fillRef>
          <a:effectRef idx="0">
            <a:schemeClr val="accent1"/>
          </a:effectRef>
          <a:fontRef idx="minor">
            <a:schemeClr val="dk1"/>
          </a:fontRef>
        </p:style>
      </p:cxnSp>
      <p:sp>
        <p:nvSpPr>
          <p:cNvPr id="162" name="TextBox 161">
            <a:extLst>
              <a:ext uri="{FF2B5EF4-FFF2-40B4-BE49-F238E27FC236}">
                <a16:creationId xmlns:a16="http://schemas.microsoft.com/office/drawing/2014/main" id="{8AE126AD-4BAF-F0B4-4FF2-C5FC140CE3D3}"/>
              </a:ext>
            </a:extLst>
          </p:cNvPr>
          <p:cNvSpPr txBox="1"/>
          <p:nvPr/>
        </p:nvSpPr>
        <p:spPr>
          <a:xfrm>
            <a:off x="6428934" y="3429780"/>
            <a:ext cx="476412" cy="307777"/>
          </a:xfrm>
          <a:prstGeom prst="rect">
            <a:avLst/>
          </a:prstGeom>
          <a:ln w="38100">
            <a:solidFill>
              <a:srgbClr val="7030A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GB" sz="1400" dirty="0">
                <a:solidFill>
                  <a:schemeClr val="tx1"/>
                </a:solidFill>
              </a:rPr>
              <a:t>Yes</a:t>
            </a:r>
          </a:p>
        </p:txBody>
      </p:sp>
      <p:sp>
        <p:nvSpPr>
          <p:cNvPr id="163" name="TextBox 162">
            <a:extLst>
              <a:ext uri="{FF2B5EF4-FFF2-40B4-BE49-F238E27FC236}">
                <a16:creationId xmlns:a16="http://schemas.microsoft.com/office/drawing/2014/main" id="{A732F8F3-6A8D-47CA-C65C-B19F363D6DCC}"/>
              </a:ext>
            </a:extLst>
          </p:cNvPr>
          <p:cNvSpPr txBox="1"/>
          <p:nvPr/>
        </p:nvSpPr>
        <p:spPr>
          <a:xfrm>
            <a:off x="8374670" y="3382763"/>
            <a:ext cx="394660" cy="307777"/>
          </a:xfrm>
          <a:prstGeom prst="rect">
            <a:avLst/>
          </a:prstGeom>
          <a:ln w="38100">
            <a:solidFill>
              <a:srgbClr val="D29956"/>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GB" sz="1400" dirty="0">
                <a:solidFill>
                  <a:schemeClr val="tx1"/>
                </a:solidFill>
              </a:rPr>
              <a:t>No</a:t>
            </a:r>
          </a:p>
        </p:txBody>
      </p:sp>
      <p:sp>
        <p:nvSpPr>
          <p:cNvPr id="164" name="ZoneTexte 25">
            <a:extLst>
              <a:ext uri="{FF2B5EF4-FFF2-40B4-BE49-F238E27FC236}">
                <a16:creationId xmlns:a16="http://schemas.microsoft.com/office/drawing/2014/main" id="{3A6BB951-FEB8-5058-0B67-BA3A51D57803}"/>
              </a:ext>
            </a:extLst>
          </p:cNvPr>
          <p:cNvSpPr txBox="1"/>
          <p:nvPr/>
        </p:nvSpPr>
        <p:spPr>
          <a:xfrm>
            <a:off x="6855026" y="2789581"/>
            <a:ext cx="1567899" cy="523220"/>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400" dirty="0">
                <a:solidFill>
                  <a:schemeClr val="tx1"/>
                </a:solidFill>
              </a:rPr>
              <a:t>Parametric assumptions met?</a:t>
            </a:r>
          </a:p>
        </p:txBody>
      </p:sp>
      <p:sp>
        <p:nvSpPr>
          <p:cNvPr id="26" name="ZoneTexte 25"/>
          <p:cNvSpPr txBox="1"/>
          <p:nvPr/>
        </p:nvSpPr>
        <p:spPr>
          <a:xfrm>
            <a:off x="7230302" y="1025084"/>
            <a:ext cx="940533" cy="340519"/>
          </a:xfrm>
          <a:prstGeom prst="round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400" dirty="0"/>
              <a:t>One</a:t>
            </a:r>
          </a:p>
        </p:txBody>
      </p:sp>
    </p:spTree>
    <p:extLst>
      <p:ext uri="{BB962C8B-B14F-4D97-AF65-F5344CB8AC3E}">
        <p14:creationId xmlns:p14="http://schemas.microsoft.com/office/powerpoint/2010/main" val="311562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4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4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3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3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9"/>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0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5"/>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55"/>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5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5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5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5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4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148"/>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4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5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9" grpId="0" animBg="1"/>
      <p:bldP spid="75" grpId="0" animBg="1"/>
      <p:bldP spid="72" grpId="0" animBg="1"/>
      <p:bldP spid="141" grpId="0" animBg="1"/>
      <p:bldP spid="142" grpId="0" animBg="1"/>
      <p:bldP spid="143" grpId="0" animBg="1"/>
      <p:bldP spid="146" grpId="0" animBg="1"/>
      <p:bldP spid="147" grpId="0" animBg="1"/>
      <p:bldP spid="152" grpId="0" animBg="1"/>
      <p:bldP spid="153" grpId="0" animBg="1"/>
      <p:bldP spid="154" grpId="0" animBg="1"/>
      <p:bldP spid="53" grpId="0" animBg="1"/>
      <p:bldP spid="156" grpId="0" animBg="1"/>
      <p:bldP spid="157" grpId="0" animBg="1"/>
      <p:bldP spid="162" grpId="0" animBg="1"/>
      <p:bldP spid="163" grpId="0" animBg="1"/>
      <p:bldP spid="164" grpId="0" animBg="1"/>
      <p:bldP spid="26"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B97A2A3F-73F5-AD22-5F59-F43C7EB219E2}"/>
              </a:ext>
            </a:extLst>
          </p:cNvPr>
          <p:cNvGraphicFramePr>
            <a:graphicFrameLocks noGrp="1"/>
          </p:cNvGraphicFramePr>
          <p:nvPr>
            <p:extLst>
              <p:ext uri="{D42A27DB-BD31-4B8C-83A1-F6EECF244321}">
                <p14:modId xmlns:p14="http://schemas.microsoft.com/office/powerpoint/2010/main" val="2206095376"/>
              </p:ext>
            </p:extLst>
          </p:nvPr>
        </p:nvGraphicFramePr>
        <p:xfrm>
          <a:off x="460415" y="1161685"/>
          <a:ext cx="8017659" cy="5470351"/>
        </p:xfrm>
        <a:graphic>
          <a:graphicData uri="http://schemas.openxmlformats.org/drawingml/2006/table">
            <a:tbl>
              <a:tblPr firstRow="1" bandRow="1">
                <a:tableStyleId>{BC89EF96-8CEA-46FF-86C4-4CE0E7609802}</a:tableStyleId>
              </a:tblPr>
              <a:tblGrid>
                <a:gridCol w="1750609">
                  <a:extLst>
                    <a:ext uri="{9D8B030D-6E8A-4147-A177-3AD203B41FA5}">
                      <a16:colId xmlns:a16="http://schemas.microsoft.com/office/drawing/2014/main" val="83155675"/>
                    </a:ext>
                  </a:extLst>
                </a:gridCol>
                <a:gridCol w="2884885">
                  <a:extLst>
                    <a:ext uri="{9D8B030D-6E8A-4147-A177-3AD203B41FA5}">
                      <a16:colId xmlns:a16="http://schemas.microsoft.com/office/drawing/2014/main" val="1563040924"/>
                    </a:ext>
                  </a:extLst>
                </a:gridCol>
                <a:gridCol w="3382165">
                  <a:extLst>
                    <a:ext uri="{9D8B030D-6E8A-4147-A177-3AD203B41FA5}">
                      <a16:colId xmlns:a16="http://schemas.microsoft.com/office/drawing/2014/main" val="2149712839"/>
                    </a:ext>
                  </a:extLst>
                </a:gridCol>
              </a:tblGrid>
              <a:tr h="365839">
                <a:tc>
                  <a:txBody>
                    <a:bodyPr/>
                    <a:lstStyle/>
                    <a:p>
                      <a:r>
                        <a:rPr lang="en-GB" sz="1600" dirty="0">
                          <a:solidFill>
                            <a:schemeClr val="tx1"/>
                          </a:solidFill>
                        </a:rPr>
                        <a:t>Feature</a:t>
                      </a:r>
                    </a:p>
                  </a:txBody>
                  <a:tcPr/>
                </a:tc>
                <a:tc>
                  <a:txBody>
                    <a:bodyPr/>
                    <a:lstStyle/>
                    <a:p>
                      <a:r>
                        <a:rPr lang="en-GB" sz="1600" dirty="0">
                          <a:solidFill>
                            <a:schemeClr val="tx1"/>
                          </a:solidFill>
                        </a:rPr>
                        <a:t>Parametric tests</a:t>
                      </a:r>
                    </a:p>
                  </a:txBody>
                  <a:tcPr/>
                </a:tc>
                <a:tc>
                  <a:txBody>
                    <a:bodyPr/>
                    <a:lstStyle/>
                    <a:p>
                      <a:r>
                        <a:rPr lang="en-GB" sz="1600" dirty="0">
                          <a:solidFill>
                            <a:schemeClr val="tx1"/>
                          </a:solidFill>
                        </a:rPr>
                        <a:t>Non-Parametric tests</a:t>
                      </a:r>
                    </a:p>
                  </a:txBody>
                  <a:tcPr/>
                </a:tc>
                <a:extLst>
                  <a:ext uri="{0D108BD9-81ED-4DB2-BD59-A6C34878D82A}">
                    <a16:rowId xmlns:a16="http://schemas.microsoft.com/office/drawing/2014/main" val="1527224481"/>
                  </a:ext>
                </a:extLst>
              </a:tr>
              <a:tr h="404640">
                <a:tc>
                  <a:txBody>
                    <a:bodyPr/>
                    <a:lstStyle/>
                    <a:p>
                      <a:r>
                        <a:rPr lang="en-GB" sz="1600" dirty="0">
                          <a:solidFill>
                            <a:schemeClr val="tx1"/>
                          </a:solidFill>
                        </a:rPr>
                        <a:t>Assumptions</a:t>
                      </a:r>
                    </a:p>
                  </a:txBody>
                  <a:tcPr/>
                </a:tc>
                <a:tc>
                  <a:txBody>
                    <a:bodyPr/>
                    <a:lstStyle/>
                    <a:p>
                      <a:r>
                        <a:rPr lang="en-GB" sz="1600" dirty="0">
                          <a:solidFill>
                            <a:schemeClr val="tx1"/>
                          </a:solidFill>
                        </a:rPr>
                        <a:t>Required (variance). Fairly robust to mild violations (e.g. if N </a:t>
                      </a:r>
                      <a:r>
                        <a:rPr lang="en-GB" sz="1600" u="sng" dirty="0">
                          <a:solidFill>
                            <a:schemeClr val="tx1"/>
                          </a:solidFill>
                        </a:rPr>
                        <a:t>&gt;</a:t>
                      </a:r>
                      <a:r>
                        <a:rPr lang="en-GB" sz="1600" dirty="0">
                          <a:solidFill>
                            <a:schemeClr val="tx1"/>
                          </a:solidFill>
                        </a:rPr>
                        <a:t> 30 per group)</a:t>
                      </a:r>
                    </a:p>
                  </a:txBody>
                  <a:tcPr/>
                </a:tc>
                <a:tc>
                  <a:txBody>
                    <a:bodyPr/>
                    <a:lstStyle/>
                    <a:p>
                      <a:r>
                        <a:rPr lang="en-GB" sz="1600" dirty="0">
                          <a:solidFill>
                            <a:schemeClr val="tx1"/>
                          </a:solidFill>
                        </a:rPr>
                        <a:t>Fewer or no assumptions required (independent observations is still required)</a:t>
                      </a:r>
                    </a:p>
                  </a:txBody>
                  <a:tcPr/>
                </a:tc>
                <a:extLst>
                  <a:ext uri="{0D108BD9-81ED-4DB2-BD59-A6C34878D82A}">
                    <a16:rowId xmlns:a16="http://schemas.microsoft.com/office/drawing/2014/main" val="870374669"/>
                  </a:ext>
                </a:extLst>
              </a:tr>
              <a:tr h="631904">
                <a:tc>
                  <a:txBody>
                    <a:bodyPr/>
                    <a:lstStyle/>
                    <a:p>
                      <a:r>
                        <a:rPr lang="en-GB" sz="1600" dirty="0">
                          <a:solidFill>
                            <a:schemeClr val="tx1"/>
                          </a:solidFill>
                        </a:rPr>
                        <a:t>Data Type</a:t>
                      </a:r>
                    </a:p>
                  </a:txBody>
                  <a:tcPr/>
                </a:tc>
                <a:tc>
                  <a:txBody>
                    <a:bodyPr/>
                    <a:lstStyle/>
                    <a:p>
                      <a:r>
                        <a:rPr lang="en-GB" sz="1600" dirty="0">
                          <a:solidFill>
                            <a:schemeClr val="tx1"/>
                          </a:solidFill>
                        </a:rPr>
                        <a:t>Continuous data - Interval or ratio (or Ordinal data)</a:t>
                      </a:r>
                    </a:p>
                  </a:txBody>
                  <a:tcPr/>
                </a:tc>
                <a:tc>
                  <a:txBody>
                    <a:bodyPr/>
                    <a:lstStyle/>
                    <a:p>
                      <a:r>
                        <a:rPr lang="en-GB" sz="1600" dirty="0">
                          <a:solidFill>
                            <a:schemeClr val="tx1"/>
                          </a:solidFill>
                        </a:rPr>
                        <a:t>Ordinal data or data that violates assumptions</a:t>
                      </a:r>
                    </a:p>
                  </a:txBody>
                  <a:tcPr/>
                </a:tc>
                <a:extLst>
                  <a:ext uri="{0D108BD9-81ED-4DB2-BD59-A6C34878D82A}">
                    <a16:rowId xmlns:a16="http://schemas.microsoft.com/office/drawing/2014/main" val="906640710"/>
                  </a:ext>
                </a:extLst>
              </a:tr>
              <a:tr h="631904">
                <a:tc>
                  <a:txBody>
                    <a:bodyPr/>
                    <a:lstStyle/>
                    <a:p>
                      <a:r>
                        <a:rPr lang="en-GB" sz="1600" dirty="0">
                          <a:solidFill>
                            <a:schemeClr val="tx1"/>
                          </a:solidFill>
                        </a:rPr>
                        <a:t>Use when</a:t>
                      </a:r>
                    </a:p>
                  </a:txBody>
                  <a:tcPr/>
                </a:tc>
                <a:tc>
                  <a:txBody>
                    <a:bodyPr/>
                    <a:lstStyle/>
                    <a:p>
                      <a:r>
                        <a:rPr lang="en-GB" sz="1600" dirty="0">
                          <a:solidFill>
                            <a:schemeClr val="tx1"/>
                          </a:solidFill>
                        </a:rPr>
                        <a:t>Data are (approximately) normally distributed</a:t>
                      </a:r>
                    </a:p>
                  </a:txBody>
                  <a:tcPr/>
                </a:tc>
                <a:tc>
                  <a:txBody>
                    <a:bodyPr/>
                    <a:lstStyle/>
                    <a:p>
                      <a:r>
                        <a:rPr lang="en-GB" sz="1600" dirty="0">
                          <a:solidFill>
                            <a:schemeClr val="tx1"/>
                          </a:solidFill>
                        </a:rPr>
                        <a:t>Data can be non-normal, skewed or contain outliers</a:t>
                      </a:r>
                    </a:p>
                  </a:txBody>
                  <a:tcPr/>
                </a:tc>
                <a:extLst>
                  <a:ext uri="{0D108BD9-81ED-4DB2-BD59-A6C34878D82A}">
                    <a16:rowId xmlns:a16="http://schemas.microsoft.com/office/drawing/2014/main" val="4193633567"/>
                  </a:ext>
                </a:extLst>
              </a:tr>
              <a:tr h="631904">
                <a:tc>
                  <a:txBody>
                    <a:bodyPr/>
                    <a:lstStyle/>
                    <a:p>
                      <a:r>
                        <a:rPr lang="en-GB" sz="1600" dirty="0">
                          <a:solidFill>
                            <a:schemeClr val="tx1"/>
                          </a:solidFill>
                        </a:rPr>
                        <a:t>Power</a:t>
                      </a:r>
                    </a:p>
                  </a:txBody>
                  <a:tcPr/>
                </a:tc>
                <a:tc>
                  <a:txBody>
                    <a:bodyPr/>
                    <a:lstStyle/>
                    <a:p>
                      <a:r>
                        <a:rPr lang="en-GB" sz="1600" dirty="0">
                          <a:solidFill>
                            <a:schemeClr val="tx1"/>
                          </a:solidFill>
                        </a:rPr>
                        <a:t>More powerful (when assumptions are met)</a:t>
                      </a:r>
                    </a:p>
                  </a:txBody>
                  <a:tcPr/>
                </a:tc>
                <a:tc>
                  <a:txBody>
                    <a:bodyPr/>
                    <a:lstStyle/>
                    <a:p>
                      <a:r>
                        <a:rPr lang="en-GB" sz="1600" dirty="0">
                          <a:solidFill>
                            <a:schemeClr val="tx1"/>
                          </a:solidFill>
                        </a:rPr>
                        <a:t>Less powerful (but more robust and flexible in non-normal conditions)</a:t>
                      </a:r>
                    </a:p>
                  </a:txBody>
                  <a:tcPr/>
                </a:tc>
                <a:extLst>
                  <a:ext uri="{0D108BD9-81ED-4DB2-BD59-A6C34878D82A}">
                    <a16:rowId xmlns:a16="http://schemas.microsoft.com/office/drawing/2014/main" val="258540753"/>
                  </a:ext>
                </a:extLst>
              </a:tr>
              <a:tr h="631904">
                <a:tc>
                  <a:txBody>
                    <a:bodyPr/>
                    <a:lstStyle/>
                    <a:p>
                      <a:r>
                        <a:rPr lang="en-GB" sz="1600" dirty="0">
                          <a:solidFill>
                            <a:schemeClr val="tx1"/>
                          </a:solidFill>
                        </a:rPr>
                        <a:t>Effect size</a:t>
                      </a:r>
                    </a:p>
                  </a:txBody>
                  <a:tcPr/>
                </a:tc>
                <a:tc>
                  <a:txBody>
                    <a:bodyPr/>
                    <a:lstStyle/>
                    <a:p>
                      <a:r>
                        <a:rPr lang="en-GB" sz="1600" dirty="0">
                          <a:solidFill>
                            <a:schemeClr val="tx1"/>
                          </a:solidFill>
                        </a:rPr>
                        <a:t>Better at detecting smaller effect sizes if they exist</a:t>
                      </a:r>
                    </a:p>
                  </a:txBody>
                  <a:tcPr/>
                </a:tc>
                <a:tc>
                  <a:txBody>
                    <a:bodyPr/>
                    <a:lstStyle/>
                    <a:p>
                      <a:r>
                        <a:rPr lang="en-GB" sz="1600" dirty="0">
                          <a:solidFill>
                            <a:schemeClr val="tx1"/>
                          </a:solidFill>
                        </a:rPr>
                        <a:t>Rank-based or probabilistic: may require larger effects to reach significance</a:t>
                      </a:r>
                    </a:p>
                  </a:txBody>
                  <a:tcPr/>
                </a:tc>
                <a:extLst>
                  <a:ext uri="{0D108BD9-81ED-4DB2-BD59-A6C34878D82A}">
                    <a16:rowId xmlns:a16="http://schemas.microsoft.com/office/drawing/2014/main" val="2372281257"/>
                  </a:ext>
                </a:extLst>
              </a:tr>
              <a:tr h="404640">
                <a:tc>
                  <a:txBody>
                    <a:bodyPr/>
                    <a:lstStyle/>
                    <a:p>
                      <a:r>
                        <a:rPr lang="en-GB" sz="1600" dirty="0">
                          <a:solidFill>
                            <a:schemeClr val="tx1"/>
                          </a:solidFill>
                        </a:rPr>
                        <a:t>Descriptives </a:t>
                      </a:r>
                    </a:p>
                  </a:txBody>
                  <a:tcPr/>
                </a:tc>
                <a:tc>
                  <a:txBody>
                    <a:bodyPr/>
                    <a:lstStyle/>
                    <a:p>
                      <a:r>
                        <a:rPr lang="en-GB" sz="1600" dirty="0">
                          <a:solidFill>
                            <a:schemeClr val="tx1"/>
                          </a:solidFill>
                        </a:rPr>
                        <a:t>Compare group means</a:t>
                      </a:r>
                    </a:p>
                  </a:txBody>
                  <a:tcPr/>
                </a:tc>
                <a:tc>
                  <a:txBody>
                    <a:bodyPr/>
                    <a:lstStyle/>
                    <a:p>
                      <a:r>
                        <a:rPr lang="en-GB" sz="1600" dirty="0">
                          <a:solidFill>
                            <a:schemeClr val="tx1"/>
                          </a:solidFill>
                        </a:rPr>
                        <a:t>Compare group medians or distribution / position of ranks</a:t>
                      </a:r>
                    </a:p>
                  </a:txBody>
                  <a:tcPr/>
                </a:tc>
                <a:extLst>
                  <a:ext uri="{0D108BD9-81ED-4DB2-BD59-A6C34878D82A}">
                    <a16:rowId xmlns:a16="http://schemas.microsoft.com/office/drawing/2014/main" val="1140125405"/>
                  </a:ext>
                </a:extLst>
              </a:tr>
              <a:tr h="404640">
                <a:tc>
                  <a:txBody>
                    <a:bodyPr/>
                    <a:lstStyle/>
                    <a:p>
                      <a:r>
                        <a:rPr lang="en-GB" sz="1600" dirty="0">
                          <a:solidFill>
                            <a:schemeClr val="tx1"/>
                          </a:solidFill>
                        </a:rPr>
                        <a:t>Interpretation </a:t>
                      </a:r>
                    </a:p>
                  </a:txBody>
                  <a:tcPr/>
                </a:tc>
                <a:tc>
                  <a:txBody>
                    <a:bodyPr/>
                    <a:lstStyle/>
                    <a:p>
                      <a:r>
                        <a:rPr lang="en-GB" sz="1600" dirty="0">
                          <a:solidFill>
                            <a:schemeClr val="tx1"/>
                          </a:solidFill>
                        </a:rPr>
                        <a:t>Of mean differences</a:t>
                      </a:r>
                    </a:p>
                  </a:txBody>
                  <a:tcPr/>
                </a:tc>
                <a:tc>
                  <a:txBody>
                    <a:bodyPr/>
                    <a:lstStyle/>
                    <a:p>
                      <a:r>
                        <a:rPr lang="en-GB" sz="1600" dirty="0">
                          <a:solidFill>
                            <a:schemeClr val="tx1"/>
                          </a:solidFill>
                        </a:rPr>
                        <a:t>Differences in ranks of ordered data</a:t>
                      </a:r>
                    </a:p>
                  </a:txBody>
                  <a:tcPr/>
                </a:tc>
                <a:extLst>
                  <a:ext uri="{0D108BD9-81ED-4DB2-BD59-A6C34878D82A}">
                    <a16:rowId xmlns:a16="http://schemas.microsoft.com/office/drawing/2014/main" val="3320290752"/>
                  </a:ext>
                </a:extLst>
              </a:tr>
              <a:tr h="404640">
                <a:tc>
                  <a:txBody>
                    <a:bodyPr/>
                    <a:lstStyle/>
                    <a:p>
                      <a:r>
                        <a:rPr lang="en-GB" sz="1600" dirty="0">
                          <a:solidFill>
                            <a:schemeClr val="tx1"/>
                          </a:solidFill>
                        </a:rPr>
                        <a:t>Graph</a:t>
                      </a:r>
                    </a:p>
                  </a:txBody>
                  <a:tcPr/>
                </a:tc>
                <a:tc>
                  <a:txBody>
                    <a:bodyPr/>
                    <a:lstStyle/>
                    <a:p>
                      <a:r>
                        <a:rPr lang="en-GB" sz="1600" dirty="0">
                          <a:solidFill>
                            <a:schemeClr val="tx1"/>
                          </a:solidFill>
                        </a:rPr>
                        <a:t>Bar graph (common) or boxplot Mean and SD</a:t>
                      </a:r>
                    </a:p>
                  </a:txBody>
                  <a:tcPr/>
                </a:tc>
                <a:tc>
                  <a:txBody>
                    <a:bodyPr/>
                    <a:lstStyle/>
                    <a:p>
                      <a:r>
                        <a:rPr lang="en-GB" sz="1600" dirty="0">
                          <a:solidFill>
                            <a:schemeClr val="tx1"/>
                          </a:solidFill>
                        </a:rPr>
                        <a:t>Boxplot (common) or violin plot</a:t>
                      </a:r>
                    </a:p>
                    <a:p>
                      <a:r>
                        <a:rPr lang="en-GB" sz="1600" dirty="0">
                          <a:solidFill>
                            <a:schemeClr val="tx1"/>
                          </a:solidFill>
                        </a:rPr>
                        <a:t>Median and IQR</a:t>
                      </a:r>
                    </a:p>
                  </a:txBody>
                  <a:tcPr/>
                </a:tc>
                <a:extLst>
                  <a:ext uri="{0D108BD9-81ED-4DB2-BD59-A6C34878D82A}">
                    <a16:rowId xmlns:a16="http://schemas.microsoft.com/office/drawing/2014/main" val="2484869291"/>
                  </a:ext>
                </a:extLst>
              </a:tr>
            </a:tbl>
          </a:graphicData>
        </a:graphic>
      </p:graphicFrame>
      <p:sp>
        <p:nvSpPr>
          <p:cNvPr id="2" name="Content Placeholder 2">
            <a:extLst>
              <a:ext uri="{FF2B5EF4-FFF2-40B4-BE49-F238E27FC236}">
                <a16:creationId xmlns:a16="http://schemas.microsoft.com/office/drawing/2014/main" id="{C42C3BB0-1003-0768-63BA-AAC6078F6340}"/>
              </a:ext>
            </a:extLst>
          </p:cNvPr>
          <p:cNvSpPr txBox="1">
            <a:spLocks/>
          </p:cNvSpPr>
          <p:nvPr/>
        </p:nvSpPr>
        <p:spPr>
          <a:xfrm>
            <a:off x="440540" y="161633"/>
            <a:ext cx="8037534" cy="954654"/>
          </a:xfrm>
          <a:prstGeom prst="rect">
            <a:avLst/>
          </a:prstGeom>
          <a:noFill/>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000" dirty="0"/>
              <a:t>Parametric vs Non-Parametric tests</a:t>
            </a:r>
          </a:p>
        </p:txBody>
      </p:sp>
    </p:spTree>
    <p:extLst>
      <p:ext uri="{BB962C8B-B14F-4D97-AF65-F5344CB8AC3E}">
        <p14:creationId xmlns:p14="http://schemas.microsoft.com/office/powerpoint/2010/main" val="7005306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3A7A9-A5A0-7E00-B184-6ACEEBEB913B}"/>
            </a:ext>
          </a:extLst>
        </p:cNvPr>
        <p:cNvGrpSpPr/>
        <p:nvPr/>
      </p:nvGrpSpPr>
      <p:grpSpPr>
        <a:xfrm>
          <a:off x="0" y="0"/>
          <a:ext cx="0" cy="0"/>
          <a:chOff x="0" y="0"/>
          <a:chExt cx="0" cy="0"/>
        </a:xfrm>
      </p:grpSpPr>
      <p:pic>
        <p:nvPicPr>
          <p:cNvPr id="3" name="Picture 6" descr="See the source image">
            <a:extLst>
              <a:ext uri="{FF2B5EF4-FFF2-40B4-BE49-F238E27FC236}">
                <a16:creationId xmlns:a16="http://schemas.microsoft.com/office/drawing/2014/main" id="{5753A93D-8949-CD3D-BE8E-EAA035F21D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2">
            <a:extLst>
              <a:ext uri="{FF2B5EF4-FFF2-40B4-BE49-F238E27FC236}">
                <a16:creationId xmlns:a16="http://schemas.microsoft.com/office/drawing/2014/main" id="{A2174399-8FEA-5A03-718F-0B159AEF51D9}"/>
              </a:ext>
            </a:extLst>
          </p:cNvPr>
          <p:cNvSpPr txBox="1">
            <a:spLocks/>
          </p:cNvSpPr>
          <p:nvPr/>
        </p:nvSpPr>
        <p:spPr>
          <a:xfrm>
            <a:off x="5661212" y="1145892"/>
            <a:ext cx="3378616" cy="4375231"/>
          </a:xfrm>
          <a:prstGeom prst="rect">
            <a:avLst/>
          </a:prstGeom>
          <a:solidFill>
            <a:schemeClr val="bg1"/>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en-GB" sz="2800" b="1" dirty="0"/>
              <a:t>ONLINE CONTENT</a:t>
            </a:r>
            <a:endParaRPr lang="en-GB" sz="2800" b="1" dirty="0">
              <a:solidFill>
                <a:srgbClr val="FF0000"/>
              </a:solidFill>
            </a:endParaRPr>
          </a:p>
          <a:p>
            <a:pPr marL="514350" indent="-514350">
              <a:buAutoNum type="arabicParenR"/>
            </a:pPr>
            <a:r>
              <a:rPr lang="en-GB" sz="2800" dirty="0"/>
              <a:t>Catch up on Correlation if you missed it!</a:t>
            </a:r>
          </a:p>
          <a:p>
            <a:pPr marL="400050" lvl="1" indent="0">
              <a:buNone/>
            </a:pPr>
            <a:r>
              <a:rPr lang="en-GB" sz="2600" i="1" dirty="0"/>
              <a:t>(before you move on to running t-tests!)</a:t>
            </a:r>
          </a:p>
          <a:p>
            <a:pPr marL="514350" indent="-514350">
              <a:buFont typeface="Wingdings 3" charset="2"/>
              <a:buAutoNum type="arabicParenR"/>
            </a:pPr>
            <a:r>
              <a:rPr lang="en-GB" sz="2800" dirty="0"/>
              <a:t>T-tests worksheet</a:t>
            </a:r>
          </a:p>
          <a:p>
            <a:pPr marL="514350" indent="-514350">
              <a:buAutoNum type="arabicParenR"/>
            </a:pPr>
            <a:endParaRPr lang="en-GB" sz="2800" dirty="0"/>
          </a:p>
        </p:txBody>
      </p:sp>
    </p:spTree>
    <p:extLst>
      <p:ext uri="{BB962C8B-B14F-4D97-AF65-F5344CB8AC3E}">
        <p14:creationId xmlns:p14="http://schemas.microsoft.com/office/powerpoint/2010/main" val="3122850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2.6|3.2|4.2|2.3|4.8|8.1"/>
</p:tagLst>
</file>

<file path=ppt/tags/tag2.xml><?xml version="1.0" encoding="utf-8"?>
<p:tagLst xmlns:a="http://schemas.openxmlformats.org/drawingml/2006/main" xmlns:r="http://schemas.openxmlformats.org/officeDocument/2006/relationships" xmlns:p="http://schemas.openxmlformats.org/presentationml/2006/main">
  <p:tag name="TIMING" val="|3.5|4.3|2.5|3.6|0.9|2.6"/>
</p:tagLst>
</file>

<file path=ppt/tags/tag3.xml><?xml version="1.0" encoding="utf-8"?>
<p:tagLst xmlns:a="http://schemas.openxmlformats.org/drawingml/2006/main" xmlns:r="http://schemas.openxmlformats.org/officeDocument/2006/relationships" xmlns:p="http://schemas.openxmlformats.org/presentationml/2006/main">
  <p:tag name="TIMING" val="|3.5|4.3|2.5|3.6|0.9|2.6"/>
</p:tagLst>
</file>

<file path=ppt/tags/tag4.xml><?xml version="1.0" encoding="utf-8"?>
<p:tagLst xmlns:a="http://schemas.openxmlformats.org/drawingml/2006/main" xmlns:r="http://schemas.openxmlformats.org/officeDocument/2006/relationships" xmlns:p="http://schemas.openxmlformats.org/presentationml/2006/main">
  <p:tag name="TIMING" val="|3.5|4.3|2.5|3.6|0.9|2.6"/>
</p:tagLst>
</file>

<file path=ppt/tags/tag5.xml><?xml version="1.0" encoding="utf-8"?>
<p:tagLst xmlns:a="http://schemas.openxmlformats.org/drawingml/2006/main" xmlns:r="http://schemas.openxmlformats.org/officeDocument/2006/relationships" xmlns:p="http://schemas.openxmlformats.org/presentationml/2006/main">
  <p:tag name="TIMING" val="|3.5|4.3|2.5|3.6|0.9|2.6"/>
</p:tagLst>
</file>

<file path=ppt/tags/tag6.xml><?xml version="1.0" encoding="utf-8"?>
<p:tagLst xmlns:a="http://schemas.openxmlformats.org/drawingml/2006/main" xmlns:r="http://schemas.openxmlformats.org/officeDocument/2006/relationships" xmlns:p="http://schemas.openxmlformats.org/presentationml/2006/main">
  <p:tag name="TIMING" val="|3.5|4.3|2.5|3.6|0.9|2.6"/>
</p:tagLst>
</file>

<file path=ppt/tags/tag7.xml><?xml version="1.0" encoding="utf-8"?>
<p:tagLst xmlns:a="http://schemas.openxmlformats.org/drawingml/2006/main" xmlns:r="http://schemas.openxmlformats.org/officeDocument/2006/relationships" xmlns:p="http://schemas.openxmlformats.org/presentationml/2006/main">
  <p:tag name="TIMING" val="|3.5|4.3|2.5|3.6|0.9|2.6"/>
</p:tagLst>
</file>

<file path=ppt/tags/tag8.xml><?xml version="1.0" encoding="utf-8"?>
<p:tagLst xmlns:a="http://schemas.openxmlformats.org/drawingml/2006/main" xmlns:r="http://schemas.openxmlformats.org/officeDocument/2006/relationships" xmlns:p="http://schemas.openxmlformats.org/presentationml/2006/main">
  <p:tag name="TIMING" val="|3.5|4.3|2.5|3.6|0.9|2.6"/>
</p:tagLst>
</file>

<file path=ppt/tags/tag9.xml><?xml version="1.0" encoding="utf-8"?>
<p:tagLst xmlns:a="http://schemas.openxmlformats.org/drawingml/2006/main" xmlns:r="http://schemas.openxmlformats.org/officeDocument/2006/relationships" xmlns:p="http://schemas.openxmlformats.org/presentationml/2006/main">
  <p:tag name="TIMING" val="|3.5|4.3|2.5|3.6|0.9|2.6"/>
</p:tagLst>
</file>

<file path=ppt/tags/tag10.xml><?xml version="1.0" encoding="utf-8"?>
<p:tagLst xmlns:a="http://schemas.openxmlformats.org/drawingml/2006/main" xmlns:r="http://schemas.openxmlformats.org/officeDocument/2006/relationships" xmlns:p="http://schemas.openxmlformats.org/presentationml/2006/main">
  <p:tag name="TIMING" val="|3.5|4.3|2.5|3.6|0.9|2.6"/>
</p:tagLst>
</file>

<file path=ppt/tags/tag11.xml><?xml version="1.0" encoding="utf-8"?>
<p:tagLst xmlns:a="http://schemas.openxmlformats.org/drawingml/2006/main" xmlns:r="http://schemas.openxmlformats.org/officeDocument/2006/relationships" xmlns:p="http://schemas.openxmlformats.org/presentationml/2006/main">
  <p:tag name="TIMING" val="|3.5|4.3|2.5|3.6|0.9|2.6"/>
</p:tagLst>
</file>

<file path=ppt/tags/tag12.xml><?xml version="1.0" encoding="utf-8"?>
<p:tagLst xmlns:a="http://schemas.openxmlformats.org/drawingml/2006/main" xmlns:r="http://schemas.openxmlformats.org/officeDocument/2006/relationships" xmlns:p="http://schemas.openxmlformats.org/presentationml/2006/main">
  <p:tag name="TIMING" val="|3.5|4.3|2.5|3.6|0.9|2.6"/>
</p:tagLst>
</file>

<file path=ppt/tags/tag13.xml><?xml version="1.0" encoding="utf-8"?>
<p:tagLst xmlns:a="http://schemas.openxmlformats.org/drawingml/2006/main" xmlns:r="http://schemas.openxmlformats.org/officeDocument/2006/relationships" xmlns:p="http://schemas.openxmlformats.org/presentationml/2006/main">
  <p:tag name="TIMING" val="|3.5|4.3|2.5|3.6|0.9|2.6"/>
</p:tagLst>
</file>

<file path=ppt/tags/tag14.xml><?xml version="1.0" encoding="utf-8"?>
<p:tagLst xmlns:a="http://schemas.openxmlformats.org/drawingml/2006/main" xmlns:r="http://schemas.openxmlformats.org/officeDocument/2006/relationships" xmlns:p="http://schemas.openxmlformats.org/presentationml/2006/main">
  <p:tag name="TIMING" val="|3.5|4.3|2.5|3.6|0.9|2.6"/>
</p:tagLst>
</file>

<file path=ppt/tags/tag15.xml><?xml version="1.0" encoding="utf-8"?>
<p:tagLst xmlns:a="http://schemas.openxmlformats.org/drawingml/2006/main" xmlns:r="http://schemas.openxmlformats.org/officeDocument/2006/relationships" xmlns:p="http://schemas.openxmlformats.org/presentationml/2006/main">
  <p:tag name="TIMING" val="|3.5|4.3|2.5|3.6|0.9|2.6"/>
</p:tagLst>
</file>

<file path=ppt/tags/tag16.xml><?xml version="1.0" encoding="utf-8"?>
<p:tagLst xmlns:a="http://schemas.openxmlformats.org/drawingml/2006/main" xmlns:r="http://schemas.openxmlformats.org/officeDocument/2006/relationships" xmlns:p="http://schemas.openxmlformats.org/presentationml/2006/main">
  <p:tag name="TIMING" val="|3.5|4.3|2.5|3.6|0.9|2.6"/>
</p:tagLst>
</file>

<file path=ppt/tags/tag17.xml><?xml version="1.0" encoding="utf-8"?>
<p:tagLst xmlns:a="http://schemas.openxmlformats.org/drawingml/2006/main" xmlns:r="http://schemas.openxmlformats.org/officeDocument/2006/relationships" xmlns:p="http://schemas.openxmlformats.org/presentationml/2006/main">
  <p:tag name="TIMING" val="|3.5|4.3|2.5|3.6|0.9|2.6"/>
</p:tagLst>
</file>

<file path=ppt/tags/tag18.xml><?xml version="1.0" encoding="utf-8"?>
<p:tagLst xmlns:a="http://schemas.openxmlformats.org/drawingml/2006/main" xmlns:r="http://schemas.openxmlformats.org/officeDocument/2006/relationships" xmlns:p="http://schemas.openxmlformats.org/presentationml/2006/main">
  <p:tag name="TIMING" val="|3.5|4.3|2.5|3.6|0.9|2.6"/>
</p:tagLst>
</file>

<file path=ppt/tags/tag19.xml><?xml version="1.0" encoding="utf-8"?>
<p:tagLst xmlns:a="http://schemas.openxmlformats.org/drawingml/2006/main" xmlns:r="http://schemas.openxmlformats.org/officeDocument/2006/relationships" xmlns:p="http://schemas.openxmlformats.org/presentationml/2006/main">
  <p:tag name="TIMING" val="|3.5|4.3|2.5|3.6|0.9|2.6"/>
</p:tagLst>
</file>

<file path=ppt/tags/tag20.xml><?xml version="1.0" encoding="utf-8"?>
<p:tagLst xmlns:a="http://schemas.openxmlformats.org/drawingml/2006/main" xmlns:r="http://schemas.openxmlformats.org/officeDocument/2006/relationships" xmlns:p="http://schemas.openxmlformats.org/presentationml/2006/main">
  <p:tag name="TIMING" val="|3.5|4.3|2.5|3.6|0.9|2.6"/>
</p:tagLst>
</file>

<file path=ppt/tags/tag21.xml><?xml version="1.0" encoding="utf-8"?>
<p:tagLst xmlns:a="http://schemas.openxmlformats.org/drawingml/2006/main" xmlns:r="http://schemas.openxmlformats.org/officeDocument/2006/relationships" xmlns:p="http://schemas.openxmlformats.org/presentationml/2006/main">
  <p:tag name="TIMING" val="|3.5|4.3|2.5|3.6|0.9|2.6"/>
</p:tagLst>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9139</TotalTime>
  <Words>3531</Words>
  <Application>Microsoft Office PowerPoint</Application>
  <PresentationFormat>On-screen Show (4:3)</PresentationFormat>
  <Paragraphs>450</Paragraphs>
  <Slides>44</Slides>
  <Notes>43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Arial</vt:lpstr>
      <vt:lpstr>Calibri</vt:lpstr>
      <vt:lpstr>Calibri Light</vt:lpstr>
      <vt:lpstr>Gill Sans MT</vt:lpstr>
      <vt:lpstr>Times New Roman</vt:lpstr>
      <vt:lpstr>Wingdings</vt:lpstr>
      <vt:lpstr>Wingdings 3</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DEWE, HAYLEY L.</dc:creator>
  <cp:lastModifiedBy>DEWE, HAYLEY L.</cp:lastModifiedBy>
  <cp:revision>1</cp:revision>
  <dcterms:created xsi:type="dcterms:W3CDTF">2023-09-30T21:10:58Z</dcterms:created>
  <dcterms:modified xsi:type="dcterms:W3CDTF">2026-02-05T10:21:22Z</dcterms:modified>
</cp:coreProperties>
</file>