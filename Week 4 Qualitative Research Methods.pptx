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29"/>
  </p:notesMasterIdLst>
  <p:sldIdLst>
    <p:sldId id="256" r:id="rId2"/>
    <p:sldId id="397" r:id="rId3"/>
    <p:sldId id="335" r:id="rId4"/>
    <p:sldId id="291" r:id="rId5"/>
    <p:sldId id="288" r:id="rId6"/>
    <p:sldId id="371" r:id="rId7"/>
    <p:sldId id="394" r:id="rId8"/>
    <p:sldId id="355" r:id="rId9"/>
    <p:sldId id="360" r:id="rId10"/>
    <p:sldId id="358" r:id="rId11"/>
    <p:sldId id="359" r:id="rId12"/>
    <p:sldId id="357" r:id="rId13"/>
    <p:sldId id="536" r:id="rId14"/>
    <p:sldId id="384" r:id="rId15"/>
    <p:sldId id="399" r:id="rId16"/>
    <p:sldId id="400" r:id="rId17"/>
    <p:sldId id="401" r:id="rId18"/>
    <p:sldId id="389" r:id="rId19"/>
    <p:sldId id="402" r:id="rId20"/>
    <p:sldId id="537" r:id="rId21"/>
    <p:sldId id="398" r:id="rId22"/>
    <p:sldId id="403" r:id="rId23"/>
    <p:sldId id="312" r:id="rId24"/>
    <p:sldId id="534" r:id="rId25"/>
    <p:sldId id="538" r:id="rId26"/>
    <p:sldId id="535" r:id="rId27"/>
    <p:sldId id="396"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77B4"/>
    <a:srgbClr val="E3C0BF"/>
    <a:srgbClr val="CCFFFF"/>
    <a:srgbClr val="B0B0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DD704F-ED13-4AE3-BB69-53A5261ADFDF}" v="49" dt="2025-10-29T13:31:43.626"/>
    <p1510:client id="{B0D8FB58-C9D4-4D1A-91CC-4E56B0BD3064}" v="5316" dt="2025-10-29T13:28:19.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67320" autoAdjust="0"/>
  </p:normalViewPr>
  <p:slideViewPr>
    <p:cSldViewPr snapToGrid="0">
      <p:cViewPr varScale="1">
        <p:scale>
          <a:sx n="71" d="100"/>
          <a:sy n="71" d="100"/>
        </p:scale>
        <p:origin x="1668"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WE, HAYLEY L." userId="5cada80b-0f7b-49a5-96b2-656b100ca6c6" providerId="ADAL" clId="{60BB6F84-8CFF-41EF-BEAC-EA15038B9E72}"/>
    <pc:docChg chg="undo custSel addSld delSld modSld sldOrd">
      <pc:chgData name="DEWE, HAYLEY L." userId="5cada80b-0f7b-49a5-96b2-656b100ca6c6" providerId="ADAL" clId="{60BB6F84-8CFF-41EF-BEAC-EA15038B9E72}" dt="2023-10-01T16:21:33.148" v="605"/>
      <pc:docMkLst>
        <pc:docMk/>
      </pc:docMkLst>
      <pc:sldChg chg="addSp delSp modSp mod ord modTransition delAnim modAnim">
        <pc:chgData name="DEWE, HAYLEY L." userId="5cada80b-0f7b-49a5-96b2-656b100ca6c6" providerId="ADAL" clId="{60BB6F84-8CFF-41EF-BEAC-EA15038B9E72}" dt="2023-10-01T14:55:34.081" v="185"/>
        <pc:sldMkLst>
          <pc:docMk/>
          <pc:sldMk cId="621895312" sldId="256"/>
        </pc:sldMkLst>
      </pc:sldChg>
      <pc:sldChg chg="addSp delSp modSp add mod modTransition delAnim modAnim">
        <pc:chgData name="DEWE, HAYLEY L." userId="5cada80b-0f7b-49a5-96b2-656b100ca6c6" providerId="ADAL" clId="{60BB6F84-8CFF-41EF-BEAC-EA15038B9E72}" dt="2023-10-01T14:54:51.771" v="183"/>
        <pc:sldMkLst>
          <pc:docMk/>
          <pc:sldMk cId="969240660" sldId="259"/>
        </pc:sldMkLst>
      </pc:sldChg>
      <pc:sldChg chg="add del">
        <pc:chgData name="DEWE, HAYLEY L." userId="5cada80b-0f7b-49a5-96b2-656b100ca6c6" providerId="ADAL" clId="{60BB6F84-8CFF-41EF-BEAC-EA15038B9E72}" dt="2023-10-01T14:45:05.469" v="111" actId="47"/>
        <pc:sldMkLst>
          <pc:docMk/>
          <pc:sldMk cId="275857771" sldId="260"/>
        </pc:sldMkLst>
      </pc:sldChg>
      <pc:sldChg chg="addSp delSp modSp mod ord modTransition delAnim modAnim">
        <pc:chgData name="DEWE, HAYLEY L." userId="5cada80b-0f7b-49a5-96b2-656b100ca6c6" providerId="ADAL" clId="{60BB6F84-8CFF-41EF-BEAC-EA15038B9E72}" dt="2023-10-01T16:21:33.148" v="605"/>
        <pc:sldMkLst>
          <pc:docMk/>
          <pc:sldMk cId="251238370" sldId="283"/>
        </pc:sldMkLst>
      </pc:sldChg>
      <pc:sldChg chg="addSp delSp modSp mod modTransition delAnim modAnim">
        <pc:chgData name="DEWE, HAYLEY L." userId="5cada80b-0f7b-49a5-96b2-656b100ca6c6" providerId="ADAL" clId="{60BB6F84-8CFF-41EF-BEAC-EA15038B9E72}" dt="2023-10-01T16:00:42.407" v="586" actId="14861"/>
        <pc:sldMkLst>
          <pc:docMk/>
          <pc:sldMk cId="2100474229" sldId="284"/>
        </pc:sldMkLst>
      </pc:sldChg>
      <pc:sldChg chg="addSp delSp modSp mod modTransition delAnim modAnim">
        <pc:chgData name="DEWE, HAYLEY L." userId="5cada80b-0f7b-49a5-96b2-656b100ca6c6" providerId="ADAL" clId="{60BB6F84-8CFF-41EF-BEAC-EA15038B9E72}" dt="2023-10-01T15:51:12.518" v="562"/>
        <pc:sldMkLst>
          <pc:docMk/>
          <pc:sldMk cId="3862151110" sldId="286"/>
        </pc:sldMkLst>
      </pc:sldChg>
      <pc:sldChg chg="addSp delSp modSp mod modTransition setBg setFolMasterObjs delAnim modAnim">
        <pc:chgData name="DEWE, HAYLEY L." userId="5cada80b-0f7b-49a5-96b2-656b100ca6c6" providerId="ADAL" clId="{60BB6F84-8CFF-41EF-BEAC-EA15038B9E72}" dt="2023-10-01T15:46:31.927" v="535"/>
        <pc:sldMkLst>
          <pc:docMk/>
          <pc:sldMk cId="783582565" sldId="287"/>
        </pc:sldMkLst>
      </pc:sldChg>
      <pc:sldChg chg="addSp delSp modSp mod modTransition modAnim">
        <pc:chgData name="DEWE, HAYLEY L." userId="5cada80b-0f7b-49a5-96b2-656b100ca6c6" providerId="ADAL" clId="{60BB6F84-8CFF-41EF-BEAC-EA15038B9E72}" dt="2023-10-01T16:03:16.117" v="595"/>
        <pc:sldMkLst>
          <pc:docMk/>
          <pc:sldMk cId="3510830575" sldId="288"/>
        </pc:sldMkLst>
      </pc:sldChg>
      <pc:sldChg chg="addSp delSp modSp mod modTransition modAnim">
        <pc:chgData name="DEWE, HAYLEY L." userId="5cada80b-0f7b-49a5-96b2-656b100ca6c6" providerId="ADAL" clId="{60BB6F84-8CFF-41EF-BEAC-EA15038B9E72}" dt="2023-10-01T15:56:17.311" v="577"/>
        <pc:sldMkLst>
          <pc:docMk/>
          <pc:sldMk cId="1568805849" sldId="289"/>
        </pc:sldMkLst>
      </pc:sldChg>
      <pc:sldChg chg="addSp delSp modSp mod">
        <pc:chgData name="DEWE, HAYLEY L." userId="5cada80b-0f7b-49a5-96b2-656b100ca6c6" providerId="ADAL" clId="{60BB6F84-8CFF-41EF-BEAC-EA15038B9E72}" dt="2023-10-01T14:59:18.015" v="188"/>
        <pc:sldMkLst>
          <pc:docMk/>
          <pc:sldMk cId="1022151281" sldId="290"/>
        </pc:sldMkLst>
      </pc:sldChg>
      <pc:sldChg chg="addSp delSp modSp mod modTransition delAnim modAnim modNotesTx">
        <pc:chgData name="DEWE, HAYLEY L." userId="5cada80b-0f7b-49a5-96b2-656b100ca6c6" providerId="ADAL" clId="{60BB6F84-8CFF-41EF-BEAC-EA15038B9E72}" dt="2023-10-01T15:18:33.953" v="392" actId="20577"/>
        <pc:sldMkLst>
          <pc:docMk/>
          <pc:sldMk cId="3525045034" sldId="291"/>
        </pc:sldMkLst>
      </pc:sldChg>
      <pc:sldChg chg="addSp delSp modSp mod modTransition delAnim">
        <pc:chgData name="DEWE, HAYLEY L." userId="5cada80b-0f7b-49a5-96b2-656b100ca6c6" providerId="ADAL" clId="{60BB6F84-8CFF-41EF-BEAC-EA15038B9E72}" dt="2023-10-01T16:08:01.377" v="602" actId="14100"/>
        <pc:sldMkLst>
          <pc:docMk/>
          <pc:sldMk cId="2508416345" sldId="292"/>
        </pc:sldMkLst>
      </pc:sldChg>
      <pc:sldChg chg="addSp delSp modSp mod modTransition delAnim modAnim modNotesTx">
        <pc:chgData name="DEWE, HAYLEY L." userId="5cada80b-0f7b-49a5-96b2-656b100ca6c6" providerId="ADAL" clId="{60BB6F84-8CFF-41EF-BEAC-EA15038B9E72}" dt="2023-10-01T15:32:02.290" v="447" actId="14861"/>
        <pc:sldMkLst>
          <pc:docMk/>
          <pc:sldMk cId="1615224924" sldId="294"/>
        </pc:sldMkLst>
      </pc:sldChg>
      <pc:sldChg chg="addSp delSp modSp mod modTransition delAnim modAnim modNotesTx">
        <pc:chgData name="DEWE, HAYLEY L." userId="5cada80b-0f7b-49a5-96b2-656b100ca6c6" providerId="ADAL" clId="{60BB6F84-8CFF-41EF-BEAC-EA15038B9E72}" dt="2023-10-01T15:18:58.017" v="397" actId="14100"/>
        <pc:sldMkLst>
          <pc:docMk/>
          <pc:sldMk cId="721491317" sldId="295"/>
        </pc:sldMkLst>
      </pc:sldChg>
      <pc:sldChg chg="addSp delSp modSp mod modTransition delAnim">
        <pc:chgData name="DEWE, HAYLEY L." userId="5cada80b-0f7b-49a5-96b2-656b100ca6c6" providerId="ADAL" clId="{60BB6F84-8CFF-41EF-BEAC-EA15038B9E72}" dt="2023-10-01T16:08:39.501" v="603" actId="478"/>
        <pc:sldMkLst>
          <pc:docMk/>
          <pc:sldMk cId="1244219522" sldId="296"/>
        </pc:sldMkLst>
      </pc:sldChg>
      <pc:sldChg chg="addSp delSp modSp add del mod delAnim">
        <pc:chgData name="DEWE, HAYLEY L." userId="5cada80b-0f7b-49a5-96b2-656b100ca6c6" providerId="ADAL" clId="{60BB6F84-8CFF-41EF-BEAC-EA15038B9E72}" dt="2023-10-01T14:43:48.266" v="96" actId="47"/>
        <pc:sldMkLst>
          <pc:docMk/>
          <pc:sldMk cId="1997369417" sldId="297"/>
        </pc:sldMkLst>
      </pc:sldChg>
    </pc:docChg>
  </pc:docChgLst>
  <pc:docChgLst>
    <pc:chgData name="DEWE, HAYLEY L." userId="5cada80b-0f7b-49a5-96b2-656b100ca6c6" providerId="ADAL" clId="{1B404483-D87B-4349-BF58-C321AE7C9516}"/>
    <pc:docChg chg="undo custSel addSld delSld modSld sldOrd">
      <pc:chgData name="DEWE, HAYLEY L." userId="5cada80b-0f7b-49a5-96b2-656b100ca6c6" providerId="ADAL" clId="{1B404483-D87B-4349-BF58-C321AE7C9516}" dt="2023-10-01T02:22:22.072" v="5728"/>
      <pc:docMkLst>
        <pc:docMk/>
      </pc:docMkLst>
      <pc:sldChg chg="addSp delSp modSp mod ord modTransition">
        <pc:chgData name="DEWE, HAYLEY L." userId="5cada80b-0f7b-49a5-96b2-656b100ca6c6" providerId="ADAL" clId="{1B404483-D87B-4349-BF58-C321AE7C9516}" dt="2023-09-30T23:02:32.687" v="5126" actId="478"/>
        <pc:sldMkLst>
          <pc:docMk/>
          <pc:sldMk cId="621895312" sldId="256"/>
        </pc:sldMkLst>
      </pc:sldChg>
      <pc:sldChg chg="addSp delSp modSp mod ord addAnim delAnim modAnim">
        <pc:chgData name="DEWE, HAYLEY L." userId="5cada80b-0f7b-49a5-96b2-656b100ca6c6" providerId="ADAL" clId="{1B404483-D87B-4349-BF58-C321AE7C9516}" dt="2023-09-30T23:01:21.585" v="5114" actId="478"/>
        <pc:sldMkLst>
          <pc:docMk/>
          <pc:sldMk cId="251238370" sldId="283"/>
        </pc:sldMkLst>
      </pc:sldChg>
      <pc:sldChg chg="addSp delSp modSp mod ord modAnim">
        <pc:chgData name="DEWE, HAYLEY L." userId="5cada80b-0f7b-49a5-96b2-656b100ca6c6" providerId="ADAL" clId="{1B404483-D87B-4349-BF58-C321AE7C9516}" dt="2023-09-30T23:02:11.625" v="5122"/>
        <pc:sldMkLst>
          <pc:docMk/>
          <pc:sldMk cId="2100474229" sldId="284"/>
        </pc:sldMkLst>
      </pc:sldChg>
      <pc:sldChg chg="addSp delSp modSp new del mod">
        <pc:chgData name="DEWE, HAYLEY L." userId="5cada80b-0f7b-49a5-96b2-656b100ca6c6" providerId="ADAL" clId="{1B404483-D87B-4349-BF58-C321AE7C9516}" dt="2023-09-30T22:24:39.549" v="1777" actId="47"/>
        <pc:sldMkLst>
          <pc:docMk/>
          <pc:sldMk cId="327696758" sldId="285"/>
        </pc:sldMkLst>
      </pc:sldChg>
      <pc:sldChg chg="addSp delSp modSp add mod ord setBg modAnim">
        <pc:chgData name="DEWE, HAYLEY L." userId="5cada80b-0f7b-49a5-96b2-656b100ca6c6" providerId="ADAL" clId="{1B404483-D87B-4349-BF58-C321AE7C9516}" dt="2023-09-30T23:03:39.232" v="5156" actId="20577"/>
        <pc:sldMkLst>
          <pc:docMk/>
          <pc:sldMk cId="3862151110" sldId="286"/>
        </pc:sldMkLst>
      </pc:sldChg>
      <pc:sldChg chg="addSp delSp modSp add mod ord setBg addAnim delAnim modAnim">
        <pc:chgData name="DEWE, HAYLEY L." userId="5cada80b-0f7b-49a5-96b2-656b100ca6c6" providerId="ADAL" clId="{1B404483-D87B-4349-BF58-C321AE7C9516}" dt="2023-09-30T23:01:23.912" v="5115" actId="478"/>
        <pc:sldMkLst>
          <pc:docMk/>
          <pc:sldMk cId="783582565" sldId="287"/>
        </pc:sldMkLst>
      </pc:sldChg>
      <pc:sldChg chg="addSp delSp modSp add mod modTransition">
        <pc:chgData name="DEWE, HAYLEY L." userId="5cada80b-0f7b-49a5-96b2-656b100ca6c6" providerId="ADAL" clId="{1B404483-D87B-4349-BF58-C321AE7C9516}" dt="2023-09-30T23:01:18.914" v="5113" actId="478"/>
        <pc:sldMkLst>
          <pc:docMk/>
          <pc:sldMk cId="3510830575" sldId="288"/>
        </pc:sldMkLst>
      </pc:sldChg>
      <pc:sldChg chg="addSp delSp modSp add mod ord">
        <pc:chgData name="DEWE, HAYLEY L." userId="5cada80b-0f7b-49a5-96b2-656b100ca6c6" providerId="ADAL" clId="{1B404483-D87B-4349-BF58-C321AE7C9516}" dt="2023-09-30T23:01:30.786" v="5118" actId="478"/>
        <pc:sldMkLst>
          <pc:docMk/>
          <pc:sldMk cId="1568805849" sldId="289"/>
        </pc:sldMkLst>
      </pc:sldChg>
      <pc:sldChg chg="addSp delSp modSp new mod modTransition setBg setFolMasterObjs">
        <pc:chgData name="DEWE, HAYLEY L." userId="5cada80b-0f7b-49a5-96b2-656b100ca6c6" providerId="ADAL" clId="{1B404483-D87B-4349-BF58-C321AE7C9516}" dt="2023-09-30T23:02:35.530" v="5127" actId="478"/>
        <pc:sldMkLst>
          <pc:docMk/>
          <pc:sldMk cId="1022151281" sldId="290"/>
        </pc:sldMkLst>
      </pc:sldChg>
      <pc:sldChg chg="new del">
        <pc:chgData name="DEWE, HAYLEY L." userId="5cada80b-0f7b-49a5-96b2-656b100ca6c6" providerId="ADAL" clId="{1B404483-D87B-4349-BF58-C321AE7C9516}" dt="2023-09-30T22:11:18.115" v="1474" actId="47"/>
        <pc:sldMkLst>
          <pc:docMk/>
          <pc:sldMk cId="2984100940" sldId="291"/>
        </pc:sldMkLst>
      </pc:sldChg>
      <pc:sldChg chg="addSp delSp modSp add mod setBg delAnim modAnim modNotesTx">
        <pc:chgData name="DEWE, HAYLEY L." userId="5cada80b-0f7b-49a5-96b2-656b100ca6c6" providerId="ADAL" clId="{1B404483-D87B-4349-BF58-C321AE7C9516}" dt="2023-09-30T23:00:57.840" v="5108" actId="1076"/>
        <pc:sldMkLst>
          <pc:docMk/>
          <pc:sldMk cId="3525045034" sldId="291"/>
        </pc:sldMkLst>
      </pc:sldChg>
      <pc:sldChg chg="addSp delSp modSp add mod setBg modAnim modNotesTx">
        <pc:chgData name="DEWE, HAYLEY L." userId="5cada80b-0f7b-49a5-96b2-656b100ca6c6" providerId="ADAL" clId="{1B404483-D87B-4349-BF58-C321AE7C9516}" dt="2023-10-01T02:22:22.072" v="5728"/>
        <pc:sldMkLst>
          <pc:docMk/>
          <pc:sldMk cId="2508416345" sldId="292"/>
        </pc:sldMkLst>
      </pc:sldChg>
      <pc:sldChg chg="add del setBg">
        <pc:chgData name="DEWE, HAYLEY L." userId="5cada80b-0f7b-49a5-96b2-656b100ca6c6" providerId="ADAL" clId="{1B404483-D87B-4349-BF58-C321AE7C9516}" dt="2023-09-30T22:40:29.811" v="3832" actId="47"/>
        <pc:sldMkLst>
          <pc:docMk/>
          <pc:sldMk cId="3375531371" sldId="293"/>
        </pc:sldMkLst>
      </pc:sldChg>
      <pc:sldChg chg="addSp delSp modSp add del mod setBg modAnim">
        <pc:chgData name="DEWE, HAYLEY L." userId="5cada80b-0f7b-49a5-96b2-656b100ca6c6" providerId="ADAL" clId="{1B404483-D87B-4349-BF58-C321AE7C9516}" dt="2023-09-30T22:53:40.377" v="4692" actId="47"/>
        <pc:sldMkLst>
          <pc:docMk/>
          <pc:sldMk cId="3813176271" sldId="293"/>
        </pc:sldMkLst>
      </pc:sldChg>
      <pc:sldChg chg="addSp delSp modSp add mod setBg addAnim delAnim modAnim">
        <pc:chgData name="DEWE, HAYLEY L." userId="5cada80b-0f7b-49a5-96b2-656b100ca6c6" providerId="ADAL" clId="{1B404483-D87B-4349-BF58-C321AE7C9516}" dt="2023-09-30T23:01:16.868" v="5112" actId="478"/>
        <pc:sldMkLst>
          <pc:docMk/>
          <pc:sldMk cId="1615224924" sldId="294"/>
        </pc:sldMkLst>
      </pc:sldChg>
      <pc:sldChg chg="addSp delSp modSp add mod setBg modAnim">
        <pc:chgData name="DEWE, HAYLEY L." userId="5cada80b-0f7b-49a5-96b2-656b100ca6c6" providerId="ADAL" clId="{1B404483-D87B-4349-BF58-C321AE7C9516}" dt="2023-09-30T23:02:58.155" v="5129"/>
        <pc:sldMkLst>
          <pc:docMk/>
          <pc:sldMk cId="721491317" sldId="295"/>
        </pc:sldMkLst>
      </pc:sldChg>
      <pc:sldChg chg="addSp delSp modSp add mod setBg delAnim modNotesTx">
        <pc:chgData name="DEWE, HAYLEY L." userId="5cada80b-0f7b-49a5-96b2-656b100ca6c6" providerId="ADAL" clId="{1B404483-D87B-4349-BF58-C321AE7C9516}" dt="2023-10-01T01:04:50.462" v="5645" actId="1076"/>
        <pc:sldMkLst>
          <pc:docMk/>
          <pc:sldMk cId="1244219522" sldId="296"/>
        </pc:sldMkLst>
      </pc:sldChg>
      <pc:sldChg chg="delSp modSp add del mod setBg">
        <pc:chgData name="DEWE, HAYLEY L." userId="5cada80b-0f7b-49a5-96b2-656b100ca6c6" providerId="ADAL" clId="{1B404483-D87B-4349-BF58-C321AE7C9516}" dt="2023-10-01T01:02:01.770" v="5606" actId="47"/>
        <pc:sldMkLst>
          <pc:docMk/>
          <pc:sldMk cId="1224133335" sldId="297"/>
        </pc:sldMkLst>
      </pc:sldChg>
    </pc:docChg>
  </pc:docChgLst>
  <pc:docChgLst>
    <pc:chgData name="DEWE, HAYLEY L." userId="5cada80b-0f7b-49a5-96b2-656b100ca6c6" providerId="ADAL" clId="{32C70951-BBAD-4A33-978B-E62A33B9F219}"/>
    <pc:docChg chg="undo custSel addSld delSld modSld sldOrd modMainMaster">
      <pc:chgData name="DEWE, HAYLEY L." userId="5cada80b-0f7b-49a5-96b2-656b100ca6c6" providerId="ADAL" clId="{32C70951-BBAD-4A33-978B-E62A33B9F219}" dt="2024-10-15T12:39:33.814" v="16734"/>
      <pc:docMkLst>
        <pc:docMk/>
      </pc:docMkLst>
      <pc:sldChg chg="addSp delSp modSp mod modTransition setBg modAnim modNotesTx">
        <pc:chgData name="DEWE, HAYLEY L." userId="5cada80b-0f7b-49a5-96b2-656b100ca6c6" providerId="ADAL" clId="{32C70951-BBAD-4A33-978B-E62A33B9F219}" dt="2024-10-14T15:09:35.405" v="16483"/>
        <pc:sldMkLst>
          <pc:docMk/>
          <pc:sldMk cId="621895312" sldId="256"/>
        </pc:sldMkLst>
      </pc:sldChg>
      <pc:sldChg chg="addSp delSp modSp mod modTransition setBg modAnim">
        <pc:chgData name="DEWE, HAYLEY L." userId="5cada80b-0f7b-49a5-96b2-656b100ca6c6" providerId="ADAL" clId="{32C70951-BBAD-4A33-978B-E62A33B9F219}" dt="2024-10-14T15:09:32.161" v="16482"/>
        <pc:sldMkLst>
          <pc:docMk/>
          <pc:sldMk cId="969240660" sldId="259"/>
        </pc:sldMkLst>
      </pc:sldChg>
      <pc:sldChg chg="del setBg">
        <pc:chgData name="DEWE, HAYLEY L." userId="5cada80b-0f7b-49a5-96b2-656b100ca6c6" providerId="ADAL" clId="{32C70951-BBAD-4A33-978B-E62A33B9F219}" dt="2024-10-13T11:26:48.274" v="577" actId="47"/>
        <pc:sldMkLst>
          <pc:docMk/>
          <pc:sldMk cId="251238370" sldId="283"/>
        </pc:sldMkLst>
      </pc:sldChg>
      <pc:sldChg chg="del setBg">
        <pc:chgData name="DEWE, HAYLEY L." userId="5cada80b-0f7b-49a5-96b2-656b100ca6c6" providerId="ADAL" clId="{32C70951-BBAD-4A33-978B-E62A33B9F219}" dt="2024-10-13T13:45:06.971" v="4406" actId="47"/>
        <pc:sldMkLst>
          <pc:docMk/>
          <pc:sldMk cId="2100474229" sldId="284"/>
        </pc:sldMkLst>
      </pc:sldChg>
      <pc:sldChg chg="addSp delSp modSp del mod ord modTransition setBg delAnim modAnim modNotesTx">
        <pc:chgData name="DEWE, HAYLEY L." userId="5cada80b-0f7b-49a5-96b2-656b100ca6c6" providerId="ADAL" clId="{32C70951-BBAD-4A33-978B-E62A33B9F219}" dt="2024-10-14T18:14:22.222" v="16581" actId="47"/>
        <pc:sldMkLst>
          <pc:docMk/>
          <pc:sldMk cId="3862151110" sldId="286"/>
        </pc:sldMkLst>
      </pc:sldChg>
      <pc:sldChg chg="del setBg">
        <pc:chgData name="DEWE, HAYLEY L." userId="5cada80b-0f7b-49a5-96b2-656b100ca6c6" providerId="ADAL" clId="{32C70951-BBAD-4A33-978B-E62A33B9F219}" dt="2024-10-13T12:07:08.464" v="881" actId="47"/>
        <pc:sldMkLst>
          <pc:docMk/>
          <pc:sldMk cId="783582565" sldId="287"/>
        </pc:sldMkLst>
      </pc:sldChg>
      <pc:sldChg chg="addSp delSp modSp mod modTransition setBg addAnim delAnim modAnim modNotesTx">
        <pc:chgData name="DEWE, HAYLEY L." userId="5cada80b-0f7b-49a5-96b2-656b100ca6c6" providerId="ADAL" clId="{32C70951-BBAD-4A33-978B-E62A33B9F219}" dt="2024-10-15T12:39:33.814" v="16734"/>
        <pc:sldMkLst>
          <pc:docMk/>
          <pc:sldMk cId="3510830575" sldId="288"/>
        </pc:sldMkLst>
      </pc:sldChg>
      <pc:sldChg chg="delSp del mod delAnim">
        <pc:chgData name="DEWE, HAYLEY L." userId="5cada80b-0f7b-49a5-96b2-656b100ca6c6" providerId="ADAL" clId="{32C70951-BBAD-4A33-978B-E62A33B9F219}" dt="2024-10-13T13:45:01.085" v="4403" actId="47"/>
        <pc:sldMkLst>
          <pc:docMk/>
          <pc:sldMk cId="1568805849" sldId="289"/>
        </pc:sldMkLst>
      </pc:sldChg>
      <pc:sldChg chg="addSp delSp modSp del mod modTransition setBg modClrScheme delAnim modAnim delDesignElem chgLayout modNotesTx">
        <pc:chgData name="DEWE, HAYLEY L." userId="5cada80b-0f7b-49a5-96b2-656b100ca6c6" providerId="ADAL" clId="{32C70951-BBAD-4A33-978B-E62A33B9F219}" dt="2024-10-15T08:25:04.119" v="16626" actId="47"/>
        <pc:sldMkLst>
          <pc:docMk/>
          <pc:sldMk cId="1022151281" sldId="290"/>
        </pc:sldMkLst>
      </pc:sldChg>
      <pc:sldChg chg="addSp delSp modSp mod modTransition setBg delAnim modAnim">
        <pc:chgData name="DEWE, HAYLEY L." userId="5cada80b-0f7b-49a5-96b2-656b100ca6c6" providerId="ADAL" clId="{32C70951-BBAD-4A33-978B-E62A33B9F219}" dt="2024-10-14T15:10:46.895" v="16491"/>
        <pc:sldMkLst>
          <pc:docMk/>
          <pc:sldMk cId="3525045034" sldId="291"/>
        </pc:sldMkLst>
      </pc:sldChg>
      <pc:sldChg chg="del setBg">
        <pc:chgData name="DEWE, HAYLEY L." userId="5cada80b-0f7b-49a5-96b2-656b100ca6c6" providerId="ADAL" clId="{32C70951-BBAD-4A33-978B-E62A33B9F219}" dt="2024-10-13T13:45:03.063" v="4404" actId="47"/>
        <pc:sldMkLst>
          <pc:docMk/>
          <pc:sldMk cId="2508416345" sldId="292"/>
        </pc:sldMkLst>
      </pc:sldChg>
      <pc:sldChg chg="del setBg">
        <pc:chgData name="DEWE, HAYLEY L." userId="5cada80b-0f7b-49a5-96b2-656b100ca6c6" providerId="ADAL" clId="{32C70951-BBAD-4A33-978B-E62A33B9F219}" dt="2024-10-13T11:26:46.249" v="576" actId="47"/>
        <pc:sldMkLst>
          <pc:docMk/>
          <pc:sldMk cId="1615224924" sldId="294"/>
        </pc:sldMkLst>
      </pc:sldChg>
      <pc:sldChg chg="del setBg">
        <pc:chgData name="DEWE, HAYLEY L." userId="5cada80b-0f7b-49a5-96b2-656b100ca6c6" providerId="ADAL" clId="{32C70951-BBAD-4A33-978B-E62A33B9F219}" dt="2024-10-13T11:26:45.627" v="575" actId="47"/>
        <pc:sldMkLst>
          <pc:docMk/>
          <pc:sldMk cId="721491317" sldId="295"/>
        </pc:sldMkLst>
      </pc:sldChg>
      <pc:sldChg chg="del setBg">
        <pc:chgData name="DEWE, HAYLEY L." userId="5cada80b-0f7b-49a5-96b2-656b100ca6c6" providerId="ADAL" clId="{32C70951-BBAD-4A33-978B-E62A33B9F219}" dt="2024-10-13T13:45:04.160" v="4405" actId="47"/>
        <pc:sldMkLst>
          <pc:docMk/>
          <pc:sldMk cId="1244219522" sldId="296"/>
        </pc:sldMkLst>
      </pc:sldChg>
      <pc:sldChg chg="modSp add del mod setBg">
        <pc:chgData name="DEWE, HAYLEY L." userId="5cada80b-0f7b-49a5-96b2-656b100ca6c6" providerId="ADAL" clId="{32C70951-BBAD-4A33-978B-E62A33B9F219}" dt="2024-10-13T11:27:21.346" v="613" actId="47"/>
        <pc:sldMkLst>
          <pc:docMk/>
          <pc:sldMk cId="2330283438" sldId="297"/>
        </pc:sldMkLst>
      </pc:sldChg>
      <pc:sldChg chg="delSp modSp add del mod setBg">
        <pc:chgData name="DEWE, HAYLEY L." userId="5cada80b-0f7b-49a5-96b2-656b100ca6c6" providerId="ADAL" clId="{32C70951-BBAD-4A33-978B-E62A33B9F219}" dt="2024-10-13T12:28:55.507" v="2153" actId="47"/>
        <pc:sldMkLst>
          <pc:docMk/>
          <pc:sldMk cId="4067331358" sldId="297"/>
        </pc:sldMkLst>
      </pc:sldChg>
      <pc:sldChg chg="new add del">
        <pc:chgData name="DEWE, HAYLEY L." userId="5cada80b-0f7b-49a5-96b2-656b100ca6c6" providerId="ADAL" clId="{32C70951-BBAD-4A33-978B-E62A33B9F219}" dt="2024-10-13T10:52:24.397" v="119" actId="680"/>
        <pc:sldMkLst>
          <pc:docMk/>
          <pc:sldMk cId="4166398255" sldId="297"/>
        </pc:sldMkLst>
      </pc:sldChg>
      <pc:sldChg chg="modSp add del mod ord modAnim modNotesTx">
        <pc:chgData name="DEWE, HAYLEY L." userId="5cada80b-0f7b-49a5-96b2-656b100ca6c6" providerId="ADAL" clId="{32C70951-BBAD-4A33-978B-E62A33B9F219}" dt="2024-10-13T22:42:58.626" v="15075" actId="2696"/>
        <pc:sldMkLst>
          <pc:docMk/>
          <pc:sldMk cId="3524497358" sldId="298"/>
        </pc:sldMkLst>
      </pc:sldChg>
      <pc:sldChg chg="addSp delSp modSp new add del mod ord modTransition setBg">
        <pc:chgData name="DEWE, HAYLEY L." userId="5cada80b-0f7b-49a5-96b2-656b100ca6c6" providerId="ADAL" clId="{32C70951-BBAD-4A33-978B-E62A33B9F219}" dt="2024-10-14T02:01:33.905" v="15739" actId="47"/>
        <pc:sldMkLst>
          <pc:docMk/>
          <pc:sldMk cId="637964689" sldId="299"/>
        </pc:sldMkLst>
      </pc:sldChg>
      <pc:sldChg chg="addSp delSp modSp add del mod modAnim">
        <pc:chgData name="DEWE, HAYLEY L." userId="5cada80b-0f7b-49a5-96b2-656b100ca6c6" providerId="ADAL" clId="{32C70951-BBAD-4A33-978B-E62A33B9F219}" dt="2024-10-13T12:55:38.485" v="4142" actId="47"/>
        <pc:sldMkLst>
          <pc:docMk/>
          <pc:sldMk cId="2644185046" sldId="300"/>
        </pc:sldMkLst>
      </pc:sldChg>
      <pc:sldChg chg="addSp delSp modSp add mod ord modTransition setBg delAnim modAnim modNotesTx">
        <pc:chgData name="DEWE, HAYLEY L." userId="5cada80b-0f7b-49a5-96b2-656b100ca6c6" providerId="ADAL" clId="{32C70951-BBAD-4A33-978B-E62A33B9F219}" dt="2024-10-15T09:16:20.082" v="16660"/>
        <pc:sldMkLst>
          <pc:docMk/>
          <pc:sldMk cId="1557494676" sldId="301"/>
        </pc:sldMkLst>
      </pc:sldChg>
      <pc:sldChg chg="add del setBg">
        <pc:chgData name="DEWE, HAYLEY L." userId="5cada80b-0f7b-49a5-96b2-656b100ca6c6" providerId="ADAL" clId="{32C70951-BBAD-4A33-978B-E62A33B9F219}" dt="2024-10-13T12:55:40.931" v="4143" actId="47"/>
        <pc:sldMkLst>
          <pc:docMk/>
          <pc:sldMk cId="1352975824" sldId="302"/>
        </pc:sldMkLst>
      </pc:sldChg>
      <pc:sldChg chg="addSp delSp modSp add mod modTransition setBg delAnim modAnim modNotesTx">
        <pc:chgData name="DEWE, HAYLEY L." userId="5cada80b-0f7b-49a5-96b2-656b100ca6c6" providerId="ADAL" clId="{32C70951-BBAD-4A33-978B-E62A33B9F219}" dt="2024-10-15T09:14:04.478" v="16658"/>
        <pc:sldMkLst>
          <pc:docMk/>
          <pc:sldMk cId="3787757895" sldId="303"/>
        </pc:sldMkLst>
      </pc:sldChg>
      <pc:sldChg chg="addSp delSp modSp add mod modTransition modNotesTx">
        <pc:chgData name="DEWE, HAYLEY L." userId="5cada80b-0f7b-49a5-96b2-656b100ca6c6" providerId="ADAL" clId="{32C70951-BBAD-4A33-978B-E62A33B9F219}" dt="2024-10-15T09:14:25.368" v="16659"/>
        <pc:sldMkLst>
          <pc:docMk/>
          <pc:sldMk cId="2807155718" sldId="304"/>
        </pc:sldMkLst>
      </pc:sldChg>
      <pc:sldChg chg="addSp delSp modSp add mod modTransition delAnim modAnim modNotesTx">
        <pc:chgData name="DEWE, HAYLEY L." userId="5cada80b-0f7b-49a5-96b2-656b100ca6c6" providerId="ADAL" clId="{32C70951-BBAD-4A33-978B-E62A33B9F219}" dt="2024-10-14T13:22:26.785" v="16472"/>
        <pc:sldMkLst>
          <pc:docMk/>
          <pc:sldMk cId="3207344223" sldId="305"/>
        </pc:sldMkLst>
      </pc:sldChg>
      <pc:sldChg chg="addSp delSp modSp add del mod modTransition addAnim delAnim modAnim modNotesTx">
        <pc:chgData name="DEWE, HAYLEY L." userId="5cada80b-0f7b-49a5-96b2-656b100ca6c6" providerId="ADAL" clId="{32C70951-BBAD-4A33-978B-E62A33B9F219}" dt="2024-10-15T12:38:55.928" v="16731" actId="47"/>
        <pc:sldMkLst>
          <pc:docMk/>
          <pc:sldMk cId="1866738169" sldId="306"/>
        </pc:sldMkLst>
      </pc:sldChg>
      <pc:sldChg chg="addSp delSp modSp add mod modTransition delAnim modAnim modNotesTx">
        <pc:chgData name="DEWE, HAYLEY L." userId="5cada80b-0f7b-49a5-96b2-656b100ca6c6" providerId="ADAL" clId="{32C70951-BBAD-4A33-978B-E62A33B9F219}" dt="2024-10-15T09:25:02.110" v="16675"/>
        <pc:sldMkLst>
          <pc:docMk/>
          <pc:sldMk cId="1436351603" sldId="307"/>
        </pc:sldMkLst>
      </pc:sldChg>
      <pc:sldChg chg="addSp delSp modSp add mod modTransition modAnim">
        <pc:chgData name="DEWE, HAYLEY L." userId="5cada80b-0f7b-49a5-96b2-656b100ca6c6" providerId="ADAL" clId="{32C70951-BBAD-4A33-978B-E62A33B9F219}" dt="2024-10-14T15:13:07.596" v="16508"/>
        <pc:sldMkLst>
          <pc:docMk/>
          <pc:sldMk cId="2138168827" sldId="308"/>
        </pc:sldMkLst>
      </pc:sldChg>
      <pc:sldChg chg="addSp delSp modSp add del mod ord modTransition delAnim modAnim">
        <pc:chgData name="DEWE, HAYLEY L." userId="5cada80b-0f7b-49a5-96b2-656b100ca6c6" providerId="ADAL" clId="{32C70951-BBAD-4A33-978B-E62A33B9F219}" dt="2024-10-15T09:26:59.363" v="16719" actId="47"/>
        <pc:sldMkLst>
          <pc:docMk/>
          <pc:sldMk cId="2432986365" sldId="309"/>
        </pc:sldMkLst>
      </pc:sldChg>
      <pc:sldChg chg="modSp add del mod modAnim modNotesTx">
        <pc:chgData name="DEWE, HAYLEY L." userId="5cada80b-0f7b-49a5-96b2-656b100ca6c6" providerId="ADAL" clId="{32C70951-BBAD-4A33-978B-E62A33B9F219}" dt="2024-10-13T15:23:38.627" v="8975" actId="47"/>
        <pc:sldMkLst>
          <pc:docMk/>
          <pc:sldMk cId="4048279931" sldId="309"/>
        </pc:sldMkLst>
      </pc:sldChg>
      <pc:sldChg chg="add del">
        <pc:chgData name="DEWE, HAYLEY L." userId="5cada80b-0f7b-49a5-96b2-656b100ca6c6" providerId="ADAL" clId="{32C70951-BBAD-4A33-978B-E62A33B9F219}" dt="2024-10-13T15:45:00.743" v="10188" actId="47"/>
        <pc:sldMkLst>
          <pc:docMk/>
          <pc:sldMk cId="4294217170" sldId="310"/>
        </pc:sldMkLst>
      </pc:sldChg>
      <pc:sldChg chg="addSp delSp modSp add mod modTransition delAnim modAnim modNotesTx">
        <pc:chgData name="DEWE, HAYLEY L." userId="5cada80b-0f7b-49a5-96b2-656b100ca6c6" providerId="ADAL" clId="{32C70951-BBAD-4A33-978B-E62A33B9F219}" dt="2024-10-14T15:12:35.874" v="16503"/>
        <pc:sldMkLst>
          <pc:docMk/>
          <pc:sldMk cId="1567480772" sldId="311"/>
        </pc:sldMkLst>
      </pc:sldChg>
      <pc:sldChg chg="addSp delSp modSp add mod modTransition delAnim modAnim modNotesTx">
        <pc:chgData name="DEWE, HAYLEY L." userId="5cada80b-0f7b-49a5-96b2-656b100ca6c6" providerId="ADAL" clId="{32C70951-BBAD-4A33-978B-E62A33B9F219}" dt="2024-10-14T15:12:33.476" v="16502"/>
        <pc:sldMkLst>
          <pc:docMk/>
          <pc:sldMk cId="4188619755" sldId="312"/>
        </pc:sldMkLst>
      </pc:sldChg>
      <pc:sldChg chg="addSp delSp modSp add mod modTransition modAnim modNotesTx">
        <pc:chgData name="DEWE, HAYLEY L." userId="5cada80b-0f7b-49a5-96b2-656b100ca6c6" providerId="ADAL" clId="{32C70951-BBAD-4A33-978B-E62A33B9F219}" dt="2024-10-14T15:12:39.464" v="16504"/>
        <pc:sldMkLst>
          <pc:docMk/>
          <pc:sldMk cId="2613428923" sldId="313"/>
        </pc:sldMkLst>
      </pc:sldChg>
      <pc:sldChg chg="addSp delSp modSp add mod modTransition modAnim modNotesTx">
        <pc:chgData name="DEWE, HAYLEY L." userId="5cada80b-0f7b-49a5-96b2-656b100ca6c6" providerId="ADAL" clId="{32C70951-BBAD-4A33-978B-E62A33B9F219}" dt="2024-10-14T15:12:51.877" v="16505"/>
        <pc:sldMkLst>
          <pc:docMk/>
          <pc:sldMk cId="33540929" sldId="314"/>
        </pc:sldMkLst>
      </pc:sldChg>
      <pc:sldChg chg="add del">
        <pc:chgData name="DEWE, HAYLEY L." userId="5cada80b-0f7b-49a5-96b2-656b100ca6c6" providerId="ADAL" clId="{32C70951-BBAD-4A33-978B-E62A33B9F219}" dt="2024-10-13T20:38:36.367" v="13442" actId="47"/>
        <pc:sldMkLst>
          <pc:docMk/>
          <pc:sldMk cId="1888366965" sldId="315"/>
        </pc:sldMkLst>
      </pc:sldChg>
      <pc:sldChg chg="addSp delSp modSp add del mod modTransition modAnim modNotesTx">
        <pc:chgData name="DEWE, HAYLEY L." userId="5cada80b-0f7b-49a5-96b2-656b100ca6c6" providerId="ADAL" clId="{32C70951-BBAD-4A33-978B-E62A33B9F219}" dt="2024-10-14T03:11:47.836" v="16170" actId="47"/>
        <pc:sldMkLst>
          <pc:docMk/>
          <pc:sldMk cId="2275683999" sldId="315"/>
        </pc:sldMkLst>
      </pc:sldChg>
      <pc:sldChg chg="addSp delSp modSp add del mod modTransition">
        <pc:chgData name="DEWE, HAYLEY L." userId="5cada80b-0f7b-49a5-96b2-656b100ca6c6" providerId="ADAL" clId="{32C70951-BBAD-4A33-978B-E62A33B9F219}" dt="2024-10-14T03:11:50.165" v="16171" actId="47"/>
        <pc:sldMkLst>
          <pc:docMk/>
          <pc:sldMk cId="421796903" sldId="316"/>
        </pc:sldMkLst>
      </pc:sldChg>
      <pc:sldChg chg="addSp delSp modSp add del mod modTransition">
        <pc:chgData name="DEWE, HAYLEY L." userId="5cada80b-0f7b-49a5-96b2-656b100ca6c6" providerId="ADAL" clId="{32C70951-BBAD-4A33-978B-E62A33B9F219}" dt="2024-10-14T03:11:51.694" v="16172" actId="47"/>
        <pc:sldMkLst>
          <pc:docMk/>
          <pc:sldMk cId="3538618529" sldId="317"/>
        </pc:sldMkLst>
      </pc:sldChg>
      <pc:sldChg chg="addSp delSp modSp add del mod modTransition">
        <pc:chgData name="DEWE, HAYLEY L." userId="5cada80b-0f7b-49a5-96b2-656b100ca6c6" providerId="ADAL" clId="{32C70951-BBAD-4A33-978B-E62A33B9F219}" dt="2024-10-14T03:11:52.762" v="16173" actId="47"/>
        <pc:sldMkLst>
          <pc:docMk/>
          <pc:sldMk cId="113604063" sldId="318"/>
        </pc:sldMkLst>
      </pc:sldChg>
      <pc:sldChg chg="addSp delSp modSp add del mod modTransition">
        <pc:chgData name="DEWE, HAYLEY L." userId="5cada80b-0f7b-49a5-96b2-656b100ca6c6" providerId="ADAL" clId="{32C70951-BBAD-4A33-978B-E62A33B9F219}" dt="2024-10-14T03:11:53.730" v="16174" actId="47"/>
        <pc:sldMkLst>
          <pc:docMk/>
          <pc:sldMk cId="2538084470" sldId="319"/>
        </pc:sldMkLst>
      </pc:sldChg>
      <pc:sldChg chg="addSp delSp modSp add del mod modTransition">
        <pc:chgData name="DEWE, HAYLEY L." userId="5cada80b-0f7b-49a5-96b2-656b100ca6c6" providerId="ADAL" clId="{32C70951-BBAD-4A33-978B-E62A33B9F219}" dt="2024-10-14T03:11:54.520" v="16175" actId="47"/>
        <pc:sldMkLst>
          <pc:docMk/>
          <pc:sldMk cId="1707183324" sldId="320"/>
        </pc:sldMkLst>
      </pc:sldChg>
      <pc:sldChg chg="addSp delSp modSp add del mod modTransition">
        <pc:chgData name="DEWE, HAYLEY L." userId="5cada80b-0f7b-49a5-96b2-656b100ca6c6" providerId="ADAL" clId="{32C70951-BBAD-4A33-978B-E62A33B9F219}" dt="2024-10-14T03:11:55.633" v="16176" actId="47"/>
        <pc:sldMkLst>
          <pc:docMk/>
          <pc:sldMk cId="2021661883" sldId="321"/>
        </pc:sldMkLst>
      </pc:sldChg>
      <pc:sldChg chg="addSp delSp modSp add del mod modTransition">
        <pc:chgData name="DEWE, HAYLEY L." userId="5cada80b-0f7b-49a5-96b2-656b100ca6c6" providerId="ADAL" clId="{32C70951-BBAD-4A33-978B-E62A33B9F219}" dt="2024-10-14T03:11:56.457" v="16177" actId="47"/>
        <pc:sldMkLst>
          <pc:docMk/>
          <pc:sldMk cId="1917402084" sldId="322"/>
        </pc:sldMkLst>
      </pc:sldChg>
      <pc:sldChg chg="addSp delSp modSp add del mod modTransition">
        <pc:chgData name="DEWE, HAYLEY L." userId="5cada80b-0f7b-49a5-96b2-656b100ca6c6" providerId="ADAL" clId="{32C70951-BBAD-4A33-978B-E62A33B9F219}" dt="2024-10-14T03:11:57.535" v="16178" actId="47"/>
        <pc:sldMkLst>
          <pc:docMk/>
          <pc:sldMk cId="4019280906" sldId="323"/>
        </pc:sldMkLst>
      </pc:sldChg>
      <pc:sldChg chg="addSp delSp modSp add mod modTransition modAnim">
        <pc:chgData name="DEWE, HAYLEY L." userId="5cada80b-0f7b-49a5-96b2-656b100ca6c6" providerId="ADAL" clId="{32C70951-BBAD-4A33-978B-E62A33B9F219}" dt="2024-10-14T15:13:03.064" v="16507"/>
        <pc:sldMkLst>
          <pc:docMk/>
          <pc:sldMk cId="1702084379" sldId="324"/>
        </pc:sldMkLst>
      </pc:sldChg>
      <pc:sldChg chg="addSp delSp modSp add mod modTransition delAnim modAnim modNotesTx">
        <pc:chgData name="DEWE, HAYLEY L." userId="5cada80b-0f7b-49a5-96b2-656b100ca6c6" providerId="ADAL" clId="{32C70951-BBAD-4A33-978B-E62A33B9F219}" dt="2024-10-15T08:34:23.826" v="16657" actId="6549"/>
        <pc:sldMkLst>
          <pc:docMk/>
          <pc:sldMk cId="2423872994" sldId="328"/>
        </pc:sldMkLst>
      </pc:sldChg>
      <pc:sldChg chg="addSp delSp modSp add mod modTransition setBg delAnim modAnim modNotesTx">
        <pc:chgData name="DEWE, HAYLEY L." userId="5cada80b-0f7b-49a5-96b2-656b100ca6c6" providerId="ADAL" clId="{32C70951-BBAD-4A33-978B-E62A33B9F219}" dt="2024-10-14T15:12:58.397" v="16506"/>
        <pc:sldMkLst>
          <pc:docMk/>
          <pc:sldMk cId="4232996817" sldId="329"/>
        </pc:sldMkLst>
      </pc:sldChg>
      <pc:sldChg chg="addSp delSp modSp new del mod modTransition delAnim modAnim">
        <pc:chgData name="DEWE, HAYLEY L." userId="5cada80b-0f7b-49a5-96b2-656b100ca6c6" providerId="ADAL" clId="{32C70951-BBAD-4A33-978B-E62A33B9F219}" dt="2024-10-14T15:07:49.879" v="16477" actId="47"/>
        <pc:sldMkLst>
          <pc:docMk/>
          <pc:sldMk cId="733257434" sldId="330"/>
        </pc:sldMkLst>
      </pc:sldChg>
      <pc:sldChg chg="add del">
        <pc:chgData name="DEWE, HAYLEY L." userId="5cada80b-0f7b-49a5-96b2-656b100ca6c6" providerId="ADAL" clId="{32C70951-BBAD-4A33-978B-E62A33B9F219}" dt="2024-10-14T02:03:55.865" v="15741" actId="47"/>
        <pc:sldMkLst>
          <pc:docMk/>
          <pc:sldMk cId="1115468851" sldId="331"/>
        </pc:sldMkLst>
      </pc:sldChg>
      <pc:sldChg chg="addSp delSp modSp add mod modTransition delAnim modAnim modNotesTx">
        <pc:chgData name="DEWE, HAYLEY L." userId="5cada80b-0f7b-49a5-96b2-656b100ca6c6" providerId="ADAL" clId="{32C70951-BBAD-4A33-978B-E62A33B9F219}" dt="2024-10-15T08:28:18.267" v="16644" actId="6549"/>
        <pc:sldMkLst>
          <pc:docMk/>
          <pc:sldMk cId="2923853994" sldId="332"/>
        </pc:sldMkLst>
      </pc:sldChg>
      <pc:sldChg chg="modSp add del modTransition modNotesTx">
        <pc:chgData name="DEWE, HAYLEY L." userId="5cada80b-0f7b-49a5-96b2-656b100ca6c6" providerId="ADAL" clId="{32C70951-BBAD-4A33-978B-E62A33B9F219}" dt="2024-10-15T08:16:32.139" v="16609" actId="47"/>
        <pc:sldMkLst>
          <pc:docMk/>
          <pc:sldMk cId="1456728044" sldId="333"/>
        </pc:sldMkLst>
      </pc:sldChg>
      <pc:sldChg chg="addSp delSp modSp add mod modTransition modAnim modNotesTx">
        <pc:chgData name="DEWE, HAYLEY L." userId="5cada80b-0f7b-49a5-96b2-656b100ca6c6" providerId="ADAL" clId="{32C70951-BBAD-4A33-978B-E62A33B9F219}" dt="2024-10-15T12:36:40.156" v="16723" actId="6549"/>
        <pc:sldMkLst>
          <pc:docMk/>
          <pc:sldMk cId="3918554070" sldId="334"/>
        </pc:sldMkLst>
      </pc:sldChg>
      <pc:sldChg chg="modSp add modNotesTx">
        <pc:chgData name="DEWE, HAYLEY L." userId="5cada80b-0f7b-49a5-96b2-656b100ca6c6" providerId="ADAL" clId="{32C70951-BBAD-4A33-978B-E62A33B9F219}" dt="2024-10-15T12:34:42.026" v="16722" actId="6549"/>
        <pc:sldMkLst>
          <pc:docMk/>
          <pc:sldMk cId="338365097" sldId="335"/>
        </pc:sldMkLst>
      </pc:sldChg>
      <pc:sldChg chg="addSp modSp new del modAnim modNotesTx">
        <pc:chgData name="DEWE, HAYLEY L." userId="5cada80b-0f7b-49a5-96b2-656b100ca6c6" providerId="ADAL" clId="{32C70951-BBAD-4A33-978B-E62A33B9F219}" dt="2024-10-15T12:39:10.847" v="16732" actId="47"/>
        <pc:sldMkLst>
          <pc:docMk/>
          <pc:sldMk cId="1983162042" sldId="336"/>
        </pc:sldMkLst>
      </pc:sldChg>
      <pc:sldChg chg="addSp modSp new modTransition modAnim modNotesTx">
        <pc:chgData name="DEWE, HAYLEY L." userId="5cada80b-0f7b-49a5-96b2-656b100ca6c6" providerId="ADAL" clId="{32C70951-BBAD-4A33-978B-E62A33B9F219}" dt="2024-10-15T09:27:22.694" v="16721"/>
        <pc:sldMkLst>
          <pc:docMk/>
          <pc:sldMk cId="2763638759" sldId="337"/>
        </pc:sldMkLst>
      </pc:sldChg>
      <pc:sldChg chg="addSp delSp modSp new mod modTransition delAnim modAnim modNotesTx">
        <pc:chgData name="DEWE, HAYLEY L." userId="5cada80b-0f7b-49a5-96b2-656b100ca6c6" providerId="ADAL" clId="{32C70951-BBAD-4A33-978B-E62A33B9F219}" dt="2024-10-15T12:38:53.736" v="16730"/>
        <pc:sldMkLst>
          <pc:docMk/>
          <pc:sldMk cId="1585753451" sldId="338"/>
        </pc:sldMkLst>
      </pc:sldChg>
      <pc:sldMasterChg chg="setBg modSldLayout">
        <pc:chgData name="DEWE, HAYLEY L." userId="5cada80b-0f7b-49a5-96b2-656b100ca6c6" providerId="ADAL" clId="{32C70951-BBAD-4A33-978B-E62A33B9F219}" dt="2024-10-13T12:24:41.206" v="2044"/>
        <pc:sldMasterMkLst>
          <pc:docMk/>
          <pc:sldMasterMk cId="3516836950" sldId="2147483690"/>
        </pc:sldMasterMkLst>
        <pc:sldLayoutChg chg="setBg">
          <pc:chgData name="DEWE, HAYLEY L." userId="5cada80b-0f7b-49a5-96b2-656b100ca6c6" providerId="ADAL" clId="{32C70951-BBAD-4A33-978B-E62A33B9F219}" dt="2024-10-13T12:24:41.206" v="2044"/>
          <pc:sldLayoutMkLst>
            <pc:docMk/>
            <pc:sldMasterMk cId="3516836950" sldId="2147483690"/>
            <pc:sldLayoutMk cId="4121230025" sldId="2147483691"/>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1731651643" sldId="2147483692"/>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1867763074" sldId="2147483693"/>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1644090643" sldId="2147483694"/>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2673194985" sldId="2147483695"/>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2705573580" sldId="2147483696"/>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3868970472" sldId="2147483697"/>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3060775333" sldId="2147483698"/>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2049413050" sldId="2147483699"/>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3429450410" sldId="2147483700"/>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891852759" sldId="2147483701"/>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3895149509" sldId="2147483702"/>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786659591" sldId="2147483703"/>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1837541521" sldId="2147483704"/>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2319605821" sldId="2147483705"/>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1579008724" sldId="2147483706"/>
          </pc:sldLayoutMkLst>
        </pc:sldLayoutChg>
        <pc:sldLayoutChg chg="setBg">
          <pc:chgData name="DEWE, HAYLEY L." userId="5cada80b-0f7b-49a5-96b2-656b100ca6c6" providerId="ADAL" clId="{32C70951-BBAD-4A33-978B-E62A33B9F219}" dt="2024-10-13T12:24:41.206" v="2044"/>
          <pc:sldLayoutMkLst>
            <pc:docMk/>
            <pc:sldMasterMk cId="3516836950" sldId="2147483690"/>
            <pc:sldLayoutMk cId="830630380" sldId="2147483707"/>
          </pc:sldLayoutMkLst>
        </pc:sldLayoutChg>
      </pc:sldMasterChg>
    </pc:docChg>
  </pc:docChgLst>
  <pc:docChgLst>
    <pc:chgData name="DEWE, HAYLEY L." userId="5cada80b-0f7b-49a5-96b2-656b100ca6c6" providerId="ADAL" clId="{926FD85E-E327-44FE-AC44-16DA2FBCD57E}"/>
    <pc:docChg chg="undo redo custSel addSld delSld modSld sldOrd modMainMaster">
      <pc:chgData name="DEWE, HAYLEY L." userId="5cada80b-0f7b-49a5-96b2-656b100ca6c6" providerId="ADAL" clId="{926FD85E-E327-44FE-AC44-16DA2FBCD57E}" dt="2025-10-16T11:35:12.370" v="6646" actId="20577"/>
      <pc:docMkLst>
        <pc:docMk/>
      </pc:docMkLst>
      <pc:sldChg chg="addSp modSp mod modTransition setBg modAnim">
        <pc:chgData name="DEWE, HAYLEY L." userId="5cada80b-0f7b-49a5-96b2-656b100ca6c6" providerId="ADAL" clId="{926FD85E-E327-44FE-AC44-16DA2FBCD57E}" dt="2025-10-16T01:50:44.810" v="4805" actId="20577"/>
        <pc:sldMkLst>
          <pc:docMk/>
          <pc:sldMk cId="621895312" sldId="256"/>
        </pc:sldMkLst>
        <pc:spChg chg="add mod">
          <ac:chgData name="DEWE, HAYLEY L." userId="5cada80b-0f7b-49a5-96b2-656b100ca6c6" providerId="ADAL" clId="{926FD85E-E327-44FE-AC44-16DA2FBCD57E}" dt="2025-10-15T23:53:43.592" v="45" actId="6549"/>
          <ac:spMkLst>
            <pc:docMk/>
            <pc:sldMk cId="621895312" sldId="256"/>
            <ac:spMk id="3" creationId="{DACEFCF7-B991-F689-C975-DEEA3454D308}"/>
          </ac:spMkLst>
        </pc:spChg>
        <pc:spChg chg="mod">
          <ac:chgData name="DEWE, HAYLEY L." userId="5cada80b-0f7b-49a5-96b2-656b100ca6c6" providerId="ADAL" clId="{926FD85E-E327-44FE-AC44-16DA2FBCD57E}" dt="2025-10-16T01:50:44.810" v="4805" actId="20577"/>
          <ac:spMkLst>
            <pc:docMk/>
            <pc:sldMk cId="621895312" sldId="256"/>
            <ac:spMk id="4" creationId="{2011C802-73B3-2DD2-A025-1492767780BF}"/>
          </ac:spMkLst>
        </pc:spChg>
      </pc:sldChg>
      <pc:sldChg chg="del">
        <pc:chgData name="DEWE, HAYLEY L." userId="5cada80b-0f7b-49a5-96b2-656b100ca6c6" providerId="ADAL" clId="{926FD85E-E327-44FE-AC44-16DA2FBCD57E}" dt="2025-10-15T23:47:44.728" v="4" actId="47"/>
        <pc:sldMkLst>
          <pc:docMk/>
          <pc:sldMk cId="969240660" sldId="259"/>
        </pc:sldMkLst>
      </pc:sldChg>
      <pc:sldChg chg="modSp add mod modTransition">
        <pc:chgData name="DEWE, HAYLEY L." userId="5cada80b-0f7b-49a5-96b2-656b100ca6c6" providerId="ADAL" clId="{926FD85E-E327-44FE-AC44-16DA2FBCD57E}" dt="2025-10-16T01:41:51.291" v="4669" actId="1076"/>
        <pc:sldMkLst>
          <pc:docMk/>
          <pc:sldMk cId="3862151110" sldId="286"/>
        </pc:sldMkLst>
      </pc:sldChg>
      <pc:sldChg chg="modSp mod modTransition">
        <pc:chgData name="DEWE, HAYLEY L." userId="5cada80b-0f7b-49a5-96b2-656b100ca6c6" providerId="ADAL" clId="{926FD85E-E327-44FE-AC44-16DA2FBCD57E}" dt="2025-10-16T00:12:59.535" v="437" actId="14100"/>
        <pc:sldMkLst>
          <pc:docMk/>
          <pc:sldMk cId="3510830575" sldId="288"/>
        </pc:sldMkLst>
      </pc:sldChg>
      <pc:sldChg chg="delSp modSp mod modTransition delAnim">
        <pc:chgData name="DEWE, HAYLEY L." userId="5cada80b-0f7b-49a5-96b2-656b100ca6c6" providerId="ADAL" clId="{926FD85E-E327-44FE-AC44-16DA2FBCD57E}" dt="2025-10-16T01:51:43.232" v="4963" actId="20577"/>
        <pc:sldMkLst>
          <pc:docMk/>
          <pc:sldMk cId="3525045034" sldId="291"/>
        </pc:sldMkLst>
        <pc:spChg chg="mod">
          <ac:chgData name="DEWE, HAYLEY L." userId="5cada80b-0f7b-49a5-96b2-656b100ca6c6" providerId="ADAL" clId="{926FD85E-E327-44FE-AC44-16DA2FBCD57E}" dt="2025-10-16T01:51:43.232" v="4963" actId="20577"/>
          <ac:spMkLst>
            <pc:docMk/>
            <pc:sldMk cId="3525045034" sldId="291"/>
            <ac:spMk id="9" creationId="{8B8676F2-4335-7184-8F2C-C2727F9C78E9}"/>
          </ac:spMkLst>
        </pc:spChg>
      </pc:sldChg>
      <pc:sldChg chg="add del">
        <pc:chgData name="DEWE, HAYLEY L." userId="5cada80b-0f7b-49a5-96b2-656b100ca6c6" providerId="ADAL" clId="{926FD85E-E327-44FE-AC44-16DA2FBCD57E}" dt="2025-10-15T23:54:33.524" v="75" actId="47"/>
        <pc:sldMkLst>
          <pc:docMk/>
          <pc:sldMk cId="196969797" sldId="297"/>
        </pc:sldMkLst>
      </pc:sldChg>
      <pc:sldChg chg="modSp add mod modTransition">
        <pc:chgData name="DEWE, HAYLEY L." userId="5cada80b-0f7b-49a5-96b2-656b100ca6c6" providerId="ADAL" clId="{926FD85E-E327-44FE-AC44-16DA2FBCD57E}" dt="2025-10-16T01:27:30.929" v="4171"/>
        <pc:sldMkLst>
          <pc:docMk/>
          <pc:sldMk cId="3524497358" sldId="298"/>
        </pc:sldMkLst>
      </pc:sldChg>
      <pc:sldChg chg="addSp delSp modSp mod modTransition setBg delAnim modAnim delDesignElem modNotesTx">
        <pc:chgData name="DEWE, HAYLEY L." userId="5cada80b-0f7b-49a5-96b2-656b100ca6c6" providerId="ADAL" clId="{926FD85E-E327-44FE-AC44-16DA2FBCD57E}" dt="2025-10-16T11:27:39.058" v="6345" actId="6549"/>
        <pc:sldMkLst>
          <pc:docMk/>
          <pc:sldMk cId="1557494676" sldId="301"/>
        </pc:sldMkLst>
      </pc:sldChg>
      <pc:sldChg chg="addSp delSp modSp mod modTransition setBg delAnim delDesignElem">
        <pc:chgData name="DEWE, HAYLEY L." userId="5cada80b-0f7b-49a5-96b2-656b100ca6c6" providerId="ADAL" clId="{926FD85E-E327-44FE-AC44-16DA2FBCD57E}" dt="2025-10-16T00:11:57.600" v="401" actId="403"/>
        <pc:sldMkLst>
          <pc:docMk/>
          <pc:sldMk cId="3787757895" sldId="303"/>
        </pc:sldMkLst>
      </pc:sldChg>
      <pc:sldChg chg="modSp mod modTransition">
        <pc:chgData name="DEWE, HAYLEY L." userId="5cada80b-0f7b-49a5-96b2-656b100ca6c6" providerId="ADAL" clId="{926FD85E-E327-44FE-AC44-16DA2FBCD57E}" dt="2025-10-16T00:12:49.644" v="435" actId="207"/>
        <pc:sldMkLst>
          <pc:docMk/>
          <pc:sldMk cId="2807155718" sldId="304"/>
        </pc:sldMkLst>
      </pc:sldChg>
      <pc:sldChg chg="delSp modSp mod modTransition delAnim">
        <pc:chgData name="DEWE, HAYLEY L." userId="5cada80b-0f7b-49a5-96b2-656b100ca6c6" providerId="ADAL" clId="{926FD85E-E327-44FE-AC44-16DA2FBCD57E}" dt="2025-10-16T00:13:32.164" v="447" actId="1076"/>
        <pc:sldMkLst>
          <pc:docMk/>
          <pc:sldMk cId="3207344223" sldId="305"/>
        </pc:sldMkLst>
      </pc:sldChg>
      <pc:sldChg chg="modSp add mod modTransition">
        <pc:chgData name="DEWE, HAYLEY L." userId="5cada80b-0f7b-49a5-96b2-656b100ca6c6" providerId="ADAL" clId="{926FD85E-E327-44FE-AC44-16DA2FBCD57E}" dt="2025-10-16T01:45:09.681" v="4718" actId="12100"/>
        <pc:sldMkLst>
          <pc:docMk/>
          <pc:sldMk cId="1866738169" sldId="306"/>
        </pc:sldMkLst>
      </pc:sldChg>
      <pc:sldChg chg="delSp modSp del mod modTransition delAnim">
        <pc:chgData name="DEWE, HAYLEY L." userId="5cada80b-0f7b-49a5-96b2-656b100ca6c6" providerId="ADAL" clId="{926FD85E-E327-44FE-AC44-16DA2FBCD57E}" dt="2025-10-16T00:48:54.255" v="2261" actId="47"/>
        <pc:sldMkLst>
          <pc:docMk/>
          <pc:sldMk cId="1436351603" sldId="307"/>
        </pc:sldMkLst>
      </pc:sldChg>
      <pc:sldChg chg="delSp add del mod modTransition delAnim">
        <pc:chgData name="DEWE, HAYLEY L." userId="5cada80b-0f7b-49a5-96b2-656b100ca6c6" providerId="ADAL" clId="{926FD85E-E327-44FE-AC44-16DA2FBCD57E}" dt="2025-10-16T01:49:26.845" v="4798" actId="47"/>
        <pc:sldMkLst>
          <pc:docMk/>
          <pc:sldMk cId="2138168827" sldId="308"/>
        </pc:sldMkLst>
      </pc:sldChg>
      <pc:sldChg chg="addSp delSp modSp del mod modTransition delAnim modAnim">
        <pc:chgData name="DEWE, HAYLEY L." userId="5cada80b-0f7b-49a5-96b2-656b100ca6c6" providerId="ADAL" clId="{926FD85E-E327-44FE-AC44-16DA2FBCD57E}" dt="2025-10-16T01:13:42.635" v="4054" actId="47"/>
        <pc:sldMkLst>
          <pc:docMk/>
          <pc:sldMk cId="1567480772" sldId="311"/>
        </pc:sldMkLst>
      </pc:sldChg>
      <pc:sldChg chg="addSp delSp modSp mod modTransition addAnim delAnim modNotesTx">
        <pc:chgData name="DEWE, HAYLEY L." userId="5cada80b-0f7b-49a5-96b2-656b100ca6c6" providerId="ADAL" clId="{926FD85E-E327-44FE-AC44-16DA2FBCD57E}" dt="2025-10-16T01:13:50.823" v="4056" actId="20577"/>
        <pc:sldMkLst>
          <pc:docMk/>
          <pc:sldMk cId="4188619755" sldId="312"/>
        </pc:sldMkLst>
      </pc:sldChg>
      <pc:sldChg chg="addSp delSp modSp mod modTransition delAnim modAnim">
        <pc:chgData name="DEWE, HAYLEY L." userId="5cada80b-0f7b-49a5-96b2-656b100ca6c6" providerId="ADAL" clId="{926FD85E-E327-44FE-AC44-16DA2FBCD57E}" dt="2025-10-16T10:38:24.680" v="4971" actId="1076"/>
        <pc:sldMkLst>
          <pc:docMk/>
          <pc:sldMk cId="2613428923" sldId="313"/>
        </pc:sldMkLst>
      </pc:sldChg>
      <pc:sldChg chg="delSp modSp mod modTransition delAnim modNotesTx">
        <pc:chgData name="DEWE, HAYLEY L." userId="5cada80b-0f7b-49a5-96b2-656b100ca6c6" providerId="ADAL" clId="{926FD85E-E327-44FE-AC44-16DA2FBCD57E}" dt="2025-10-16T11:30:54.588" v="6418" actId="20577"/>
        <pc:sldMkLst>
          <pc:docMk/>
          <pc:sldMk cId="33540929" sldId="314"/>
        </pc:sldMkLst>
      </pc:sldChg>
      <pc:sldChg chg="delSp modSp del mod modTransition delAnim">
        <pc:chgData name="DEWE, HAYLEY L." userId="5cada80b-0f7b-49a5-96b2-656b100ca6c6" providerId="ADAL" clId="{926FD85E-E327-44FE-AC44-16DA2FBCD57E}" dt="2025-10-16T00:04:47.320" v="189" actId="47"/>
        <pc:sldMkLst>
          <pc:docMk/>
          <pc:sldMk cId="1702084379" sldId="324"/>
        </pc:sldMkLst>
      </pc:sldChg>
      <pc:sldChg chg="addSp delSp modSp add mod modTransition addAnim delAnim modAnim modNotesTx">
        <pc:chgData name="DEWE, HAYLEY L." userId="5cada80b-0f7b-49a5-96b2-656b100ca6c6" providerId="ADAL" clId="{926FD85E-E327-44FE-AC44-16DA2FBCD57E}" dt="2025-10-16T11:35:12.370" v="6646" actId="20577"/>
        <pc:sldMkLst>
          <pc:docMk/>
          <pc:sldMk cId="3234205895" sldId="325"/>
        </pc:sldMkLst>
      </pc:sldChg>
      <pc:sldChg chg="modSp add mod modTransition modAnim">
        <pc:chgData name="DEWE, HAYLEY L." userId="5cada80b-0f7b-49a5-96b2-656b100ca6c6" providerId="ADAL" clId="{926FD85E-E327-44FE-AC44-16DA2FBCD57E}" dt="2025-10-16T10:39:20.499" v="4972"/>
        <pc:sldMkLst>
          <pc:docMk/>
          <pc:sldMk cId="369844883" sldId="326"/>
        </pc:sldMkLst>
      </pc:sldChg>
      <pc:sldChg chg="delSp modSp mod ord modTransition delAnim modAnim modNotesTx">
        <pc:chgData name="DEWE, HAYLEY L." userId="5cada80b-0f7b-49a5-96b2-656b100ca6c6" providerId="ADAL" clId="{926FD85E-E327-44FE-AC44-16DA2FBCD57E}" dt="2025-10-16T11:27:27.164" v="6344" actId="6549"/>
        <pc:sldMkLst>
          <pc:docMk/>
          <pc:sldMk cId="2423872994" sldId="328"/>
        </pc:sldMkLst>
      </pc:sldChg>
      <pc:sldChg chg="addSp delSp modSp mod modTransition setBg delAnim delDesignElem modNotesTx">
        <pc:chgData name="DEWE, HAYLEY L." userId="5cada80b-0f7b-49a5-96b2-656b100ca6c6" providerId="ADAL" clId="{926FD85E-E327-44FE-AC44-16DA2FBCD57E}" dt="2025-10-16T01:15:50.461" v="4074" actId="1076"/>
        <pc:sldMkLst>
          <pc:docMk/>
          <pc:sldMk cId="4232996817" sldId="329"/>
        </pc:sldMkLst>
      </pc:sldChg>
      <pc:sldChg chg="modSp add mod modTransition">
        <pc:chgData name="DEWE, HAYLEY L." userId="5cada80b-0f7b-49a5-96b2-656b100ca6c6" providerId="ADAL" clId="{926FD85E-E327-44FE-AC44-16DA2FBCD57E}" dt="2025-10-16T01:43:21.776" v="4686" actId="207"/>
        <pc:sldMkLst>
          <pc:docMk/>
          <pc:sldMk cId="699490516" sldId="330"/>
        </pc:sldMkLst>
      </pc:sldChg>
      <pc:sldChg chg="delSp modSp mod modTransition delAnim">
        <pc:chgData name="DEWE, HAYLEY L." userId="5cada80b-0f7b-49a5-96b2-656b100ca6c6" providerId="ADAL" clId="{926FD85E-E327-44FE-AC44-16DA2FBCD57E}" dt="2025-10-16T01:17:06.842" v="4077"/>
        <pc:sldMkLst>
          <pc:docMk/>
          <pc:sldMk cId="2923853994" sldId="332"/>
        </pc:sldMkLst>
      </pc:sldChg>
      <pc:sldChg chg="modSp add mod modTransition">
        <pc:chgData name="DEWE, HAYLEY L." userId="5cada80b-0f7b-49a5-96b2-656b100ca6c6" providerId="ADAL" clId="{926FD85E-E327-44FE-AC44-16DA2FBCD57E}" dt="2025-10-16T01:46:07.515" v="4733" actId="255"/>
        <pc:sldMkLst>
          <pc:docMk/>
          <pc:sldMk cId="2093560962" sldId="333"/>
        </pc:sldMkLst>
      </pc:sldChg>
      <pc:sldChg chg="delSp modSp mod modTransition delAnim modAnim">
        <pc:chgData name="DEWE, HAYLEY L." userId="5cada80b-0f7b-49a5-96b2-656b100ca6c6" providerId="ADAL" clId="{926FD85E-E327-44FE-AC44-16DA2FBCD57E}" dt="2025-10-16T00:09:38.282" v="371" actId="20577"/>
        <pc:sldMkLst>
          <pc:docMk/>
          <pc:sldMk cId="3918554070" sldId="334"/>
        </pc:sldMkLst>
      </pc:sldChg>
      <pc:sldChg chg="delSp modSp mod modTransition delAnim">
        <pc:chgData name="DEWE, HAYLEY L." userId="5cada80b-0f7b-49a5-96b2-656b100ca6c6" providerId="ADAL" clId="{926FD85E-E327-44FE-AC44-16DA2FBCD57E}" dt="2025-10-16T00:08:53.502" v="360" actId="2711"/>
        <pc:sldMkLst>
          <pc:docMk/>
          <pc:sldMk cId="338365097" sldId="335"/>
        </pc:sldMkLst>
        <pc:spChg chg="mod">
          <ac:chgData name="DEWE, HAYLEY L." userId="5cada80b-0f7b-49a5-96b2-656b100ca6c6" providerId="ADAL" clId="{926FD85E-E327-44FE-AC44-16DA2FBCD57E}" dt="2025-10-16T00:07:56.609" v="357" actId="1076"/>
          <ac:spMkLst>
            <pc:docMk/>
            <pc:sldMk cId="338365097" sldId="335"/>
            <ac:spMk id="5" creationId="{7FED8D49-6DBF-16AE-CC2E-8FC33433D719}"/>
          </ac:spMkLst>
        </pc:spChg>
        <pc:spChg chg="mod">
          <ac:chgData name="DEWE, HAYLEY L." userId="5cada80b-0f7b-49a5-96b2-656b100ca6c6" providerId="ADAL" clId="{926FD85E-E327-44FE-AC44-16DA2FBCD57E}" dt="2025-10-16T00:08:53.502" v="360" actId="2711"/>
          <ac:spMkLst>
            <pc:docMk/>
            <pc:sldMk cId="338365097" sldId="335"/>
            <ac:spMk id="6" creationId="{20A6FCE1-807F-78AF-7A22-954415E2EDD2}"/>
          </ac:spMkLst>
        </pc:spChg>
      </pc:sldChg>
      <pc:sldChg chg="delSp modSp mod modTransition delAnim modNotesTx">
        <pc:chgData name="DEWE, HAYLEY L." userId="5cada80b-0f7b-49a5-96b2-656b100ca6c6" providerId="ADAL" clId="{926FD85E-E327-44FE-AC44-16DA2FBCD57E}" dt="2025-10-16T01:07:36.621" v="3638" actId="20577"/>
        <pc:sldMkLst>
          <pc:docMk/>
          <pc:sldMk cId="2763638759" sldId="337"/>
        </pc:sldMkLst>
      </pc:sldChg>
      <pc:sldChg chg="addSp delSp modSp mod modTransition addAnim delAnim modAnim modNotesTx">
        <pc:chgData name="DEWE, HAYLEY L." userId="5cada80b-0f7b-49a5-96b2-656b100ca6c6" providerId="ADAL" clId="{926FD85E-E327-44FE-AC44-16DA2FBCD57E}" dt="2025-10-16T11:29:37.996" v="6363" actId="20577"/>
        <pc:sldMkLst>
          <pc:docMk/>
          <pc:sldMk cId="1585753451" sldId="338"/>
        </pc:sldMkLst>
      </pc:sldChg>
      <pc:sldChg chg="addSp delSp modSp add mod modAnim modNotesTx">
        <pc:chgData name="DEWE, HAYLEY L." userId="5cada80b-0f7b-49a5-96b2-656b100ca6c6" providerId="ADAL" clId="{926FD85E-E327-44FE-AC44-16DA2FBCD57E}" dt="2025-10-16T00:59:39.766" v="2405"/>
        <pc:sldMkLst>
          <pc:docMk/>
          <pc:sldMk cId="4232275862" sldId="339"/>
        </pc:sldMkLst>
      </pc:sldChg>
      <pc:sldChg chg="addSp modSp add mod modAnim modNotesTx">
        <pc:chgData name="DEWE, HAYLEY L." userId="5cada80b-0f7b-49a5-96b2-656b100ca6c6" providerId="ADAL" clId="{926FD85E-E327-44FE-AC44-16DA2FBCD57E}" dt="2025-10-16T01:19:05.731" v="4111"/>
        <pc:sldMkLst>
          <pc:docMk/>
          <pc:sldMk cId="3058138973" sldId="340"/>
        </pc:sldMkLst>
      </pc:sldChg>
      <pc:sldChg chg="modSp add mod modTransition">
        <pc:chgData name="DEWE, HAYLEY L." userId="5cada80b-0f7b-49a5-96b2-656b100ca6c6" providerId="ADAL" clId="{926FD85E-E327-44FE-AC44-16DA2FBCD57E}" dt="2025-10-16T01:23:03.311" v="4118"/>
        <pc:sldMkLst>
          <pc:docMk/>
          <pc:sldMk cId="1710789567" sldId="341"/>
        </pc:sldMkLst>
      </pc:sldChg>
      <pc:sldChg chg="add del">
        <pc:chgData name="DEWE, HAYLEY L." userId="5cada80b-0f7b-49a5-96b2-656b100ca6c6" providerId="ADAL" clId="{926FD85E-E327-44FE-AC44-16DA2FBCD57E}" dt="2025-10-16T01:22:54.486" v="4115" actId="47"/>
        <pc:sldMkLst>
          <pc:docMk/>
          <pc:sldMk cId="1778759872" sldId="342"/>
        </pc:sldMkLst>
      </pc:sldChg>
      <pc:sldChg chg="addSp modSp add mod modTransition setBg modAnim modNotesTx">
        <pc:chgData name="DEWE, HAYLEY L." userId="5cada80b-0f7b-49a5-96b2-656b100ca6c6" providerId="ADAL" clId="{926FD85E-E327-44FE-AC44-16DA2FBCD57E}" dt="2025-10-16T01:33:47.827" v="4439"/>
        <pc:sldMkLst>
          <pc:docMk/>
          <pc:sldMk cId="4020492249" sldId="343"/>
        </pc:sldMkLst>
      </pc:sldChg>
      <pc:sldChg chg="modSp add mod modTransition">
        <pc:chgData name="DEWE, HAYLEY L." userId="5cada80b-0f7b-49a5-96b2-656b100ca6c6" providerId="ADAL" clId="{926FD85E-E327-44FE-AC44-16DA2FBCD57E}" dt="2025-10-16T01:33:54.970" v="4440" actId="207"/>
        <pc:sldMkLst>
          <pc:docMk/>
          <pc:sldMk cId="4192220800" sldId="344"/>
        </pc:sldMkLst>
      </pc:sldChg>
      <pc:sldChg chg="addSp delSp modSp add mod modTransition modAnim modNotesTx">
        <pc:chgData name="DEWE, HAYLEY L." userId="5cada80b-0f7b-49a5-96b2-656b100ca6c6" providerId="ADAL" clId="{926FD85E-E327-44FE-AC44-16DA2FBCD57E}" dt="2025-10-16T01:38:27.026" v="4649"/>
        <pc:sldMkLst>
          <pc:docMk/>
          <pc:sldMk cId="4038684548" sldId="345"/>
        </pc:sldMkLst>
      </pc:sldChg>
      <pc:sldChg chg="addSp delSp modSp add mod modTransition modAnim">
        <pc:chgData name="DEWE, HAYLEY L." userId="5cada80b-0f7b-49a5-96b2-656b100ca6c6" providerId="ADAL" clId="{926FD85E-E327-44FE-AC44-16DA2FBCD57E}" dt="2025-10-16T10:40:41.739" v="4986"/>
        <pc:sldMkLst>
          <pc:docMk/>
          <pc:sldMk cId="2425083260" sldId="346"/>
        </pc:sldMkLst>
      </pc:sldChg>
      <pc:sldChg chg="addSp delSp modSp add mod modTransition modAnim">
        <pc:chgData name="DEWE, HAYLEY L." userId="5cada80b-0f7b-49a5-96b2-656b100ca6c6" providerId="ADAL" clId="{926FD85E-E327-44FE-AC44-16DA2FBCD57E}" dt="2025-10-16T10:40:08.654" v="4975"/>
        <pc:sldMkLst>
          <pc:docMk/>
          <pc:sldMk cId="3371320197" sldId="347"/>
        </pc:sldMkLst>
      </pc:sldChg>
      <pc:sldChg chg="modSp add mod modTransition modNotesTx">
        <pc:chgData name="DEWE, HAYLEY L." userId="5cada80b-0f7b-49a5-96b2-656b100ca6c6" providerId="ADAL" clId="{926FD85E-E327-44FE-AC44-16DA2FBCD57E}" dt="2025-10-16T01:44:13.857" v="4716" actId="20577"/>
        <pc:sldMkLst>
          <pc:docMk/>
          <pc:sldMk cId="2852232281" sldId="348"/>
        </pc:sldMkLst>
      </pc:sldChg>
      <pc:sldChg chg="modSp add mod modTransition">
        <pc:chgData name="DEWE, HAYLEY L." userId="5cada80b-0f7b-49a5-96b2-656b100ca6c6" providerId="ADAL" clId="{926FD85E-E327-44FE-AC44-16DA2FBCD57E}" dt="2025-10-16T01:45:48.434" v="4728"/>
        <pc:sldMkLst>
          <pc:docMk/>
          <pc:sldMk cId="3829531161" sldId="349"/>
        </pc:sldMkLst>
      </pc:sldChg>
      <pc:sldChg chg="addSp delSp modSp add mod modTransition modAnim modNotesTx">
        <pc:chgData name="DEWE, HAYLEY L." userId="5cada80b-0f7b-49a5-96b2-656b100ca6c6" providerId="ADAL" clId="{926FD85E-E327-44FE-AC44-16DA2FBCD57E}" dt="2025-10-16T10:40:38.953" v="4984"/>
        <pc:sldMkLst>
          <pc:docMk/>
          <pc:sldMk cId="2617131412" sldId="350"/>
        </pc:sldMkLst>
      </pc:sldChg>
      <pc:sldChg chg="add del modNotesTx">
        <pc:chgData name="DEWE, HAYLEY L." userId="5cada80b-0f7b-49a5-96b2-656b100ca6c6" providerId="ADAL" clId="{926FD85E-E327-44FE-AC44-16DA2FBCD57E}" dt="2025-10-16T01:47:42.874" v="4781" actId="47"/>
        <pc:sldMkLst>
          <pc:docMk/>
          <pc:sldMk cId="121525202" sldId="351"/>
        </pc:sldMkLst>
      </pc:sldChg>
      <pc:sldChg chg="modSp add ord modAnim">
        <pc:chgData name="DEWE, HAYLEY L." userId="5cada80b-0f7b-49a5-96b2-656b100ca6c6" providerId="ADAL" clId="{926FD85E-E327-44FE-AC44-16DA2FBCD57E}" dt="2025-10-16T10:40:47.292" v="4991"/>
        <pc:sldMkLst>
          <pc:docMk/>
          <pc:sldMk cId="2417051397" sldId="351"/>
        </pc:sldMkLst>
      </pc:sldChg>
      <pc:sldChg chg="delSp modSp add mod modAnim modNotesTx">
        <pc:chgData name="DEWE, HAYLEY L." userId="5cada80b-0f7b-49a5-96b2-656b100ca6c6" providerId="ADAL" clId="{926FD85E-E327-44FE-AC44-16DA2FBCD57E}" dt="2025-10-16T11:20:03.144" v="6327"/>
        <pc:sldMkLst>
          <pc:docMk/>
          <pc:sldMk cId="765867033" sldId="352"/>
        </pc:sldMkLst>
      </pc:sldChg>
      <pc:sldChg chg="delSp add del mod setBg delAnim delDesignElem">
        <pc:chgData name="DEWE, HAYLEY L." userId="5cada80b-0f7b-49a5-96b2-656b100ca6c6" providerId="ADAL" clId="{926FD85E-E327-44FE-AC44-16DA2FBCD57E}" dt="2025-10-16T01:50:14.086" v="4802" actId="47"/>
        <pc:sldMkLst>
          <pc:docMk/>
          <pc:sldMk cId="4108301384" sldId="352"/>
        </pc:sldMkLst>
      </pc:sldChg>
      <pc:sldMasterChg chg="modTransition modSldLayout">
        <pc:chgData name="DEWE, HAYLEY L." userId="5cada80b-0f7b-49a5-96b2-656b100ca6c6" providerId="ADAL" clId="{926FD85E-E327-44FE-AC44-16DA2FBCD57E}" dt="2025-10-15T23:49:24.543" v="26"/>
        <pc:sldMasterMkLst>
          <pc:docMk/>
          <pc:sldMasterMk cId="3516836950" sldId="2147483690"/>
        </pc:sldMasterMkLst>
        <pc:sldLayoutChg chg="modTransition">
          <pc:chgData name="DEWE, HAYLEY L." userId="5cada80b-0f7b-49a5-96b2-656b100ca6c6" providerId="ADAL" clId="{926FD85E-E327-44FE-AC44-16DA2FBCD57E}" dt="2025-10-15T23:49:24.543" v="26"/>
          <pc:sldLayoutMkLst>
            <pc:docMk/>
            <pc:sldMasterMk cId="3516836950" sldId="2147483690"/>
            <pc:sldLayoutMk cId="4121230025" sldId="2147483691"/>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1731651643" sldId="2147483692"/>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1867763074" sldId="2147483693"/>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1644090643" sldId="2147483694"/>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2673194985" sldId="2147483695"/>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2705573580" sldId="2147483696"/>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3868970472" sldId="2147483697"/>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3060775333" sldId="2147483698"/>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2049413050" sldId="2147483699"/>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3429450410" sldId="2147483700"/>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891852759" sldId="2147483701"/>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3895149509" sldId="2147483702"/>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786659591" sldId="2147483703"/>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1837541521" sldId="2147483704"/>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2319605821" sldId="2147483705"/>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1579008724" sldId="2147483706"/>
          </pc:sldLayoutMkLst>
        </pc:sldLayoutChg>
        <pc:sldLayoutChg chg="modTransition">
          <pc:chgData name="DEWE, HAYLEY L." userId="5cada80b-0f7b-49a5-96b2-656b100ca6c6" providerId="ADAL" clId="{926FD85E-E327-44FE-AC44-16DA2FBCD57E}" dt="2025-10-15T23:49:24.543" v="26"/>
          <pc:sldLayoutMkLst>
            <pc:docMk/>
            <pc:sldMasterMk cId="3516836950" sldId="2147483690"/>
            <pc:sldLayoutMk cId="830630380" sldId="2147483707"/>
          </pc:sldLayoutMkLst>
        </pc:sldLayoutChg>
      </pc:sldMasterChg>
    </pc:docChg>
  </pc:docChgLst>
  <pc:docChgLst>
    <pc:chgData name="DEWE, HAYLEY L." userId="5cada80b-0f7b-49a5-96b2-656b100ca6c6" providerId="ADAL" clId="{632DF7FE-9916-4FAF-8457-3521400FFCEA}"/>
    <pc:docChg chg="undo redo custSel addSld delSld modSld sldOrd">
      <pc:chgData name="DEWE, HAYLEY L." userId="5cada80b-0f7b-49a5-96b2-656b100ca6c6" providerId="ADAL" clId="{632DF7FE-9916-4FAF-8457-3521400FFCEA}" dt="2025-10-29T13:32:33.769" v="15965" actId="20577"/>
      <pc:docMkLst>
        <pc:docMk/>
      </pc:docMkLst>
      <pc:sldChg chg="delSp modSp mod">
        <pc:chgData name="DEWE, HAYLEY L." userId="5cada80b-0f7b-49a5-96b2-656b100ca6c6" providerId="ADAL" clId="{632DF7FE-9916-4FAF-8457-3521400FFCEA}" dt="2025-10-29T13:28:55.133" v="15905" actId="478"/>
        <pc:sldMkLst>
          <pc:docMk/>
          <pc:sldMk cId="621895312" sldId="256"/>
        </pc:sldMkLst>
        <pc:spChg chg="del">
          <ac:chgData name="DEWE, HAYLEY L." userId="5cada80b-0f7b-49a5-96b2-656b100ca6c6" providerId="ADAL" clId="{632DF7FE-9916-4FAF-8457-3521400FFCEA}" dt="2025-10-29T13:28:55.133" v="15905" actId="478"/>
          <ac:spMkLst>
            <pc:docMk/>
            <pc:sldMk cId="621895312" sldId="256"/>
            <ac:spMk id="2" creationId="{64542607-0AE5-82BA-68ED-B915945C201B}"/>
          </ac:spMkLst>
        </pc:spChg>
        <pc:spChg chg="mod">
          <ac:chgData name="DEWE, HAYLEY L." userId="5cada80b-0f7b-49a5-96b2-656b100ca6c6" providerId="ADAL" clId="{632DF7FE-9916-4FAF-8457-3521400FFCEA}" dt="2025-10-27T15:36:44.726" v="5623" actId="20577"/>
          <ac:spMkLst>
            <pc:docMk/>
            <pc:sldMk cId="621895312" sldId="256"/>
            <ac:spMk id="4" creationId="{2011C802-73B3-2DD2-A025-1492767780BF}"/>
          </ac:spMkLst>
        </pc:spChg>
      </pc:sldChg>
      <pc:sldChg chg="del">
        <pc:chgData name="DEWE, HAYLEY L." userId="5cada80b-0f7b-49a5-96b2-656b100ca6c6" providerId="ADAL" clId="{632DF7FE-9916-4FAF-8457-3521400FFCEA}" dt="2025-10-22T10:01:57.745" v="764" actId="47"/>
        <pc:sldMkLst>
          <pc:docMk/>
          <pc:sldMk cId="3862151110" sldId="286"/>
        </pc:sldMkLst>
      </pc:sldChg>
      <pc:sldChg chg="add">
        <pc:chgData name="DEWE, HAYLEY L." userId="5cada80b-0f7b-49a5-96b2-656b100ca6c6" providerId="ADAL" clId="{632DF7FE-9916-4FAF-8457-3521400FFCEA}" dt="2025-10-29T11:21:28.712" v="15216"/>
        <pc:sldMkLst>
          <pc:docMk/>
          <pc:sldMk cId="1073770607" sldId="288"/>
        </pc:sldMkLst>
      </pc:sldChg>
      <pc:sldChg chg="modSp del mod">
        <pc:chgData name="DEWE, HAYLEY L." userId="5cada80b-0f7b-49a5-96b2-656b100ca6c6" providerId="ADAL" clId="{632DF7FE-9916-4FAF-8457-3521400FFCEA}" dt="2025-10-29T11:21:23.395" v="15215" actId="2696"/>
        <pc:sldMkLst>
          <pc:docMk/>
          <pc:sldMk cId="3510830575" sldId="288"/>
        </pc:sldMkLst>
        <pc:spChg chg="mod">
          <ac:chgData name="DEWE, HAYLEY L." userId="5cada80b-0f7b-49a5-96b2-656b100ca6c6" providerId="ADAL" clId="{632DF7FE-9916-4FAF-8457-3521400FFCEA}" dt="2025-10-28T11:50:40.076" v="6684" actId="1076"/>
          <ac:spMkLst>
            <pc:docMk/>
            <pc:sldMk cId="3510830575" sldId="288"/>
            <ac:spMk id="4" creationId="{2011C802-73B3-2DD2-A025-1492767780BF}"/>
          </ac:spMkLst>
        </pc:spChg>
      </pc:sldChg>
      <pc:sldChg chg="modSp mod modAnim modNotesTx">
        <pc:chgData name="DEWE, HAYLEY L." userId="5cada80b-0f7b-49a5-96b2-656b100ca6c6" providerId="ADAL" clId="{632DF7FE-9916-4FAF-8457-3521400FFCEA}" dt="2025-10-29T11:41:24.157" v="15352" actId="20577"/>
        <pc:sldMkLst>
          <pc:docMk/>
          <pc:sldMk cId="3525045034" sldId="291"/>
        </pc:sldMkLst>
        <pc:spChg chg="mod">
          <ac:chgData name="DEWE, HAYLEY L." userId="5cada80b-0f7b-49a5-96b2-656b100ca6c6" providerId="ADAL" clId="{632DF7FE-9916-4FAF-8457-3521400FFCEA}" dt="2025-10-29T11:41:24.157" v="15352" actId="20577"/>
          <ac:spMkLst>
            <pc:docMk/>
            <pc:sldMk cId="3525045034" sldId="291"/>
            <ac:spMk id="9" creationId="{8B8676F2-4335-7184-8F2C-C2727F9C78E9}"/>
          </ac:spMkLst>
        </pc:spChg>
      </pc:sldChg>
      <pc:sldChg chg="del">
        <pc:chgData name="DEWE, HAYLEY L." userId="5cada80b-0f7b-49a5-96b2-656b100ca6c6" providerId="ADAL" clId="{632DF7FE-9916-4FAF-8457-3521400FFCEA}" dt="2025-10-22T10:55:47.525" v="2063" actId="47"/>
        <pc:sldMkLst>
          <pc:docMk/>
          <pc:sldMk cId="3524497358" sldId="298"/>
        </pc:sldMkLst>
      </pc:sldChg>
      <pc:sldChg chg="del">
        <pc:chgData name="DEWE, HAYLEY L." userId="5cada80b-0f7b-49a5-96b2-656b100ca6c6" providerId="ADAL" clId="{632DF7FE-9916-4FAF-8457-3521400FFCEA}" dt="2025-10-22T09:47:37.329" v="250" actId="47"/>
        <pc:sldMkLst>
          <pc:docMk/>
          <pc:sldMk cId="1557494676" sldId="301"/>
        </pc:sldMkLst>
      </pc:sldChg>
      <pc:sldChg chg="del">
        <pc:chgData name="DEWE, HAYLEY L." userId="5cada80b-0f7b-49a5-96b2-656b100ca6c6" providerId="ADAL" clId="{632DF7FE-9916-4FAF-8457-3521400FFCEA}" dt="2025-10-22T09:47:37.799" v="251" actId="47"/>
        <pc:sldMkLst>
          <pc:docMk/>
          <pc:sldMk cId="3787757895" sldId="303"/>
        </pc:sldMkLst>
      </pc:sldChg>
      <pc:sldChg chg="modSp del mod">
        <pc:chgData name="DEWE, HAYLEY L." userId="5cada80b-0f7b-49a5-96b2-656b100ca6c6" providerId="ADAL" clId="{632DF7FE-9916-4FAF-8457-3521400FFCEA}" dt="2025-10-28T11:50:27.607" v="6681" actId="47"/>
        <pc:sldMkLst>
          <pc:docMk/>
          <pc:sldMk cId="2807155718" sldId="304"/>
        </pc:sldMkLst>
      </pc:sldChg>
      <pc:sldChg chg="addSp delSp modSp del mod ord delAnim modAnim modNotesTx">
        <pc:chgData name="DEWE, HAYLEY L." userId="5cada80b-0f7b-49a5-96b2-656b100ca6c6" providerId="ADAL" clId="{632DF7FE-9916-4FAF-8457-3521400FFCEA}" dt="2025-10-27T16:23:41.973" v="6186" actId="47"/>
        <pc:sldMkLst>
          <pc:docMk/>
          <pc:sldMk cId="3207344223" sldId="305"/>
        </pc:sldMkLst>
      </pc:sldChg>
      <pc:sldChg chg="del">
        <pc:chgData name="DEWE, HAYLEY L." userId="5cada80b-0f7b-49a5-96b2-656b100ca6c6" providerId="ADAL" clId="{632DF7FE-9916-4FAF-8457-3521400FFCEA}" dt="2025-10-22T10:55:53.247" v="2067" actId="47"/>
        <pc:sldMkLst>
          <pc:docMk/>
          <pc:sldMk cId="1866738169" sldId="306"/>
        </pc:sldMkLst>
      </pc:sldChg>
      <pc:sldChg chg="modSp add del mod ord modNotesTx">
        <pc:chgData name="DEWE, HAYLEY L." userId="5cada80b-0f7b-49a5-96b2-656b100ca6c6" providerId="ADAL" clId="{632DF7FE-9916-4FAF-8457-3521400FFCEA}" dt="2025-10-29T13:30:23.822" v="15914" actId="20577"/>
        <pc:sldMkLst>
          <pc:docMk/>
          <pc:sldMk cId="4188619755" sldId="312"/>
        </pc:sldMkLst>
        <pc:spChg chg="mod">
          <ac:chgData name="DEWE, HAYLEY L." userId="5cada80b-0f7b-49a5-96b2-656b100ca6c6" providerId="ADAL" clId="{632DF7FE-9916-4FAF-8457-3521400FFCEA}" dt="2025-10-29T10:45:40.663" v="11910" actId="20577"/>
          <ac:spMkLst>
            <pc:docMk/>
            <pc:sldMk cId="4188619755" sldId="312"/>
            <ac:spMk id="9" creationId="{8B8676F2-4335-7184-8F2C-C2727F9C78E9}"/>
          </ac:spMkLst>
        </pc:spChg>
        <pc:graphicFrameChg chg="mod modGraphic">
          <ac:chgData name="DEWE, HAYLEY L." userId="5cada80b-0f7b-49a5-96b2-656b100ca6c6" providerId="ADAL" clId="{632DF7FE-9916-4FAF-8457-3521400FFCEA}" dt="2025-10-29T11:52:02.157" v="15421" actId="20577"/>
          <ac:graphicFrameMkLst>
            <pc:docMk/>
            <pc:sldMk cId="4188619755" sldId="312"/>
            <ac:graphicFrameMk id="2" creationId="{031E156C-DF6E-6A29-86D2-01D1995247D5}"/>
          </ac:graphicFrameMkLst>
        </pc:graphicFrameChg>
      </pc:sldChg>
      <pc:sldChg chg="del ord">
        <pc:chgData name="DEWE, HAYLEY L." userId="5cada80b-0f7b-49a5-96b2-656b100ca6c6" providerId="ADAL" clId="{632DF7FE-9916-4FAF-8457-3521400FFCEA}" dt="2025-10-22T09:48:41.834" v="304" actId="47"/>
        <pc:sldMkLst>
          <pc:docMk/>
          <pc:sldMk cId="2613428923" sldId="313"/>
        </pc:sldMkLst>
      </pc:sldChg>
      <pc:sldChg chg="modSp add del mod ord">
        <pc:chgData name="DEWE, HAYLEY L." userId="5cada80b-0f7b-49a5-96b2-656b100ca6c6" providerId="ADAL" clId="{632DF7FE-9916-4FAF-8457-3521400FFCEA}" dt="2025-10-22T10:01:47.405" v="760" actId="47"/>
        <pc:sldMkLst>
          <pc:docMk/>
          <pc:sldMk cId="33540929" sldId="314"/>
        </pc:sldMkLst>
      </pc:sldChg>
      <pc:sldChg chg="del">
        <pc:chgData name="DEWE, HAYLEY L." userId="5cada80b-0f7b-49a5-96b2-656b100ca6c6" providerId="ADAL" clId="{632DF7FE-9916-4FAF-8457-3521400FFCEA}" dt="2025-10-22T10:55:45.024" v="2061" actId="47"/>
        <pc:sldMkLst>
          <pc:docMk/>
          <pc:sldMk cId="3234205895" sldId="325"/>
        </pc:sldMkLst>
      </pc:sldChg>
      <pc:sldChg chg="del">
        <pc:chgData name="DEWE, HAYLEY L." userId="5cada80b-0f7b-49a5-96b2-656b100ca6c6" providerId="ADAL" clId="{632DF7FE-9916-4FAF-8457-3521400FFCEA}" dt="2025-10-22T10:55:48.933" v="2064" actId="47"/>
        <pc:sldMkLst>
          <pc:docMk/>
          <pc:sldMk cId="369844883" sldId="326"/>
        </pc:sldMkLst>
      </pc:sldChg>
      <pc:sldChg chg="modSp add del mod">
        <pc:chgData name="DEWE, HAYLEY L." userId="5cada80b-0f7b-49a5-96b2-656b100ca6c6" providerId="ADAL" clId="{632DF7FE-9916-4FAF-8457-3521400FFCEA}" dt="2025-10-27T16:23:33.633" v="6184" actId="47"/>
        <pc:sldMkLst>
          <pc:docMk/>
          <pc:sldMk cId="2423872994" sldId="328"/>
        </pc:sldMkLst>
      </pc:sldChg>
      <pc:sldChg chg="add del">
        <pc:chgData name="DEWE, HAYLEY L." userId="5cada80b-0f7b-49a5-96b2-656b100ca6c6" providerId="ADAL" clId="{632DF7FE-9916-4FAF-8457-3521400FFCEA}" dt="2025-10-22T10:55:43.227" v="2060" actId="47"/>
        <pc:sldMkLst>
          <pc:docMk/>
          <pc:sldMk cId="4232996817" sldId="329"/>
        </pc:sldMkLst>
      </pc:sldChg>
      <pc:sldChg chg="del">
        <pc:chgData name="DEWE, HAYLEY L." userId="5cada80b-0f7b-49a5-96b2-656b100ca6c6" providerId="ADAL" clId="{632DF7FE-9916-4FAF-8457-3521400FFCEA}" dt="2025-10-22T10:56:05.685" v="2075" actId="47"/>
        <pc:sldMkLst>
          <pc:docMk/>
          <pc:sldMk cId="699490516" sldId="330"/>
        </pc:sldMkLst>
      </pc:sldChg>
      <pc:sldChg chg="del">
        <pc:chgData name="DEWE, HAYLEY L." userId="5cada80b-0f7b-49a5-96b2-656b100ca6c6" providerId="ADAL" clId="{632DF7FE-9916-4FAF-8457-3521400FFCEA}" dt="2025-10-22T09:47:34.289" v="248" actId="47"/>
        <pc:sldMkLst>
          <pc:docMk/>
          <pc:sldMk cId="2923853994" sldId="332"/>
        </pc:sldMkLst>
      </pc:sldChg>
      <pc:sldChg chg="del">
        <pc:chgData name="DEWE, HAYLEY L." userId="5cada80b-0f7b-49a5-96b2-656b100ca6c6" providerId="ADAL" clId="{632DF7FE-9916-4FAF-8457-3521400FFCEA}" dt="2025-10-22T10:55:58.973" v="2071" actId="47"/>
        <pc:sldMkLst>
          <pc:docMk/>
          <pc:sldMk cId="2093560962" sldId="333"/>
        </pc:sldMkLst>
      </pc:sldChg>
      <pc:sldChg chg="del">
        <pc:chgData name="DEWE, HAYLEY L." userId="5cada80b-0f7b-49a5-96b2-656b100ca6c6" providerId="ADAL" clId="{632DF7FE-9916-4FAF-8457-3521400FFCEA}" dt="2025-10-22T09:47:32.248" v="247" actId="47"/>
        <pc:sldMkLst>
          <pc:docMk/>
          <pc:sldMk cId="3918554070" sldId="334"/>
        </pc:sldMkLst>
      </pc:sldChg>
      <pc:sldChg chg="modSp mod modAnim">
        <pc:chgData name="DEWE, HAYLEY L." userId="5cada80b-0f7b-49a5-96b2-656b100ca6c6" providerId="ADAL" clId="{632DF7FE-9916-4FAF-8457-3521400FFCEA}" dt="2025-10-27T15:40:44.387" v="5944" actId="114"/>
        <pc:sldMkLst>
          <pc:docMk/>
          <pc:sldMk cId="338365097" sldId="335"/>
        </pc:sldMkLst>
        <pc:spChg chg="mod">
          <ac:chgData name="DEWE, HAYLEY L." userId="5cada80b-0f7b-49a5-96b2-656b100ca6c6" providerId="ADAL" clId="{632DF7FE-9916-4FAF-8457-3521400FFCEA}" dt="2025-10-27T15:40:44.387" v="5944" actId="114"/>
          <ac:spMkLst>
            <pc:docMk/>
            <pc:sldMk cId="338365097" sldId="335"/>
            <ac:spMk id="6" creationId="{20A6FCE1-807F-78AF-7A22-954415E2EDD2}"/>
          </ac:spMkLst>
        </pc:spChg>
      </pc:sldChg>
      <pc:sldChg chg="add del ord modAnim modNotesTx">
        <pc:chgData name="DEWE, HAYLEY L." userId="5cada80b-0f7b-49a5-96b2-656b100ca6c6" providerId="ADAL" clId="{632DF7FE-9916-4FAF-8457-3521400FFCEA}" dt="2025-10-27T16:23:30.965" v="6183" actId="47"/>
        <pc:sldMkLst>
          <pc:docMk/>
          <pc:sldMk cId="2763638759" sldId="337"/>
        </pc:sldMkLst>
      </pc:sldChg>
      <pc:sldChg chg="del">
        <pc:chgData name="DEWE, HAYLEY L." userId="5cada80b-0f7b-49a5-96b2-656b100ca6c6" providerId="ADAL" clId="{632DF7FE-9916-4FAF-8457-3521400FFCEA}" dt="2025-10-22T09:47:45.286" v="254" actId="47"/>
        <pc:sldMkLst>
          <pc:docMk/>
          <pc:sldMk cId="1585753451" sldId="338"/>
        </pc:sldMkLst>
      </pc:sldChg>
      <pc:sldChg chg="del">
        <pc:chgData name="DEWE, HAYLEY L." userId="5cada80b-0f7b-49a5-96b2-656b100ca6c6" providerId="ADAL" clId="{632DF7FE-9916-4FAF-8457-3521400FFCEA}" dt="2025-10-22T09:47:46.796" v="255" actId="47"/>
        <pc:sldMkLst>
          <pc:docMk/>
          <pc:sldMk cId="4232275862" sldId="339"/>
        </pc:sldMkLst>
      </pc:sldChg>
      <pc:sldChg chg="del">
        <pc:chgData name="DEWE, HAYLEY L." userId="5cada80b-0f7b-49a5-96b2-656b100ca6c6" providerId="ADAL" clId="{632DF7FE-9916-4FAF-8457-3521400FFCEA}" dt="2025-10-22T10:01:49.640" v="761" actId="47"/>
        <pc:sldMkLst>
          <pc:docMk/>
          <pc:sldMk cId="3058138973" sldId="340"/>
        </pc:sldMkLst>
      </pc:sldChg>
      <pc:sldChg chg="del">
        <pc:chgData name="DEWE, HAYLEY L." userId="5cada80b-0f7b-49a5-96b2-656b100ca6c6" providerId="ADAL" clId="{632DF7FE-9916-4FAF-8457-3521400FFCEA}" dt="2025-10-22T13:50:51.467" v="2973" actId="47"/>
        <pc:sldMkLst>
          <pc:docMk/>
          <pc:sldMk cId="1710789567" sldId="341"/>
        </pc:sldMkLst>
      </pc:sldChg>
      <pc:sldChg chg="del">
        <pc:chgData name="DEWE, HAYLEY L." userId="5cada80b-0f7b-49a5-96b2-656b100ca6c6" providerId="ADAL" clId="{632DF7FE-9916-4FAF-8457-3521400FFCEA}" dt="2025-10-22T10:55:50.416" v="2065" actId="47"/>
        <pc:sldMkLst>
          <pc:docMk/>
          <pc:sldMk cId="4020492249" sldId="343"/>
        </pc:sldMkLst>
      </pc:sldChg>
      <pc:sldChg chg="del">
        <pc:chgData name="DEWE, HAYLEY L." userId="5cada80b-0f7b-49a5-96b2-656b100ca6c6" providerId="ADAL" clId="{632DF7FE-9916-4FAF-8457-3521400FFCEA}" dt="2025-10-22T13:50:52.008" v="2974" actId="47"/>
        <pc:sldMkLst>
          <pc:docMk/>
          <pc:sldMk cId="4192220800" sldId="344"/>
        </pc:sldMkLst>
      </pc:sldChg>
      <pc:sldChg chg="del">
        <pc:chgData name="DEWE, HAYLEY L." userId="5cada80b-0f7b-49a5-96b2-656b100ca6c6" providerId="ADAL" clId="{632DF7FE-9916-4FAF-8457-3521400FFCEA}" dt="2025-10-22T10:55:52.284" v="2066" actId="47"/>
        <pc:sldMkLst>
          <pc:docMk/>
          <pc:sldMk cId="4038684548" sldId="345"/>
        </pc:sldMkLst>
      </pc:sldChg>
      <pc:sldChg chg="del">
        <pc:chgData name="DEWE, HAYLEY L." userId="5cada80b-0f7b-49a5-96b2-656b100ca6c6" providerId="ADAL" clId="{632DF7FE-9916-4FAF-8457-3521400FFCEA}" dt="2025-10-22T10:55:54.226" v="2068" actId="47"/>
        <pc:sldMkLst>
          <pc:docMk/>
          <pc:sldMk cId="2425083260" sldId="346"/>
        </pc:sldMkLst>
      </pc:sldChg>
      <pc:sldChg chg="del">
        <pc:chgData name="DEWE, HAYLEY L." userId="5cada80b-0f7b-49a5-96b2-656b100ca6c6" providerId="ADAL" clId="{632DF7FE-9916-4FAF-8457-3521400FFCEA}" dt="2025-10-22T10:55:54.932" v="2069" actId="47"/>
        <pc:sldMkLst>
          <pc:docMk/>
          <pc:sldMk cId="3371320197" sldId="347"/>
        </pc:sldMkLst>
      </pc:sldChg>
      <pc:sldChg chg="del">
        <pc:chgData name="DEWE, HAYLEY L." userId="5cada80b-0f7b-49a5-96b2-656b100ca6c6" providerId="ADAL" clId="{632DF7FE-9916-4FAF-8457-3521400FFCEA}" dt="2025-10-22T10:55:56.273" v="2070" actId="47"/>
        <pc:sldMkLst>
          <pc:docMk/>
          <pc:sldMk cId="2852232281" sldId="348"/>
        </pc:sldMkLst>
      </pc:sldChg>
      <pc:sldChg chg="del">
        <pc:chgData name="DEWE, HAYLEY L." userId="5cada80b-0f7b-49a5-96b2-656b100ca6c6" providerId="ADAL" clId="{632DF7FE-9916-4FAF-8457-3521400FFCEA}" dt="2025-10-22T10:56:04.587" v="2074" actId="47"/>
        <pc:sldMkLst>
          <pc:docMk/>
          <pc:sldMk cId="3829531161" sldId="349"/>
        </pc:sldMkLst>
      </pc:sldChg>
      <pc:sldChg chg="del">
        <pc:chgData name="DEWE, HAYLEY L." userId="5cada80b-0f7b-49a5-96b2-656b100ca6c6" providerId="ADAL" clId="{632DF7FE-9916-4FAF-8457-3521400FFCEA}" dt="2025-10-22T10:55:59.971" v="2073" actId="47"/>
        <pc:sldMkLst>
          <pc:docMk/>
          <pc:sldMk cId="2617131412" sldId="350"/>
        </pc:sldMkLst>
      </pc:sldChg>
      <pc:sldChg chg="del">
        <pc:chgData name="DEWE, HAYLEY L." userId="5cada80b-0f7b-49a5-96b2-656b100ca6c6" providerId="ADAL" clId="{632DF7FE-9916-4FAF-8457-3521400FFCEA}" dt="2025-10-22T10:55:59.482" v="2072" actId="47"/>
        <pc:sldMkLst>
          <pc:docMk/>
          <pc:sldMk cId="2417051397" sldId="351"/>
        </pc:sldMkLst>
      </pc:sldChg>
      <pc:sldChg chg="del">
        <pc:chgData name="DEWE, HAYLEY L." userId="5cada80b-0f7b-49a5-96b2-656b100ca6c6" providerId="ADAL" clId="{632DF7FE-9916-4FAF-8457-3521400FFCEA}" dt="2025-10-22T10:55:46.385" v="2062" actId="47"/>
        <pc:sldMkLst>
          <pc:docMk/>
          <pc:sldMk cId="765867033" sldId="352"/>
        </pc:sldMkLst>
      </pc:sldChg>
      <pc:sldChg chg="addSp delSp modSp add del mod ord delAnim modAnim">
        <pc:chgData name="DEWE, HAYLEY L." userId="5cada80b-0f7b-49a5-96b2-656b100ca6c6" providerId="ADAL" clId="{632DF7FE-9916-4FAF-8457-3521400FFCEA}" dt="2025-10-27T16:23:35.308" v="6185" actId="47"/>
        <pc:sldMkLst>
          <pc:docMk/>
          <pc:sldMk cId="3572692624" sldId="353"/>
        </pc:sldMkLst>
      </pc:sldChg>
      <pc:sldChg chg="add del">
        <pc:chgData name="DEWE, HAYLEY L." userId="5cada80b-0f7b-49a5-96b2-656b100ca6c6" providerId="ADAL" clId="{632DF7FE-9916-4FAF-8457-3521400FFCEA}" dt="2025-10-22T10:48:49.293" v="2007" actId="47"/>
        <pc:sldMkLst>
          <pc:docMk/>
          <pc:sldMk cId="2818862348" sldId="354"/>
        </pc:sldMkLst>
      </pc:sldChg>
      <pc:sldChg chg="modSp add del modAnim">
        <pc:chgData name="DEWE, HAYLEY L." userId="5cada80b-0f7b-49a5-96b2-656b100ca6c6" providerId="ADAL" clId="{632DF7FE-9916-4FAF-8457-3521400FFCEA}" dt="2025-10-22T09:57:37.493" v="518" actId="47"/>
        <pc:sldMkLst>
          <pc:docMk/>
          <pc:sldMk cId="3515596302" sldId="354"/>
        </pc:sldMkLst>
      </pc:sldChg>
      <pc:sldChg chg="addSp delSp modSp add del mod modNotesTx">
        <pc:chgData name="DEWE, HAYLEY L." userId="5cada80b-0f7b-49a5-96b2-656b100ca6c6" providerId="ADAL" clId="{632DF7FE-9916-4FAF-8457-3521400FFCEA}" dt="2025-10-22T14:31:38.197" v="3387" actId="2696"/>
        <pc:sldMkLst>
          <pc:docMk/>
          <pc:sldMk cId="1880356968" sldId="355"/>
        </pc:sldMkLst>
      </pc:sldChg>
      <pc:sldChg chg="add del">
        <pc:chgData name="DEWE, HAYLEY L." userId="5cada80b-0f7b-49a5-96b2-656b100ca6c6" providerId="ADAL" clId="{632DF7FE-9916-4FAF-8457-3521400FFCEA}" dt="2025-10-27T16:04:23.026" v="6138"/>
        <pc:sldMkLst>
          <pc:docMk/>
          <pc:sldMk cId="2797809940" sldId="355"/>
        </pc:sldMkLst>
      </pc:sldChg>
      <pc:sldChg chg="add del">
        <pc:chgData name="DEWE, HAYLEY L." userId="5cada80b-0f7b-49a5-96b2-656b100ca6c6" providerId="ADAL" clId="{632DF7FE-9916-4FAF-8457-3521400FFCEA}" dt="2025-10-27T16:04:20.223" v="6137" actId="2696"/>
        <pc:sldMkLst>
          <pc:docMk/>
          <pc:sldMk cId="3118044428" sldId="355"/>
        </pc:sldMkLst>
      </pc:sldChg>
      <pc:sldChg chg="delSp modSp add del mod">
        <pc:chgData name="DEWE, HAYLEY L." userId="5cada80b-0f7b-49a5-96b2-656b100ca6c6" providerId="ADAL" clId="{632DF7FE-9916-4FAF-8457-3521400FFCEA}" dt="2025-10-22T10:35:26.220" v="1483" actId="47"/>
        <pc:sldMkLst>
          <pc:docMk/>
          <pc:sldMk cId="1388384717" sldId="356"/>
        </pc:sldMkLst>
      </pc:sldChg>
      <pc:sldChg chg="add del ord">
        <pc:chgData name="DEWE, HAYLEY L." userId="5cada80b-0f7b-49a5-96b2-656b100ca6c6" providerId="ADAL" clId="{632DF7FE-9916-4FAF-8457-3521400FFCEA}" dt="2025-10-27T16:04:20.223" v="6137" actId="2696"/>
        <pc:sldMkLst>
          <pc:docMk/>
          <pc:sldMk cId="1773711665" sldId="357"/>
        </pc:sldMkLst>
      </pc:sldChg>
      <pc:sldChg chg="add del">
        <pc:chgData name="DEWE, HAYLEY L." userId="5cada80b-0f7b-49a5-96b2-656b100ca6c6" providerId="ADAL" clId="{632DF7FE-9916-4FAF-8457-3521400FFCEA}" dt="2025-10-27T16:04:23.026" v="6138"/>
        <pc:sldMkLst>
          <pc:docMk/>
          <pc:sldMk cId="2376168831" sldId="357"/>
        </pc:sldMkLst>
      </pc:sldChg>
      <pc:sldChg chg="addSp delSp modSp add del mod modAnim">
        <pc:chgData name="DEWE, HAYLEY L." userId="5cada80b-0f7b-49a5-96b2-656b100ca6c6" providerId="ADAL" clId="{632DF7FE-9916-4FAF-8457-3521400FFCEA}" dt="2025-10-22T14:31:38.197" v="3387" actId="2696"/>
        <pc:sldMkLst>
          <pc:docMk/>
          <pc:sldMk cId="4136794173" sldId="357"/>
        </pc:sldMkLst>
      </pc:sldChg>
      <pc:sldChg chg="add del">
        <pc:chgData name="DEWE, HAYLEY L." userId="5cada80b-0f7b-49a5-96b2-656b100ca6c6" providerId="ADAL" clId="{632DF7FE-9916-4FAF-8457-3521400FFCEA}" dt="2025-10-27T16:04:20.223" v="6137" actId="2696"/>
        <pc:sldMkLst>
          <pc:docMk/>
          <pc:sldMk cId="2007729402" sldId="358"/>
        </pc:sldMkLst>
      </pc:sldChg>
      <pc:sldChg chg="add del">
        <pc:chgData name="DEWE, HAYLEY L." userId="5cada80b-0f7b-49a5-96b2-656b100ca6c6" providerId="ADAL" clId="{632DF7FE-9916-4FAF-8457-3521400FFCEA}" dt="2025-10-27T16:04:23.026" v="6138"/>
        <pc:sldMkLst>
          <pc:docMk/>
          <pc:sldMk cId="2588908868" sldId="358"/>
        </pc:sldMkLst>
      </pc:sldChg>
      <pc:sldChg chg="addSp delSp modSp add del mod modNotesTx">
        <pc:chgData name="DEWE, HAYLEY L." userId="5cada80b-0f7b-49a5-96b2-656b100ca6c6" providerId="ADAL" clId="{632DF7FE-9916-4FAF-8457-3521400FFCEA}" dt="2025-10-22T14:31:38.197" v="3387" actId="2696"/>
        <pc:sldMkLst>
          <pc:docMk/>
          <pc:sldMk cId="2867249440" sldId="358"/>
        </pc:sldMkLst>
      </pc:sldChg>
      <pc:sldChg chg="add del">
        <pc:chgData name="DEWE, HAYLEY L." userId="5cada80b-0f7b-49a5-96b2-656b100ca6c6" providerId="ADAL" clId="{632DF7FE-9916-4FAF-8457-3521400FFCEA}" dt="2025-10-27T16:04:20.223" v="6137" actId="2696"/>
        <pc:sldMkLst>
          <pc:docMk/>
          <pc:sldMk cId="341453135" sldId="359"/>
        </pc:sldMkLst>
      </pc:sldChg>
      <pc:sldChg chg="addSp delSp modSp add del mod delAnim modAnim modNotesTx">
        <pc:chgData name="DEWE, HAYLEY L." userId="5cada80b-0f7b-49a5-96b2-656b100ca6c6" providerId="ADAL" clId="{632DF7FE-9916-4FAF-8457-3521400FFCEA}" dt="2025-10-22T14:31:38.197" v="3387" actId="2696"/>
        <pc:sldMkLst>
          <pc:docMk/>
          <pc:sldMk cId="2248304042" sldId="359"/>
        </pc:sldMkLst>
      </pc:sldChg>
      <pc:sldChg chg="add del">
        <pc:chgData name="DEWE, HAYLEY L." userId="5cada80b-0f7b-49a5-96b2-656b100ca6c6" providerId="ADAL" clId="{632DF7FE-9916-4FAF-8457-3521400FFCEA}" dt="2025-10-27T16:04:23.026" v="6138"/>
        <pc:sldMkLst>
          <pc:docMk/>
          <pc:sldMk cId="2808956687" sldId="359"/>
        </pc:sldMkLst>
      </pc:sldChg>
      <pc:sldChg chg="add del">
        <pc:chgData name="DEWE, HAYLEY L." userId="5cada80b-0f7b-49a5-96b2-656b100ca6c6" providerId="ADAL" clId="{632DF7FE-9916-4FAF-8457-3521400FFCEA}" dt="2025-10-27T16:04:20.223" v="6137" actId="2696"/>
        <pc:sldMkLst>
          <pc:docMk/>
          <pc:sldMk cId="298386172" sldId="360"/>
        </pc:sldMkLst>
      </pc:sldChg>
      <pc:sldChg chg="add del modNotesTx">
        <pc:chgData name="DEWE, HAYLEY L." userId="5cada80b-0f7b-49a5-96b2-656b100ca6c6" providerId="ADAL" clId="{632DF7FE-9916-4FAF-8457-3521400FFCEA}" dt="2025-10-29T13:29:40.589" v="15907" actId="20577"/>
        <pc:sldMkLst>
          <pc:docMk/>
          <pc:sldMk cId="791235966" sldId="360"/>
        </pc:sldMkLst>
      </pc:sldChg>
      <pc:sldChg chg="modSp add del mod modAnim">
        <pc:chgData name="DEWE, HAYLEY L." userId="5cada80b-0f7b-49a5-96b2-656b100ca6c6" providerId="ADAL" clId="{632DF7FE-9916-4FAF-8457-3521400FFCEA}" dt="2025-10-22T14:31:38.197" v="3387" actId="2696"/>
        <pc:sldMkLst>
          <pc:docMk/>
          <pc:sldMk cId="793724040" sldId="360"/>
        </pc:sldMkLst>
      </pc:sldChg>
      <pc:sldChg chg="addSp delSp modSp add del mod">
        <pc:chgData name="DEWE, HAYLEY L." userId="5cada80b-0f7b-49a5-96b2-656b100ca6c6" providerId="ADAL" clId="{632DF7FE-9916-4FAF-8457-3521400FFCEA}" dt="2025-10-27T16:22:33.883" v="6148" actId="47"/>
        <pc:sldMkLst>
          <pc:docMk/>
          <pc:sldMk cId="3423943591" sldId="361"/>
        </pc:sldMkLst>
      </pc:sldChg>
      <pc:sldChg chg="addSp delSp modSp add del mod">
        <pc:chgData name="DEWE, HAYLEY L." userId="5cada80b-0f7b-49a5-96b2-656b100ca6c6" providerId="ADAL" clId="{632DF7FE-9916-4FAF-8457-3521400FFCEA}" dt="2025-10-27T16:22:37.750" v="6149" actId="47"/>
        <pc:sldMkLst>
          <pc:docMk/>
          <pc:sldMk cId="616826077" sldId="362"/>
        </pc:sldMkLst>
      </pc:sldChg>
      <pc:sldChg chg="addSp delSp modSp add del mod setBg delDesignElem">
        <pc:chgData name="DEWE, HAYLEY L." userId="5cada80b-0f7b-49a5-96b2-656b100ca6c6" providerId="ADAL" clId="{632DF7FE-9916-4FAF-8457-3521400FFCEA}" dt="2025-10-27T16:22:15.207" v="6139" actId="47"/>
        <pc:sldMkLst>
          <pc:docMk/>
          <pc:sldMk cId="1618482742" sldId="363"/>
        </pc:sldMkLst>
      </pc:sldChg>
      <pc:sldChg chg="addSp delSp modSp add del mod modAnim">
        <pc:chgData name="DEWE, HAYLEY L." userId="5cada80b-0f7b-49a5-96b2-656b100ca6c6" providerId="ADAL" clId="{632DF7FE-9916-4FAF-8457-3521400FFCEA}" dt="2025-10-27T16:22:16.312" v="6140" actId="47"/>
        <pc:sldMkLst>
          <pc:docMk/>
          <pc:sldMk cId="1745823413" sldId="364"/>
        </pc:sldMkLst>
      </pc:sldChg>
      <pc:sldChg chg="addSp delSp modSp add del mod modNotesTx">
        <pc:chgData name="DEWE, HAYLEY L." userId="5cada80b-0f7b-49a5-96b2-656b100ca6c6" providerId="ADAL" clId="{632DF7FE-9916-4FAF-8457-3521400FFCEA}" dt="2025-10-27T16:22:18.237" v="6142" actId="47"/>
        <pc:sldMkLst>
          <pc:docMk/>
          <pc:sldMk cId="3965961832" sldId="365"/>
        </pc:sldMkLst>
      </pc:sldChg>
      <pc:sldChg chg="addSp delSp modSp add del mod">
        <pc:chgData name="DEWE, HAYLEY L." userId="5cada80b-0f7b-49a5-96b2-656b100ca6c6" providerId="ADAL" clId="{632DF7FE-9916-4FAF-8457-3521400FFCEA}" dt="2025-10-27T16:22:21.182" v="6145" actId="47"/>
        <pc:sldMkLst>
          <pc:docMk/>
          <pc:sldMk cId="1163230819" sldId="366"/>
        </pc:sldMkLst>
      </pc:sldChg>
      <pc:sldChg chg="add del">
        <pc:chgData name="DEWE, HAYLEY L." userId="5cada80b-0f7b-49a5-96b2-656b100ca6c6" providerId="ADAL" clId="{632DF7FE-9916-4FAF-8457-3521400FFCEA}" dt="2025-10-22T11:10:42.588" v="2828" actId="47"/>
        <pc:sldMkLst>
          <pc:docMk/>
          <pc:sldMk cId="845730703" sldId="367"/>
        </pc:sldMkLst>
      </pc:sldChg>
      <pc:sldChg chg="modSp add del mod ord modNotesTx">
        <pc:chgData name="DEWE, HAYLEY L." userId="5cada80b-0f7b-49a5-96b2-656b100ca6c6" providerId="ADAL" clId="{632DF7FE-9916-4FAF-8457-3521400FFCEA}" dt="2025-10-27T16:22:38.858" v="6150" actId="47"/>
        <pc:sldMkLst>
          <pc:docMk/>
          <pc:sldMk cId="3401192606" sldId="368"/>
        </pc:sldMkLst>
      </pc:sldChg>
      <pc:sldChg chg="modSp add del mod modNotesTx">
        <pc:chgData name="DEWE, HAYLEY L." userId="5cada80b-0f7b-49a5-96b2-656b100ca6c6" providerId="ADAL" clId="{632DF7FE-9916-4FAF-8457-3521400FFCEA}" dt="2025-10-27T16:22:41.637" v="6152" actId="47"/>
        <pc:sldMkLst>
          <pc:docMk/>
          <pc:sldMk cId="872873463" sldId="369"/>
        </pc:sldMkLst>
      </pc:sldChg>
      <pc:sldChg chg="modSp add del mod modNotesTx">
        <pc:chgData name="DEWE, HAYLEY L." userId="5cada80b-0f7b-49a5-96b2-656b100ca6c6" providerId="ADAL" clId="{632DF7FE-9916-4FAF-8457-3521400FFCEA}" dt="2025-10-27T16:22:17.262" v="6141" actId="47"/>
        <pc:sldMkLst>
          <pc:docMk/>
          <pc:sldMk cId="2327931698" sldId="370"/>
        </pc:sldMkLst>
      </pc:sldChg>
      <pc:sldChg chg="add modNotesTx">
        <pc:chgData name="DEWE, HAYLEY L." userId="5cada80b-0f7b-49a5-96b2-656b100ca6c6" providerId="ADAL" clId="{632DF7FE-9916-4FAF-8457-3521400FFCEA}" dt="2025-10-29T13:24:51.609" v="15454" actId="20577"/>
        <pc:sldMkLst>
          <pc:docMk/>
          <pc:sldMk cId="1347041056" sldId="371"/>
        </pc:sldMkLst>
      </pc:sldChg>
      <pc:sldChg chg="modSp add del mod">
        <pc:chgData name="DEWE, HAYLEY L." userId="5cada80b-0f7b-49a5-96b2-656b100ca6c6" providerId="ADAL" clId="{632DF7FE-9916-4FAF-8457-3521400FFCEA}" dt="2025-10-29T11:21:53.596" v="15221" actId="2696"/>
        <pc:sldMkLst>
          <pc:docMk/>
          <pc:sldMk cId="2772312887" sldId="371"/>
        </pc:sldMkLst>
        <pc:spChg chg="mod">
          <ac:chgData name="DEWE, HAYLEY L." userId="5cada80b-0f7b-49a5-96b2-656b100ca6c6" providerId="ADAL" clId="{632DF7FE-9916-4FAF-8457-3521400FFCEA}" dt="2025-10-28T11:50:20.702" v="6678" actId="20577"/>
          <ac:spMkLst>
            <pc:docMk/>
            <pc:sldMk cId="2772312887" sldId="371"/>
            <ac:spMk id="9" creationId="{8B8676F2-4335-7184-8F2C-C2727F9C78E9}"/>
          </ac:spMkLst>
        </pc:spChg>
      </pc:sldChg>
      <pc:sldChg chg="modSp add del mod modNotesTx">
        <pc:chgData name="DEWE, HAYLEY L." userId="5cada80b-0f7b-49a5-96b2-656b100ca6c6" providerId="ADAL" clId="{632DF7FE-9916-4FAF-8457-3521400FFCEA}" dt="2025-10-28T11:49:56.007" v="6583" actId="2696"/>
        <pc:sldMkLst>
          <pc:docMk/>
          <pc:sldMk cId="3512671683" sldId="371"/>
        </pc:sldMkLst>
      </pc:sldChg>
      <pc:sldChg chg="modSp add del">
        <pc:chgData name="DEWE, HAYLEY L." userId="5cada80b-0f7b-49a5-96b2-656b100ca6c6" providerId="ADAL" clId="{632DF7FE-9916-4FAF-8457-3521400FFCEA}" dt="2025-10-22T13:43:17.540" v="2900"/>
        <pc:sldMkLst>
          <pc:docMk/>
          <pc:sldMk cId="663548929" sldId="372"/>
        </pc:sldMkLst>
      </pc:sldChg>
      <pc:sldChg chg="addSp delSp modSp add del mod ord">
        <pc:chgData name="DEWE, HAYLEY L." userId="5cada80b-0f7b-49a5-96b2-656b100ca6c6" providerId="ADAL" clId="{632DF7FE-9916-4FAF-8457-3521400FFCEA}" dt="2025-10-28T11:50:25.138" v="6679" actId="47"/>
        <pc:sldMkLst>
          <pc:docMk/>
          <pc:sldMk cId="3148318449" sldId="372"/>
        </pc:sldMkLst>
      </pc:sldChg>
      <pc:sldChg chg="modSp add del mod modNotesTx">
        <pc:chgData name="DEWE, HAYLEY L." userId="5cada80b-0f7b-49a5-96b2-656b100ca6c6" providerId="ADAL" clId="{632DF7FE-9916-4FAF-8457-3521400FFCEA}" dt="2025-10-28T11:50:41.418" v="6685" actId="47"/>
        <pc:sldMkLst>
          <pc:docMk/>
          <pc:sldMk cId="880974579" sldId="373"/>
        </pc:sldMkLst>
      </pc:sldChg>
      <pc:sldChg chg="addSp delSp modSp add del mod modAnim modNotesTx">
        <pc:chgData name="DEWE, HAYLEY L." userId="5cada80b-0f7b-49a5-96b2-656b100ca6c6" providerId="ADAL" clId="{632DF7FE-9916-4FAF-8457-3521400FFCEA}" dt="2025-10-27T16:22:20.106" v="6144" actId="47"/>
        <pc:sldMkLst>
          <pc:docMk/>
          <pc:sldMk cId="1845433489" sldId="374"/>
        </pc:sldMkLst>
      </pc:sldChg>
      <pc:sldChg chg="addSp delSp modSp add del mod modAnim">
        <pc:chgData name="DEWE, HAYLEY L." userId="5cada80b-0f7b-49a5-96b2-656b100ca6c6" providerId="ADAL" clId="{632DF7FE-9916-4FAF-8457-3521400FFCEA}" dt="2025-10-27T16:22:22.408" v="6146" actId="47"/>
        <pc:sldMkLst>
          <pc:docMk/>
          <pc:sldMk cId="626053130" sldId="375"/>
        </pc:sldMkLst>
      </pc:sldChg>
      <pc:sldChg chg="addSp delSp modSp add del mod modAnim">
        <pc:chgData name="DEWE, HAYLEY L." userId="5cada80b-0f7b-49a5-96b2-656b100ca6c6" providerId="ADAL" clId="{632DF7FE-9916-4FAF-8457-3521400FFCEA}" dt="2025-10-27T16:22:40.215" v="6151" actId="47"/>
        <pc:sldMkLst>
          <pc:docMk/>
          <pc:sldMk cId="3958050279" sldId="376"/>
        </pc:sldMkLst>
      </pc:sldChg>
      <pc:sldChg chg="modSp add del mod">
        <pc:chgData name="DEWE, HAYLEY L." userId="5cada80b-0f7b-49a5-96b2-656b100ca6c6" providerId="ADAL" clId="{632DF7FE-9916-4FAF-8457-3521400FFCEA}" dt="2025-10-22T14:35:17.286" v="3417" actId="47"/>
        <pc:sldMkLst>
          <pc:docMk/>
          <pc:sldMk cId="3082376707" sldId="381"/>
        </pc:sldMkLst>
      </pc:sldChg>
      <pc:sldChg chg="delSp modSp add del mod setBg delDesignElem">
        <pc:chgData name="DEWE, HAYLEY L." userId="5cada80b-0f7b-49a5-96b2-656b100ca6c6" providerId="ADAL" clId="{632DF7FE-9916-4FAF-8457-3521400FFCEA}" dt="2025-10-29T10:32:32.897" v="11069" actId="47"/>
        <pc:sldMkLst>
          <pc:docMk/>
          <pc:sldMk cId="2818703248" sldId="383"/>
        </pc:sldMkLst>
        <pc:spChg chg="del">
          <ac:chgData name="DEWE, HAYLEY L." userId="5cada80b-0f7b-49a5-96b2-656b100ca6c6" providerId="ADAL" clId="{632DF7FE-9916-4FAF-8457-3521400FFCEA}" dt="2025-10-28T12:34:39.676" v="6748"/>
          <ac:spMkLst>
            <pc:docMk/>
            <pc:sldMk cId="2818703248" sldId="383"/>
            <ac:spMk id="16" creationId="{8F54B2FB-3F54-4350-8D1B-F86D677CA7ED}"/>
          </ac:spMkLst>
        </pc:spChg>
        <pc:spChg chg="del">
          <ac:chgData name="DEWE, HAYLEY L." userId="5cada80b-0f7b-49a5-96b2-656b100ca6c6" providerId="ADAL" clId="{632DF7FE-9916-4FAF-8457-3521400FFCEA}" dt="2025-10-28T12:34:39.676" v="6748"/>
          <ac:spMkLst>
            <pc:docMk/>
            <pc:sldMk cId="2818703248" sldId="383"/>
            <ac:spMk id="22" creationId="{DDB56DB5-0324-4F79-9AB8-CB18C1DC8743}"/>
          </ac:spMkLst>
        </pc:spChg>
        <pc:spChg chg="del">
          <ac:chgData name="DEWE, HAYLEY L." userId="5cada80b-0f7b-49a5-96b2-656b100ca6c6" providerId="ADAL" clId="{632DF7FE-9916-4FAF-8457-3521400FFCEA}" dt="2025-10-28T12:34:39.676" v="6748"/>
          <ac:spMkLst>
            <pc:docMk/>
            <pc:sldMk cId="2818703248" sldId="383"/>
            <ac:spMk id="24" creationId="{8B552A8E-DEF9-4254-BD69-E4D91C6A153D}"/>
          </ac:spMkLst>
        </pc:spChg>
        <pc:picChg chg="mod">
          <ac:chgData name="DEWE, HAYLEY L." userId="5cada80b-0f7b-49a5-96b2-656b100ca6c6" providerId="ADAL" clId="{632DF7FE-9916-4FAF-8457-3521400FFCEA}" dt="2025-10-28T12:34:44.057" v="6749" actId="1076"/>
          <ac:picMkLst>
            <pc:docMk/>
            <pc:sldMk cId="2818703248" sldId="383"/>
            <ac:picMk id="4" creationId="{2E1C78DE-71C9-CBF6-0D23-110D28A95511}"/>
          </ac:picMkLst>
        </pc:picChg>
        <pc:picChg chg="del">
          <ac:chgData name="DEWE, HAYLEY L." userId="5cada80b-0f7b-49a5-96b2-656b100ca6c6" providerId="ADAL" clId="{632DF7FE-9916-4FAF-8457-3521400FFCEA}" dt="2025-10-28T12:34:39.676" v="6748"/>
          <ac:picMkLst>
            <pc:docMk/>
            <pc:sldMk cId="2818703248" sldId="383"/>
            <ac:picMk id="12" creationId="{AA085689-791F-4B8F-9F30-12415B97D366}"/>
          </ac:picMkLst>
        </pc:picChg>
        <pc:picChg chg="del">
          <ac:chgData name="DEWE, HAYLEY L." userId="5cada80b-0f7b-49a5-96b2-656b100ca6c6" providerId="ADAL" clId="{632DF7FE-9916-4FAF-8457-3521400FFCEA}" dt="2025-10-28T12:34:39.676" v="6748"/>
          <ac:picMkLst>
            <pc:docMk/>
            <pc:sldMk cId="2818703248" sldId="383"/>
            <ac:picMk id="14" creationId="{AA3FED7F-6821-47C0-A464-E9278B24129E}"/>
          </ac:picMkLst>
        </pc:picChg>
        <pc:picChg chg="del">
          <ac:chgData name="DEWE, HAYLEY L." userId="5cada80b-0f7b-49a5-96b2-656b100ca6c6" providerId="ADAL" clId="{632DF7FE-9916-4FAF-8457-3521400FFCEA}" dt="2025-10-28T12:34:39.676" v="6748"/>
          <ac:picMkLst>
            <pc:docMk/>
            <pc:sldMk cId="2818703248" sldId="383"/>
            <ac:picMk id="18" creationId="{561B34F5-88E5-4711-BC16-3005C29AD7C6}"/>
          </ac:picMkLst>
        </pc:picChg>
        <pc:picChg chg="del">
          <ac:chgData name="DEWE, HAYLEY L." userId="5cada80b-0f7b-49a5-96b2-656b100ca6c6" providerId="ADAL" clId="{632DF7FE-9916-4FAF-8457-3521400FFCEA}" dt="2025-10-28T12:34:39.676" v="6748"/>
          <ac:picMkLst>
            <pc:docMk/>
            <pc:sldMk cId="2818703248" sldId="383"/>
            <ac:picMk id="20" creationId="{4F3661D0-2268-4D3E-88BA-0647BCBE33AF}"/>
          </ac:picMkLst>
        </pc:picChg>
      </pc:sldChg>
      <pc:sldChg chg="modSp add mod modNotesTx">
        <pc:chgData name="DEWE, HAYLEY L." userId="5cada80b-0f7b-49a5-96b2-656b100ca6c6" providerId="ADAL" clId="{632DF7FE-9916-4FAF-8457-3521400FFCEA}" dt="2025-10-29T13:29:51.263" v="15908" actId="20577"/>
        <pc:sldMkLst>
          <pc:docMk/>
          <pc:sldMk cId="130676191" sldId="384"/>
        </pc:sldMkLst>
        <pc:spChg chg="mod">
          <ac:chgData name="DEWE, HAYLEY L." userId="5cada80b-0f7b-49a5-96b2-656b100ca6c6" providerId="ADAL" clId="{632DF7FE-9916-4FAF-8457-3521400FFCEA}" dt="2025-10-28T12:35:18.101" v="6751" actId="207"/>
          <ac:spMkLst>
            <pc:docMk/>
            <pc:sldMk cId="130676191" sldId="384"/>
            <ac:spMk id="2" creationId="{32C40387-E21A-26DA-612E-22E6A45DA077}"/>
          </ac:spMkLst>
        </pc:spChg>
        <pc:spChg chg="mod">
          <ac:chgData name="DEWE, HAYLEY L." userId="5cada80b-0f7b-49a5-96b2-656b100ca6c6" providerId="ADAL" clId="{632DF7FE-9916-4FAF-8457-3521400FFCEA}" dt="2025-10-28T14:00:53.490" v="7041" actId="14100"/>
          <ac:spMkLst>
            <pc:docMk/>
            <pc:sldMk cId="130676191" sldId="384"/>
            <ac:spMk id="7" creationId="{FAB16C55-CFB0-0ACA-F70B-59B4B7617303}"/>
          </ac:spMkLst>
        </pc:spChg>
      </pc:sldChg>
      <pc:sldChg chg="addSp delSp modSp add del mod delAnim">
        <pc:chgData name="DEWE, HAYLEY L." userId="5cada80b-0f7b-49a5-96b2-656b100ca6c6" providerId="ADAL" clId="{632DF7FE-9916-4FAF-8457-3521400FFCEA}" dt="2025-10-28T14:55:16.745" v="8291" actId="47"/>
        <pc:sldMkLst>
          <pc:docMk/>
          <pc:sldMk cId="361373974" sldId="385"/>
        </pc:sldMkLst>
        <pc:spChg chg="del mod">
          <ac:chgData name="DEWE, HAYLEY L." userId="5cada80b-0f7b-49a5-96b2-656b100ca6c6" providerId="ADAL" clId="{632DF7FE-9916-4FAF-8457-3521400FFCEA}" dt="2025-10-28T12:40:23.276" v="6969" actId="478"/>
          <ac:spMkLst>
            <pc:docMk/>
            <pc:sldMk cId="361373974" sldId="385"/>
            <ac:spMk id="2" creationId="{DEA70075-4943-6072-57E8-B9BA78F215D9}"/>
          </ac:spMkLst>
        </pc:spChg>
        <pc:spChg chg="mod">
          <ac:chgData name="DEWE, HAYLEY L." userId="5cada80b-0f7b-49a5-96b2-656b100ca6c6" providerId="ADAL" clId="{632DF7FE-9916-4FAF-8457-3521400FFCEA}" dt="2025-10-28T14:47:55.864" v="7466" actId="20577"/>
          <ac:spMkLst>
            <pc:docMk/>
            <pc:sldMk cId="361373974" sldId="385"/>
            <ac:spMk id="3" creationId="{CCC02BD9-BEFB-D77B-A0DD-D973A748C486}"/>
          </ac:spMkLst>
        </pc:spChg>
        <pc:spChg chg="add mod">
          <ac:chgData name="DEWE, HAYLEY L." userId="5cada80b-0f7b-49a5-96b2-656b100ca6c6" providerId="ADAL" clId="{632DF7FE-9916-4FAF-8457-3521400FFCEA}" dt="2025-10-28T14:47:41.335" v="7457" actId="14100"/>
          <ac:spMkLst>
            <pc:docMk/>
            <pc:sldMk cId="361373974" sldId="385"/>
            <ac:spMk id="4" creationId="{C4A88F1D-AB49-D9B4-CFE5-814008F58643}"/>
          </ac:spMkLst>
        </pc:spChg>
        <pc:spChg chg="mod">
          <ac:chgData name="DEWE, HAYLEY L." userId="5cada80b-0f7b-49a5-96b2-656b100ca6c6" providerId="ADAL" clId="{632DF7FE-9916-4FAF-8457-3521400FFCEA}" dt="2025-10-28T14:47:24.926" v="7451" actId="1076"/>
          <ac:spMkLst>
            <pc:docMk/>
            <pc:sldMk cId="361373974" sldId="385"/>
            <ac:spMk id="5" creationId="{D902E50B-3E54-4729-40C9-76F356453064}"/>
          </ac:spMkLst>
        </pc:spChg>
        <pc:spChg chg="del mod">
          <ac:chgData name="DEWE, HAYLEY L." userId="5cada80b-0f7b-49a5-96b2-656b100ca6c6" providerId="ADAL" clId="{632DF7FE-9916-4FAF-8457-3521400FFCEA}" dt="2025-10-28T12:40:30.753" v="6973" actId="478"/>
          <ac:spMkLst>
            <pc:docMk/>
            <pc:sldMk cId="361373974" sldId="385"/>
            <ac:spMk id="6" creationId="{3E11D8EF-1CD6-16C7-7522-FBBAC0412C0E}"/>
          </ac:spMkLst>
        </pc:spChg>
        <pc:spChg chg="add mod">
          <ac:chgData name="DEWE, HAYLEY L." userId="5cada80b-0f7b-49a5-96b2-656b100ca6c6" providerId="ADAL" clId="{632DF7FE-9916-4FAF-8457-3521400FFCEA}" dt="2025-10-28T14:48:10.108" v="7488" actId="20577"/>
          <ac:spMkLst>
            <pc:docMk/>
            <pc:sldMk cId="361373974" sldId="385"/>
            <ac:spMk id="7" creationId="{43889DD6-7EF3-A3DD-2A2F-41AA8606F361}"/>
          </ac:spMkLst>
        </pc:spChg>
      </pc:sldChg>
      <pc:sldChg chg="delSp modSp add mod delAnim">
        <pc:chgData name="DEWE, HAYLEY L." userId="5cada80b-0f7b-49a5-96b2-656b100ca6c6" providerId="ADAL" clId="{632DF7FE-9916-4FAF-8457-3521400FFCEA}" dt="2025-10-28T12:42:54.610" v="6983" actId="1076"/>
        <pc:sldMkLst>
          <pc:docMk/>
          <pc:sldMk cId="3899395918" sldId="389"/>
        </pc:sldMkLst>
        <pc:spChg chg="del">
          <ac:chgData name="DEWE, HAYLEY L." userId="5cada80b-0f7b-49a5-96b2-656b100ca6c6" providerId="ADAL" clId="{632DF7FE-9916-4FAF-8457-3521400FFCEA}" dt="2025-10-28T12:40:53.288" v="6980" actId="478"/>
          <ac:spMkLst>
            <pc:docMk/>
            <pc:sldMk cId="3899395918" sldId="389"/>
            <ac:spMk id="2" creationId="{DEA70075-4943-6072-57E8-B9BA78F215D9}"/>
          </ac:spMkLst>
        </pc:spChg>
        <pc:spChg chg="mod">
          <ac:chgData name="DEWE, HAYLEY L." userId="5cada80b-0f7b-49a5-96b2-656b100ca6c6" providerId="ADAL" clId="{632DF7FE-9916-4FAF-8457-3521400FFCEA}" dt="2025-10-28T12:40:50.103" v="6979" actId="207"/>
          <ac:spMkLst>
            <pc:docMk/>
            <pc:sldMk cId="3899395918" sldId="389"/>
            <ac:spMk id="3" creationId="{CCC02BD9-BEFB-D77B-A0DD-D973A748C486}"/>
          </ac:spMkLst>
        </pc:spChg>
        <pc:spChg chg="mod">
          <ac:chgData name="DEWE, HAYLEY L." userId="5cada80b-0f7b-49a5-96b2-656b100ca6c6" providerId="ADAL" clId="{632DF7FE-9916-4FAF-8457-3521400FFCEA}" dt="2025-10-28T12:42:54.610" v="6983" actId="1076"/>
          <ac:spMkLst>
            <pc:docMk/>
            <pc:sldMk cId="3899395918" sldId="389"/>
            <ac:spMk id="6" creationId="{C999C508-5F93-161E-0C11-B17434E04FBF}"/>
          </ac:spMkLst>
        </pc:spChg>
        <pc:spChg chg="del">
          <ac:chgData name="DEWE, HAYLEY L." userId="5cada80b-0f7b-49a5-96b2-656b100ca6c6" providerId="ADAL" clId="{632DF7FE-9916-4FAF-8457-3521400FFCEA}" dt="2025-10-28T12:40:54.746" v="6981" actId="478"/>
          <ac:spMkLst>
            <pc:docMk/>
            <pc:sldMk cId="3899395918" sldId="389"/>
            <ac:spMk id="7" creationId="{66740D34-108C-F8B7-AF13-F90746A3F1E8}"/>
          </ac:spMkLst>
        </pc:spChg>
      </pc:sldChg>
      <pc:sldChg chg="modSp add del mod modNotesTx">
        <pc:chgData name="DEWE, HAYLEY L." userId="5cada80b-0f7b-49a5-96b2-656b100ca6c6" providerId="ADAL" clId="{632DF7FE-9916-4FAF-8457-3521400FFCEA}" dt="2025-10-27T16:22:32.215" v="6147" actId="47"/>
        <pc:sldMkLst>
          <pc:docMk/>
          <pc:sldMk cId="1993061995" sldId="391"/>
        </pc:sldMkLst>
      </pc:sldChg>
      <pc:sldChg chg="add del ord">
        <pc:chgData name="DEWE, HAYLEY L." userId="5cada80b-0f7b-49a5-96b2-656b100ca6c6" providerId="ADAL" clId="{632DF7FE-9916-4FAF-8457-3521400FFCEA}" dt="2025-10-27T16:22:43.752" v="6153" actId="47"/>
        <pc:sldMkLst>
          <pc:docMk/>
          <pc:sldMk cId="3302362278" sldId="392"/>
        </pc:sldMkLst>
      </pc:sldChg>
      <pc:sldChg chg="addSp delSp modSp add del mod">
        <pc:chgData name="DEWE, HAYLEY L." userId="5cada80b-0f7b-49a5-96b2-656b100ca6c6" providerId="ADAL" clId="{632DF7FE-9916-4FAF-8457-3521400FFCEA}" dt="2025-10-22T14:24:00.122" v="3093" actId="2696"/>
        <pc:sldMkLst>
          <pc:docMk/>
          <pc:sldMk cId="4149964601" sldId="392"/>
        </pc:sldMkLst>
      </pc:sldChg>
      <pc:sldChg chg="addSp delSp modSp add del mod modAnim">
        <pc:chgData name="DEWE, HAYLEY L." userId="5cada80b-0f7b-49a5-96b2-656b100ca6c6" providerId="ADAL" clId="{632DF7FE-9916-4FAF-8457-3521400FFCEA}" dt="2025-10-27T16:22:19.201" v="6143" actId="47"/>
        <pc:sldMkLst>
          <pc:docMk/>
          <pc:sldMk cId="1120875955" sldId="393"/>
        </pc:sldMkLst>
      </pc:sldChg>
      <pc:sldChg chg="modSp add del mod">
        <pc:chgData name="DEWE, HAYLEY L." userId="5cada80b-0f7b-49a5-96b2-656b100ca6c6" providerId="ADAL" clId="{632DF7FE-9916-4FAF-8457-3521400FFCEA}" dt="2025-10-29T11:21:53.596" v="15221" actId="2696"/>
        <pc:sldMkLst>
          <pc:docMk/>
          <pc:sldMk cId="2428067809" sldId="394"/>
        </pc:sldMkLst>
        <pc:spChg chg="mod">
          <ac:chgData name="DEWE, HAYLEY L." userId="5cada80b-0f7b-49a5-96b2-656b100ca6c6" providerId="ADAL" clId="{632DF7FE-9916-4FAF-8457-3521400FFCEA}" dt="2025-10-28T11:51:02.735" v="6702" actId="20577"/>
          <ac:spMkLst>
            <pc:docMk/>
            <pc:sldMk cId="2428067809" sldId="394"/>
            <ac:spMk id="9" creationId="{8B8676F2-4335-7184-8F2C-C2727F9C78E9}"/>
          </ac:spMkLst>
        </pc:spChg>
      </pc:sldChg>
      <pc:sldChg chg="add modNotesTx">
        <pc:chgData name="DEWE, HAYLEY L." userId="5cada80b-0f7b-49a5-96b2-656b100ca6c6" providerId="ADAL" clId="{632DF7FE-9916-4FAF-8457-3521400FFCEA}" dt="2025-10-29T13:24:57.233" v="15455" actId="6549"/>
        <pc:sldMkLst>
          <pc:docMk/>
          <pc:sldMk cId="4107442374" sldId="394"/>
        </pc:sldMkLst>
      </pc:sldChg>
      <pc:sldChg chg="add del">
        <pc:chgData name="DEWE, HAYLEY L." userId="5cada80b-0f7b-49a5-96b2-656b100ca6c6" providerId="ADAL" clId="{632DF7FE-9916-4FAF-8457-3521400FFCEA}" dt="2025-10-22T14:37:51.729" v="3503"/>
        <pc:sldMkLst>
          <pc:docMk/>
          <pc:sldMk cId="1698462029" sldId="395"/>
        </pc:sldMkLst>
      </pc:sldChg>
      <pc:sldChg chg="addSp delSp modSp add del mod modAnim modNotesTx">
        <pc:chgData name="DEWE, HAYLEY L." userId="5cada80b-0f7b-49a5-96b2-656b100ca6c6" providerId="ADAL" clId="{632DF7FE-9916-4FAF-8457-3521400FFCEA}" dt="2025-10-28T11:51:05.865" v="6703" actId="47"/>
        <pc:sldMkLst>
          <pc:docMk/>
          <pc:sldMk cId="1705992185" sldId="395"/>
        </pc:sldMkLst>
      </pc:sldChg>
      <pc:sldChg chg="modSp add del mod">
        <pc:chgData name="DEWE, HAYLEY L." userId="5cada80b-0f7b-49a5-96b2-656b100ca6c6" providerId="ADAL" clId="{632DF7FE-9916-4FAF-8457-3521400FFCEA}" dt="2025-10-22T14:33:35.433" v="3397"/>
        <pc:sldMkLst>
          <pc:docMk/>
          <pc:sldMk cId="3356674942" sldId="395"/>
        </pc:sldMkLst>
      </pc:sldChg>
      <pc:sldChg chg="addSp delSp modSp add mod setBg modAnim">
        <pc:chgData name="DEWE, HAYLEY L." userId="5cada80b-0f7b-49a5-96b2-656b100ca6c6" providerId="ADAL" clId="{632DF7FE-9916-4FAF-8457-3521400FFCEA}" dt="2025-10-29T11:15:29.025" v="15133" actId="207"/>
        <pc:sldMkLst>
          <pc:docMk/>
          <pc:sldMk cId="3978237196" sldId="396"/>
        </pc:sldMkLst>
        <pc:spChg chg="mod">
          <ac:chgData name="DEWE, HAYLEY L." userId="5cada80b-0f7b-49a5-96b2-656b100ca6c6" providerId="ADAL" clId="{632DF7FE-9916-4FAF-8457-3521400FFCEA}" dt="2025-10-29T11:15:29.025" v="15133" actId="207"/>
          <ac:spMkLst>
            <pc:docMk/>
            <pc:sldMk cId="3978237196" sldId="396"/>
            <ac:spMk id="4" creationId="{26107D72-9B47-26AD-0D3A-4558715D8193}"/>
          </ac:spMkLst>
        </pc:spChg>
        <pc:picChg chg="add mod">
          <ac:chgData name="DEWE, HAYLEY L." userId="5cada80b-0f7b-49a5-96b2-656b100ca6c6" providerId="ADAL" clId="{632DF7FE-9916-4FAF-8457-3521400FFCEA}" dt="2025-10-22T14:48:45.995" v="4694" actId="1076"/>
          <ac:picMkLst>
            <pc:docMk/>
            <pc:sldMk cId="3978237196" sldId="396"/>
            <ac:picMk id="1026" creationId="{E25AC27C-9CC1-BBC5-336A-8EDB1504C5A8}"/>
          </ac:picMkLst>
        </pc:picChg>
      </pc:sldChg>
      <pc:sldChg chg="modSp add mod modAnim modNotesTx">
        <pc:chgData name="DEWE, HAYLEY L." userId="5cada80b-0f7b-49a5-96b2-656b100ca6c6" providerId="ADAL" clId="{632DF7FE-9916-4FAF-8457-3521400FFCEA}" dt="2025-10-29T13:28:58.916" v="15906" actId="6549"/>
        <pc:sldMkLst>
          <pc:docMk/>
          <pc:sldMk cId="2993719332" sldId="397"/>
        </pc:sldMkLst>
        <pc:spChg chg="mod">
          <ac:chgData name="DEWE, HAYLEY L." userId="5cada80b-0f7b-49a5-96b2-656b100ca6c6" providerId="ADAL" clId="{632DF7FE-9916-4FAF-8457-3521400FFCEA}" dt="2025-10-22T14:51:36.895" v="4775" actId="20577"/>
          <ac:spMkLst>
            <pc:docMk/>
            <pc:sldMk cId="2993719332" sldId="397"/>
            <ac:spMk id="5" creationId="{E54245C3-45E4-59AA-074B-3FE100DDBD4A}"/>
          </ac:spMkLst>
        </pc:spChg>
        <pc:spChg chg="mod">
          <ac:chgData name="DEWE, HAYLEY L." userId="5cada80b-0f7b-49a5-96b2-656b100ca6c6" providerId="ADAL" clId="{632DF7FE-9916-4FAF-8457-3521400FFCEA}" dt="2025-10-28T11:48:15.868" v="6489" actId="20578"/>
          <ac:spMkLst>
            <pc:docMk/>
            <pc:sldMk cId="2993719332" sldId="397"/>
            <ac:spMk id="6" creationId="{AA7DA80F-64D5-246B-6BB0-B05A9698EA09}"/>
          </ac:spMkLst>
        </pc:spChg>
      </pc:sldChg>
      <pc:sldChg chg="modSp add mod modAnim modNotesTx">
        <pc:chgData name="DEWE, HAYLEY L." userId="5cada80b-0f7b-49a5-96b2-656b100ca6c6" providerId="ADAL" clId="{632DF7FE-9916-4FAF-8457-3521400FFCEA}" dt="2025-10-29T13:30:10.512" v="15912" actId="20577"/>
        <pc:sldMkLst>
          <pc:docMk/>
          <pc:sldMk cId="3423943591" sldId="398"/>
        </pc:sldMkLst>
        <pc:spChg chg="mod">
          <ac:chgData name="DEWE, HAYLEY L." userId="5cada80b-0f7b-49a5-96b2-656b100ca6c6" providerId="ADAL" clId="{632DF7FE-9916-4FAF-8457-3521400FFCEA}" dt="2025-10-28T15:23:43.950" v="9515" actId="1076"/>
          <ac:spMkLst>
            <pc:docMk/>
            <pc:sldMk cId="3423943591" sldId="398"/>
            <ac:spMk id="2" creationId="{32C40387-E21A-26DA-612E-22E6A45DA077}"/>
          </ac:spMkLst>
        </pc:spChg>
        <pc:spChg chg="mod">
          <ac:chgData name="DEWE, HAYLEY L." userId="5cada80b-0f7b-49a5-96b2-656b100ca6c6" providerId="ADAL" clId="{632DF7FE-9916-4FAF-8457-3521400FFCEA}" dt="2025-10-29T10:56:20.769" v="12809" actId="20577"/>
          <ac:spMkLst>
            <pc:docMk/>
            <pc:sldMk cId="3423943591" sldId="398"/>
            <ac:spMk id="7" creationId="{FAB16C55-CFB0-0ACA-F70B-59B4B7617303}"/>
          </ac:spMkLst>
        </pc:spChg>
      </pc:sldChg>
      <pc:sldChg chg="addSp delSp modSp add mod modAnim modNotesTx">
        <pc:chgData name="DEWE, HAYLEY L." userId="5cada80b-0f7b-49a5-96b2-656b100ca6c6" providerId="ADAL" clId="{632DF7FE-9916-4FAF-8457-3521400FFCEA}" dt="2025-10-29T13:29:55.323" v="15909" actId="6549"/>
        <pc:sldMkLst>
          <pc:docMk/>
          <pc:sldMk cId="616826077" sldId="399"/>
        </pc:sldMkLst>
        <pc:spChg chg="del mod">
          <ac:chgData name="DEWE, HAYLEY L." userId="5cada80b-0f7b-49a5-96b2-656b100ca6c6" providerId="ADAL" clId="{632DF7FE-9916-4FAF-8457-3521400FFCEA}" dt="2025-10-28T12:40:28.292" v="6972" actId="478"/>
          <ac:spMkLst>
            <pc:docMk/>
            <pc:sldMk cId="616826077" sldId="399"/>
            <ac:spMk id="2" creationId="{DEA70075-4943-6072-57E8-B9BA78F215D9}"/>
          </ac:spMkLst>
        </pc:spChg>
        <pc:spChg chg="add del mod">
          <ac:chgData name="DEWE, HAYLEY L." userId="5cada80b-0f7b-49a5-96b2-656b100ca6c6" providerId="ADAL" clId="{632DF7FE-9916-4FAF-8457-3521400FFCEA}" dt="2025-10-29T10:32:43.701" v="11070" actId="1076"/>
          <ac:spMkLst>
            <pc:docMk/>
            <pc:sldMk cId="616826077" sldId="399"/>
            <ac:spMk id="3" creationId="{CCC02BD9-BEFB-D77B-A0DD-D973A748C486}"/>
          </ac:spMkLst>
        </pc:spChg>
        <pc:spChg chg="mod">
          <ac:chgData name="DEWE, HAYLEY L." userId="5cada80b-0f7b-49a5-96b2-656b100ca6c6" providerId="ADAL" clId="{632DF7FE-9916-4FAF-8457-3521400FFCEA}" dt="2025-10-28T15:22:54.918" v="9514" actId="20577"/>
          <ac:spMkLst>
            <pc:docMk/>
            <pc:sldMk cId="616826077" sldId="399"/>
            <ac:spMk id="7" creationId="{FAB16C55-CFB0-0ACA-F70B-59B4B7617303}"/>
          </ac:spMkLst>
        </pc:spChg>
      </pc:sldChg>
      <pc:sldChg chg="addSp delSp modSp add mod modAnim modNotesTx">
        <pc:chgData name="DEWE, HAYLEY L." userId="5cada80b-0f7b-49a5-96b2-656b100ca6c6" providerId="ADAL" clId="{632DF7FE-9916-4FAF-8457-3521400FFCEA}" dt="2025-10-29T13:29:59.647" v="15910" actId="20577"/>
        <pc:sldMkLst>
          <pc:docMk/>
          <pc:sldMk cId="2191930255" sldId="400"/>
        </pc:sldMkLst>
        <pc:spChg chg="mod">
          <ac:chgData name="DEWE, HAYLEY L." userId="5cada80b-0f7b-49a5-96b2-656b100ca6c6" providerId="ADAL" clId="{632DF7FE-9916-4FAF-8457-3521400FFCEA}" dt="2025-10-28T14:59:44.275" v="8298" actId="1076"/>
          <ac:spMkLst>
            <pc:docMk/>
            <pc:sldMk cId="2191930255" sldId="400"/>
            <ac:spMk id="3" creationId="{27396DC8-FDC5-FE28-101A-B798B7F82E6C}"/>
          </ac:spMkLst>
        </pc:spChg>
        <pc:spChg chg="mod">
          <ac:chgData name="DEWE, HAYLEY L." userId="5cada80b-0f7b-49a5-96b2-656b100ca6c6" providerId="ADAL" clId="{632DF7FE-9916-4FAF-8457-3521400FFCEA}" dt="2025-10-28T15:20:26.723" v="9470" actId="313"/>
          <ac:spMkLst>
            <pc:docMk/>
            <pc:sldMk cId="2191930255" sldId="400"/>
            <ac:spMk id="7" creationId="{E99BEAF0-0BF0-D15A-F8C4-FCD11D7F24CF}"/>
          </ac:spMkLst>
        </pc:spChg>
        <pc:picChg chg="add del">
          <ac:chgData name="DEWE, HAYLEY L." userId="5cada80b-0f7b-49a5-96b2-656b100ca6c6" providerId="ADAL" clId="{632DF7FE-9916-4FAF-8457-3521400FFCEA}" dt="2025-10-28T15:09:25.299" v="8811" actId="478"/>
          <ac:picMkLst>
            <pc:docMk/>
            <pc:sldMk cId="2191930255" sldId="400"/>
            <ac:picMk id="4" creationId="{02DC0CC9-8AC1-197E-C5C2-081CB31586F7}"/>
          </ac:picMkLst>
        </pc:picChg>
      </pc:sldChg>
      <pc:sldChg chg="add del">
        <pc:chgData name="DEWE, HAYLEY L." userId="5cada80b-0f7b-49a5-96b2-656b100ca6c6" providerId="ADAL" clId="{632DF7FE-9916-4FAF-8457-3521400FFCEA}" dt="2025-10-28T14:03:24.655" v="7073" actId="47"/>
        <pc:sldMkLst>
          <pc:docMk/>
          <pc:sldMk cId="2949820940" sldId="400"/>
        </pc:sldMkLst>
      </pc:sldChg>
      <pc:sldChg chg="addSp delSp modSp add mod">
        <pc:chgData name="DEWE, HAYLEY L." userId="5cada80b-0f7b-49a5-96b2-656b100ca6c6" providerId="ADAL" clId="{632DF7FE-9916-4FAF-8457-3521400FFCEA}" dt="2025-10-28T14:55:38.787" v="8294" actId="255"/>
        <pc:sldMkLst>
          <pc:docMk/>
          <pc:sldMk cId="324737319" sldId="401"/>
        </pc:sldMkLst>
        <pc:spChg chg="add mod">
          <ac:chgData name="DEWE, HAYLEY L." userId="5cada80b-0f7b-49a5-96b2-656b100ca6c6" providerId="ADAL" clId="{632DF7FE-9916-4FAF-8457-3521400FFCEA}" dt="2025-10-28T14:55:38.787" v="8294" actId="255"/>
          <ac:spMkLst>
            <pc:docMk/>
            <pc:sldMk cId="324737319" sldId="401"/>
            <ac:spMk id="2" creationId="{3B3D4857-3375-E4F2-0BFB-9512CEC35177}"/>
          </ac:spMkLst>
        </pc:spChg>
        <pc:spChg chg="mod">
          <ac:chgData name="DEWE, HAYLEY L." userId="5cada80b-0f7b-49a5-96b2-656b100ca6c6" providerId="ADAL" clId="{632DF7FE-9916-4FAF-8457-3521400FFCEA}" dt="2025-10-28T14:54:58.300" v="8286" actId="20577"/>
          <ac:spMkLst>
            <pc:docMk/>
            <pc:sldMk cId="324737319" sldId="401"/>
            <ac:spMk id="3" creationId="{61A88033-8DD7-5243-13F4-B8C3650855E6}"/>
          </ac:spMkLst>
        </pc:spChg>
        <pc:spChg chg="del">
          <ac:chgData name="DEWE, HAYLEY L." userId="5cada80b-0f7b-49a5-96b2-656b100ca6c6" providerId="ADAL" clId="{632DF7FE-9916-4FAF-8457-3521400FFCEA}" dt="2025-10-28T14:55:06.526" v="8287" actId="478"/>
          <ac:spMkLst>
            <pc:docMk/>
            <pc:sldMk cId="324737319" sldId="401"/>
            <ac:spMk id="6" creationId="{7C2C03DD-F68B-1C51-9FA1-391C567E5D02}"/>
          </ac:spMkLst>
        </pc:spChg>
      </pc:sldChg>
      <pc:sldChg chg="add del">
        <pc:chgData name="DEWE, HAYLEY L." userId="5cada80b-0f7b-49a5-96b2-656b100ca6c6" providerId="ADAL" clId="{632DF7FE-9916-4FAF-8457-3521400FFCEA}" dt="2025-10-28T15:24:10.551" v="9517" actId="47"/>
        <pc:sldMkLst>
          <pc:docMk/>
          <pc:sldMk cId="923773310" sldId="402"/>
        </pc:sldMkLst>
      </pc:sldChg>
      <pc:sldChg chg="addSp delSp modSp new mod ord delAnim modAnim modNotesTx">
        <pc:chgData name="DEWE, HAYLEY L." userId="5cada80b-0f7b-49a5-96b2-656b100ca6c6" providerId="ADAL" clId="{632DF7FE-9916-4FAF-8457-3521400FFCEA}" dt="2025-10-29T13:30:05.254" v="15911" actId="20577"/>
        <pc:sldMkLst>
          <pc:docMk/>
          <pc:sldMk cId="3289122278" sldId="402"/>
        </pc:sldMkLst>
        <pc:spChg chg="mod">
          <ac:chgData name="DEWE, HAYLEY L." userId="5cada80b-0f7b-49a5-96b2-656b100ca6c6" providerId="ADAL" clId="{632DF7FE-9916-4FAF-8457-3521400FFCEA}" dt="2025-10-28T15:32:08.930" v="10196" actId="1076"/>
          <ac:spMkLst>
            <pc:docMk/>
            <pc:sldMk cId="3289122278" sldId="402"/>
            <ac:spMk id="2" creationId="{BC172947-3F4D-7509-6C8E-0278C26BF6DA}"/>
          </ac:spMkLst>
        </pc:spChg>
        <pc:spChg chg="mod">
          <ac:chgData name="DEWE, HAYLEY L." userId="5cada80b-0f7b-49a5-96b2-656b100ca6c6" providerId="ADAL" clId="{632DF7FE-9916-4FAF-8457-3521400FFCEA}" dt="2025-10-28T15:32:41.475" v="10224" actId="1076"/>
          <ac:spMkLst>
            <pc:docMk/>
            <pc:sldMk cId="3289122278" sldId="402"/>
            <ac:spMk id="3" creationId="{B9FA3D33-8722-870E-3C3B-2F226FD41C80}"/>
          </ac:spMkLst>
        </pc:spChg>
        <pc:spChg chg="mod">
          <ac:chgData name="DEWE, HAYLEY L." userId="5cada80b-0f7b-49a5-96b2-656b100ca6c6" providerId="ADAL" clId="{632DF7FE-9916-4FAF-8457-3521400FFCEA}" dt="2025-10-29T11:43:54.295" v="15409" actId="255"/>
          <ac:spMkLst>
            <pc:docMk/>
            <pc:sldMk cId="3289122278" sldId="402"/>
            <ac:spMk id="4" creationId="{891BC718-E7C6-9885-10C9-F1E675BD22FC}"/>
          </ac:spMkLst>
        </pc:spChg>
        <pc:spChg chg="del mod">
          <ac:chgData name="DEWE, HAYLEY L." userId="5cada80b-0f7b-49a5-96b2-656b100ca6c6" providerId="ADAL" clId="{632DF7FE-9916-4FAF-8457-3521400FFCEA}" dt="2025-10-28T15:29:06.080" v="9947" actId="478"/>
          <ac:spMkLst>
            <pc:docMk/>
            <pc:sldMk cId="3289122278" sldId="402"/>
            <ac:spMk id="5" creationId="{27409CE0-D2E9-8B92-A7EF-C24862FB69AB}"/>
          </ac:spMkLst>
        </pc:spChg>
        <pc:spChg chg="del">
          <ac:chgData name="DEWE, HAYLEY L." userId="5cada80b-0f7b-49a5-96b2-656b100ca6c6" providerId="ADAL" clId="{632DF7FE-9916-4FAF-8457-3521400FFCEA}" dt="2025-10-28T15:29:07.277" v="9949" actId="478"/>
          <ac:spMkLst>
            <pc:docMk/>
            <pc:sldMk cId="3289122278" sldId="402"/>
            <ac:spMk id="6" creationId="{408FBC7E-8AB2-C608-6B3A-C5810525BC47}"/>
          </ac:spMkLst>
        </pc:spChg>
        <pc:spChg chg="add mod">
          <ac:chgData name="DEWE, HAYLEY L." userId="5cada80b-0f7b-49a5-96b2-656b100ca6c6" providerId="ADAL" clId="{632DF7FE-9916-4FAF-8457-3521400FFCEA}" dt="2025-10-28T15:24:28.822" v="9523" actId="20577"/>
          <ac:spMkLst>
            <pc:docMk/>
            <pc:sldMk cId="3289122278" sldId="402"/>
            <ac:spMk id="7" creationId="{AE41291C-DD00-2071-A7D4-0ED6FE9561F7}"/>
          </ac:spMkLst>
        </pc:spChg>
        <pc:spChg chg="add del mod">
          <ac:chgData name="DEWE, HAYLEY L." userId="5cada80b-0f7b-49a5-96b2-656b100ca6c6" providerId="ADAL" clId="{632DF7FE-9916-4FAF-8457-3521400FFCEA}" dt="2025-10-28T15:29:06.805" v="9948" actId="478"/>
          <ac:spMkLst>
            <pc:docMk/>
            <pc:sldMk cId="3289122278" sldId="402"/>
            <ac:spMk id="9" creationId="{C5DC526F-E062-6D1B-D5BB-FC0E145FE850}"/>
          </ac:spMkLst>
        </pc:spChg>
        <pc:spChg chg="add mod">
          <ac:chgData name="DEWE, HAYLEY L." userId="5cada80b-0f7b-49a5-96b2-656b100ca6c6" providerId="ADAL" clId="{632DF7FE-9916-4FAF-8457-3521400FFCEA}" dt="2025-10-28T15:32:49.349" v="10227" actId="1076"/>
          <ac:spMkLst>
            <pc:docMk/>
            <pc:sldMk cId="3289122278" sldId="402"/>
            <ac:spMk id="10" creationId="{CBFEB7B7-18CD-ED78-4AF1-686F61C1A769}"/>
          </ac:spMkLst>
        </pc:spChg>
        <pc:spChg chg="add mod">
          <ac:chgData name="DEWE, HAYLEY L." userId="5cada80b-0f7b-49a5-96b2-656b100ca6c6" providerId="ADAL" clId="{632DF7FE-9916-4FAF-8457-3521400FFCEA}" dt="2025-10-29T11:44:02.226" v="15411" actId="404"/>
          <ac:spMkLst>
            <pc:docMk/>
            <pc:sldMk cId="3289122278" sldId="402"/>
            <ac:spMk id="11" creationId="{EABBD40F-4A3F-6A2F-11D7-4F31A537A6FC}"/>
          </ac:spMkLst>
        </pc:spChg>
        <pc:spChg chg="add del mod">
          <ac:chgData name="DEWE, HAYLEY L." userId="5cada80b-0f7b-49a5-96b2-656b100ca6c6" providerId="ADAL" clId="{632DF7FE-9916-4FAF-8457-3521400FFCEA}" dt="2025-10-28T15:38:25.574" v="10895" actId="478"/>
          <ac:spMkLst>
            <pc:docMk/>
            <pc:sldMk cId="3289122278" sldId="402"/>
            <ac:spMk id="12" creationId="{84BA25D5-ADEA-13C5-9C68-764691192A9C}"/>
          </ac:spMkLst>
        </pc:spChg>
      </pc:sldChg>
      <pc:sldChg chg="addSp modSp add mod modAnim modNotesTx">
        <pc:chgData name="DEWE, HAYLEY L." userId="5cada80b-0f7b-49a5-96b2-656b100ca6c6" providerId="ADAL" clId="{632DF7FE-9916-4FAF-8457-3521400FFCEA}" dt="2025-10-29T13:30:17.305" v="15913" actId="20577"/>
        <pc:sldMkLst>
          <pc:docMk/>
          <pc:sldMk cId="1544672499" sldId="403"/>
        </pc:sldMkLst>
        <pc:spChg chg="mod">
          <ac:chgData name="DEWE, HAYLEY L." userId="5cada80b-0f7b-49a5-96b2-656b100ca6c6" providerId="ADAL" clId="{632DF7FE-9916-4FAF-8457-3521400FFCEA}" dt="2025-10-28T15:41:11.289" v="10904" actId="20577"/>
          <ac:spMkLst>
            <pc:docMk/>
            <pc:sldMk cId="1544672499" sldId="403"/>
            <ac:spMk id="2" creationId="{580190F9-C384-41A8-F1C0-444309657B53}"/>
          </ac:spMkLst>
        </pc:spChg>
        <pc:spChg chg="mod">
          <ac:chgData name="DEWE, HAYLEY L." userId="5cada80b-0f7b-49a5-96b2-656b100ca6c6" providerId="ADAL" clId="{632DF7FE-9916-4FAF-8457-3521400FFCEA}" dt="2025-10-29T11:06:50.735" v="14100" actId="1076"/>
          <ac:spMkLst>
            <pc:docMk/>
            <pc:sldMk cId="1544672499" sldId="403"/>
            <ac:spMk id="7" creationId="{5B392B51-5AE3-E6BA-3663-52223244BBDD}"/>
          </ac:spMkLst>
        </pc:spChg>
        <pc:picChg chg="add mod ord modCrop">
          <ac:chgData name="DEWE, HAYLEY L." userId="5cada80b-0f7b-49a5-96b2-656b100ca6c6" providerId="ADAL" clId="{632DF7FE-9916-4FAF-8457-3521400FFCEA}" dt="2025-10-29T11:06:53.064" v="14101" actId="14100"/>
          <ac:picMkLst>
            <pc:docMk/>
            <pc:sldMk cId="1544672499" sldId="403"/>
            <ac:picMk id="3" creationId="{493422AA-69A4-C267-8702-6D478B066B7F}"/>
          </ac:picMkLst>
        </pc:picChg>
      </pc:sldChg>
      <pc:sldChg chg="addSp delSp modSp add mod modAnim modNotesTx">
        <pc:chgData name="DEWE, HAYLEY L." userId="5cada80b-0f7b-49a5-96b2-656b100ca6c6" providerId="ADAL" clId="{632DF7FE-9916-4FAF-8457-3521400FFCEA}" dt="2025-10-29T13:32:33.769" v="15965" actId="20577"/>
        <pc:sldMkLst>
          <pc:docMk/>
          <pc:sldMk cId="2759775043" sldId="534"/>
        </pc:sldMkLst>
        <pc:spChg chg="mod">
          <ac:chgData name="DEWE, HAYLEY L." userId="5cada80b-0f7b-49a5-96b2-656b100ca6c6" providerId="ADAL" clId="{632DF7FE-9916-4FAF-8457-3521400FFCEA}" dt="2025-10-29T11:08:36.902" v="14310" actId="14100"/>
          <ac:spMkLst>
            <pc:docMk/>
            <pc:sldMk cId="2759775043" sldId="534"/>
            <ac:spMk id="2" creationId="{5EB9653E-33B2-6B32-2E60-67DE1B68F3EC}"/>
          </ac:spMkLst>
        </pc:spChg>
        <pc:spChg chg="add mod">
          <ac:chgData name="DEWE, HAYLEY L." userId="5cada80b-0f7b-49a5-96b2-656b100ca6c6" providerId="ADAL" clId="{632DF7FE-9916-4FAF-8457-3521400FFCEA}" dt="2025-10-29T11:08:24.959" v="14303" actId="1076"/>
          <ac:spMkLst>
            <pc:docMk/>
            <pc:sldMk cId="2759775043" sldId="534"/>
            <ac:spMk id="3" creationId="{6D6DEAC9-1C3C-9210-4C76-632CFDC06F21}"/>
          </ac:spMkLst>
        </pc:spChg>
        <pc:spChg chg="mod">
          <ac:chgData name="DEWE, HAYLEY L." userId="5cada80b-0f7b-49a5-96b2-656b100ca6c6" providerId="ADAL" clId="{632DF7FE-9916-4FAF-8457-3521400FFCEA}" dt="2025-10-29T11:08:20.367" v="14302" actId="1076"/>
          <ac:spMkLst>
            <pc:docMk/>
            <pc:sldMk cId="2759775043" sldId="534"/>
            <ac:spMk id="4" creationId="{02E9870D-40FE-5658-BF66-9105F638A376}"/>
          </ac:spMkLst>
        </pc:spChg>
        <pc:spChg chg="mod">
          <ac:chgData name="DEWE, HAYLEY L." userId="5cada80b-0f7b-49a5-96b2-656b100ca6c6" providerId="ADAL" clId="{632DF7FE-9916-4FAF-8457-3521400FFCEA}" dt="2025-10-29T13:30:47.837" v="15916" actId="20577"/>
          <ac:spMkLst>
            <pc:docMk/>
            <pc:sldMk cId="2759775043" sldId="534"/>
            <ac:spMk id="6" creationId="{1E930719-8C32-281A-0898-C932DFC74E06}"/>
          </ac:spMkLst>
        </pc:spChg>
        <pc:spChg chg="mod">
          <ac:chgData name="DEWE, HAYLEY L." userId="5cada80b-0f7b-49a5-96b2-656b100ca6c6" providerId="ADAL" clId="{632DF7FE-9916-4FAF-8457-3521400FFCEA}" dt="2025-10-29T11:09:12.432" v="14324" actId="14100"/>
          <ac:spMkLst>
            <pc:docMk/>
            <pc:sldMk cId="2759775043" sldId="534"/>
            <ac:spMk id="8" creationId="{87103019-39EA-CD54-A2D2-7F2C35DCFA2D}"/>
          </ac:spMkLst>
        </pc:spChg>
        <pc:spChg chg="mod">
          <ac:chgData name="DEWE, HAYLEY L." userId="5cada80b-0f7b-49a5-96b2-656b100ca6c6" providerId="ADAL" clId="{632DF7FE-9916-4FAF-8457-3521400FFCEA}" dt="2025-10-29T11:09:23.576" v="14328" actId="14100"/>
          <ac:spMkLst>
            <pc:docMk/>
            <pc:sldMk cId="2759775043" sldId="534"/>
            <ac:spMk id="10" creationId="{06CF7EA7-7FC4-163A-6F2F-D9AC1CB2ADCA}"/>
          </ac:spMkLst>
        </pc:spChg>
        <pc:spChg chg="mod">
          <ac:chgData name="DEWE, HAYLEY L." userId="5cada80b-0f7b-49a5-96b2-656b100ca6c6" providerId="ADAL" clId="{632DF7FE-9916-4FAF-8457-3521400FFCEA}" dt="2025-10-29T11:08:20.367" v="14302" actId="1076"/>
          <ac:spMkLst>
            <pc:docMk/>
            <pc:sldMk cId="2759775043" sldId="534"/>
            <ac:spMk id="11" creationId="{6EEA7622-1ACD-1D31-3094-1BCB2EA50E35}"/>
          </ac:spMkLst>
        </pc:spChg>
        <pc:spChg chg="mod">
          <ac:chgData name="DEWE, HAYLEY L." userId="5cada80b-0f7b-49a5-96b2-656b100ca6c6" providerId="ADAL" clId="{632DF7FE-9916-4FAF-8457-3521400FFCEA}" dt="2025-10-29T11:08:20.367" v="14302" actId="1076"/>
          <ac:spMkLst>
            <pc:docMk/>
            <pc:sldMk cId="2759775043" sldId="534"/>
            <ac:spMk id="14" creationId="{CF85D94C-7448-A8FF-840F-B8FA7A54DC89}"/>
          </ac:spMkLst>
        </pc:spChg>
        <pc:spChg chg="del mod">
          <ac:chgData name="DEWE, HAYLEY L." userId="5cada80b-0f7b-49a5-96b2-656b100ca6c6" providerId="ADAL" clId="{632DF7FE-9916-4FAF-8457-3521400FFCEA}" dt="2025-10-29T13:30:31.543" v="15915" actId="478"/>
          <ac:spMkLst>
            <pc:docMk/>
            <pc:sldMk cId="2759775043" sldId="534"/>
            <ac:spMk id="17" creationId="{56AD8AB7-B64F-9FDC-9D3C-5715823475FC}"/>
          </ac:spMkLst>
        </pc:spChg>
      </pc:sldChg>
      <pc:sldChg chg="delSp modSp add mod modAnim">
        <pc:chgData name="DEWE, HAYLEY L." userId="5cada80b-0f7b-49a5-96b2-656b100ca6c6" providerId="ADAL" clId="{632DF7FE-9916-4FAF-8457-3521400FFCEA}" dt="2025-10-29T13:31:43.626" v="15963" actId="20577"/>
        <pc:sldMkLst>
          <pc:docMk/>
          <pc:sldMk cId="27429430" sldId="535"/>
        </pc:sldMkLst>
        <pc:spChg chg="del mod">
          <ac:chgData name="DEWE, HAYLEY L." userId="5cada80b-0f7b-49a5-96b2-656b100ca6c6" providerId="ADAL" clId="{632DF7FE-9916-4FAF-8457-3521400FFCEA}" dt="2025-10-29T13:28:12.089" v="15893" actId="478"/>
          <ac:spMkLst>
            <pc:docMk/>
            <pc:sldMk cId="27429430" sldId="535"/>
            <ac:spMk id="2" creationId="{1FBA4CD4-0A5A-CFBF-B2B9-6A4956279D2C}"/>
          </ac:spMkLst>
        </pc:spChg>
        <pc:spChg chg="mod">
          <ac:chgData name="DEWE, HAYLEY L." userId="5cada80b-0f7b-49a5-96b2-656b100ca6c6" providerId="ADAL" clId="{632DF7FE-9916-4FAF-8457-3521400FFCEA}" dt="2025-10-29T13:31:43.626" v="15963" actId="20577"/>
          <ac:spMkLst>
            <pc:docMk/>
            <pc:sldMk cId="27429430" sldId="535"/>
            <ac:spMk id="6" creationId="{6F4D78B2-AA19-4D82-1769-61642B08B874}"/>
          </ac:spMkLst>
        </pc:spChg>
      </pc:sldChg>
      <pc:sldChg chg="delSp modSp add del mod delAnim">
        <pc:chgData name="DEWE, HAYLEY L." userId="5cada80b-0f7b-49a5-96b2-656b100ca6c6" providerId="ADAL" clId="{632DF7FE-9916-4FAF-8457-3521400FFCEA}" dt="2025-10-29T11:07:30.081" v="14147" actId="47"/>
        <pc:sldMkLst>
          <pc:docMk/>
          <pc:sldMk cId="766031777" sldId="535"/>
        </pc:sldMkLst>
        <pc:spChg chg="mod">
          <ac:chgData name="DEWE, HAYLEY L." userId="5cada80b-0f7b-49a5-96b2-656b100ca6c6" providerId="ADAL" clId="{632DF7FE-9916-4FAF-8457-3521400FFCEA}" dt="2025-10-29T11:07:14.151" v="14145" actId="20577"/>
          <ac:spMkLst>
            <pc:docMk/>
            <pc:sldMk cId="766031777" sldId="535"/>
            <ac:spMk id="2" creationId="{F8C1B1C5-05F3-51CC-4823-C9044A3FFD68}"/>
          </ac:spMkLst>
        </pc:spChg>
        <pc:spChg chg="del">
          <ac:chgData name="DEWE, HAYLEY L." userId="5cada80b-0f7b-49a5-96b2-656b100ca6c6" providerId="ADAL" clId="{632DF7FE-9916-4FAF-8457-3521400FFCEA}" dt="2025-10-29T11:07:18.306" v="14146" actId="478"/>
          <ac:spMkLst>
            <pc:docMk/>
            <pc:sldMk cId="766031777" sldId="535"/>
            <ac:spMk id="17" creationId="{D9FFD0ED-F8FE-57B2-7494-F9D3FD95F9C4}"/>
          </ac:spMkLst>
        </pc:spChg>
      </pc:sldChg>
      <pc:sldChg chg="modSp add del mod">
        <pc:chgData name="DEWE, HAYLEY L." userId="5cada80b-0f7b-49a5-96b2-656b100ca6c6" providerId="ADAL" clId="{632DF7FE-9916-4FAF-8457-3521400FFCEA}" dt="2025-10-28T15:46:33.405" v="11068" actId="47"/>
        <pc:sldMkLst>
          <pc:docMk/>
          <pc:sldMk cId="910017448" sldId="535"/>
        </pc:sldMkLst>
        <pc:spChg chg="mod">
          <ac:chgData name="DEWE, HAYLEY L." userId="5cada80b-0f7b-49a5-96b2-656b100ca6c6" providerId="ADAL" clId="{632DF7FE-9916-4FAF-8457-3521400FFCEA}" dt="2025-10-28T15:45:32.451" v="10999" actId="20577"/>
          <ac:spMkLst>
            <pc:docMk/>
            <pc:sldMk cId="910017448" sldId="535"/>
            <ac:spMk id="2" creationId="{FF7208AF-B93C-98B1-EE34-28FAADCA11D1}"/>
          </ac:spMkLst>
        </pc:spChg>
      </pc:sldChg>
      <pc:sldChg chg="new del">
        <pc:chgData name="DEWE, HAYLEY L." userId="5cada80b-0f7b-49a5-96b2-656b100ca6c6" providerId="ADAL" clId="{632DF7FE-9916-4FAF-8457-3521400FFCEA}" dt="2025-10-29T10:45:27.507" v="11854" actId="47"/>
        <pc:sldMkLst>
          <pc:docMk/>
          <pc:sldMk cId="1388625213" sldId="535"/>
        </pc:sldMkLst>
      </pc:sldChg>
      <pc:sldChg chg="modSp add mod">
        <pc:chgData name="DEWE, HAYLEY L." userId="5cada80b-0f7b-49a5-96b2-656b100ca6c6" providerId="ADAL" clId="{632DF7FE-9916-4FAF-8457-3521400FFCEA}" dt="2025-10-29T11:22:03.647" v="15224" actId="20577"/>
        <pc:sldMkLst>
          <pc:docMk/>
          <pc:sldMk cId="3572128664" sldId="536"/>
        </pc:sldMkLst>
        <pc:spChg chg="mod">
          <ac:chgData name="DEWE, HAYLEY L." userId="5cada80b-0f7b-49a5-96b2-656b100ca6c6" providerId="ADAL" clId="{632DF7FE-9916-4FAF-8457-3521400FFCEA}" dt="2025-10-29T11:22:03.647" v="15224" actId="20577"/>
          <ac:spMkLst>
            <pc:docMk/>
            <pc:sldMk cId="3572128664" sldId="536"/>
            <ac:spMk id="4" creationId="{50A0FA96-3C68-D32C-B9B3-E76D5176677A}"/>
          </ac:spMkLst>
        </pc:spChg>
      </pc:sldChg>
      <pc:sldChg chg="modSp add mod">
        <pc:chgData name="DEWE, HAYLEY L." userId="5cada80b-0f7b-49a5-96b2-656b100ca6c6" providerId="ADAL" clId="{632DF7FE-9916-4FAF-8457-3521400FFCEA}" dt="2025-10-29T11:22:25.334" v="15260" actId="20577"/>
        <pc:sldMkLst>
          <pc:docMk/>
          <pc:sldMk cId="633455557" sldId="537"/>
        </pc:sldMkLst>
        <pc:spChg chg="mod">
          <ac:chgData name="DEWE, HAYLEY L." userId="5cada80b-0f7b-49a5-96b2-656b100ca6c6" providerId="ADAL" clId="{632DF7FE-9916-4FAF-8457-3521400FFCEA}" dt="2025-10-29T11:22:25.334" v="15260" actId="20577"/>
          <ac:spMkLst>
            <pc:docMk/>
            <pc:sldMk cId="633455557" sldId="537"/>
            <ac:spMk id="4" creationId="{E683BE61-0F8B-332B-002D-D4AC90A4AF37}"/>
          </ac:spMkLst>
        </pc:spChg>
      </pc:sldChg>
      <pc:sldChg chg="modSp add mod">
        <pc:chgData name="DEWE, HAYLEY L." userId="5cada80b-0f7b-49a5-96b2-656b100ca6c6" providerId="ADAL" clId="{632DF7FE-9916-4FAF-8457-3521400FFCEA}" dt="2025-10-29T11:44:31.890" v="15417" actId="20577"/>
        <pc:sldMkLst>
          <pc:docMk/>
          <pc:sldMk cId="2250632354" sldId="538"/>
        </pc:sldMkLst>
        <pc:spChg chg="mod">
          <ac:chgData name="DEWE, HAYLEY L." userId="5cada80b-0f7b-49a5-96b2-656b100ca6c6" providerId="ADAL" clId="{632DF7FE-9916-4FAF-8457-3521400FFCEA}" dt="2025-10-29T11:44:31.890" v="15417" actId="20577"/>
          <ac:spMkLst>
            <pc:docMk/>
            <pc:sldMk cId="2250632354" sldId="538"/>
            <ac:spMk id="4" creationId="{114814AF-23DC-1FEA-6AFA-8DA451FFAEA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24543-6094-4172-A2C7-7DFF1C579B9D}" type="datetimeFigureOut">
              <a:rPr lang="en-GB" smtClean="0"/>
              <a:t>29/10/2025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1B416-F7FB-4E18-878D-8E41009988D5}" type="slidenum">
              <a:rPr lang="en-GB" smtClean="0"/>
              <a:t>‹#›</a:t>
            </a:fld>
            <a:endParaRPr lang="en-GB"/>
          </a:p>
        </p:txBody>
      </p:sp>
    </p:spTree>
    <p:extLst>
      <p:ext uri="{BB962C8B-B14F-4D97-AF65-F5344CB8AC3E}">
        <p14:creationId xmlns:p14="http://schemas.microsoft.com/office/powerpoint/2010/main" val="216138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a:t>
            </a:fld>
            <a:endParaRPr lang="en-GB"/>
          </a:p>
        </p:txBody>
      </p:sp>
    </p:spTree>
    <p:extLst>
      <p:ext uri="{BB962C8B-B14F-4D97-AF65-F5344CB8AC3E}">
        <p14:creationId xmlns:p14="http://schemas.microsoft.com/office/powerpoint/2010/main" val="1987774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A1A1-9ECD-4E0D-C60B-6F4E2E6D7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9C435-ABC6-6133-C325-CE254FDEB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A0D2B-C7DA-55F4-8F34-62A9A48F69D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784C2B-5EA1-2F0F-70DE-492CA2C78717}"/>
              </a:ext>
            </a:extLst>
          </p:cNvPr>
          <p:cNvSpPr>
            <a:spLocks noGrp="1"/>
          </p:cNvSpPr>
          <p:nvPr>
            <p:ph type="sldNum" sz="quarter" idx="5"/>
          </p:nvPr>
        </p:nvSpPr>
        <p:spPr/>
        <p:txBody>
          <a:bodyPr/>
          <a:lstStyle/>
          <a:p>
            <a:fld id="{2821B416-F7FB-4E18-878D-8E41009988D5}" type="slidenum">
              <a:rPr lang="en-GB" smtClean="0"/>
              <a:t>2</a:t>
            </a:fld>
            <a:endParaRPr lang="en-GB"/>
          </a:p>
        </p:txBody>
      </p:sp>
    </p:spTree>
    <p:extLst>
      <p:ext uri="{BB962C8B-B14F-4D97-AF65-F5344CB8AC3E}">
        <p14:creationId xmlns:p14="http://schemas.microsoft.com/office/powerpoint/2010/main" val="3734635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3</a:t>
            </a:fld>
            <a:endParaRPr lang="en-GB"/>
          </a:p>
        </p:txBody>
      </p:sp>
    </p:spTree>
    <p:extLst>
      <p:ext uri="{BB962C8B-B14F-4D97-AF65-F5344CB8AC3E}">
        <p14:creationId xmlns:p14="http://schemas.microsoft.com/office/powerpoint/2010/main" val="697113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4</a:t>
            </a:fld>
            <a:endParaRPr lang="en-GB"/>
          </a:p>
        </p:txBody>
      </p:sp>
    </p:spTree>
    <p:extLst>
      <p:ext uri="{BB962C8B-B14F-4D97-AF65-F5344CB8AC3E}">
        <p14:creationId xmlns:p14="http://schemas.microsoft.com/office/powerpoint/2010/main" val="191491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5</a:t>
            </a:fld>
            <a:endParaRPr lang="en-GB"/>
          </a:p>
        </p:txBody>
      </p:sp>
    </p:spTree>
    <p:extLst>
      <p:ext uri="{BB962C8B-B14F-4D97-AF65-F5344CB8AC3E}">
        <p14:creationId xmlns:p14="http://schemas.microsoft.com/office/powerpoint/2010/main" val="3305126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6</a:t>
            </a:fld>
            <a:endParaRPr lang="en-GB"/>
          </a:p>
        </p:txBody>
      </p:sp>
    </p:spTree>
    <p:extLst>
      <p:ext uri="{BB962C8B-B14F-4D97-AF65-F5344CB8AC3E}">
        <p14:creationId xmlns:p14="http://schemas.microsoft.com/office/powerpoint/2010/main" val="161084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7</a:t>
            </a:fld>
            <a:endParaRPr lang="en-GB"/>
          </a:p>
        </p:txBody>
      </p:sp>
    </p:spTree>
    <p:extLst>
      <p:ext uri="{BB962C8B-B14F-4D97-AF65-F5344CB8AC3E}">
        <p14:creationId xmlns:p14="http://schemas.microsoft.com/office/powerpoint/2010/main" val="2443434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8</a:t>
            </a:fld>
            <a:endParaRPr lang="en-GB"/>
          </a:p>
        </p:txBody>
      </p:sp>
    </p:spTree>
    <p:extLst>
      <p:ext uri="{BB962C8B-B14F-4D97-AF65-F5344CB8AC3E}">
        <p14:creationId xmlns:p14="http://schemas.microsoft.com/office/powerpoint/2010/main" val="3188832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4BD7F-B81E-1C22-E0F0-1129486FF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F9FA9-D3EE-B6FC-1154-D89384588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F8482-64A9-1433-D8DA-83C7932B3F5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231E125-8EAF-ACD6-3C77-42FDD3B2916F}"/>
              </a:ext>
            </a:extLst>
          </p:cNvPr>
          <p:cNvSpPr>
            <a:spLocks noGrp="1"/>
          </p:cNvSpPr>
          <p:nvPr>
            <p:ph type="sldNum" sz="quarter" idx="5"/>
          </p:nvPr>
        </p:nvSpPr>
        <p:spPr/>
        <p:txBody>
          <a:bodyPr/>
          <a:lstStyle/>
          <a:p>
            <a:fld id="{2821B416-F7FB-4E18-878D-8E41009988D5}" type="slidenum">
              <a:rPr lang="en-GB" smtClean="0"/>
              <a:t>9</a:t>
            </a:fld>
            <a:endParaRPr lang="en-GB"/>
          </a:p>
        </p:txBody>
      </p:sp>
    </p:spTree>
    <p:extLst>
      <p:ext uri="{BB962C8B-B14F-4D97-AF65-F5344CB8AC3E}">
        <p14:creationId xmlns:p14="http://schemas.microsoft.com/office/powerpoint/2010/main" val="465478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9582-C124-3B7A-C63D-EB90DAA6E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56AD-8126-2A12-01EF-079B3C763F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7958B-3165-B79A-367A-CFDF3733620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3863E35-49F1-D529-DF3F-B12CBB51D9B6}"/>
              </a:ext>
            </a:extLst>
          </p:cNvPr>
          <p:cNvSpPr>
            <a:spLocks noGrp="1"/>
          </p:cNvSpPr>
          <p:nvPr>
            <p:ph type="sldNum" sz="quarter" idx="5"/>
          </p:nvPr>
        </p:nvSpPr>
        <p:spPr/>
        <p:txBody>
          <a:bodyPr/>
          <a:lstStyle/>
          <a:p>
            <a:fld id="{2821B416-F7FB-4E18-878D-8E41009988D5}" type="slidenum">
              <a:rPr lang="en-GB" smtClean="0"/>
              <a:t>10</a:t>
            </a:fld>
            <a:endParaRPr lang="en-GB"/>
          </a:p>
        </p:txBody>
      </p:sp>
    </p:spTree>
    <p:extLst>
      <p:ext uri="{BB962C8B-B14F-4D97-AF65-F5344CB8AC3E}">
        <p14:creationId xmlns:p14="http://schemas.microsoft.com/office/powerpoint/2010/main" val="3561869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0E6E-21C4-16A7-DB88-F2FEE3F18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22EB5-4F3D-7698-6795-20DB60A55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1CD11-22E1-CE49-22E6-89ADE7AC0F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D130645-1724-BB64-7C63-97AF6D03FC71}"/>
              </a:ext>
            </a:extLst>
          </p:cNvPr>
          <p:cNvSpPr>
            <a:spLocks noGrp="1"/>
          </p:cNvSpPr>
          <p:nvPr>
            <p:ph type="sldNum" sz="quarter" idx="5"/>
          </p:nvPr>
        </p:nvSpPr>
        <p:spPr/>
        <p:txBody>
          <a:bodyPr/>
          <a:lstStyle/>
          <a:p>
            <a:fld id="{2821B416-F7FB-4E18-878D-8E41009988D5}" type="slidenum">
              <a:rPr lang="en-GB" smtClean="0"/>
              <a:t>11</a:t>
            </a:fld>
            <a:endParaRPr lang="en-GB"/>
          </a:p>
        </p:txBody>
      </p:sp>
    </p:spTree>
    <p:extLst>
      <p:ext uri="{BB962C8B-B14F-4D97-AF65-F5344CB8AC3E}">
        <p14:creationId xmlns:p14="http://schemas.microsoft.com/office/powerpoint/2010/main" val="2856673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12</a:t>
            </a:fld>
            <a:endParaRPr lang="en-GB"/>
          </a:p>
        </p:txBody>
      </p:sp>
    </p:spTree>
    <p:extLst>
      <p:ext uri="{BB962C8B-B14F-4D97-AF65-F5344CB8AC3E}">
        <p14:creationId xmlns:p14="http://schemas.microsoft.com/office/powerpoint/2010/main" val="1867478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7EFE-0C95-E452-8844-640AB997A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0938E-25BB-433E-608A-2712D94BD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83288-0353-63FA-DB2B-737C91EAF6E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AF62E9F-9CA2-97DF-C0CE-9CEDD5E596A8}"/>
              </a:ext>
            </a:extLst>
          </p:cNvPr>
          <p:cNvSpPr>
            <a:spLocks noGrp="1"/>
          </p:cNvSpPr>
          <p:nvPr>
            <p:ph type="sldNum" sz="quarter" idx="5"/>
          </p:nvPr>
        </p:nvSpPr>
        <p:spPr/>
        <p:txBody>
          <a:bodyPr/>
          <a:lstStyle/>
          <a:p>
            <a:fld id="{2821B416-F7FB-4E18-878D-8E41009988D5}" type="slidenum">
              <a:rPr lang="en-GB" smtClean="0"/>
              <a:t>13</a:t>
            </a:fld>
            <a:endParaRPr lang="en-GB"/>
          </a:p>
        </p:txBody>
      </p:sp>
    </p:spTree>
    <p:extLst>
      <p:ext uri="{BB962C8B-B14F-4D97-AF65-F5344CB8AC3E}">
        <p14:creationId xmlns:p14="http://schemas.microsoft.com/office/powerpoint/2010/main" val="2405336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14</a:t>
            </a:fld>
            <a:endParaRPr lang="en-GB"/>
          </a:p>
        </p:txBody>
      </p:sp>
    </p:spTree>
    <p:extLst>
      <p:ext uri="{BB962C8B-B14F-4D97-AF65-F5344CB8AC3E}">
        <p14:creationId xmlns:p14="http://schemas.microsoft.com/office/powerpoint/2010/main" val="42545523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15</a:t>
            </a:fld>
            <a:endParaRPr lang="en-GB"/>
          </a:p>
        </p:txBody>
      </p:sp>
    </p:spTree>
    <p:extLst>
      <p:ext uri="{BB962C8B-B14F-4D97-AF65-F5344CB8AC3E}">
        <p14:creationId xmlns:p14="http://schemas.microsoft.com/office/powerpoint/2010/main" val="871352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30B63-E51C-B899-5894-B79BB33F9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5F009-1B4A-3DDC-07F4-5F8FE0AEA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C32D7-7A91-1683-B630-03399D5D420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CFF1E65-06EC-AB0E-C6EB-CD29B944B958}"/>
              </a:ext>
            </a:extLst>
          </p:cNvPr>
          <p:cNvSpPr>
            <a:spLocks noGrp="1"/>
          </p:cNvSpPr>
          <p:nvPr>
            <p:ph type="sldNum" sz="quarter" idx="5"/>
          </p:nvPr>
        </p:nvSpPr>
        <p:spPr/>
        <p:txBody>
          <a:bodyPr/>
          <a:lstStyle/>
          <a:p>
            <a:fld id="{2821B416-F7FB-4E18-878D-8E41009988D5}" type="slidenum">
              <a:rPr lang="en-GB" smtClean="0"/>
              <a:t>16</a:t>
            </a:fld>
            <a:endParaRPr lang="en-GB"/>
          </a:p>
        </p:txBody>
      </p:sp>
    </p:spTree>
    <p:extLst>
      <p:ext uri="{BB962C8B-B14F-4D97-AF65-F5344CB8AC3E}">
        <p14:creationId xmlns:p14="http://schemas.microsoft.com/office/powerpoint/2010/main" val="3554588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D1C26-E148-D7EE-BD8C-BBAD0F10A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BDB3A-331B-368B-8E3E-D90DCE4A3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A9B0C-F073-5848-48EA-64A96110272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AFC6CD6-E6B4-31E3-7268-8CDE88B2FCF1}"/>
              </a:ext>
            </a:extLst>
          </p:cNvPr>
          <p:cNvSpPr>
            <a:spLocks noGrp="1"/>
          </p:cNvSpPr>
          <p:nvPr>
            <p:ph type="sldNum" sz="quarter" idx="5"/>
          </p:nvPr>
        </p:nvSpPr>
        <p:spPr/>
        <p:txBody>
          <a:bodyPr/>
          <a:lstStyle/>
          <a:p>
            <a:fld id="{2821B416-F7FB-4E18-878D-8E41009988D5}" type="slidenum">
              <a:rPr lang="en-GB" smtClean="0"/>
              <a:t>17</a:t>
            </a:fld>
            <a:endParaRPr lang="en-GB"/>
          </a:p>
        </p:txBody>
      </p:sp>
    </p:spTree>
    <p:extLst>
      <p:ext uri="{BB962C8B-B14F-4D97-AF65-F5344CB8AC3E}">
        <p14:creationId xmlns:p14="http://schemas.microsoft.com/office/powerpoint/2010/main" val="41108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18</a:t>
            </a:fld>
            <a:endParaRPr lang="en-GB"/>
          </a:p>
        </p:txBody>
      </p:sp>
    </p:spTree>
    <p:extLst>
      <p:ext uri="{BB962C8B-B14F-4D97-AF65-F5344CB8AC3E}">
        <p14:creationId xmlns:p14="http://schemas.microsoft.com/office/powerpoint/2010/main" val="1380781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19</a:t>
            </a:fld>
            <a:endParaRPr lang="en-GB"/>
          </a:p>
        </p:txBody>
      </p:sp>
    </p:spTree>
    <p:extLst>
      <p:ext uri="{BB962C8B-B14F-4D97-AF65-F5344CB8AC3E}">
        <p14:creationId xmlns:p14="http://schemas.microsoft.com/office/powerpoint/2010/main" val="2480710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05422-A737-F488-D22B-7BB4807C6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0E4B8-9E27-55AC-4840-8B59A8F92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C97D1-AE51-B984-8ECE-3AB5E890523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7D1B636-9F22-ABB3-5FA8-210D22F52AC4}"/>
              </a:ext>
            </a:extLst>
          </p:cNvPr>
          <p:cNvSpPr>
            <a:spLocks noGrp="1"/>
          </p:cNvSpPr>
          <p:nvPr>
            <p:ph type="sldNum" sz="quarter" idx="5"/>
          </p:nvPr>
        </p:nvSpPr>
        <p:spPr/>
        <p:txBody>
          <a:bodyPr/>
          <a:lstStyle/>
          <a:p>
            <a:fld id="{2821B416-F7FB-4E18-878D-8E41009988D5}" type="slidenum">
              <a:rPr lang="en-GB" smtClean="0"/>
              <a:t>20</a:t>
            </a:fld>
            <a:endParaRPr lang="en-GB"/>
          </a:p>
        </p:txBody>
      </p:sp>
    </p:spTree>
    <p:extLst>
      <p:ext uri="{BB962C8B-B14F-4D97-AF65-F5344CB8AC3E}">
        <p14:creationId xmlns:p14="http://schemas.microsoft.com/office/powerpoint/2010/main" val="2614723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21</a:t>
            </a:fld>
            <a:endParaRPr lang="en-GB"/>
          </a:p>
        </p:txBody>
      </p:sp>
    </p:spTree>
    <p:extLst>
      <p:ext uri="{BB962C8B-B14F-4D97-AF65-F5344CB8AC3E}">
        <p14:creationId xmlns:p14="http://schemas.microsoft.com/office/powerpoint/2010/main" val="4090711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8B19-710C-0E1A-6BDB-E583DA3DF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49CFE-637A-16D2-0507-EEB8D727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A05B4-8728-5D1E-81A7-96878327CB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098D2B5-C2F2-885B-B28B-2514FD08598B}"/>
              </a:ext>
            </a:extLst>
          </p:cNvPr>
          <p:cNvSpPr>
            <a:spLocks noGrp="1"/>
          </p:cNvSpPr>
          <p:nvPr>
            <p:ph type="sldNum" sz="quarter" idx="5"/>
          </p:nvPr>
        </p:nvSpPr>
        <p:spPr/>
        <p:txBody>
          <a:bodyPr/>
          <a:lstStyle/>
          <a:p>
            <a:fld id="{2821B416-F7FB-4E18-878D-8E41009988D5}" type="slidenum">
              <a:rPr lang="en-GB" smtClean="0"/>
              <a:t>22</a:t>
            </a:fld>
            <a:endParaRPr lang="en-GB"/>
          </a:p>
        </p:txBody>
      </p:sp>
    </p:spTree>
    <p:extLst>
      <p:ext uri="{BB962C8B-B14F-4D97-AF65-F5344CB8AC3E}">
        <p14:creationId xmlns:p14="http://schemas.microsoft.com/office/powerpoint/2010/main" val="2343955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23</a:t>
            </a:fld>
            <a:endParaRPr lang="en-GB"/>
          </a:p>
        </p:txBody>
      </p:sp>
    </p:spTree>
    <p:extLst>
      <p:ext uri="{BB962C8B-B14F-4D97-AF65-F5344CB8AC3E}">
        <p14:creationId xmlns:p14="http://schemas.microsoft.com/office/powerpoint/2010/main" val="1431291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3171A-736B-1016-AB15-A3DD119D3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DF33E-1D16-93D6-AEB0-EA50D37F7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02F62-6622-9D19-925F-24BA69E35AA9}"/>
              </a:ext>
            </a:extLst>
          </p:cNvPr>
          <p:cNvSpPr>
            <a:spLocks noGrp="1"/>
          </p:cNvSpPr>
          <p:nvPr>
            <p:ph type="body" idx="1"/>
          </p:nvPr>
        </p:nvSpPr>
        <p:spPr/>
        <p:txBody>
          <a:bodyPr/>
          <a:lstStyle/>
          <a:p>
            <a:pPr marL="0" indent="0">
              <a:buNone/>
            </a:pPr>
            <a:endParaRPr lang="en-GB" dirty="0"/>
          </a:p>
          <a:p>
            <a:endParaRPr lang="en-US" dirty="0"/>
          </a:p>
        </p:txBody>
      </p:sp>
      <p:sp>
        <p:nvSpPr>
          <p:cNvPr id="4" name="Slide Number Placeholder 3">
            <a:extLst>
              <a:ext uri="{FF2B5EF4-FFF2-40B4-BE49-F238E27FC236}">
                <a16:creationId xmlns:a16="http://schemas.microsoft.com/office/drawing/2014/main" id="{FF20B8F5-303A-7555-8E36-1D0F7B556085}"/>
              </a:ext>
            </a:extLst>
          </p:cNvPr>
          <p:cNvSpPr>
            <a:spLocks noGrp="1"/>
          </p:cNvSpPr>
          <p:nvPr>
            <p:ph type="sldNum" sz="quarter" idx="5"/>
          </p:nvPr>
        </p:nvSpPr>
        <p:spPr/>
        <p:txBody>
          <a:bodyPr/>
          <a:lstStyle/>
          <a:p>
            <a:fld id="{9F577F65-96FB-4B93-BC05-EDB8DE7FE942}" type="slidenum">
              <a:rPr lang="en-DE" smtClean="0"/>
              <a:t>24</a:t>
            </a:fld>
            <a:endParaRPr lang="en-DE"/>
          </a:p>
        </p:txBody>
      </p:sp>
    </p:spTree>
    <p:extLst>
      <p:ext uri="{BB962C8B-B14F-4D97-AF65-F5344CB8AC3E}">
        <p14:creationId xmlns:p14="http://schemas.microsoft.com/office/powerpoint/2010/main" val="1876414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8B3F-D8DB-E25A-21E6-D4BF68FB4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3869A-645A-6918-1993-810386A44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C3D3B-A697-02BD-93BC-623F565518E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E5779F4-36F2-9995-117C-F82F2F7E2028}"/>
              </a:ext>
            </a:extLst>
          </p:cNvPr>
          <p:cNvSpPr>
            <a:spLocks noGrp="1"/>
          </p:cNvSpPr>
          <p:nvPr>
            <p:ph type="sldNum" sz="quarter" idx="5"/>
          </p:nvPr>
        </p:nvSpPr>
        <p:spPr/>
        <p:txBody>
          <a:bodyPr/>
          <a:lstStyle/>
          <a:p>
            <a:fld id="{2821B416-F7FB-4E18-878D-8E41009988D5}" type="slidenum">
              <a:rPr lang="en-GB" smtClean="0"/>
              <a:t>25</a:t>
            </a:fld>
            <a:endParaRPr lang="en-GB"/>
          </a:p>
        </p:txBody>
      </p:sp>
    </p:spTree>
    <p:extLst>
      <p:ext uri="{BB962C8B-B14F-4D97-AF65-F5344CB8AC3E}">
        <p14:creationId xmlns:p14="http://schemas.microsoft.com/office/powerpoint/2010/main" val="2015249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116F6-FF16-F4E2-7A57-9DB021835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F0E60-A83D-D4E8-AB01-8D81788F6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B736D-29DC-D2E4-81CE-5C4D392A7E1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0E478A0-787B-2CEB-9B8E-F3F390CC67BE}"/>
              </a:ext>
            </a:extLst>
          </p:cNvPr>
          <p:cNvSpPr>
            <a:spLocks noGrp="1"/>
          </p:cNvSpPr>
          <p:nvPr>
            <p:ph type="sldNum" sz="quarter" idx="5"/>
          </p:nvPr>
        </p:nvSpPr>
        <p:spPr/>
        <p:txBody>
          <a:bodyPr/>
          <a:lstStyle/>
          <a:p>
            <a:fld id="{2821B416-F7FB-4E18-878D-8E41009988D5}" type="slidenum">
              <a:rPr lang="en-GB" smtClean="0"/>
              <a:t>26</a:t>
            </a:fld>
            <a:endParaRPr lang="en-GB"/>
          </a:p>
        </p:txBody>
      </p:sp>
    </p:spTree>
    <p:extLst>
      <p:ext uri="{BB962C8B-B14F-4D97-AF65-F5344CB8AC3E}">
        <p14:creationId xmlns:p14="http://schemas.microsoft.com/office/powerpoint/2010/main" val="3744145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4BC0-4EB3-234B-5423-183E7F33F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36623-50F1-7FEA-D6C5-185D6EE5D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C1CF9-EFE7-AE37-20A6-63DEDE4AA7D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074F3FD-7EA2-3076-552F-808D499E54F8}"/>
              </a:ext>
            </a:extLst>
          </p:cNvPr>
          <p:cNvSpPr>
            <a:spLocks noGrp="1"/>
          </p:cNvSpPr>
          <p:nvPr>
            <p:ph type="sldNum" sz="quarter" idx="5"/>
          </p:nvPr>
        </p:nvSpPr>
        <p:spPr/>
        <p:txBody>
          <a:bodyPr/>
          <a:lstStyle/>
          <a:p>
            <a:fld id="{2821B416-F7FB-4E18-878D-8E41009988D5}" type="slidenum">
              <a:rPr lang="en-GB" smtClean="0"/>
              <a:t>27</a:t>
            </a:fld>
            <a:endParaRPr lang="en-GB"/>
          </a:p>
        </p:txBody>
      </p:sp>
    </p:spTree>
    <p:extLst>
      <p:ext uri="{BB962C8B-B14F-4D97-AF65-F5344CB8AC3E}">
        <p14:creationId xmlns:p14="http://schemas.microsoft.com/office/powerpoint/2010/main" val="151866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279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53119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43733F-D14F-42BC-9C5A-8BC178B1A6BF}" type="datetimeFigureOut">
              <a:rPr lang="en-GB" smtClean="0"/>
              <a:t>29/10/2025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35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43733F-D14F-42BC-9C5A-8BC178B1A6BF}" type="datetimeFigureOut">
              <a:rPr lang="en-GB" smtClean="0"/>
              <a:t>29/10/2025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560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43733F-D14F-42BC-9C5A-8BC178B1A6BF}" type="datetimeFigureOut">
              <a:rPr lang="en-GB" smtClean="0"/>
              <a:t>29/10/2025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87053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43733F-D14F-42BC-9C5A-8BC178B1A6BF}" type="datetimeFigureOut">
              <a:rPr lang="en-GB" smtClean="0"/>
              <a:t>29/10/2025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927540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7043733F-D14F-42BC-9C5A-8BC178B1A6BF}" type="datetimeFigureOut">
              <a:rPr lang="en-GB" smtClean="0"/>
              <a:t>29/10/2025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1150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7043733F-D14F-42BC-9C5A-8BC178B1A6BF}" type="datetimeFigureOut">
              <a:rPr lang="en-GB" smtClean="0"/>
              <a:t>29/10/2025</a:t>
            </a:fld>
            <a:endParaRPr lang="en-GB"/>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9134B44-177F-4900-883E-3FB73D2757FE}" type="slidenum">
              <a:rPr lang="en-GB" smtClean="0"/>
              <a:t>‹#›</a:t>
            </a:fld>
            <a:endParaRPr lang="en-GB"/>
          </a:p>
        </p:txBody>
      </p:sp>
    </p:spTree>
    <p:extLst>
      <p:ext uri="{BB962C8B-B14F-4D97-AF65-F5344CB8AC3E}">
        <p14:creationId xmlns:p14="http://schemas.microsoft.com/office/powerpoint/2010/main" val="28682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43733F-D14F-42BC-9C5A-8BC178B1A6BF}" type="datetimeFigureOut">
              <a:rPr lang="en-GB" smtClean="0"/>
              <a:t>29/10/2025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177106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5039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689676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621553" y="369979"/>
            <a:ext cx="7902388" cy="1143000"/>
          </a:xfrm>
        </p:spPr>
        <p:txBody>
          <a:bodyPr lIns="0" tIns="0" rIns="0" bIns="0" anchor="t">
            <a:noAutofit/>
          </a:bodyPr>
          <a:lstStyle>
            <a:lvl1pPr algn="l">
              <a:defRPr sz="24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09490" y="6230448"/>
            <a:ext cx="765505" cy="423471"/>
          </a:xfrm>
          <a:prstGeom prst="rect">
            <a:avLst/>
          </a:prstGeom>
        </p:spPr>
      </p:pic>
      <p:sp>
        <p:nvSpPr>
          <p:cNvPr id="4" name="Content Placeholder 3"/>
          <p:cNvSpPr>
            <a:spLocks noGrp="1"/>
          </p:cNvSpPr>
          <p:nvPr>
            <p:ph sz="quarter" idx="11"/>
          </p:nvPr>
        </p:nvSpPr>
        <p:spPr>
          <a:xfrm>
            <a:off x="621553" y="1632944"/>
            <a:ext cx="5702678" cy="3886200"/>
          </a:xfrm>
        </p:spPr>
        <p:txBody>
          <a:bodyPr lIns="0" tIns="0" rIns="0" bIns="0">
            <a:noAutofit/>
          </a:bodyPr>
          <a:lstStyle>
            <a:lvl1pPr marL="0" indent="0">
              <a:spcBef>
                <a:spcPts val="800"/>
              </a:spcBef>
              <a:buNone/>
              <a:defRPr sz="1800">
                <a:solidFill>
                  <a:srgbClr val="002A41"/>
                </a:solidFill>
                <a:latin typeface="Arial"/>
                <a:cs typeface="Arial"/>
              </a:defRPr>
            </a:lvl1pPr>
            <a:lvl2pPr marL="287993" indent="-287993">
              <a:spcBef>
                <a:spcPts val="800"/>
              </a:spcBef>
              <a:buClr>
                <a:srgbClr val="68246D"/>
              </a:buClr>
              <a:buFont typeface="Arial"/>
              <a:buChar char="•"/>
              <a:defRPr sz="1800">
                <a:solidFill>
                  <a:srgbClr val="002A41"/>
                </a:solidFill>
                <a:latin typeface="Arial"/>
                <a:cs typeface="Arial"/>
              </a:defRPr>
            </a:lvl2pPr>
            <a:lvl3pPr marL="575986" indent="-287993">
              <a:spcBef>
                <a:spcPts val="800"/>
              </a:spcBef>
              <a:buFont typeface="Lucida Grande"/>
              <a:buChar char="–"/>
              <a:defRPr sz="1800">
                <a:solidFill>
                  <a:srgbClr val="002A41"/>
                </a:solidFill>
                <a:latin typeface="Arial"/>
                <a:cs typeface="Arial"/>
              </a:defRPr>
            </a:lvl3pPr>
            <a:lvl4pPr>
              <a:defRPr sz="1800">
                <a:latin typeface="Arial"/>
                <a:cs typeface="Arial"/>
              </a:defRPr>
            </a:lvl4pPr>
            <a:lvl5pPr>
              <a:defRPr sz="18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81712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7043733F-D14F-42BC-9C5A-8BC178B1A6BF}" type="datetimeFigureOut">
              <a:rPr lang="en-GB" smtClean="0"/>
              <a:t>29/10/2025</a:t>
            </a:fld>
            <a:endParaRPr lang="en-GB"/>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09134B44-177F-4900-883E-3FB73D2757FE}" type="slidenum">
              <a:rPr lang="en-GB" smtClean="0"/>
              <a:t>‹#›</a:t>
            </a:fld>
            <a:endParaRPr lang="en-GB"/>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761751"/>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7000">
              <a:schemeClr val="bg2">
                <a:lumMod val="75000"/>
              </a:schemeClr>
            </a:gs>
            <a:gs pos="0">
              <a:schemeClr val="bg2">
                <a:lumMod val="50000"/>
              </a:schemeClr>
            </a:gs>
            <a:gs pos="74000">
              <a:schemeClr val="bg2">
                <a:lumMod val="60000"/>
                <a:lumOff val="40000"/>
              </a:schemeClr>
            </a:gs>
            <a:gs pos="83000">
              <a:schemeClr val="bg2">
                <a:lumMod val="40000"/>
                <a:lumOff val="60000"/>
              </a:schemeClr>
            </a:gs>
            <a:gs pos="100000">
              <a:schemeClr val="bg2">
                <a:lumMod val="20000"/>
                <a:lumOff val="80000"/>
              </a:schemeClr>
            </a:gs>
          </a:gsLst>
          <a:lin ang="5400000" scaled="1"/>
        </a:gra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1022101" y="569369"/>
            <a:ext cx="7099797" cy="4325175"/>
          </a:xfrm>
        </p:spPr>
        <p:txBody>
          <a:bodyPr>
            <a:normAutofit/>
          </a:bodyPr>
          <a:lstStyle/>
          <a:p>
            <a:pPr algn="ctr"/>
            <a:endParaRPr lang="en-US" sz="4400" b="1" dirty="0">
              <a:solidFill>
                <a:schemeClr val="tx2"/>
              </a:solidFill>
            </a:endParaRPr>
          </a:p>
          <a:p>
            <a:pPr algn="ctr"/>
            <a:r>
              <a:rPr lang="en-US" sz="4400" b="1" dirty="0">
                <a:solidFill>
                  <a:schemeClr val="tx1"/>
                </a:solidFill>
              </a:rPr>
              <a:t>IPR Term 1 Week 4</a:t>
            </a:r>
          </a:p>
          <a:p>
            <a:pPr algn="ctr"/>
            <a:r>
              <a:rPr lang="en-US" sz="4000" b="1" dirty="0">
                <a:solidFill>
                  <a:schemeClr val="tx1"/>
                </a:solidFill>
              </a:rPr>
              <a:t> </a:t>
            </a:r>
          </a:p>
          <a:p>
            <a:pPr algn="ctr"/>
            <a:r>
              <a:rPr lang="en-US" sz="4000" b="1" dirty="0">
                <a:solidFill>
                  <a:schemeClr val="tx1"/>
                </a:solidFill>
              </a:rPr>
              <a:t>Qualitative Research 2</a:t>
            </a:r>
          </a:p>
          <a:p>
            <a:pPr algn="ctr"/>
            <a:r>
              <a:rPr lang="en-US" sz="4000" b="1" dirty="0">
                <a:solidFill>
                  <a:schemeClr val="tx1"/>
                </a:solidFill>
              </a:rPr>
              <a:t>Thematic Analysis</a:t>
            </a:r>
          </a:p>
        </p:txBody>
      </p:sp>
      <p:sp>
        <p:nvSpPr>
          <p:cNvPr id="3" name="Subtitle 2">
            <a:extLst>
              <a:ext uri="{FF2B5EF4-FFF2-40B4-BE49-F238E27FC236}">
                <a16:creationId xmlns:a16="http://schemas.microsoft.com/office/drawing/2014/main" id="{DACEFCF7-B991-F689-C975-DEEA3454D308}"/>
              </a:ext>
            </a:extLst>
          </p:cNvPr>
          <p:cNvSpPr txBox="1">
            <a:spLocks/>
          </p:cNvSpPr>
          <p:nvPr/>
        </p:nvSpPr>
        <p:spPr>
          <a:xfrm>
            <a:off x="671370" y="5427211"/>
            <a:ext cx="662096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en-GB" dirty="0">
                <a:solidFill>
                  <a:schemeClr val="tx1"/>
                </a:solidFill>
              </a:rPr>
              <a:t>Dr Hayley Dewe </a:t>
            </a:r>
          </a:p>
          <a:p>
            <a:r>
              <a:rPr lang="en-GB" dirty="0">
                <a:solidFill>
                  <a:schemeClr val="tx1"/>
                </a:solidFill>
              </a:rPr>
              <a:t>(Assistant Professor)</a:t>
            </a:r>
          </a:p>
        </p:txBody>
      </p:sp>
    </p:spTree>
    <p:extLst>
      <p:ext uri="{BB962C8B-B14F-4D97-AF65-F5344CB8AC3E}">
        <p14:creationId xmlns:p14="http://schemas.microsoft.com/office/powerpoint/2010/main" val="621895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1AEBD-01BB-F9F4-BC94-58DFEB53A2F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4245C3-45E4-59AA-074B-3FE100DDBD4A}"/>
              </a:ext>
            </a:extLst>
          </p:cNvPr>
          <p:cNvSpPr txBox="1">
            <a:spLocks/>
          </p:cNvSpPr>
          <p:nvPr/>
        </p:nvSpPr>
        <p:spPr>
          <a:xfrm>
            <a:off x="1864394" y="543922"/>
            <a:ext cx="5806526" cy="162232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dirty="0">
                <a:solidFill>
                  <a:srgbClr val="0070C0"/>
                </a:solidFill>
                <a:latin typeface="Gill Sans MT" panose="020B0502020104020203" pitchFamily="34" charset="0"/>
              </a:rPr>
              <a:t>Announcements</a:t>
            </a:r>
          </a:p>
        </p:txBody>
      </p:sp>
      <p:sp>
        <p:nvSpPr>
          <p:cNvPr id="6" name="Content Placeholder 2">
            <a:extLst>
              <a:ext uri="{FF2B5EF4-FFF2-40B4-BE49-F238E27FC236}">
                <a16:creationId xmlns:a16="http://schemas.microsoft.com/office/drawing/2014/main" id="{AA7DA80F-64D5-246B-6BB0-B05A9698EA09}"/>
              </a:ext>
            </a:extLst>
          </p:cNvPr>
          <p:cNvSpPr txBox="1">
            <a:spLocks/>
          </p:cNvSpPr>
          <p:nvPr/>
        </p:nvSpPr>
        <p:spPr>
          <a:xfrm>
            <a:off x="939787" y="1559774"/>
            <a:ext cx="7985272" cy="4571424"/>
          </a:xfrm>
          <a:prstGeom prst="roundRect">
            <a:avLst>
              <a:gd name="adj" fmla="val 1858"/>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marL="457200" indent="-457200" algn="l">
              <a:buClrTx/>
              <a:buFont typeface="Wingdings" panose="05000000000000000000" pitchFamily="2" charset="2"/>
              <a:buChar char="q"/>
            </a:pPr>
            <a:r>
              <a:rPr lang="en-GB" sz="2400" dirty="0">
                <a:latin typeface="+mn-lt"/>
              </a:rPr>
              <a:t>SONA: max credit limit should now be removed (earn 10 credits for IPR, and anything </a:t>
            </a:r>
            <a:r>
              <a:rPr lang="en-GB" sz="2400" i="1" dirty="0">
                <a:latin typeface="+mn-lt"/>
              </a:rPr>
              <a:t>extra</a:t>
            </a:r>
            <a:r>
              <a:rPr lang="en-GB" sz="2400" dirty="0">
                <a:latin typeface="+mn-lt"/>
              </a:rPr>
              <a:t> will be left for your Year 3 Diss)</a:t>
            </a:r>
          </a:p>
          <a:p>
            <a:pPr marL="457200" indent="-457200" algn="l">
              <a:buClrTx/>
              <a:buFont typeface="Wingdings" panose="05000000000000000000" pitchFamily="2" charset="2"/>
              <a:buChar char="q"/>
            </a:pPr>
            <a:r>
              <a:rPr lang="en-GB" sz="2400" dirty="0">
                <a:latin typeface="+mn-lt"/>
              </a:rPr>
              <a:t>SONA: be keen, do it now if you have the time!</a:t>
            </a:r>
          </a:p>
          <a:p>
            <a:pPr marL="457200" indent="-457200" algn="l">
              <a:buClrTx/>
              <a:buFont typeface="Wingdings" panose="05000000000000000000" pitchFamily="2" charset="2"/>
              <a:buChar char="q"/>
            </a:pPr>
            <a:r>
              <a:rPr lang="en-GB" sz="2400" dirty="0">
                <a:latin typeface="+mn-lt"/>
              </a:rPr>
              <a:t>Alternative Assessment to SONA</a:t>
            </a:r>
          </a:p>
          <a:p>
            <a:pPr algn="l">
              <a:buClrTx/>
            </a:pPr>
            <a:r>
              <a:rPr lang="en-GB" sz="2400" dirty="0">
                <a:latin typeface="+mn-lt"/>
              </a:rPr>
              <a:t>	(</a:t>
            </a:r>
            <a:r>
              <a:rPr lang="en-GB" sz="2400" i="1" dirty="0">
                <a:latin typeface="+mn-lt"/>
              </a:rPr>
              <a:t>deadline tomorrow: 31</a:t>
            </a:r>
            <a:r>
              <a:rPr lang="en-GB" sz="2400" i="1" baseline="30000" dirty="0">
                <a:latin typeface="+mn-lt"/>
              </a:rPr>
              <a:t>st</a:t>
            </a:r>
            <a:r>
              <a:rPr lang="en-GB" sz="2400" i="1" dirty="0">
                <a:latin typeface="+mn-lt"/>
              </a:rPr>
              <a:t> Oct</a:t>
            </a:r>
            <a:r>
              <a:rPr lang="en-GB" sz="2400" dirty="0">
                <a:latin typeface="+mn-lt"/>
              </a:rPr>
              <a:t>)</a:t>
            </a:r>
          </a:p>
          <a:p>
            <a:pPr marL="457200" indent="-457200" algn="l">
              <a:buClrTx/>
              <a:buFont typeface="Wingdings" panose="05000000000000000000" pitchFamily="2" charset="2"/>
              <a:buChar char="q"/>
            </a:pPr>
            <a:r>
              <a:rPr lang="en-GB" sz="2400" dirty="0">
                <a:latin typeface="+mn-lt"/>
              </a:rPr>
              <a:t>Q&amp;A drop in tomorrow (31</a:t>
            </a:r>
            <a:r>
              <a:rPr lang="en-GB" sz="2400" baseline="30000" dirty="0">
                <a:latin typeface="+mn-lt"/>
              </a:rPr>
              <a:t>st</a:t>
            </a:r>
            <a:r>
              <a:rPr lang="en-GB" sz="2400" dirty="0">
                <a:latin typeface="+mn-lt"/>
              </a:rPr>
              <a:t> Oct)</a:t>
            </a:r>
          </a:p>
          <a:p>
            <a:pPr marL="457200" indent="-457200" algn="l">
              <a:buClrTx/>
              <a:buFont typeface="Wingdings" panose="05000000000000000000" pitchFamily="2" charset="2"/>
              <a:buChar char="q"/>
            </a:pPr>
            <a:r>
              <a:rPr lang="en-GB" sz="2400" dirty="0">
                <a:latin typeface="+mn-lt"/>
              </a:rPr>
              <a:t>Online content</a:t>
            </a:r>
          </a:p>
          <a:p>
            <a:pPr marL="457200" indent="-457200" algn="l">
              <a:buClrTx/>
              <a:buFont typeface="Wingdings" panose="05000000000000000000" pitchFamily="2" charset="2"/>
              <a:buChar char="q"/>
            </a:pPr>
            <a:r>
              <a:rPr lang="en-GB" sz="2400" dirty="0">
                <a:solidFill>
                  <a:srgbClr val="1477B4"/>
                </a:solidFill>
                <a:latin typeface="+mn-lt"/>
              </a:rPr>
              <a:t>Practical 2 </a:t>
            </a:r>
            <a:r>
              <a:rPr lang="en-GB" sz="2400" dirty="0">
                <a:latin typeface="+mn-lt"/>
              </a:rPr>
              <a:t>(Goggles) is underway</a:t>
            </a:r>
          </a:p>
        </p:txBody>
      </p:sp>
    </p:spTree>
    <p:custDataLst>
      <p:tags r:id="rId1"/>
    </p:custDataLst>
    <p:extLst>
      <p:ext uri="{BB962C8B-B14F-4D97-AF65-F5344CB8AC3E}">
        <p14:creationId xmlns:p14="http://schemas.microsoft.com/office/powerpoint/2010/main" val="29937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FED8D49-6DBF-16AE-CC2E-8FC33433D719}"/>
              </a:ext>
            </a:extLst>
          </p:cNvPr>
          <p:cNvSpPr txBox="1">
            <a:spLocks/>
          </p:cNvSpPr>
          <p:nvPr/>
        </p:nvSpPr>
        <p:spPr>
          <a:xfrm>
            <a:off x="1864394" y="543922"/>
            <a:ext cx="5806526" cy="162232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dirty="0">
                <a:solidFill>
                  <a:srgbClr val="0070C0"/>
                </a:solidFill>
                <a:latin typeface="Gill Sans MT" panose="020B0502020104020203" pitchFamily="34" charset="0"/>
              </a:rPr>
              <a:t>Learning Outcomes</a:t>
            </a:r>
          </a:p>
        </p:txBody>
      </p:sp>
      <p:sp>
        <p:nvSpPr>
          <p:cNvPr id="6" name="Content Placeholder 2">
            <a:extLst>
              <a:ext uri="{FF2B5EF4-FFF2-40B4-BE49-F238E27FC236}">
                <a16:creationId xmlns:a16="http://schemas.microsoft.com/office/drawing/2014/main" id="{20A6FCE1-807F-78AF-7A22-954415E2EDD2}"/>
              </a:ext>
            </a:extLst>
          </p:cNvPr>
          <p:cNvSpPr txBox="1">
            <a:spLocks/>
          </p:cNvSpPr>
          <p:nvPr/>
        </p:nvSpPr>
        <p:spPr>
          <a:xfrm>
            <a:off x="939787" y="1559774"/>
            <a:ext cx="7947539" cy="4571424"/>
          </a:xfrm>
          <a:prstGeom prst="roundRect">
            <a:avLst>
              <a:gd name="adj" fmla="val 1858"/>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marL="457200" indent="-457200" algn="l">
              <a:buClrTx/>
              <a:buFont typeface="Wingdings" panose="05000000000000000000" pitchFamily="2" charset="2"/>
              <a:buChar char="q"/>
            </a:pPr>
            <a:r>
              <a:rPr lang="en-GB" sz="2400" dirty="0">
                <a:latin typeface="+mn-lt"/>
              </a:rPr>
              <a:t>Understand what qualitative research is and its purpose</a:t>
            </a:r>
          </a:p>
          <a:p>
            <a:pPr marL="457200" indent="-457200" algn="l">
              <a:buClrTx/>
              <a:buFont typeface="Wingdings" panose="05000000000000000000" pitchFamily="2" charset="2"/>
              <a:buChar char="q"/>
            </a:pPr>
            <a:r>
              <a:rPr lang="en-GB" sz="2400" dirty="0">
                <a:latin typeface="+mn-lt"/>
              </a:rPr>
              <a:t>Learn key qualitative research methods</a:t>
            </a:r>
          </a:p>
          <a:p>
            <a:pPr marL="457200" indent="-457200" algn="l">
              <a:buClrTx/>
              <a:buFont typeface="Wingdings" panose="05000000000000000000" pitchFamily="2" charset="2"/>
              <a:buChar char="q"/>
            </a:pPr>
            <a:r>
              <a:rPr lang="en-GB" sz="2400" dirty="0">
                <a:latin typeface="+mn-lt"/>
              </a:rPr>
              <a:t>Understand how data is collected and analysed</a:t>
            </a:r>
          </a:p>
          <a:p>
            <a:pPr marL="457200" indent="-457200" algn="l">
              <a:buClrTx/>
              <a:buFont typeface="Wingdings" panose="05000000000000000000" pitchFamily="2" charset="2"/>
              <a:buChar char="q"/>
            </a:pPr>
            <a:r>
              <a:rPr lang="en-GB" sz="2400" dirty="0">
                <a:latin typeface="+mn-lt"/>
              </a:rPr>
              <a:t>Gain practical experience and knowledge on how to apply these methods</a:t>
            </a:r>
          </a:p>
          <a:p>
            <a:pPr marL="457200" indent="-457200" algn="l">
              <a:buClrTx/>
              <a:buFont typeface="Wingdings" panose="05000000000000000000" pitchFamily="2" charset="2"/>
              <a:buChar char="q"/>
            </a:pPr>
            <a:r>
              <a:rPr lang="en-GB" sz="2400" i="1" dirty="0">
                <a:latin typeface="+mn-lt"/>
              </a:rPr>
              <a:t>Today: specific focus on thematic analysis</a:t>
            </a:r>
          </a:p>
        </p:txBody>
      </p:sp>
    </p:spTree>
    <p:custDataLst>
      <p:tags r:id="rId1"/>
    </p:custDataLst>
    <p:extLst>
      <p:ext uri="{BB962C8B-B14F-4D97-AF65-F5344CB8AC3E}">
        <p14:creationId xmlns:p14="http://schemas.microsoft.com/office/powerpoint/2010/main" val="33836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748756" y="316153"/>
            <a:ext cx="7812148" cy="6061102"/>
          </a:xfrm>
          <a:noFill/>
        </p:spPr>
        <p:txBody>
          <a:bodyPr>
            <a:normAutofit/>
          </a:bodyPr>
          <a:lstStyle/>
          <a:p>
            <a:pPr marL="0" indent="0" algn="ctr">
              <a:buNone/>
            </a:pPr>
            <a:r>
              <a:rPr lang="en-GB" sz="4300" dirty="0">
                <a:solidFill>
                  <a:schemeClr val="tx1"/>
                </a:solidFill>
              </a:rPr>
              <a:t>Lesson Outline</a:t>
            </a:r>
          </a:p>
          <a:p>
            <a:pPr marL="0" indent="0">
              <a:buNone/>
            </a:pPr>
            <a:r>
              <a:rPr lang="en-GB" b="1" dirty="0">
                <a:solidFill>
                  <a:srgbClr val="1477B4"/>
                </a:solidFill>
              </a:rPr>
              <a:t>This week, the lecture and online content will introduce you to…</a:t>
            </a:r>
          </a:p>
          <a:p>
            <a:pPr marL="0" indent="0">
              <a:buNone/>
            </a:pPr>
            <a:endParaRPr lang="en-GB" b="1" dirty="0">
              <a:solidFill>
                <a:srgbClr val="1477B4"/>
              </a:solidFill>
            </a:endParaRPr>
          </a:p>
          <a:p>
            <a:pPr marL="457200" indent="-457200">
              <a:buClrTx/>
              <a:buFont typeface="+mj-lt"/>
              <a:buAutoNum type="arabicPeriod"/>
            </a:pPr>
            <a:r>
              <a:rPr lang="en-GB" sz="2400" dirty="0">
                <a:solidFill>
                  <a:schemeClr val="tx1"/>
                </a:solidFill>
              </a:rPr>
              <a:t>Overview of Data Analyses</a:t>
            </a:r>
          </a:p>
          <a:p>
            <a:pPr marL="457200" indent="-457200">
              <a:buClrTx/>
              <a:buFont typeface="+mj-lt"/>
              <a:buAutoNum type="arabicPeriod"/>
            </a:pPr>
            <a:r>
              <a:rPr lang="en-GB" sz="2400" dirty="0">
                <a:solidFill>
                  <a:schemeClr val="tx1"/>
                </a:solidFill>
              </a:rPr>
              <a:t>Discourse Analysis &amp; Activity</a:t>
            </a:r>
          </a:p>
          <a:p>
            <a:pPr marL="457200" indent="-457200">
              <a:buClrTx/>
              <a:buFont typeface="+mj-lt"/>
              <a:buAutoNum type="arabicPeriod"/>
            </a:pPr>
            <a:r>
              <a:rPr lang="en-GB" sz="2400" dirty="0">
                <a:solidFill>
                  <a:schemeClr val="tx1"/>
                </a:solidFill>
              </a:rPr>
              <a:t>Content Analysis &amp; Thematic Analysis</a:t>
            </a:r>
          </a:p>
          <a:p>
            <a:pPr marL="457200" indent="-457200">
              <a:buClrTx/>
              <a:buFont typeface="+mj-lt"/>
              <a:buAutoNum type="arabicPeriod"/>
            </a:pPr>
            <a:r>
              <a:rPr lang="en-GB" sz="2400" dirty="0">
                <a:solidFill>
                  <a:schemeClr val="tx1"/>
                </a:solidFill>
              </a:rPr>
              <a:t>Activities: Online content</a:t>
            </a:r>
          </a:p>
        </p:txBody>
      </p:sp>
    </p:spTree>
    <p:custDataLst>
      <p:tags r:id="rId1"/>
    </p:custDataLst>
    <p:extLst>
      <p:ext uri="{BB962C8B-B14F-4D97-AF65-F5344CB8AC3E}">
        <p14:creationId xmlns:p14="http://schemas.microsoft.com/office/powerpoint/2010/main" val="352504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5723351" y="1088645"/>
            <a:ext cx="3420629" cy="5152416"/>
          </a:xfrm>
          <a:noFill/>
        </p:spPr>
        <p:txBody>
          <a:bodyPr>
            <a:noAutofit/>
          </a:bodyPr>
          <a:lstStyle/>
          <a:p>
            <a:endParaRPr lang="en-US" sz="3200" b="1" dirty="0">
              <a:solidFill>
                <a:schemeClr val="tx1"/>
              </a:solidFill>
            </a:endParaRPr>
          </a:p>
          <a:p>
            <a:r>
              <a:rPr lang="en-US" sz="3200" b="1" dirty="0">
                <a:solidFill>
                  <a:schemeClr val="tx1"/>
                </a:solidFill>
              </a:rPr>
              <a:t>1. data analysis techniques</a:t>
            </a:r>
          </a:p>
        </p:txBody>
      </p:sp>
      <p:pic>
        <p:nvPicPr>
          <p:cNvPr id="3" name="Picture 6" descr="See the source image">
            <a:extLst>
              <a:ext uri="{FF2B5EF4-FFF2-40B4-BE49-F238E27FC236}">
                <a16:creationId xmlns:a16="http://schemas.microsoft.com/office/drawing/2014/main" id="{EE932BE7-5F26-31EA-4CAD-BC83AE34F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770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652504" y="235348"/>
            <a:ext cx="7812148" cy="829541"/>
          </a:xfrm>
          <a:noFill/>
        </p:spPr>
        <p:txBody>
          <a:bodyPr>
            <a:normAutofit/>
          </a:bodyPr>
          <a:lstStyle/>
          <a:p>
            <a:pPr marL="0" indent="0" algn="ctr">
              <a:buNone/>
            </a:pPr>
            <a:r>
              <a:rPr lang="en-GB" sz="3200" dirty="0">
                <a:solidFill>
                  <a:schemeClr val="tx1"/>
                </a:solidFill>
                <a:latin typeface="+mj-lt"/>
              </a:rPr>
              <a:t>RECAP LAST WEEK: Examples of Data Collection</a:t>
            </a:r>
            <a:endParaRPr lang="en-GB" b="1" dirty="0">
              <a:solidFill>
                <a:schemeClr val="tx1"/>
              </a:solidFill>
            </a:endParaRPr>
          </a:p>
          <a:p>
            <a:pPr marL="0" indent="0">
              <a:buNone/>
            </a:pPr>
            <a:endParaRPr lang="en-GB" dirty="0">
              <a:solidFill>
                <a:schemeClr val="tx1"/>
              </a:solidFill>
            </a:endParaRPr>
          </a:p>
          <a:p>
            <a:pPr marL="0" indent="0">
              <a:buNone/>
            </a:pPr>
            <a:endParaRPr lang="en-GB" dirty="0">
              <a:solidFill>
                <a:schemeClr val="tx1"/>
              </a:solidFill>
            </a:endParaRPr>
          </a:p>
          <a:p>
            <a:pPr marL="457200" lvl="1" indent="0">
              <a:buNone/>
            </a:pPr>
            <a:endParaRPr lang="en-GB" dirty="0">
              <a:solidFill>
                <a:schemeClr val="tx1"/>
              </a:solidFill>
            </a:endParaRPr>
          </a:p>
        </p:txBody>
      </p:sp>
      <p:graphicFrame>
        <p:nvGraphicFramePr>
          <p:cNvPr id="2" name="Table 1">
            <a:extLst>
              <a:ext uri="{FF2B5EF4-FFF2-40B4-BE49-F238E27FC236}">
                <a16:creationId xmlns:a16="http://schemas.microsoft.com/office/drawing/2014/main" id="{FE384741-0BE6-FC2A-D883-F770565EE606}"/>
              </a:ext>
            </a:extLst>
          </p:cNvPr>
          <p:cNvGraphicFramePr>
            <a:graphicFrameLocks noGrp="1"/>
          </p:cNvGraphicFramePr>
          <p:nvPr/>
        </p:nvGraphicFramePr>
        <p:xfrm>
          <a:off x="652504" y="860266"/>
          <a:ext cx="8140156" cy="5137468"/>
        </p:xfrm>
        <a:graphic>
          <a:graphicData uri="http://schemas.openxmlformats.org/drawingml/2006/table">
            <a:tbl>
              <a:tblPr firstRow="1" bandRow="1">
                <a:tableStyleId>{D27102A9-8310-4765-A935-A1911B00CA55}</a:tableStyleId>
              </a:tblPr>
              <a:tblGrid>
                <a:gridCol w="2016394">
                  <a:extLst>
                    <a:ext uri="{9D8B030D-6E8A-4147-A177-3AD203B41FA5}">
                      <a16:colId xmlns:a16="http://schemas.microsoft.com/office/drawing/2014/main" val="3556118608"/>
                    </a:ext>
                  </a:extLst>
                </a:gridCol>
                <a:gridCol w="1931351">
                  <a:extLst>
                    <a:ext uri="{9D8B030D-6E8A-4147-A177-3AD203B41FA5}">
                      <a16:colId xmlns:a16="http://schemas.microsoft.com/office/drawing/2014/main" val="1637818436"/>
                    </a:ext>
                  </a:extLst>
                </a:gridCol>
                <a:gridCol w="4192411">
                  <a:extLst>
                    <a:ext uri="{9D8B030D-6E8A-4147-A177-3AD203B41FA5}">
                      <a16:colId xmlns:a16="http://schemas.microsoft.com/office/drawing/2014/main" val="3148860043"/>
                    </a:ext>
                  </a:extLst>
                </a:gridCol>
              </a:tblGrid>
              <a:tr h="382588">
                <a:tc>
                  <a:txBody>
                    <a:bodyPr/>
                    <a:lstStyle/>
                    <a:p>
                      <a:r>
                        <a:rPr lang="en-GB" sz="1800" dirty="0">
                          <a:solidFill>
                            <a:schemeClr val="tx1"/>
                          </a:solidFill>
                        </a:rPr>
                        <a:t>Method</a:t>
                      </a:r>
                    </a:p>
                  </a:txBody>
                  <a:tcPr/>
                </a:tc>
                <a:tc>
                  <a:txBody>
                    <a:bodyPr/>
                    <a:lstStyle/>
                    <a:p>
                      <a:r>
                        <a:rPr lang="en-GB" sz="1800" dirty="0">
                          <a:solidFill>
                            <a:schemeClr val="tx1"/>
                          </a:solidFill>
                        </a:rPr>
                        <a:t>Type</a:t>
                      </a:r>
                    </a:p>
                  </a:txBody>
                  <a:tcPr/>
                </a:tc>
                <a:tc>
                  <a:txBody>
                    <a:bodyPr/>
                    <a:lstStyle/>
                    <a:p>
                      <a:r>
                        <a:rPr lang="en-GB" sz="1800" dirty="0">
                          <a:solidFill>
                            <a:schemeClr val="tx1"/>
                          </a:solidFill>
                        </a:rPr>
                        <a:t>Use </a:t>
                      </a:r>
                      <a:r>
                        <a:rPr lang="en-GB" sz="1800" b="0" dirty="0">
                          <a:solidFill>
                            <a:schemeClr val="tx1"/>
                          </a:solidFill>
                        </a:rPr>
                        <a:t>(Example)</a:t>
                      </a:r>
                    </a:p>
                  </a:txBody>
                  <a:tcPr/>
                </a:tc>
                <a:extLst>
                  <a:ext uri="{0D108BD9-81ED-4DB2-BD59-A6C34878D82A}">
                    <a16:rowId xmlns:a16="http://schemas.microsoft.com/office/drawing/2014/main" val="1499428755"/>
                  </a:ext>
                </a:extLst>
              </a:tr>
              <a:tr h="382588">
                <a:tc>
                  <a:txBody>
                    <a:bodyPr/>
                    <a:lstStyle/>
                    <a:p>
                      <a:r>
                        <a:rPr lang="en-GB" sz="1800" dirty="0">
                          <a:solidFill>
                            <a:schemeClr val="tx1"/>
                          </a:solidFill>
                        </a:rPr>
                        <a:t>Case study</a:t>
                      </a:r>
                    </a:p>
                  </a:txBody>
                  <a:tcPr/>
                </a:tc>
                <a:tc>
                  <a:txBody>
                    <a:bodyPr/>
                    <a:lstStyle/>
                    <a:p>
                      <a:endParaRPr lang="en-GB" sz="1800" dirty="0">
                        <a:solidFill>
                          <a:schemeClr val="tx1"/>
                        </a:solidFill>
                      </a:endParaRPr>
                    </a:p>
                  </a:txBody>
                  <a:tcPr/>
                </a:tc>
                <a:tc>
                  <a:txBody>
                    <a:bodyPr/>
                    <a:lstStyle/>
                    <a:p>
                      <a:r>
                        <a:rPr lang="en-GB" sz="1800" dirty="0">
                          <a:solidFill>
                            <a:schemeClr val="tx1"/>
                          </a:solidFill>
                        </a:rPr>
                        <a:t>For an in-depth look at a complex, rare, or unique conditions/behaviours.</a:t>
                      </a:r>
                    </a:p>
                  </a:txBody>
                  <a:tcPr/>
                </a:tc>
                <a:extLst>
                  <a:ext uri="{0D108BD9-81ED-4DB2-BD59-A6C34878D82A}">
                    <a16:rowId xmlns:a16="http://schemas.microsoft.com/office/drawing/2014/main" val="3233956361"/>
                  </a:ext>
                </a:extLst>
              </a:tr>
              <a:tr h="382588">
                <a:tc>
                  <a:txBody>
                    <a:bodyPr/>
                    <a:lstStyle/>
                    <a:p>
                      <a:r>
                        <a:rPr lang="en-GB" sz="1800" dirty="0">
                          <a:solidFill>
                            <a:schemeClr val="tx1"/>
                          </a:solidFill>
                        </a:rPr>
                        <a:t>Interview</a:t>
                      </a:r>
                    </a:p>
                  </a:txBody>
                  <a:tcPr/>
                </a:tc>
                <a:tc>
                  <a:txBody>
                    <a:bodyPr/>
                    <a:lstStyle/>
                    <a:p>
                      <a:r>
                        <a:rPr lang="en-GB" sz="1800" dirty="0">
                          <a:solidFill>
                            <a:schemeClr val="tx1"/>
                          </a:solidFill>
                        </a:rPr>
                        <a:t>Structured</a:t>
                      </a:r>
                    </a:p>
                  </a:txBody>
                  <a:tcPr/>
                </a:tc>
                <a:tc>
                  <a:txBody>
                    <a:bodyPr/>
                    <a:lstStyle/>
                    <a:p>
                      <a:r>
                        <a:rPr lang="en-GB" sz="1800" dirty="0">
                          <a:solidFill>
                            <a:schemeClr val="tx1"/>
                          </a:solidFill>
                        </a:rPr>
                        <a:t>For broad, specific information (e.g., surveys, or for Quant)</a:t>
                      </a:r>
                    </a:p>
                  </a:txBody>
                  <a:tcPr/>
                </a:tc>
                <a:extLst>
                  <a:ext uri="{0D108BD9-81ED-4DB2-BD59-A6C34878D82A}">
                    <a16:rowId xmlns:a16="http://schemas.microsoft.com/office/drawing/2014/main" val="3861737556"/>
                  </a:ext>
                </a:extLst>
              </a:tr>
              <a:tr h="382588">
                <a:tc>
                  <a:txBody>
                    <a:bodyPr/>
                    <a:lstStyle/>
                    <a:p>
                      <a:endParaRPr lang="en-GB" sz="1800" dirty="0">
                        <a:solidFill>
                          <a:schemeClr val="tx1"/>
                        </a:solidFill>
                      </a:endParaRPr>
                    </a:p>
                  </a:txBody>
                  <a:tcPr/>
                </a:tc>
                <a:tc>
                  <a:txBody>
                    <a:bodyPr/>
                    <a:lstStyle/>
                    <a:p>
                      <a:r>
                        <a:rPr lang="en-GB" sz="1800" dirty="0">
                          <a:solidFill>
                            <a:schemeClr val="tx1"/>
                          </a:solidFill>
                        </a:rPr>
                        <a:t>Unstructured </a:t>
                      </a:r>
                    </a:p>
                  </a:txBody>
                  <a:tcPr/>
                </a:tc>
                <a:tc>
                  <a:txBody>
                    <a:bodyPr/>
                    <a:lstStyle/>
                    <a:p>
                      <a:r>
                        <a:rPr lang="en-GB" sz="1800" dirty="0">
                          <a:solidFill>
                            <a:schemeClr val="tx1"/>
                          </a:solidFill>
                        </a:rPr>
                        <a:t>For deep insights into personal experiences</a:t>
                      </a:r>
                    </a:p>
                  </a:txBody>
                  <a:tcPr/>
                </a:tc>
                <a:extLst>
                  <a:ext uri="{0D108BD9-81ED-4DB2-BD59-A6C34878D82A}">
                    <a16:rowId xmlns:a16="http://schemas.microsoft.com/office/drawing/2014/main" val="60995704"/>
                  </a:ext>
                </a:extLst>
              </a:tr>
              <a:tr h="382588">
                <a:tc>
                  <a:txBody>
                    <a:bodyPr/>
                    <a:lstStyle/>
                    <a:p>
                      <a:endParaRPr lang="en-GB" sz="1800" dirty="0">
                        <a:solidFill>
                          <a:schemeClr val="tx1"/>
                        </a:solidFill>
                      </a:endParaRPr>
                    </a:p>
                  </a:txBody>
                  <a:tcPr/>
                </a:tc>
                <a:tc>
                  <a:txBody>
                    <a:bodyPr/>
                    <a:lstStyle/>
                    <a:p>
                      <a:r>
                        <a:rPr lang="en-GB" sz="1800" dirty="0">
                          <a:solidFill>
                            <a:schemeClr val="tx1"/>
                          </a:solidFill>
                        </a:rPr>
                        <a:t>Semi-structured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800" dirty="0">
                          <a:solidFill>
                            <a:schemeClr val="tx1"/>
                          </a:solidFill>
                        </a:rPr>
                        <a:t>For understanding someone’s perspective (e.g. exploratory)</a:t>
                      </a:r>
                    </a:p>
                  </a:txBody>
                  <a:tcPr/>
                </a:tc>
                <a:extLst>
                  <a:ext uri="{0D108BD9-81ED-4DB2-BD59-A6C34878D82A}">
                    <a16:rowId xmlns:a16="http://schemas.microsoft.com/office/drawing/2014/main" val="548204126"/>
                  </a:ext>
                </a:extLst>
              </a:tr>
              <a:tr h="382588">
                <a:tc>
                  <a:txBody>
                    <a:bodyPr/>
                    <a:lstStyle/>
                    <a:p>
                      <a:r>
                        <a:rPr lang="en-GB" sz="1800" dirty="0">
                          <a:solidFill>
                            <a:schemeClr val="tx1"/>
                          </a:solidFill>
                        </a:rPr>
                        <a:t>Focus Groups</a:t>
                      </a:r>
                    </a:p>
                  </a:txBody>
                  <a:tcPr/>
                </a:tc>
                <a:tc>
                  <a:txBody>
                    <a:bodyPr/>
                    <a:lstStyle/>
                    <a:p>
                      <a:endParaRPr lang="en-GB" sz="1800" dirty="0">
                        <a:solidFill>
                          <a:schemeClr val="tx1"/>
                        </a:solidFill>
                      </a:endParaRPr>
                    </a:p>
                  </a:txBody>
                  <a:tcPr/>
                </a:tc>
                <a:tc>
                  <a:txBody>
                    <a:bodyPr/>
                    <a:lstStyle/>
                    <a:p>
                      <a:r>
                        <a:rPr lang="en-GB" sz="1800" dirty="0">
                          <a:solidFill>
                            <a:schemeClr val="tx1"/>
                          </a:solidFill>
                        </a:rPr>
                        <a:t>For gathering community feedback, or for market or social research</a:t>
                      </a:r>
                    </a:p>
                  </a:txBody>
                  <a:tcPr/>
                </a:tc>
                <a:extLst>
                  <a:ext uri="{0D108BD9-81ED-4DB2-BD59-A6C34878D82A}">
                    <a16:rowId xmlns:a16="http://schemas.microsoft.com/office/drawing/2014/main" val="3872465247"/>
                  </a:ext>
                </a:extLst>
              </a:tr>
              <a:tr h="382588">
                <a:tc>
                  <a:txBody>
                    <a:bodyPr/>
                    <a:lstStyle/>
                    <a:p>
                      <a:r>
                        <a:rPr lang="en-GB" sz="1800" dirty="0">
                          <a:solidFill>
                            <a:schemeClr val="tx1"/>
                          </a:solidFill>
                        </a:rPr>
                        <a:t>Observation</a:t>
                      </a:r>
                    </a:p>
                  </a:txBody>
                  <a:tcPr/>
                </a:tc>
                <a:tc>
                  <a:txBody>
                    <a:bodyPr/>
                    <a:lstStyle/>
                    <a:p>
                      <a:endParaRPr lang="en-GB" sz="1800" dirty="0">
                        <a:solidFill>
                          <a:schemeClr val="tx1"/>
                        </a:solidFill>
                      </a:endParaRPr>
                    </a:p>
                  </a:txBody>
                  <a:tcPr/>
                </a:tc>
                <a:tc>
                  <a:txBody>
                    <a:bodyPr/>
                    <a:lstStyle/>
                    <a:p>
                      <a:r>
                        <a:rPr lang="en-GB" sz="1800" dirty="0">
                          <a:solidFill>
                            <a:schemeClr val="tx1"/>
                          </a:solidFill>
                        </a:rPr>
                        <a:t>For understanding behaviour / experience in natural environments / without manipulation</a:t>
                      </a:r>
                    </a:p>
                  </a:txBody>
                  <a:tcPr/>
                </a:tc>
                <a:extLst>
                  <a:ext uri="{0D108BD9-81ED-4DB2-BD59-A6C34878D82A}">
                    <a16:rowId xmlns:a16="http://schemas.microsoft.com/office/drawing/2014/main" val="1698026448"/>
                  </a:ext>
                </a:extLst>
              </a:tr>
              <a:tr h="382588">
                <a:tc>
                  <a:txBody>
                    <a:bodyPr/>
                    <a:lstStyle/>
                    <a:p>
                      <a:r>
                        <a:rPr lang="en-GB" sz="1800" dirty="0">
                          <a:solidFill>
                            <a:schemeClr val="tx1"/>
                          </a:solidFill>
                        </a:rPr>
                        <a:t>Ethnography </a:t>
                      </a:r>
                    </a:p>
                  </a:txBody>
                  <a:tcPr/>
                </a:tc>
                <a:tc>
                  <a:txBody>
                    <a:bodyPr/>
                    <a:lstStyle/>
                    <a:p>
                      <a:endParaRPr lang="en-GB" sz="1800" dirty="0">
                        <a:solidFill>
                          <a:schemeClr val="tx1"/>
                        </a:solidFill>
                      </a:endParaRPr>
                    </a:p>
                  </a:txBody>
                  <a:tcPr/>
                </a:tc>
                <a:tc>
                  <a:txBody>
                    <a:bodyPr/>
                    <a:lstStyle/>
                    <a:p>
                      <a:r>
                        <a:rPr lang="en-GB" sz="1800" dirty="0">
                          <a:solidFill>
                            <a:schemeClr val="tx1"/>
                          </a:solidFill>
                        </a:rPr>
                        <a:t>For exploring cultural practices, beliefs, norms of a specific group/community</a:t>
                      </a:r>
                    </a:p>
                  </a:txBody>
                  <a:tcPr/>
                </a:tc>
                <a:extLst>
                  <a:ext uri="{0D108BD9-81ED-4DB2-BD59-A6C34878D82A}">
                    <a16:rowId xmlns:a16="http://schemas.microsoft.com/office/drawing/2014/main" val="598950905"/>
                  </a:ext>
                </a:extLst>
              </a:tr>
            </a:tbl>
          </a:graphicData>
        </a:graphic>
      </p:graphicFrame>
    </p:spTree>
    <p:custDataLst>
      <p:tags r:id="rId1"/>
    </p:custDataLst>
    <p:extLst>
      <p:ext uri="{BB962C8B-B14F-4D97-AF65-F5344CB8AC3E}">
        <p14:creationId xmlns:p14="http://schemas.microsoft.com/office/powerpoint/2010/main" val="1347041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513347" y="379671"/>
            <a:ext cx="7812148" cy="703755"/>
          </a:xfrm>
          <a:noFill/>
        </p:spPr>
        <p:txBody>
          <a:bodyPr>
            <a:normAutofit/>
          </a:bodyPr>
          <a:lstStyle/>
          <a:p>
            <a:pPr marL="0" indent="0" algn="ctr">
              <a:buNone/>
            </a:pPr>
            <a:r>
              <a:rPr lang="en-GB" sz="3200" dirty="0">
                <a:solidFill>
                  <a:schemeClr val="tx1"/>
                </a:solidFill>
                <a:latin typeface="+mj-lt"/>
              </a:rPr>
              <a:t>RECAP LAST WEEK: Data Analysis</a:t>
            </a:r>
          </a:p>
        </p:txBody>
      </p:sp>
      <p:sp>
        <p:nvSpPr>
          <p:cNvPr id="4" name="Subtitle 2">
            <a:extLst>
              <a:ext uri="{FF2B5EF4-FFF2-40B4-BE49-F238E27FC236}">
                <a16:creationId xmlns:a16="http://schemas.microsoft.com/office/drawing/2014/main" id="{F46FB60F-4CF3-EF1B-04D3-B2EE4A27010B}"/>
              </a:ext>
            </a:extLst>
          </p:cNvPr>
          <p:cNvSpPr txBox="1">
            <a:spLocks/>
          </p:cNvSpPr>
          <p:nvPr/>
        </p:nvSpPr>
        <p:spPr>
          <a:xfrm>
            <a:off x="388169" y="1217392"/>
            <a:ext cx="8367661" cy="542404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a:lnSpc>
                <a:spcPct val="90000"/>
              </a:lnSpc>
              <a:spcBef>
                <a:spcPts val="600"/>
              </a:spcBef>
              <a:buFont typeface="Wingdings" panose="05000000000000000000" pitchFamily="2" charset="2"/>
              <a:buChar char="Ø"/>
            </a:pPr>
            <a:r>
              <a:rPr lang="en-US" b="1" dirty="0">
                <a:solidFill>
                  <a:srgbClr val="1477B4"/>
                </a:solidFill>
              </a:rPr>
              <a:t>Thematic Analysis </a:t>
            </a:r>
            <a:endParaRPr lang="en-US" b="1" dirty="0"/>
          </a:p>
          <a:p>
            <a:pPr marL="0" indent="0">
              <a:lnSpc>
                <a:spcPct val="90000"/>
              </a:lnSpc>
              <a:spcBef>
                <a:spcPts val="600"/>
              </a:spcBef>
              <a:buNone/>
            </a:pPr>
            <a:r>
              <a:rPr lang="en-GB" dirty="0"/>
              <a:t>	To identify patterns or ideas across multiple data (e.g., interviews or focus 	groups)</a:t>
            </a:r>
          </a:p>
          <a:p>
            <a:pPr>
              <a:lnSpc>
                <a:spcPct val="90000"/>
              </a:lnSpc>
              <a:spcBef>
                <a:spcPts val="600"/>
              </a:spcBef>
              <a:buFont typeface="Wingdings" panose="05000000000000000000" pitchFamily="2" charset="2"/>
              <a:buChar char="Ø"/>
            </a:pPr>
            <a:r>
              <a:rPr lang="en-US" b="1" dirty="0">
                <a:solidFill>
                  <a:srgbClr val="1477B4"/>
                </a:solidFill>
              </a:rPr>
              <a:t>Content Analysis</a:t>
            </a:r>
          </a:p>
          <a:p>
            <a:pPr marL="0" indent="0">
              <a:lnSpc>
                <a:spcPct val="90000"/>
              </a:lnSpc>
              <a:spcBef>
                <a:spcPts val="600"/>
              </a:spcBef>
              <a:buNone/>
            </a:pPr>
            <a:r>
              <a:rPr lang="en-US" dirty="0">
                <a:solidFill>
                  <a:schemeClr val="bg2"/>
                </a:solidFill>
              </a:rPr>
              <a:t>	</a:t>
            </a:r>
            <a:r>
              <a:rPr lang="en-US" dirty="0"/>
              <a:t>Analysing various sources of data (e.g., documents, text, media) to quantify 	findings (categorising and counting occurrences of themes/words)</a:t>
            </a:r>
          </a:p>
          <a:p>
            <a:pPr>
              <a:lnSpc>
                <a:spcPct val="90000"/>
              </a:lnSpc>
              <a:spcBef>
                <a:spcPts val="600"/>
              </a:spcBef>
              <a:buFont typeface="Wingdings" panose="05000000000000000000" pitchFamily="2" charset="2"/>
              <a:buChar char="Ø"/>
            </a:pPr>
            <a:r>
              <a:rPr lang="en-US" b="1" dirty="0">
                <a:solidFill>
                  <a:srgbClr val="1477B4"/>
                </a:solidFill>
              </a:rPr>
              <a:t>Narrative Analysis</a:t>
            </a:r>
          </a:p>
          <a:p>
            <a:pPr marL="0" indent="0">
              <a:lnSpc>
                <a:spcPct val="90000"/>
              </a:lnSpc>
              <a:spcBef>
                <a:spcPts val="600"/>
              </a:spcBef>
              <a:buNone/>
            </a:pPr>
            <a:r>
              <a:rPr lang="en-US" dirty="0">
                <a:solidFill>
                  <a:schemeClr val="bg1"/>
                </a:solidFill>
              </a:rPr>
              <a:t>	</a:t>
            </a:r>
            <a:r>
              <a:rPr lang="en-US" dirty="0"/>
              <a:t>Examines stories from individuals to understand how they contrast 	meaning and identity through narrative </a:t>
            </a:r>
            <a:endParaRPr lang="en-US" b="1" dirty="0"/>
          </a:p>
          <a:p>
            <a:pPr>
              <a:lnSpc>
                <a:spcPct val="90000"/>
              </a:lnSpc>
              <a:spcBef>
                <a:spcPts val="600"/>
              </a:spcBef>
              <a:buFont typeface="Wingdings" panose="05000000000000000000" pitchFamily="2" charset="2"/>
              <a:buChar char="Ø"/>
            </a:pPr>
            <a:r>
              <a:rPr lang="en-US" b="1" dirty="0">
                <a:solidFill>
                  <a:srgbClr val="1477B4"/>
                </a:solidFill>
              </a:rPr>
              <a:t>Grounded Theory</a:t>
            </a:r>
          </a:p>
          <a:p>
            <a:pPr marL="0" indent="0">
              <a:lnSpc>
                <a:spcPct val="90000"/>
              </a:lnSpc>
              <a:spcBef>
                <a:spcPts val="600"/>
              </a:spcBef>
              <a:buNone/>
            </a:pPr>
            <a:r>
              <a:rPr lang="en-US" dirty="0">
                <a:solidFill>
                  <a:schemeClr val="bg1"/>
                </a:solidFill>
              </a:rPr>
              <a:t>	</a:t>
            </a:r>
            <a:r>
              <a:rPr lang="en-US" dirty="0"/>
              <a:t>To develop a theory grounded in data collected</a:t>
            </a:r>
            <a:endParaRPr lang="en-US" b="1" dirty="0"/>
          </a:p>
          <a:p>
            <a:pPr>
              <a:lnSpc>
                <a:spcPct val="90000"/>
              </a:lnSpc>
              <a:spcBef>
                <a:spcPts val="600"/>
              </a:spcBef>
              <a:buFont typeface="Wingdings" panose="05000000000000000000" pitchFamily="2" charset="2"/>
              <a:buChar char="Ø"/>
            </a:pPr>
            <a:r>
              <a:rPr lang="en-US" b="1" dirty="0">
                <a:solidFill>
                  <a:srgbClr val="1477B4"/>
                </a:solidFill>
              </a:rPr>
              <a:t>Discourse Analysis</a:t>
            </a:r>
          </a:p>
          <a:p>
            <a:pPr marL="0" indent="0">
              <a:lnSpc>
                <a:spcPct val="90000"/>
              </a:lnSpc>
              <a:spcBef>
                <a:spcPts val="600"/>
              </a:spcBef>
              <a:buNone/>
            </a:pPr>
            <a:r>
              <a:rPr lang="en-US" dirty="0">
                <a:solidFill>
                  <a:schemeClr val="bg1"/>
                </a:solidFill>
              </a:rPr>
              <a:t>	</a:t>
            </a:r>
            <a:r>
              <a:rPr lang="en-US" dirty="0"/>
              <a:t>To study language use and communication</a:t>
            </a:r>
            <a:endParaRPr lang="en-US" b="1" dirty="0"/>
          </a:p>
          <a:p>
            <a:pPr>
              <a:lnSpc>
                <a:spcPct val="90000"/>
              </a:lnSpc>
              <a:spcBef>
                <a:spcPts val="600"/>
              </a:spcBef>
              <a:buFont typeface="Wingdings" panose="05000000000000000000" pitchFamily="2" charset="2"/>
              <a:buChar char="Ø"/>
            </a:pPr>
            <a:r>
              <a:rPr lang="en-US" b="1" dirty="0">
                <a:solidFill>
                  <a:srgbClr val="1477B4"/>
                </a:solidFill>
              </a:rPr>
              <a:t>Interpretative Phenomenological Analysis (IPA)</a:t>
            </a:r>
            <a:endParaRPr lang="en-US" b="1" dirty="0"/>
          </a:p>
          <a:p>
            <a:pPr marL="0" indent="0">
              <a:lnSpc>
                <a:spcPct val="90000"/>
              </a:lnSpc>
              <a:spcBef>
                <a:spcPts val="600"/>
              </a:spcBef>
              <a:buNone/>
            </a:pPr>
            <a:r>
              <a:rPr lang="en-US" b="1" dirty="0"/>
              <a:t>	</a:t>
            </a:r>
            <a:r>
              <a:rPr lang="en-US" dirty="0"/>
              <a:t>Lived experience of individuals</a:t>
            </a:r>
          </a:p>
        </p:txBody>
      </p:sp>
    </p:spTree>
    <p:custDataLst>
      <p:tags r:id="rId1"/>
    </p:custDataLst>
    <p:extLst>
      <p:ext uri="{BB962C8B-B14F-4D97-AF65-F5344CB8AC3E}">
        <p14:creationId xmlns:p14="http://schemas.microsoft.com/office/powerpoint/2010/main" val="410744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6E636435-4D22-BD99-8732-68064C6862E9}"/>
              </a:ext>
            </a:extLst>
          </p:cNvPr>
          <p:cNvSpPr txBox="1">
            <a:spLocks/>
          </p:cNvSpPr>
          <p:nvPr/>
        </p:nvSpPr>
        <p:spPr>
          <a:xfrm>
            <a:off x="6860004" y="0"/>
            <a:ext cx="2283996" cy="685301"/>
          </a:xfrm>
          <a:prstGeom prst="rect">
            <a:avLst/>
          </a:prstGeom>
          <a:ln>
            <a:noFill/>
          </a:ln>
        </p:spPr>
        <p:style>
          <a:lnRef idx="3">
            <a:schemeClr val="lt1"/>
          </a:lnRef>
          <a:fillRef idx="1">
            <a:schemeClr val="accent1"/>
          </a:fillRef>
          <a:effectRef idx="1">
            <a:schemeClr val="accent1"/>
          </a:effectRef>
          <a:fontRef idx="minor">
            <a:schemeClr val="lt1"/>
          </a:fontRef>
        </p:style>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b="1" dirty="0"/>
              <a:t>ACTIVITY 1</a:t>
            </a:r>
          </a:p>
        </p:txBody>
      </p:sp>
      <p:sp>
        <p:nvSpPr>
          <p:cNvPr id="6" name="Subtitle 2">
            <a:extLst>
              <a:ext uri="{FF2B5EF4-FFF2-40B4-BE49-F238E27FC236}">
                <a16:creationId xmlns:a16="http://schemas.microsoft.com/office/drawing/2014/main" id="{A5B59459-9189-0C31-BFCE-13173ED55325}"/>
              </a:ext>
            </a:extLst>
          </p:cNvPr>
          <p:cNvSpPr txBox="1">
            <a:spLocks/>
          </p:cNvSpPr>
          <p:nvPr/>
        </p:nvSpPr>
        <p:spPr>
          <a:xfrm>
            <a:off x="297997" y="746108"/>
            <a:ext cx="8845644" cy="1185788"/>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dirty="0"/>
              <a:t>Comparing Quantitative and Qualitative</a:t>
            </a:r>
          </a:p>
          <a:p>
            <a:pPr marL="0" indent="0" algn="ctr">
              <a:buNone/>
            </a:pPr>
            <a:r>
              <a:rPr lang="en-US" sz="3200" dirty="0"/>
              <a:t>A (</a:t>
            </a:r>
            <a:r>
              <a:rPr lang="en-US" sz="3200" i="1" dirty="0"/>
              <a:t>simplified</a:t>
            </a:r>
            <a:r>
              <a:rPr lang="en-US" sz="3200" dirty="0"/>
              <a:t>) example</a:t>
            </a:r>
          </a:p>
        </p:txBody>
      </p:sp>
      <p:sp>
        <p:nvSpPr>
          <p:cNvPr id="8" name="TextBox 7">
            <a:extLst>
              <a:ext uri="{FF2B5EF4-FFF2-40B4-BE49-F238E27FC236}">
                <a16:creationId xmlns:a16="http://schemas.microsoft.com/office/drawing/2014/main" id="{380E90B6-5219-DD99-19E5-221E108B9181}"/>
              </a:ext>
            </a:extLst>
          </p:cNvPr>
          <p:cNvSpPr txBox="1"/>
          <p:nvPr/>
        </p:nvSpPr>
        <p:spPr>
          <a:xfrm>
            <a:off x="712693" y="3488325"/>
            <a:ext cx="8152338" cy="923330"/>
          </a:xfrm>
          <a:prstGeom prst="rect">
            <a:avLst/>
          </a:prstGeom>
          <a:noFill/>
        </p:spPr>
        <p:txBody>
          <a:bodyPr wrap="square">
            <a:spAutoFit/>
          </a:bodyPr>
          <a:lstStyle/>
          <a:p>
            <a:pPr marL="0" indent="0">
              <a:buNone/>
            </a:pPr>
            <a:r>
              <a:rPr lang="en-US" sz="1800" b="1" dirty="0"/>
              <a:t>Quant</a:t>
            </a:r>
            <a:r>
              <a:rPr lang="en-US" b="1" dirty="0"/>
              <a:t>itative vs Qualitative</a:t>
            </a:r>
          </a:p>
          <a:p>
            <a:pPr marL="0" indent="0">
              <a:buNone/>
            </a:pPr>
            <a:endParaRPr lang="en-US" b="1" dirty="0"/>
          </a:p>
          <a:p>
            <a:pPr marL="0" indent="0">
              <a:buNone/>
            </a:pPr>
            <a:r>
              <a:rPr lang="en-US" dirty="0"/>
              <a:t>Work individually (and make notes) or in pairs (both answer in turn, make notes)</a:t>
            </a:r>
          </a:p>
        </p:txBody>
      </p:sp>
      <p:sp>
        <p:nvSpPr>
          <p:cNvPr id="4" name="TextBox 3">
            <a:extLst>
              <a:ext uri="{FF2B5EF4-FFF2-40B4-BE49-F238E27FC236}">
                <a16:creationId xmlns:a16="http://schemas.microsoft.com/office/drawing/2014/main" id="{26376C95-008A-9AF7-E171-A69E8EEF1E2D}"/>
              </a:ext>
            </a:extLst>
          </p:cNvPr>
          <p:cNvSpPr txBox="1"/>
          <p:nvPr/>
        </p:nvSpPr>
        <p:spPr>
          <a:xfrm>
            <a:off x="1034470" y="2469966"/>
            <a:ext cx="7372697" cy="707886"/>
          </a:xfrm>
          <a:prstGeom prst="rect">
            <a:avLst/>
          </a:prstGeom>
          <a:noFill/>
        </p:spPr>
        <p:txBody>
          <a:bodyPr wrap="square">
            <a:spAutoFit/>
          </a:bodyPr>
          <a:lstStyle/>
          <a:p>
            <a:pPr marL="0" indent="0" algn="ctr">
              <a:buNone/>
            </a:pPr>
            <a:r>
              <a:rPr lang="en-US" sz="2000" dirty="0"/>
              <a:t>Suppose you wanted to investigate the current stress levels of undergraduate students…</a:t>
            </a:r>
          </a:p>
        </p:txBody>
      </p:sp>
    </p:spTree>
    <p:extLst>
      <p:ext uri="{BB962C8B-B14F-4D97-AF65-F5344CB8AC3E}">
        <p14:creationId xmlns:p14="http://schemas.microsoft.com/office/powerpoint/2010/main" val="2797809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A5B43-DDE7-BBAB-376D-9018E3E324FC}"/>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E5BC3944-8F7E-624E-330E-B9DF543FBBCD}"/>
              </a:ext>
            </a:extLst>
          </p:cNvPr>
          <p:cNvSpPr txBox="1">
            <a:spLocks/>
          </p:cNvSpPr>
          <p:nvPr/>
        </p:nvSpPr>
        <p:spPr>
          <a:xfrm>
            <a:off x="6860004" y="0"/>
            <a:ext cx="2283996" cy="685301"/>
          </a:xfrm>
          <a:prstGeom prst="rect">
            <a:avLst/>
          </a:prstGeom>
          <a:ln>
            <a:noFill/>
          </a:ln>
        </p:spPr>
        <p:style>
          <a:lnRef idx="3">
            <a:schemeClr val="lt1"/>
          </a:lnRef>
          <a:fillRef idx="1">
            <a:schemeClr val="accent1"/>
          </a:fillRef>
          <a:effectRef idx="1">
            <a:schemeClr val="accent1"/>
          </a:effectRef>
          <a:fontRef idx="minor">
            <a:schemeClr val="lt1"/>
          </a:fontRef>
        </p:style>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b="1" dirty="0"/>
              <a:t>ACTIVITY 1</a:t>
            </a:r>
          </a:p>
        </p:txBody>
      </p:sp>
      <p:sp>
        <p:nvSpPr>
          <p:cNvPr id="6" name="Subtitle 2">
            <a:extLst>
              <a:ext uri="{FF2B5EF4-FFF2-40B4-BE49-F238E27FC236}">
                <a16:creationId xmlns:a16="http://schemas.microsoft.com/office/drawing/2014/main" id="{3749B504-32BD-1765-58E8-EF12BB4DA5D1}"/>
              </a:ext>
            </a:extLst>
          </p:cNvPr>
          <p:cNvSpPr txBox="1">
            <a:spLocks/>
          </p:cNvSpPr>
          <p:nvPr/>
        </p:nvSpPr>
        <p:spPr>
          <a:xfrm>
            <a:off x="297997" y="746108"/>
            <a:ext cx="8845644" cy="1185788"/>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dirty="0"/>
              <a:t>Comparing Quantitative and Qualitative</a:t>
            </a:r>
          </a:p>
          <a:p>
            <a:pPr marL="0" indent="0" algn="ctr">
              <a:buNone/>
            </a:pPr>
            <a:r>
              <a:rPr lang="en-US" sz="3200" dirty="0"/>
              <a:t>A (</a:t>
            </a:r>
            <a:r>
              <a:rPr lang="en-US" sz="3200" i="1" dirty="0"/>
              <a:t>simplified</a:t>
            </a:r>
            <a:r>
              <a:rPr lang="en-US" sz="3200" dirty="0"/>
              <a:t>) example</a:t>
            </a:r>
          </a:p>
        </p:txBody>
      </p:sp>
      <p:sp>
        <p:nvSpPr>
          <p:cNvPr id="8" name="TextBox 7">
            <a:extLst>
              <a:ext uri="{FF2B5EF4-FFF2-40B4-BE49-F238E27FC236}">
                <a16:creationId xmlns:a16="http://schemas.microsoft.com/office/drawing/2014/main" id="{3FA88A56-9247-910D-90A8-0F77E15D08CF}"/>
              </a:ext>
            </a:extLst>
          </p:cNvPr>
          <p:cNvSpPr txBox="1"/>
          <p:nvPr/>
        </p:nvSpPr>
        <p:spPr>
          <a:xfrm>
            <a:off x="712693" y="3488325"/>
            <a:ext cx="6545357" cy="2585323"/>
          </a:xfrm>
          <a:prstGeom prst="rect">
            <a:avLst/>
          </a:prstGeom>
          <a:noFill/>
        </p:spPr>
        <p:txBody>
          <a:bodyPr wrap="square">
            <a:spAutoFit/>
          </a:bodyPr>
          <a:lstStyle/>
          <a:p>
            <a:pPr marL="0" indent="0">
              <a:buNone/>
            </a:pPr>
            <a:r>
              <a:rPr lang="en-US" sz="1800" b="1" dirty="0"/>
              <a:t>Quant</a:t>
            </a:r>
            <a:r>
              <a:rPr lang="en-US" b="1" dirty="0"/>
              <a:t>itative Method</a:t>
            </a:r>
            <a:r>
              <a:rPr lang="en-US" dirty="0"/>
              <a:t>: </a:t>
            </a:r>
          </a:p>
          <a:p>
            <a:pPr marL="0" indent="0">
              <a:buNone/>
            </a:pPr>
            <a:r>
              <a:rPr lang="en-US" dirty="0"/>
              <a:t>Questionnaire – items from </a:t>
            </a:r>
            <a:r>
              <a:rPr lang="en-US" sz="1800" dirty="0"/>
              <a:t>State-Trait Anxiety Inventory Sub-scales:</a:t>
            </a:r>
          </a:p>
          <a:p>
            <a:pPr marL="0" indent="0">
              <a:buNone/>
            </a:pPr>
            <a:r>
              <a:rPr lang="en-US" sz="1800" dirty="0"/>
              <a:t>- state (Y1)</a:t>
            </a:r>
            <a:r>
              <a:rPr lang="en-US" dirty="0"/>
              <a:t>: how anxious someone feels in the moment</a:t>
            </a:r>
          </a:p>
          <a:p>
            <a:pPr marL="0" indent="0">
              <a:buNone/>
            </a:pPr>
            <a:r>
              <a:rPr lang="en-US" dirty="0"/>
              <a:t>- trait (Y2): how anxious someone generally feels)</a:t>
            </a:r>
          </a:p>
          <a:p>
            <a:pPr marL="0" indent="0">
              <a:buNone/>
            </a:pPr>
            <a:endParaRPr lang="en-US" sz="1800" dirty="0"/>
          </a:p>
          <a:p>
            <a:pPr marL="0" indent="0">
              <a:buNone/>
            </a:pPr>
            <a:r>
              <a:rPr lang="en-US" dirty="0"/>
              <a:t>Scores range from 20-80 on each sub-scale</a:t>
            </a:r>
          </a:p>
          <a:p>
            <a:pPr marL="0" indent="0">
              <a:buNone/>
            </a:pPr>
            <a:endParaRPr lang="en-US" dirty="0"/>
          </a:p>
          <a:p>
            <a:pPr marL="0" indent="0">
              <a:buNone/>
            </a:pPr>
            <a:r>
              <a:rPr lang="en-US" sz="1800" dirty="0"/>
              <a:t>*</a:t>
            </a:r>
            <a:r>
              <a:rPr lang="en-US" sz="1800" i="1" dirty="0"/>
              <a:t>it’s not used as a diagnostic tool. High scores don’t confirm a diagnosis </a:t>
            </a:r>
          </a:p>
        </p:txBody>
      </p:sp>
      <p:sp>
        <p:nvSpPr>
          <p:cNvPr id="4" name="TextBox 3">
            <a:extLst>
              <a:ext uri="{FF2B5EF4-FFF2-40B4-BE49-F238E27FC236}">
                <a16:creationId xmlns:a16="http://schemas.microsoft.com/office/drawing/2014/main" id="{629F9F89-C953-82B6-6706-91220F0E9B98}"/>
              </a:ext>
            </a:extLst>
          </p:cNvPr>
          <p:cNvSpPr txBox="1"/>
          <p:nvPr/>
        </p:nvSpPr>
        <p:spPr>
          <a:xfrm>
            <a:off x="817494" y="2356167"/>
            <a:ext cx="7806650" cy="707886"/>
          </a:xfrm>
          <a:prstGeom prst="rect">
            <a:avLst/>
          </a:prstGeom>
          <a:noFill/>
        </p:spPr>
        <p:txBody>
          <a:bodyPr wrap="square">
            <a:spAutoFit/>
          </a:bodyPr>
          <a:lstStyle/>
          <a:p>
            <a:pPr marL="0" indent="0" algn="ctr">
              <a:buNone/>
            </a:pPr>
            <a:r>
              <a:rPr lang="en-US" sz="2000" dirty="0"/>
              <a:t>Suppose you wanted to investigate the current stress levels of undergraduate students…</a:t>
            </a:r>
          </a:p>
        </p:txBody>
      </p:sp>
    </p:spTree>
    <p:extLst>
      <p:ext uri="{BB962C8B-B14F-4D97-AF65-F5344CB8AC3E}">
        <p14:creationId xmlns:p14="http://schemas.microsoft.com/office/powerpoint/2010/main" val="79123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8AEE0-AEBA-4C94-F557-5FF0769C72C8}"/>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5F0DF607-B23E-AB6B-7401-9BAFC77A831A}"/>
              </a:ext>
            </a:extLst>
          </p:cNvPr>
          <p:cNvSpPr txBox="1">
            <a:spLocks/>
          </p:cNvSpPr>
          <p:nvPr/>
        </p:nvSpPr>
        <p:spPr>
          <a:xfrm>
            <a:off x="6860004" y="0"/>
            <a:ext cx="2283996" cy="685301"/>
          </a:xfrm>
          <a:prstGeom prst="rect">
            <a:avLst/>
          </a:prstGeom>
          <a:ln>
            <a:noFill/>
          </a:ln>
        </p:spPr>
        <p:style>
          <a:lnRef idx="3">
            <a:schemeClr val="lt1"/>
          </a:lnRef>
          <a:fillRef idx="1">
            <a:schemeClr val="accent1"/>
          </a:fillRef>
          <a:effectRef idx="1">
            <a:schemeClr val="accent1"/>
          </a:effectRef>
          <a:fontRef idx="minor">
            <a:schemeClr val="lt1"/>
          </a:fontRef>
        </p:style>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b="1" dirty="0"/>
              <a:t>ACTIVITY 1</a:t>
            </a:r>
          </a:p>
        </p:txBody>
      </p:sp>
      <p:sp>
        <p:nvSpPr>
          <p:cNvPr id="8" name="TextBox 7">
            <a:extLst>
              <a:ext uri="{FF2B5EF4-FFF2-40B4-BE49-F238E27FC236}">
                <a16:creationId xmlns:a16="http://schemas.microsoft.com/office/drawing/2014/main" id="{FCD7259D-FF91-85F4-D1D2-2BE6092BD624}"/>
              </a:ext>
            </a:extLst>
          </p:cNvPr>
          <p:cNvSpPr txBox="1"/>
          <p:nvPr/>
        </p:nvSpPr>
        <p:spPr>
          <a:xfrm>
            <a:off x="221580" y="78993"/>
            <a:ext cx="3719038" cy="369332"/>
          </a:xfrm>
          <a:prstGeom prst="rect">
            <a:avLst/>
          </a:prstGeom>
          <a:noFill/>
        </p:spPr>
        <p:txBody>
          <a:bodyPr wrap="square">
            <a:spAutoFit/>
          </a:bodyPr>
          <a:lstStyle/>
          <a:p>
            <a:pPr marL="0" indent="0">
              <a:buNone/>
            </a:pPr>
            <a:r>
              <a:rPr lang="en-US" sz="1800" b="1" dirty="0"/>
              <a:t>Quant</a:t>
            </a:r>
            <a:r>
              <a:rPr lang="en-US" b="1" dirty="0"/>
              <a:t>itative (State items):</a:t>
            </a:r>
            <a:endParaRPr lang="en-US" sz="1800" dirty="0"/>
          </a:p>
        </p:txBody>
      </p:sp>
      <p:pic>
        <p:nvPicPr>
          <p:cNvPr id="3" name="Picture 2">
            <a:extLst>
              <a:ext uri="{FF2B5EF4-FFF2-40B4-BE49-F238E27FC236}">
                <a16:creationId xmlns:a16="http://schemas.microsoft.com/office/drawing/2014/main" id="{FC9FB4BA-C401-63AE-34D8-A00E378C1EB2}"/>
              </a:ext>
            </a:extLst>
          </p:cNvPr>
          <p:cNvPicPr>
            <a:picLocks noChangeAspect="1"/>
          </p:cNvPicPr>
          <p:nvPr/>
        </p:nvPicPr>
        <p:blipFill>
          <a:blip r:embed="rId3"/>
          <a:stretch>
            <a:fillRect/>
          </a:stretch>
        </p:blipFill>
        <p:spPr>
          <a:xfrm>
            <a:off x="2931196" y="527317"/>
            <a:ext cx="3049127" cy="2547062"/>
          </a:xfrm>
          <a:prstGeom prst="rect">
            <a:avLst/>
          </a:prstGeom>
        </p:spPr>
      </p:pic>
      <p:pic>
        <p:nvPicPr>
          <p:cNvPr id="9" name="Picture 8">
            <a:extLst>
              <a:ext uri="{FF2B5EF4-FFF2-40B4-BE49-F238E27FC236}">
                <a16:creationId xmlns:a16="http://schemas.microsoft.com/office/drawing/2014/main" id="{66E61066-781F-A446-17F7-E1BA70EC0FC2}"/>
              </a:ext>
            </a:extLst>
          </p:cNvPr>
          <p:cNvPicPr>
            <a:picLocks noChangeAspect="1"/>
          </p:cNvPicPr>
          <p:nvPr/>
        </p:nvPicPr>
        <p:blipFill>
          <a:blip r:embed="rId4"/>
          <a:srcRect r="7056" b="51919"/>
          <a:stretch>
            <a:fillRect/>
          </a:stretch>
        </p:blipFill>
        <p:spPr>
          <a:xfrm>
            <a:off x="6003894" y="685301"/>
            <a:ext cx="2918526" cy="2547062"/>
          </a:xfrm>
          <a:prstGeom prst="rect">
            <a:avLst/>
          </a:prstGeom>
        </p:spPr>
      </p:pic>
      <p:pic>
        <p:nvPicPr>
          <p:cNvPr id="10" name="Picture 9">
            <a:extLst>
              <a:ext uri="{FF2B5EF4-FFF2-40B4-BE49-F238E27FC236}">
                <a16:creationId xmlns:a16="http://schemas.microsoft.com/office/drawing/2014/main" id="{F2AC926A-44EA-45ED-EF3B-C03754319022}"/>
              </a:ext>
            </a:extLst>
          </p:cNvPr>
          <p:cNvPicPr>
            <a:picLocks noChangeAspect="1"/>
          </p:cNvPicPr>
          <p:nvPr/>
        </p:nvPicPr>
        <p:blipFill>
          <a:blip r:embed="rId4"/>
          <a:srcRect l="2674" t="52158" r="-1" b="-2535"/>
          <a:stretch>
            <a:fillRect/>
          </a:stretch>
        </p:blipFill>
        <p:spPr>
          <a:xfrm>
            <a:off x="142162" y="3232363"/>
            <a:ext cx="3142070" cy="2743699"/>
          </a:xfrm>
          <a:prstGeom prst="rect">
            <a:avLst/>
          </a:prstGeom>
        </p:spPr>
      </p:pic>
      <p:pic>
        <p:nvPicPr>
          <p:cNvPr id="12" name="Picture 11">
            <a:extLst>
              <a:ext uri="{FF2B5EF4-FFF2-40B4-BE49-F238E27FC236}">
                <a16:creationId xmlns:a16="http://schemas.microsoft.com/office/drawing/2014/main" id="{00DB67E1-C82E-DEBC-1CF2-E022F3F31B64}"/>
              </a:ext>
            </a:extLst>
          </p:cNvPr>
          <p:cNvPicPr>
            <a:picLocks noChangeAspect="1"/>
          </p:cNvPicPr>
          <p:nvPr/>
        </p:nvPicPr>
        <p:blipFill>
          <a:blip r:embed="rId5"/>
          <a:stretch>
            <a:fillRect/>
          </a:stretch>
        </p:blipFill>
        <p:spPr>
          <a:xfrm>
            <a:off x="221580" y="685301"/>
            <a:ext cx="2827582" cy="2356318"/>
          </a:xfrm>
          <a:prstGeom prst="rect">
            <a:avLst/>
          </a:prstGeom>
        </p:spPr>
      </p:pic>
      <p:pic>
        <p:nvPicPr>
          <p:cNvPr id="7" name="Picture 6">
            <a:extLst>
              <a:ext uri="{FF2B5EF4-FFF2-40B4-BE49-F238E27FC236}">
                <a16:creationId xmlns:a16="http://schemas.microsoft.com/office/drawing/2014/main" id="{892534A3-AD35-AF53-BE47-43BF8E907A6A}"/>
              </a:ext>
            </a:extLst>
          </p:cNvPr>
          <p:cNvPicPr>
            <a:picLocks noChangeAspect="1"/>
          </p:cNvPicPr>
          <p:nvPr/>
        </p:nvPicPr>
        <p:blipFill>
          <a:blip r:embed="rId6"/>
          <a:stretch>
            <a:fillRect/>
          </a:stretch>
        </p:blipFill>
        <p:spPr>
          <a:xfrm>
            <a:off x="3071304" y="3265123"/>
            <a:ext cx="2909019" cy="2659256"/>
          </a:xfrm>
          <a:prstGeom prst="rect">
            <a:avLst/>
          </a:prstGeom>
        </p:spPr>
      </p:pic>
      <p:pic>
        <p:nvPicPr>
          <p:cNvPr id="13" name="Picture 12">
            <a:extLst>
              <a:ext uri="{FF2B5EF4-FFF2-40B4-BE49-F238E27FC236}">
                <a16:creationId xmlns:a16="http://schemas.microsoft.com/office/drawing/2014/main" id="{13CF8B11-66CC-0DD8-8A9B-BE0CF36F73F4}"/>
              </a:ext>
            </a:extLst>
          </p:cNvPr>
          <p:cNvPicPr>
            <a:picLocks noChangeAspect="1"/>
          </p:cNvPicPr>
          <p:nvPr/>
        </p:nvPicPr>
        <p:blipFill>
          <a:blip r:embed="rId7"/>
          <a:srcRect l="3762" t="1083" r="4297"/>
          <a:stretch>
            <a:fillRect/>
          </a:stretch>
        </p:blipFill>
        <p:spPr>
          <a:xfrm>
            <a:off x="6213374" y="3226845"/>
            <a:ext cx="2719648" cy="2754733"/>
          </a:xfrm>
          <a:prstGeom prst="rect">
            <a:avLst/>
          </a:prstGeom>
        </p:spPr>
      </p:pic>
    </p:spTree>
    <p:extLst>
      <p:ext uri="{BB962C8B-B14F-4D97-AF65-F5344CB8AC3E}">
        <p14:creationId xmlns:p14="http://schemas.microsoft.com/office/powerpoint/2010/main" val="2588908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1A9A6-84DF-4A01-8924-B4F945E88297}"/>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E54FC911-4164-F999-0509-61881DDDDC27}"/>
              </a:ext>
            </a:extLst>
          </p:cNvPr>
          <p:cNvSpPr txBox="1">
            <a:spLocks/>
          </p:cNvSpPr>
          <p:nvPr/>
        </p:nvSpPr>
        <p:spPr>
          <a:xfrm>
            <a:off x="6860004" y="0"/>
            <a:ext cx="2283996" cy="685301"/>
          </a:xfrm>
          <a:prstGeom prst="rect">
            <a:avLst/>
          </a:prstGeom>
          <a:ln>
            <a:noFill/>
          </a:ln>
        </p:spPr>
        <p:style>
          <a:lnRef idx="3">
            <a:schemeClr val="lt1"/>
          </a:lnRef>
          <a:fillRef idx="1">
            <a:schemeClr val="accent1"/>
          </a:fillRef>
          <a:effectRef idx="1">
            <a:schemeClr val="accent1"/>
          </a:effectRef>
          <a:fontRef idx="minor">
            <a:schemeClr val="lt1"/>
          </a:fontRef>
        </p:style>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b="1" dirty="0"/>
              <a:t>ACTIVITY 1</a:t>
            </a:r>
          </a:p>
        </p:txBody>
      </p:sp>
      <p:sp>
        <p:nvSpPr>
          <p:cNvPr id="8" name="TextBox 7">
            <a:extLst>
              <a:ext uri="{FF2B5EF4-FFF2-40B4-BE49-F238E27FC236}">
                <a16:creationId xmlns:a16="http://schemas.microsoft.com/office/drawing/2014/main" id="{ED05A484-2589-F642-5E08-8B46739D16CB}"/>
              </a:ext>
            </a:extLst>
          </p:cNvPr>
          <p:cNvSpPr txBox="1"/>
          <p:nvPr/>
        </p:nvSpPr>
        <p:spPr>
          <a:xfrm>
            <a:off x="253664" y="464004"/>
            <a:ext cx="3719038" cy="369332"/>
          </a:xfrm>
          <a:prstGeom prst="rect">
            <a:avLst/>
          </a:prstGeom>
          <a:noFill/>
        </p:spPr>
        <p:txBody>
          <a:bodyPr wrap="square">
            <a:spAutoFit/>
          </a:bodyPr>
          <a:lstStyle/>
          <a:p>
            <a:pPr marL="0" indent="0">
              <a:buNone/>
            </a:pPr>
            <a:r>
              <a:rPr lang="en-US" sz="1800" b="1" dirty="0"/>
              <a:t>Qualitative (interview prompts</a:t>
            </a:r>
            <a:r>
              <a:rPr lang="en-US" b="1" dirty="0"/>
              <a:t>):</a:t>
            </a:r>
            <a:endParaRPr lang="en-US" sz="1800" dirty="0"/>
          </a:p>
        </p:txBody>
      </p:sp>
      <p:sp>
        <p:nvSpPr>
          <p:cNvPr id="6" name="TextBox 5">
            <a:extLst>
              <a:ext uri="{FF2B5EF4-FFF2-40B4-BE49-F238E27FC236}">
                <a16:creationId xmlns:a16="http://schemas.microsoft.com/office/drawing/2014/main" id="{75B7689D-7E18-9E65-E8DC-23C5063C14BC}"/>
              </a:ext>
            </a:extLst>
          </p:cNvPr>
          <p:cNvSpPr txBox="1"/>
          <p:nvPr/>
        </p:nvSpPr>
        <p:spPr>
          <a:xfrm>
            <a:off x="651789" y="2564522"/>
            <a:ext cx="5053106" cy="369332"/>
          </a:xfrm>
          <a:prstGeom prst="rect">
            <a:avLst/>
          </a:prstGeom>
          <a:noFill/>
        </p:spPr>
        <p:txBody>
          <a:bodyPr wrap="square">
            <a:spAutoFit/>
          </a:bodyPr>
          <a:lstStyle/>
          <a:p>
            <a:pPr marL="0" indent="0">
              <a:buNone/>
            </a:pPr>
            <a:r>
              <a:rPr lang="en-US" dirty="0"/>
              <a:t>…</a:t>
            </a:r>
            <a:r>
              <a:rPr lang="en-US" sz="1800" dirty="0"/>
              <a:t>with follow up questions / prompts..</a:t>
            </a:r>
          </a:p>
        </p:txBody>
      </p:sp>
      <p:sp>
        <p:nvSpPr>
          <p:cNvPr id="17" name="TextBox 16">
            <a:extLst>
              <a:ext uri="{FF2B5EF4-FFF2-40B4-BE49-F238E27FC236}">
                <a16:creationId xmlns:a16="http://schemas.microsoft.com/office/drawing/2014/main" id="{5CADF145-09BA-9A85-3C55-7B5373AF15E1}"/>
              </a:ext>
            </a:extLst>
          </p:cNvPr>
          <p:cNvSpPr txBox="1"/>
          <p:nvPr/>
        </p:nvSpPr>
        <p:spPr>
          <a:xfrm>
            <a:off x="1298925" y="1493522"/>
            <a:ext cx="6191572" cy="646331"/>
          </a:xfrm>
          <a:prstGeom prst="rect">
            <a:avLst/>
          </a:prstGeom>
          <a:noFill/>
        </p:spPr>
        <p:txBody>
          <a:bodyPr wrap="square">
            <a:spAutoFit/>
          </a:bodyPr>
          <a:lstStyle/>
          <a:p>
            <a:r>
              <a:rPr lang="en-GB" dirty="0"/>
              <a:t>Can you tell me how you've been feeling today in relation to your university life?</a:t>
            </a:r>
          </a:p>
        </p:txBody>
      </p:sp>
      <p:sp>
        <p:nvSpPr>
          <p:cNvPr id="19" name="TextBox 18">
            <a:extLst>
              <a:ext uri="{FF2B5EF4-FFF2-40B4-BE49-F238E27FC236}">
                <a16:creationId xmlns:a16="http://schemas.microsoft.com/office/drawing/2014/main" id="{30C806F7-2F2A-CDB6-7BFF-8DF4B4BA56FC}"/>
              </a:ext>
            </a:extLst>
          </p:cNvPr>
          <p:cNvSpPr txBox="1"/>
          <p:nvPr/>
        </p:nvSpPr>
        <p:spPr>
          <a:xfrm>
            <a:off x="1298925" y="3243009"/>
            <a:ext cx="7160217" cy="369332"/>
          </a:xfrm>
          <a:prstGeom prst="rect">
            <a:avLst/>
          </a:prstGeom>
          <a:noFill/>
        </p:spPr>
        <p:txBody>
          <a:bodyPr wrap="square">
            <a:spAutoFit/>
          </a:bodyPr>
          <a:lstStyle/>
          <a:p>
            <a:r>
              <a:rPr lang="en-GB" dirty="0"/>
              <a:t>What specific emotions or feelings have come up for you today?</a:t>
            </a:r>
          </a:p>
        </p:txBody>
      </p:sp>
      <p:sp>
        <p:nvSpPr>
          <p:cNvPr id="21" name="TextBox 20">
            <a:extLst>
              <a:ext uri="{FF2B5EF4-FFF2-40B4-BE49-F238E27FC236}">
                <a16:creationId xmlns:a16="http://schemas.microsoft.com/office/drawing/2014/main" id="{9588C02E-C5D5-44A6-1617-72631CE45A34}"/>
              </a:ext>
            </a:extLst>
          </p:cNvPr>
          <p:cNvSpPr txBox="1"/>
          <p:nvPr/>
        </p:nvSpPr>
        <p:spPr>
          <a:xfrm>
            <a:off x="1298925" y="3849317"/>
            <a:ext cx="7710407" cy="369332"/>
          </a:xfrm>
          <a:prstGeom prst="rect">
            <a:avLst/>
          </a:prstGeom>
          <a:noFill/>
        </p:spPr>
        <p:txBody>
          <a:bodyPr wrap="square">
            <a:spAutoFit/>
          </a:bodyPr>
          <a:lstStyle/>
          <a:p>
            <a:r>
              <a:rPr lang="en-GB" dirty="0"/>
              <a:t>Has anything in particular at university affected your mood today?</a:t>
            </a:r>
          </a:p>
        </p:txBody>
      </p:sp>
      <p:sp>
        <p:nvSpPr>
          <p:cNvPr id="23" name="TextBox 22">
            <a:extLst>
              <a:ext uri="{FF2B5EF4-FFF2-40B4-BE49-F238E27FC236}">
                <a16:creationId xmlns:a16="http://schemas.microsoft.com/office/drawing/2014/main" id="{09264865-8C71-121A-1DDA-36C3E55BC95D}"/>
              </a:ext>
            </a:extLst>
          </p:cNvPr>
          <p:cNvSpPr txBox="1"/>
          <p:nvPr/>
        </p:nvSpPr>
        <p:spPr>
          <a:xfrm>
            <a:off x="1298924" y="4455625"/>
            <a:ext cx="7710407" cy="369332"/>
          </a:xfrm>
          <a:prstGeom prst="rect">
            <a:avLst/>
          </a:prstGeom>
          <a:noFill/>
        </p:spPr>
        <p:txBody>
          <a:bodyPr wrap="square">
            <a:spAutoFit/>
          </a:bodyPr>
          <a:lstStyle/>
          <a:p>
            <a:r>
              <a:rPr lang="en-GB" dirty="0"/>
              <a:t>How have these feelings influenced your ability to focus or get things done?</a:t>
            </a:r>
          </a:p>
        </p:txBody>
      </p:sp>
    </p:spTree>
    <p:extLst>
      <p:ext uri="{BB962C8B-B14F-4D97-AF65-F5344CB8AC3E}">
        <p14:creationId xmlns:p14="http://schemas.microsoft.com/office/powerpoint/2010/main" val="280895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9" grpId="0"/>
      <p:bldP spid="21"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A5B59459-9189-0C31-BFCE-13173ED55325}"/>
              </a:ext>
            </a:extLst>
          </p:cNvPr>
          <p:cNvSpPr txBox="1">
            <a:spLocks/>
          </p:cNvSpPr>
          <p:nvPr/>
        </p:nvSpPr>
        <p:spPr>
          <a:xfrm>
            <a:off x="444577" y="342650"/>
            <a:ext cx="8699423" cy="6515350"/>
          </a:xfrm>
          <a:prstGeom prst="rect">
            <a:avLst/>
          </a:prstGeom>
          <a:solidFill>
            <a:schemeClr val="bg1"/>
          </a:solid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US" sz="2400" b="1" dirty="0"/>
              <a:t>Now you have your answers…</a:t>
            </a:r>
          </a:p>
          <a:p>
            <a:pPr marL="0" indent="0">
              <a:buNone/>
            </a:pPr>
            <a:r>
              <a:rPr lang="en-US" dirty="0"/>
              <a:t>You should now have some numeric values (</a:t>
            </a:r>
            <a:r>
              <a:rPr lang="en-US" b="1" dirty="0"/>
              <a:t>Quantitative</a:t>
            </a:r>
            <a:r>
              <a:rPr lang="en-US" dirty="0"/>
              <a:t>) and some written text answering the interview questions (</a:t>
            </a:r>
            <a:r>
              <a:rPr lang="en-US" b="1" dirty="0"/>
              <a:t>Qualitative</a:t>
            </a:r>
            <a:r>
              <a:rPr lang="en-US" dirty="0"/>
              <a:t>) </a:t>
            </a:r>
          </a:p>
          <a:p>
            <a:pPr marL="0" indent="0">
              <a:buNone/>
            </a:pPr>
            <a:r>
              <a:rPr lang="en-US" dirty="0"/>
              <a:t>Compare your two (</a:t>
            </a:r>
            <a:r>
              <a:rPr lang="en-US" i="1" dirty="0"/>
              <a:t>very mini</a:t>
            </a:r>
            <a:r>
              <a:rPr lang="en-US" dirty="0"/>
              <a:t>) data sets, thinking about…</a:t>
            </a:r>
          </a:p>
          <a:p>
            <a:pPr marL="457200" indent="-457200">
              <a:buAutoNum type="arabicPeriod"/>
            </a:pPr>
            <a:r>
              <a:rPr lang="en-GB" sz="1800" dirty="0"/>
              <a:t>Does the qualitative data provide context or explanations that the numbers alone cannot?</a:t>
            </a:r>
          </a:p>
          <a:p>
            <a:pPr marL="457200" indent="-457200">
              <a:buFont typeface="Wingdings 3" charset="2"/>
              <a:buAutoNum type="arabicPeriod"/>
            </a:pPr>
            <a:r>
              <a:rPr lang="en-GB" sz="1800" dirty="0"/>
              <a:t>Which dataset is easier to interpret quickly? What are your interpretations of the data?</a:t>
            </a:r>
          </a:p>
          <a:p>
            <a:pPr marL="457200" indent="-457200">
              <a:buFont typeface="Wingdings 3" charset="2"/>
              <a:buAutoNum type="arabicPeriod"/>
            </a:pPr>
            <a:r>
              <a:rPr lang="en-GB" sz="1800" dirty="0"/>
              <a:t>Which requires more time or skill to analyse meaningfully?</a:t>
            </a:r>
          </a:p>
          <a:p>
            <a:pPr marL="457200" indent="-457200">
              <a:buFont typeface="Wingdings 3" charset="2"/>
              <a:buAutoNum type="arabicPeriod"/>
            </a:pPr>
            <a:r>
              <a:rPr lang="en-US" sz="1800" dirty="0"/>
              <a:t>Which dataset provides a more accurate representation of </a:t>
            </a:r>
            <a:r>
              <a:rPr lang="en-US" sz="1800" u="sng" dirty="0"/>
              <a:t>your</a:t>
            </a:r>
            <a:r>
              <a:rPr lang="en-US" sz="1800" dirty="0"/>
              <a:t> experiences and feelings?</a:t>
            </a:r>
          </a:p>
          <a:p>
            <a:pPr marL="457200" indent="-457200">
              <a:buAutoNum type="arabicPeriod"/>
            </a:pPr>
            <a:r>
              <a:rPr lang="en-US" sz="1800" dirty="0"/>
              <a:t>How well do the responses from the interview data complement or align with the numeric data? </a:t>
            </a:r>
          </a:p>
          <a:p>
            <a:pPr marL="457200" indent="-457200">
              <a:buAutoNum type="arabicPeriod"/>
            </a:pPr>
            <a:r>
              <a:rPr lang="en-US" sz="1800" dirty="0"/>
              <a:t>Did you respond differently to one format than the other? E.g., being asked interview questions vs a questionnaire?</a:t>
            </a:r>
          </a:p>
          <a:p>
            <a:pPr marL="457200" indent="-457200">
              <a:buAutoNum type="arabicPeriod"/>
            </a:pPr>
            <a:r>
              <a:rPr lang="en-GB" sz="1800" dirty="0"/>
              <a:t>Which format might introduce more bias (e.g., interviewer influence vs self-report scale)?</a:t>
            </a:r>
          </a:p>
          <a:p>
            <a:pPr marL="457200" indent="-457200">
              <a:buAutoNum type="arabicPeriod"/>
            </a:pPr>
            <a:r>
              <a:rPr lang="en-GB" sz="1800" dirty="0"/>
              <a:t>Which feels more reliable? As a researcher, which would you choose and trust more? </a:t>
            </a:r>
            <a:endParaRPr lang="en-US" sz="1800" dirty="0"/>
          </a:p>
        </p:txBody>
      </p:sp>
      <p:sp>
        <p:nvSpPr>
          <p:cNvPr id="2" name="Subtitle 2">
            <a:extLst>
              <a:ext uri="{FF2B5EF4-FFF2-40B4-BE49-F238E27FC236}">
                <a16:creationId xmlns:a16="http://schemas.microsoft.com/office/drawing/2014/main" id="{CBC52AF5-6E1B-9D6A-49AA-32D463D4BE71}"/>
              </a:ext>
            </a:extLst>
          </p:cNvPr>
          <p:cNvSpPr txBox="1">
            <a:spLocks/>
          </p:cNvSpPr>
          <p:nvPr/>
        </p:nvSpPr>
        <p:spPr>
          <a:xfrm>
            <a:off x="6860004" y="0"/>
            <a:ext cx="2283996" cy="685301"/>
          </a:xfrm>
          <a:prstGeom prst="rect">
            <a:avLst/>
          </a:prstGeom>
          <a:ln>
            <a:noFill/>
          </a:ln>
        </p:spPr>
        <p:style>
          <a:lnRef idx="3">
            <a:schemeClr val="lt1"/>
          </a:lnRef>
          <a:fillRef idx="1">
            <a:schemeClr val="accent1"/>
          </a:fillRef>
          <a:effectRef idx="1">
            <a:schemeClr val="accent1"/>
          </a:effectRef>
          <a:fontRef idx="minor">
            <a:schemeClr val="lt1"/>
          </a:fontRef>
        </p:style>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b="1" dirty="0"/>
              <a:t>ACTIVITY 1</a:t>
            </a:r>
          </a:p>
        </p:txBody>
      </p:sp>
    </p:spTree>
    <p:extLst>
      <p:ext uri="{BB962C8B-B14F-4D97-AF65-F5344CB8AC3E}">
        <p14:creationId xmlns:p14="http://schemas.microsoft.com/office/powerpoint/2010/main" val="237616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3F5D9-DEE5-B498-DC22-85AFC7C7D1C3}"/>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50A0FA96-3C68-D32C-B9B3-E76D5176677A}"/>
              </a:ext>
            </a:extLst>
          </p:cNvPr>
          <p:cNvSpPr>
            <a:spLocks noGrp="1"/>
          </p:cNvSpPr>
          <p:nvPr>
            <p:ph type="subTitle" idx="1"/>
          </p:nvPr>
        </p:nvSpPr>
        <p:spPr>
          <a:xfrm>
            <a:off x="5723351" y="1088645"/>
            <a:ext cx="3420629" cy="5152416"/>
          </a:xfrm>
          <a:noFill/>
        </p:spPr>
        <p:txBody>
          <a:bodyPr>
            <a:noAutofit/>
          </a:bodyPr>
          <a:lstStyle/>
          <a:p>
            <a:endParaRPr lang="en-US" sz="3200" b="1" dirty="0">
              <a:solidFill>
                <a:schemeClr val="tx1"/>
              </a:solidFill>
            </a:endParaRPr>
          </a:p>
          <a:p>
            <a:r>
              <a:rPr lang="en-US" sz="3200" b="1" dirty="0">
                <a:solidFill>
                  <a:schemeClr val="tx1"/>
                </a:solidFill>
              </a:rPr>
              <a:t>2. Discourse Analysis </a:t>
            </a:r>
          </a:p>
        </p:txBody>
      </p:sp>
      <p:pic>
        <p:nvPicPr>
          <p:cNvPr id="3" name="Picture 6" descr="See the source image">
            <a:extLst>
              <a:ext uri="{FF2B5EF4-FFF2-40B4-BE49-F238E27FC236}">
                <a16:creationId xmlns:a16="http://schemas.microsoft.com/office/drawing/2014/main" id="{0B4642FE-3F79-5B7D-9AB7-037F17653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2128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FAB16C55-CFB0-0ACA-F70B-59B4B7617303}"/>
              </a:ext>
            </a:extLst>
          </p:cNvPr>
          <p:cNvSpPr txBox="1">
            <a:spLocks/>
          </p:cNvSpPr>
          <p:nvPr/>
        </p:nvSpPr>
        <p:spPr>
          <a:xfrm>
            <a:off x="595872" y="1083426"/>
            <a:ext cx="8194837" cy="5394903"/>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GB" dirty="0"/>
              <a:t>How </a:t>
            </a:r>
            <a:r>
              <a:rPr lang="en-GB" i="1" dirty="0"/>
              <a:t>language</a:t>
            </a:r>
            <a:r>
              <a:rPr lang="en-GB" dirty="0"/>
              <a:t> constructs reality</a:t>
            </a:r>
          </a:p>
          <a:p>
            <a:r>
              <a:rPr lang="en-GB" dirty="0"/>
              <a:t>The implications of language conceptualises language as constructive or functional</a:t>
            </a:r>
          </a:p>
          <a:p>
            <a:r>
              <a:rPr lang="en-GB" dirty="0"/>
              <a:t>What is said, how it is said: </a:t>
            </a:r>
          </a:p>
          <a:p>
            <a:pPr marL="685800" lvl="1">
              <a:buFont typeface="Arial" panose="020B0604020202020204" pitchFamily="34" charset="0"/>
              <a:buChar char="•"/>
            </a:pPr>
            <a:r>
              <a:rPr lang="en-GB" dirty="0"/>
              <a:t>Language itself</a:t>
            </a:r>
          </a:p>
          <a:p>
            <a:pPr marL="685800" lvl="1">
              <a:buFont typeface="Arial" panose="020B0604020202020204" pitchFamily="34" charset="0"/>
              <a:buChar char="•"/>
            </a:pPr>
            <a:r>
              <a:rPr lang="en-GB" dirty="0"/>
              <a:t>Syntax: arrangement of words to form sentences </a:t>
            </a:r>
          </a:p>
          <a:p>
            <a:pPr marL="685800" lvl="1">
              <a:buFont typeface="Arial" panose="020B0604020202020204" pitchFamily="34" charset="0"/>
              <a:buChar char="•"/>
            </a:pPr>
            <a:r>
              <a:rPr lang="en-GB" dirty="0"/>
              <a:t>Semantics: meaning of the words </a:t>
            </a:r>
          </a:p>
          <a:p>
            <a:pPr marL="685800" lvl="1">
              <a:buFont typeface="Arial" panose="020B0604020202020204" pitchFamily="34" charset="0"/>
              <a:buChar char="•"/>
            </a:pPr>
            <a:r>
              <a:rPr lang="en-GB" dirty="0"/>
              <a:t>Pragmatics: how context contributes to meaning</a:t>
            </a:r>
          </a:p>
          <a:p>
            <a:r>
              <a:rPr lang="en-GB" dirty="0"/>
              <a:t>Various forms of communication:</a:t>
            </a:r>
          </a:p>
          <a:p>
            <a:pPr lvl="1">
              <a:buFont typeface="Arial" panose="020B0604020202020204" pitchFamily="34" charset="0"/>
              <a:buChar char="•"/>
            </a:pPr>
            <a:r>
              <a:rPr lang="en-GB" dirty="0"/>
              <a:t>Spoken language (e.g. conversations)</a:t>
            </a:r>
          </a:p>
          <a:p>
            <a:pPr lvl="1">
              <a:buFont typeface="Arial" panose="020B0604020202020204" pitchFamily="34" charset="0"/>
              <a:buChar char="•"/>
            </a:pPr>
            <a:r>
              <a:rPr lang="en-GB" dirty="0"/>
              <a:t>Written texts (e.g., social media posts)</a:t>
            </a:r>
          </a:p>
          <a:p>
            <a:r>
              <a:rPr lang="en-GB" dirty="0"/>
              <a:t>How it reflects or challenges norms</a:t>
            </a:r>
          </a:p>
          <a:p>
            <a:r>
              <a:rPr lang="en-GB" dirty="0"/>
              <a:t>Inferences on broader trends</a:t>
            </a:r>
          </a:p>
        </p:txBody>
      </p:sp>
      <p:sp>
        <p:nvSpPr>
          <p:cNvPr id="2" name="Content Placeholder 2">
            <a:extLst>
              <a:ext uri="{FF2B5EF4-FFF2-40B4-BE49-F238E27FC236}">
                <a16:creationId xmlns:a16="http://schemas.microsoft.com/office/drawing/2014/main" id="{32C40387-E21A-26DA-612E-22E6A45DA077}"/>
              </a:ext>
            </a:extLst>
          </p:cNvPr>
          <p:cNvSpPr txBox="1">
            <a:spLocks/>
          </p:cNvSpPr>
          <p:nvPr/>
        </p:nvSpPr>
        <p:spPr>
          <a:xfrm>
            <a:off x="0" y="379671"/>
            <a:ext cx="7812148" cy="703755"/>
          </a:xfrm>
          <a:prstGeom prst="rect">
            <a:avLst/>
          </a:prstGeom>
          <a:noFill/>
        </p:spPr>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Discourse Analysis</a:t>
            </a:r>
          </a:p>
        </p:txBody>
      </p:sp>
    </p:spTree>
    <p:extLst>
      <p:ext uri="{BB962C8B-B14F-4D97-AF65-F5344CB8AC3E}">
        <p14:creationId xmlns:p14="http://schemas.microsoft.com/office/powerpoint/2010/main" val="13067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FAB16C55-CFB0-0ACA-F70B-59B4B7617303}"/>
              </a:ext>
            </a:extLst>
          </p:cNvPr>
          <p:cNvSpPr txBox="1">
            <a:spLocks/>
          </p:cNvSpPr>
          <p:nvPr/>
        </p:nvSpPr>
        <p:spPr>
          <a:xfrm>
            <a:off x="665926" y="1389056"/>
            <a:ext cx="8050306" cy="4832557"/>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GB" b="1" dirty="0"/>
              <a:t>Last weeks online content introduced you to an example of Discourse analysis!</a:t>
            </a:r>
          </a:p>
          <a:p>
            <a:pPr marL="0" indent="0">
              <a:buNone/>
            </a:pPr>
            <a:r>
              <a:rPr lang="en-GB" b="1" dirty="0"/>
              <a:t>Studying language in two different excerpts</a:t>
            </a:r>
          </a:p>
          <a:p>
            <a:pPr marL="0" indent="0">
              <a:buNone/>
            </a:pPr>
            <a:endParaRPr lang="en-GB" b="1" u="sng" dirty="0"/>
          </a:p>
          <a:p>
            <a:r>
              <a:rPr lang="en-GB" dirty="0"/>
              <a:t>You were asked to read through the two different text extracts and work through the questions provided to start thinking about the language used and implications of text.</a:t>
            </a:r>
          </a:p>
          <a:p>
            <a:pPr marL="0" indent="0">
              <a:buNone/>
            </a:pPr>
            <a:r>
              <a:rPr lang="en-GB" dirty="0"/>
              <a:t>Several different approaches but largely include:</a:t>
            </a:r>
          </a:p>
          <a:p>
            <a:r>
              <a:rPr lang="en-GB" dirty="0"/>
              <a:t>Define research question</a:t>
            </a:r>
          </a:p>
          <a:p>
            <a:r>
              <a:rPr lang="en-GB" dirty="0"/>
              <a:t>Select/collect data – read and (and re-read)</a:t>
            </a:r>
          </a:p>
          <a:p>
            <a:r>
              <a:rPr lang="en-GB" dirty="0"/>
              <a:t>Coding: code / select all potentially relevant references </a:t>
            </a:r>
          </a:p>
          <a:p>
            <a:r>
              <a:rPr lang="en-GB" dirty="0"/>
              <a:t>Researcher interacts with and interprets</a:t>
            </a:r>
          </a:p>
        </p:txBody>
      </p:sp>
      <p:sp>
        <p:nvSpPr>
          <p:cNvPr id="3" name="Content Placeholder 2">
            <a:extLst>
              <a:ext uri="{FF2B5EF4-FFF2-40B4-BE49-F238E27FC236}">
                <a16:creationId xmlns:a16="http://schemas.microsoft.com/office/drawing/2014/main" id="{CCC02BD9-BEFB-D77B-A0DD-D973A748C486}"/>
              </a:ext>
            </a:extLst>
          </p:cNvPr>
          <p:cNvSpPr txBox="1">
            <a:spLocks/>
          </p:cNvSpPr>
          <p:nvPr/>
        </p:nvSpPr>
        <p:spPr>
          <a:xfrm>
            <a:off x="665926" y="416360"/>
            <a:ext cx="7812148" cy="703755"/>
          </a:xfrm>
          <a:prstGeom prst="rect">
            <a:avLst/>
          </a:prstGeom>
          <a:noFill/>
        </p:spPr>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Discourse Analysis</a:t>
            </a:r>
          </a:p>
        </p:txBody>
      </p:sp>
    </p:spTree>
    <p:extLst>
      <p:ext uri="{BB962C8B-B14F-4D97-AF65-F5344CB8AC3E}">
        <p14:creationId xmlns:p14="http://schemas.microsoft.com/office/powerpoint/2010/main" val="61682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3B132-AF6C-5EEF-4841-B7030A28C3E2}"/>
            </a:ext>
          </a:extLst>
        </p:cNvPr>
        <p:cNvGrpSpPr/>
        <p:nvPr/>
      </p:nvGrpSpPr>
      <p:grpSpPr>
        <a:xfrm>
          <a:off x="0" y="0"/>
          <a:ext cx="0" cy="0"/>
          <a:chOff x="0" y="0"/>
          <a:chExt cx="0" cy="0"/>
        </a:xfrm>
      </p:grpSpPr>
      <p:sp>
        <p:nvSpPr>
          <p:cNvPr id="7" name="Subtitle 2">
            <a:extLst>
              <a:ext uri="{FF2B5EF4-FFF2-40B4-BE49-F238E27FC236}">
                <a16:creationId xmlns:a16="http://schemas.microsoft.com/office/drawing/2014/main" id="{E99BEAF0-0BF0-D15A-F8C4-FCD11D7F24CF}"/>
              </a:ext>
            </a:extLst>
          </p:cNvPr>
          <p:cNvSpPr txBox="1">
            <a:spLocks/>
          </p:cNvSpPr>
          <p:nvPr/>
        </p:nvSpPr>
        <p:spPr>
          <a:xfrm>
            <a:off x="477668" y="1120115"/>
            <a:ext cx="7630908" cy="5576520"/>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GB" sz="1800" dirty="0"/>
              <a:t>Statement – sentences/phrases that convey key ideas/arguments relevant references </a:t>
            </a:r>
          </a:p>
          <a:p>
            <a:r>
              <a:rPr lang="en-GB" sz="1800" dirty="0"/>
              <a:t>Structure – key sections / views / arguments – how it’s presented/organised</a:t>
            </a:r>
          </a:p>
          <a:p>
            <a:r>
              <a:rPr lang="en-GB" sz="1800" dirty="0"/>
              <a:t>Language &amp; rhetorical choices – e.g., emotional tone, metaphors)</a:t>
            </a:r>
          </a:p>
          <a:p>
            <a:r>
              <a:rPr lang="en-GB" sz="1800" dirty="0"/>
              <a:t>Positioning &amp; pronouns – “I” vs “We”,  inclusion/exclusion strategies</a:t>
            </a:r>
          </a:p>
          <a:p>
            <a:r>
              <a:rPr lang="en-GB" sz="1800" dirty="0"/>
              <a:t>Identity &amp; Power – who created it &amp; how identity and authority are constructed in the text</a:t>
            </a:r>
          </a:p>
          <a:p>
            <a:r>
              <a:rPr lang="en-GB" sz="1800" dirty="0"/>
              <a:t>Ideology &amp; Assumptions – values and beliefs embedded in text (norms, desirability, underlying messages)</a:t>
            </a:r>
          </a:p>
          <a:p>
            <a:r>
              <a:rPr lang="en-GB" sz="1800" dirty="0"/>
              <a:t>Audience engagement – direct address, calls to action, emotional appeal</a:t>
            </a:r>
          </a:p>
          <a:p>
            <a:r>
              <a:rPr lang="en-GB" sz="1800" dirty="0"/>
              <a:t>Intertextuality – connects to other texts/cultures/context (e.g. hashtags)</a:t>
            </a:r>
          </a:p>
        </p:txBody>
      </p:sp>
      <p:sp>
        <p:nvSpPr>
          <p:cNvPr id="3" name="Content Placeholder 2">
            <a:extLst>
              <a:ext uri="{FF2B5EF4-FFF2-40B4-BE49-F238E27FC236}">
                <a16:creationId xmlns:a16="http://schemas.microsoft.com/office/drawing/2014/main" id="{27396DC8-FDC5-FE28-101A-B798B7F82E6C}"/>
              </a:ext>
            </a:extLst>
          </p:cNvPr>
          <p:cNvSpPr txBox="1">
            <a:spLocks/>
          </p:cNvSpPr>
          <p:nvPr/>
        </p:nvSpPr>
        <p:spPr>
          <a:xfrm>
            <a:off x="571797" y="284509"/>
            <a:ext cx="7812148" cy="703755"/>
          </a:xfrm>
          <a:prstGeom prst="rect">
            <a:avLst/>
          </a:prstGeom>
          <a:noFill/>
        </p:spPr>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Discourse Analysis</a:t>
            </a:r>
          </a:p>
        </p:txBody>
      </p:sp>
    </p:spTree>
    <p:extLst>
      <p:ext uri="{BB962C8B-B14F-4D97-AF65-F5344CB8AC3E}">
        <p14:creationId xmlns:p14="http://schemas.microsoft.com/office/powerpoint/2010/main" val="219193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064E9-F3B8-8E01-7290-BC227516D6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88033-8DD7-5243-13F4-B8C3650855E6}"/>
              </a:ext>
            </a:extLst>
          </p:cNvPr>
          <p:cNvSpPr txBox="1">
            <a:spLocks/>
          </p:cNvSpPr>
          <p:nvPr/>
        </p:nvSpPr>
        <p:spPr>
          <a:xfrm>
            <a:off x="1814252" y="798412"/>
            <a:ext cx="5699760" cy="685300"/>
          </a:xfrm>
          <a:prstGeom prst="rect">
            <a:avLst/>
          </a:prstGeom>
          <a:noFill/>
        </p:spPr>
        <p:txBody>
          <a:bodyPr>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Excerpt 1: Political Speech</a:t>
            </a:r>
          </a:p>
        </p:txBody>
      </p:sp>
      <p:sp>
        <p:nvSpPr>
          <p:cNvPr id="2" name="TextBox 1">
            <a:extLst>
              <a:ext uri="{FF2B5EF4-FFF2-40B4-BE49-F238E27FC236}">
                <a16:creationId xmlns:a16="http://schemas.microsoft.com/office/drawing/2014/main" id="{3B3D4857-3375-E4F2-0BFB-9512CEC35177}"/>
              </a:ext>
            </a:extLst>
          </p:cNvPr>
          <p:cNvSpPr txBox="1"/>
          <p:nvPr/>
        </p:nvSpPr>
        <p:spPr>
          <a:xfrm>
            <a:off x="870492" y="1897017"/>
            <a:ext cx="7587279" cy="1569660"/>
          </a:xfrm>
          <a:prstGeom prst="rect">
            <a:avLst/>
          </a:prstGeom>
          <a:solidFill>
            <a:schemeClr val="accent2">
              <a:lumMod val="20000"/>
              <a:lumOff val="80000"/>
            </a:schemeClr>
          </a:solidFill>
        </p:spPr>
        <p:txBody>
          <a:bodyPr wrap="square">
            <a:spAutoFit/>
          </a:bodyPr>
          <a:lstStyle/>
          <a:p>
            <a:pPr algn="ctr"/>
            <a:r>
              <a:rPr lang="en-GB" sz="2400" dirty="0"/>
              <a:t>“We will not back down in the face of adversity. Together, we will stand united against those who seek to divide us. Our strength lies in our diversity, and we must embrace that diversity to build a better future for our children.”</a:t>
            </a:r>
          </a:p>
        </p:txBody>
      </p:sp>
    </p:spTree>
    <p:extLst>
      <p:ext uri="{BB962C8B-B14F-4D97-AF65-F5344CB8AC3E}">
        <p14:creationId xmlns:p14="http://schemas.microsoft.com/office/powerpoint/2010/main" val="324737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02BD9-BEFB-D77B-A0DD-D973A748C486}"/>
              </a:ext>
            </a:extLst>
          </p:cNvPr>
          <p:cNvSpPr txBox="1">
            <a:spLocks/>
          </p:cNvSpPr>
          <p:nvPr/>
        </p:nvSpPr>
        <p:spPr>
          <a:xfrm>
            <a:off x="1814252" y="798412"/>
            <a:ext cx="5699760" cy="685300"/>
          </a:xfrm>
          <a:prstGeom prst="rect">
            <a:avLst/>
          </a:prstGeom>
          <a:noFill/>
        </p:spPr>
        <p:txBody>
          <a:bodyPr>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Excerpt 2: Social Media post</a:t>
            </a:r>
          </a:p>
        </p:txBody>
      </p:sp>
      <p:sp>
        <p:nvSpPr>
          <p:cNvPr id="6" name="TextBox 5">
            <a:extLst>
              <a:ext uri="{FF2B5EF4-FFF2-40B4-BE49-F238E27FC236}">
                <a16:creationId xmlns:a16="http://schemas.microsoft.com/office/drawing/2014/main" id="{C999C508-5F93-161E-0C11-B17434E04FBF}"/>
              </a:ext>
            </a:extLst>
          </p:cNvPr>
          <p:cNvSpPr txBox="1"/>
          <p:nvPr/>
        </p:nvSpPr>
        <p:spPr>
          <a:xfrm>
            <a:off x="701732" y="1905916"/>
            <a:ext cx="7924800" cy="2800767"/>
          </a:xfrm>
          <a:prstGeom prst="rect">
            <a:avLst/>
          </a:prstGeom>
          <a:solidFill>
            <a:schemeClr val="accent2">
              <a:lumMod val="20000"/>
              <a:lumOff val="80000"/>
            </a:schemeClr>
          </a:solidFill>
        </p:spPr>
        <p:txBody>
          <a:bodyPr wrap="square">
            <a:spAutoFit/>
          </a:bodyPr>
          <a:lstStyle/>
          <a:p>
            <a:pPr algn="ctr"/>
            <a:r>
              <a:rPr lang="en-GB" sz="2200" dirty="0"/>
              <a:t>“Just finished my workout at the gym! 💪 I really pushed myself today and can feel the difference. It’s rewarding to see progress, both in strength and energy. Working out has become a key part of my self-care routine, helping me clear my mind and boost my mood.</a:t>
            </a:r>
          </a:p>
          <a:p>
            <a:pPr algn="ctr"/>
            <a:r>
              <a:rPr lang="en-GB" sz="2200" dirty="0"/>
              <a:t>Today, I hit a new personal best on my squats, which feels amazing! Remember, every step counts in this #FitnessJourney. Self-care is about feeling good as much as looking good! Let’s keep motivating each other! 💖 #SelfCare #Motivation #HealthyLifestyle”</a:t>
            </a:r>
          </a:p>
        </p:txBody>
      </p:sp>
    </p:spTree>
    <p:extLst>
      <p:ext uri="{BB962C8B-B14F-4D97-AF65-F5344CB8AC3E}">
        <p14:creationId xmlns:p14="http://schemas.microsoft.com/office/powerpoint/2010/main" val="3899395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72947-3F4D-7509-6C8E-0278C26BF6DA}"/>
              </a:ext>
            </a:extLst>
          </p:cNvPr>
          <p:cNvSpPr>
            <a:spLocks noGrp="1"/>
          </p:cNvSpPr>
          <p:nvPr>
            <p:ph type="title"/>
          </p:nvPr>
        </p:nvSpPr>
        <p:spPr>
          <a:xfrm>
            <a:off x="1979407" y="94129"/>
            <a:ext cx="7543800" cy="869843"/>
          </a:xfrm>
        </p:spPr>
        <p:txBody>
          <a:bodyPr/>
          <a:lstStyle/>
          <a:p>
            <a:r>
              <a:rPr lang="en-GB" dirty="0"/>
              <a:t>Discourse Analysis</a:t>
            </a:r>
          </a:p>
        </p:txBody>
      </p:sp>
      <p:sp>
        <p:nvSpPr>
          <p:cNvPr id="3" name="Text Placeholder 2">
            <a:extLst>
              <a:ext uri="{FF2B5EF4-FFF2-40B4-BE49-F238E27FC236}">
                <a16:creationId xmlns:a16="http://schemas.microsoft.com/office/drawing/2014/main" id="{B9FA3D33-8722-870E-3C3B-2F226FD41C80}"/>
              </a:ext>
            </a:extLst>
          </p:cNvPr>
          <p:cNvSpPr>
            <a:spLocks noGrp="1"/>
          </p:cNvSpPr>
          <p:nvPr>
            <p:ph type="body" idx="1"/>
          </p:nvPr>
        </p:nvSpPr>
        <p:spPr>
          <a:xfrm>
            <a:off x="537882" y="1411485"/>
            <a:ext cx="3703320" cy="736282"/>
          </a:xfrm>
          <a:solidFill>
            <a:schemeClr val="accent2">
              <a:lumMod val="20000"/>
              <a:lumOff val="80000"/>
            </a:schemeClr>
          </a:solidFill>
        </p:spPr>
        <p:txBody>
          <a:bodyPr/>
          <a:lstStyle/>
          <a:p>
            <a:r>
              <a:rPr lang="en-GB" dirty="0"/>
              <a:t>If you have done the online activity from last week:</a:t>
            </a:r>
          </a:p>
        </p:txBody>
      </p:sp>
      <p:sp>
        <p:nvSpPr>
          <p:cNvPr id="4" name="Content Placeholder 3">
            <a:extLst>
              <a:ext uri="{FF2B5EF4-FFF2-40B4-BE49-F238E27FC236}">
                <a16:creationId xmlns:a16="http://schemas.microsoft.com/office/drawing/2014/main" id="{891BC718-E7C6-9885-10C9-F1E675BD22FC}"/>
              </a:ext>
            </a:extLst>
          </p:cNvPr>
          <p:cNvSpPr>
            <a:spLocks noGrp="1"/>
          </p:cNvSpPr>
          <p:nvPr>
            <p:ph sz="half" idx="2"/>
          </p:nvPr>
        </p:nvSpPr>
        <p:spPr>
          <a:xfrm>
            <a:off x="416859" y="2326340"/>
            <a:ext cx="4155141" cy="4168590"/>
          </a:xfrm>
        </p:spPr>
        <p:txBody>
          <a:bodyPr>
            <a:noAutofit/>
          </a:bodyPr>
          <a:lstStyle/>
          <a:p>
            <a:pPr>
              <a:buFont typeface="Wingdings" panose="05000000000000000000" pitchFamily="2" charset="2"/>
              <a:buChar char="q"/>
            </a:pPr>
            <a:r>
              <a:rPr lang="en-GB" dirty="0">
                <a:solidFill>
                  <a:schemeClr val="tx1"/>
                </a:solidFill>
              </a:rPr>
              <a:t>How did you identify power and ideology in the Political speaker's language?</a:t>
            </a:r>
          </a:p>
          <a:p>
            <a:pPr>
              <a:buFont typeface="Wingdings" panose="05000000000000000000" pitchFamily="2" charset="2"/>
              <a:buChar char="q"/>
            </a:pPr>
            <a:r>
              <a:rPr lang="en-GB" dirty="0">
                <a:solidFill>
                  <a:schemeClr val="tx1"/>
                </a:solidFill>
              </a:rPr>
              <a:t> How did the social media post reflect intertextuality? e.g., broader cultural discourses around wellness and self-care?</a:t>
            </a:r>
          </a:p>
          <a:p>
            <a:pPr>
              <a:buFont typeface="Wingdings" panose="05000000000000000000" pitchFamily="2" charset="2"/>
              <a:buChar char="q"/>
            </a:pPr>
            <a:r>
              <a:rPr lang="en-GB" dirty="0">
                <a:solidFill>
                  <a:schemeClr val="tx1"/>
                </a:solidFill>
              </a:rPr>
              <a:t> How did you interpret the author’s identity construction in each speech? What evidence did you use? </a:t>
            </a:r>
          </a:p>
          <a:p>
            <a:pPr>
              <a:buFont typeface="Wingdings" panose="05000000000000000000" pitchFamily="2" charset="2"/>
              <a:buChar char="q"/>
            </a:pPr>
            <a:r>
              <a:rPr lang="en-GB" dirty="0"/>
              <a:t>What kinds of questions or discourse features helped you uncover meaning in the texts?</a:t>
            </a:r>
            <a:endParaRPr lang="en-GB" dirty="0">
              <a:solidFill>
                <a:schemeClr val="tx1"/>
              </a:solidFill>
            </a:endParaRPr>
          </a:p>
        </p:txBody>
      </p:sp>
      <p:sp>
        <p:nvSpPr>
          <p:cNvPr id="7" name="Subtitle 2">
            <a:extLst>
              <a:ext uri="{FF2B5EF4-FFF2-40B4-BE49-F238E27FC236}">
                <a16:creationId xmlns:a16="http://schemas.microsoft.com/office/drawing/2014/main" id="{AE41291C-DD00-2071-A7D4-0ED6FE9561F7}"/>
              </a:ext>
            </a:extLst>
          </p:cNvPr>
          <p:cNvSpPr txBox="1">
            <a:spLocks/>
          </p:cNvSpPr>
          <p:nvPr/>
        </p:nvSpPr>
        <p:spPr>
          <a:xfrm>
            <a:off x="6860004" y="0"/>
            <a:ext cx="2283996" cy="685301"/>
          </a:xfrm>
          <a:prstGeom prst="rect">
            <a:avLst/>
          </a:prstGeom>
          <a:ln>
            <a:noFill/>
          </a:ln>
        </p:spPr>
        <p:style>
          <a:lnRef idx="3">
            <a:schemeClr val="lt1"/>
          </a:lnRef>
          <a:fillRef idx="1">
            <a:schemeClr val="accent1"/>
          </a:fillRef>
          <a:effectRef idx="1">
            <a:schemeClr val="accent1"/>
          </a:effectRef>
          <a:fontRef idx="minor">
            <a:schemeClr val="lt1"/>
          </a:fontRef>
        </p:style>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sz="3200" b="1" dirty="0"/>
              <a:t>ACTIVITY 2</a:t>
            </a:r>
          </a:p>
        </p:txBody>
      </p:sp>
      <p:sp>
        <p:nvSpPr>
          <p:cNvPr id="10" name="Text Placeholder 2">
            <a:extLst>
              <a:ext uri="{FF2B5EF4-FFF2-40B4-BE49-F238E27FC236}">
                <a16:creationId xmlns:a16="http://schemas.microsoft.com/office/drawing/2014/main" id="{CBFEB7B7-18CD-ED78-4AF1-686F61C1A769}"/>
              </a:ext>
            </a:extLst>
          </p:cNvPr>
          <p:cNvSpPr txBox="1">
            <a:spLocks/>
          </p:cNvSpPr>
          <p:nvPr/>
        </p:nvSpPr>
        <p:spPr>
          <a:xfrm>
            <a:off x="4925867" y="1411485"/>
            <a:ext cx="3868271" cy="736282"/>
          </a:xfrm>
          <a:prstGeom prst="rect">
            <a:avLst/>
          </a:prstGeom>
          <a:solidFill>
            <a:srgbClr val="E3C0BF"/>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000" b="0" kern="1200" cap="all" baseline="0">
                <a:solidFill>
                  <a:schemeClr val="tx2"/>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9pPr>
          </a:lstStyle>
          <a:p>
            <a:r>
              <a:rPr lang="en-GB" dirty="0"/>
              <a:t>If you have </a:t>
            </a:r>
            <a:r>
              <a:rPr lang="en-GB" b="1" u="sng" dirty="0"/>
              <a:t>NOT</a:t>
            </a:r>
            <a:r>
              <a:rPr lang="en-GB" dirty="0"/>
              <a:t> done the online activity from last week:</a:t>
            </a:r>
          </a:p>
        </p:txBody>
      </p:sp>
      <p:sp>
        <p:nvSpPr>
          <p:cNvPr id="11" name="Content Placeholder 3">
            <a:extLst>
              <a:ext uri="{FF2B5EF4-FFF2-40B4-BE49-F238E27FC236}">
                <a16:creationId xmlns:a16="http://schemas.microsoft.com/office/drawing/2014/main" id="{EABBD40F-4A3F-6A2F-11D7-4F31A537A6FC}"/>
              </a:ext>
            </a:extLst>
          </p:cNvPr>
          <p:cNvSpPr txBox="1">
            <a:spLocks/>
          </p:cNvSpPr>
          <p:nvPr/>
        </p:nvSpPr>
        <p:spPr>
          <a:xfrm>
            <a:off x="4925867" y="2326340"/>
            <a:ext cx="4155141" cy="416859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GB" dirty="0">
                <a:solidFill>
                  <a:schemeClr val="tx1"/>
                </a:solidFill>
              </a:rPr>
              <a:t>Choose one text and note:</a:t>
            </a:r>
          </a:p>
          <a:p>
            <a:pPr>
              <a:buFont typeface="Wingdings" panose="05000000000000000000" pitchFamily="2" charset="2"/>
              <a:buChar char="q"/>
            </a:pPr>
            <a:r>
              <a:rPr lang="en-GB" dirty="0">
                <a:solidFill>
                  <a:schemeClr val="tx1"/>
                </a:solidFill>
              </a:rPr>
              <a:t> What are they trying to achieve? Key ideas (statement) or differences in language choice (e.g. tone)</a:t>
            </a:r>
          </a:p>
          <a:p>
            <a:pPr>
              <a:buFont typeface="Wingdings" panose="05000000000000000000" pitchFamily="2" charset="2"/>
              <a:buChar char="q"/>
            </a:pPr>
            <a:r>
              <a:rPr lang="en-GB" dirty="0">
                <a:solidFill>
                  <a:schemeClr val="tx1"/>
                </a:solidFill>
              </a:rPr>
              <a:t> Is there any emotionally charged or persuasive language? </a:t>
            </a:r>
          </a:p>
          <a:p>
            <a:pPr>
              <a:buFont typeface="Wingdings" panose="05000000000000000000" pitchFamily="2" charset="2"/>
              <a:buChar char="q"/>
            </a:pPr>
            <a:r>
              <a:rPr lang="en-GB" dirty="0">
                <a:solidFill>
                  <a:schemeClr val="tx1"/>
                </a:solidFill>
              </a:rPr>
              <a:t> Any marks of identity or power?</a:t>
            </a:r>
          </a:p>
          <a:p>
            <a:pPr>
              <a:buFont typeface="Wingdings" panose="05000000000000000000" pitchFamily="2" charset="2"/>
              <a:buChar char="q"/>
            </a:pPr>
            <a:r>
              <a:rPr lang="en-GB" dirty="0">
                <a:solidFill>
                  <a:schemeClr val="tx1"/>
                </a:solidFill>
              </a:rPr>
              <a:t> Any examples of audience engagement – i.e., direct address, calls to action or emotional appeal? </a:t>
            </a:r>
          </a:p>
        </p:txBody>
      </p:sp>
    </p:spTree>
    <p:extLst>
      <p:ext uri="{BB962C8B-B14F-4D97-AF65-F5344CB8AC3E}">
        <p14:creationId xmlns:p14="http://schemas.microsoft.com/office/powerpoint/2010/main" val="328912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335F6-80D6-20B0-10B0-6FDF9A69B327}"/>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E683BE61-0F8B-332B-002D-D4AC90A4AF37}"/>
              </a:ext>
            </a:extLst>
          </p:cNvPr>
          <p:cNvSpPr>
            <a:spLocks noGrp="1"/>
          </p:cNvSpPr>
          <p:nvPr>
            <p:ph type="subTitle" idx="1"/>
          </p:nvPr>
        </p:nvSpPr>
        <p:spPr>
          <a:xfrm>
            <a:off x="5723351" y="1088645"/>
            <a:ext cx="3420629" cy="5152416"/>
          </a:xfrm>
          <a:noFill/>
        </p:spPr>
        <p:txBody>
          <a:bodyPr>
            <a:noAutofit/>
          </a:bodyPr>
          <a:lstStyle/>
          <a:p>
            <a:endParaRPr lang="en-US" sz="3200" b="1" dirty="0">
              <a:solidFill>
                <a:schemeClr val="tx1"/>
              </a:solidFill>
            </a:endParaRPr>
          </a:p>
          <a:p>
            <a:r>
              <a:rPr lang="en-US" sz="3200" b="1" dirty="0">
                <a:solidFill>
                  <a:schemeClr val="tx1"/>
                </a:solidFill>
              </a:rPr>
              <a:t>3. Content &amp; Thematic Analysis</a:t>
            </a:r>
          </a:p>
        </p:txBody>
      </p:sp>
      <p:pic>
        <p:nvPicPr>
          <p:cNvPr id="3" name="Picture 6" descr="See the source image">
            <a:extLst>
              <a:ext uri="{FF2B5EF4-FFF2-40B4-BE49-F238E27FC236}">
                <a16:creationId xmlns:a16="http://schemas.microsoft.com/office/drawing/2014/main" id="{35169467-3BDF-8046-1DBA-A3AD29C56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455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FAB16C55-CFB0-0ACA-F70B-59B4B7617303}"/>
              </a:ext>
            </a:extLst>
          </p:cNvPr>
          <p:cNvSpPr txBox="1">
            <a:spLocks/>
          </p:cNvSpPr>
          <p:nvPr/>
        </p:nvSpPr>
        <p:spPr>
          <a:xfrm>
            <a:off x="595872" y="1411950"/>
            <a:ext cx="8142883" cy="506637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GB" sz="1800" dirty="0"/>
              <a:t>Quantifies specific aspects / patterns (e.g., presence / frequency of words)</a:t>
            </a:r>
          </a:p>
          <a:p>
            <a:r>
              <a:rPr lang="en-GB" sz="1800" dirty="0"/>
              <a:t>Codes – short phrases /words used by the participant</a:t>
            </a:r>
          </a:p>
          <a:p>
            <a:r>
              <a:rPr lang="en-GB" sz="1800" dirty="0"/>
              <a:t>Analyses the context that these appear</a:t>
            </a:r>
          </a:p>
          <a:p>
            <a:r>
              <a:rPr lang="en-GB" sz="1800" dirty="0"/>
              <a:t>Often interested in the content – what is explicitly stated</a:t>
            </a:r>
          </a:p>
          <a:p>
            <a:r>
              <a:rPr lang="en-GB" sz="1800" dirty="0"/>
              <a:t>Results: quantifiable data (e.g., counts or %) </a:t>
            </a:r>
          </a:p>
          <a:p>
            <a:r>
              <a:rPr lang="en-GB" sz="1800" dirty="0"/>
              <a:t>Draws inferences to understand broad societal / cultural trends</a:t>
            </a:r>
          </a:p>
          <a:p>
            <a:r>
              <a:rPr lang="en-GB" sz="1800" dirty="0"/>
              <a:t>Applied to various formats (text, video etc.)</a:t>
            </a:r>
          </a:p>
          <a:p>
            <a:r>
              <a:rPr lang="en-GB" sz="1800" dirty="0"/>
              <a:t>A more structured process (often based on predefined criteria)</a:t>
            </a:r>
          </a:p>
          <a:p>
            <a:pPr marL="0" indent="0">
              <a:buNone/>
            </a:pPr>
            <a:r>
              <a:rPr lang="en-GB" sz="1800" dirty="0"/>
              <a:t>	(e.g. counting occurrences of specific words / phrases)</a:t>
            </a:r>
          </a:p>
          <a:p>
            <a:r>
              <a:rPr lang="en-GB" sz="1800" dirty="0"/>
              <a:t>Typically </a:t>
            </a:r>
            <a:r>
              <a:rPr lang="en-GB" sz="1800" u="sng" dirty="0"/>
              <a:t>deductive</a:t>
            </a:r>
            <a:r>
              <a:rPr lang="en-GB" sz="1800" dirty="0"/>
              <a:t> (predefined categories or theory-driven) (but can be inductive)</a:t>
            </a:r>
          </a:p>
          <a:p>
            <a:r>
              <a:rPr lang="en-GB" sz="1800" dirty="0"/>
              <a:t>Allows for generalisable conclusions – leans towards replicability and objectivity </a:t>
            </a:r>
          </a:p>
          <a:p>
            <a:pPr marL="0" indent="0">
              <a:buNone/>
            </a:pPr>
            <a:endParaRPr lang="en-GB" sz="1800" dirty="0"/>
          </a:p>
        </p:txBody>
      </p:sp>
      <p:sp>
        <p:nvSpPr>
          <p:cNvPr id="2" name="Content Placeholder 2">
            <a:extLst>
              <a:ext uri="{FF2B5EF4-FFF2-40B4-BE49-F238E27FC236}">
                <a16:creationId xmlns:a16="http://schemas.microsoft.com/office/drawing/2014/main" id="{32C40387-E21A-26DA-612E-22E6A45DA077}"/>
              </a:ext>
            </a:extLst>
          </p:cNvPr>
          <p:cNvSpPr txBox="1">
            <a:spLocks/>
          </p:cNvSpPr>
          <p:nvPr/>
        </p:nvSpPr>
        <p:spPr>
          <a:xfrm>
            <a:off x="761239" y="379671"/>
            <a:ext cx="7812148" cy="703755"/>
          </a:xfrm>
          <a:prstGeom prst="rect">
            <a:avLst/>
          </a:prstGeom>
          <a:noFill/>
        </p:spPr>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Content Analysis</a:t>
            </a:r>
          </a:p>
        </p:txBody>
      </p:sp>
    </p:spTree>
    <p:extLst>
      <p:ext uri="{BB962C8B-B14F-4D97-AF65-F5344CB8AC3E}">
        <p14:creationId xmlns:p14="http://schemas.microsoft.com/office/powerpoint/2010/main" val="342394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1077A-581A-373D-6DA1-4282CF4900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3422AA-69A4-C267-8702-6D478B066B7F}"/>
              </a:ext>
            </a:extLst>
          </p:cNvPr>
          <p:cNvPicPr>
            <a:picLocks noChangeAspect="1"/>
          </p:cNvPicPr>
          <p:nvPr/>
        </p:nvPicPr>
        <p:blipFill>
          <a:blip r:embed="rId3"/>
          <a:srcRect r="4628"/>
          <a:stretch>
            <a:fillRect/>
          </a:stretch>
        </p:blipFill>
        <p:spPr>
          <a:xfrm>
            <a:off x="5291518" y="3619339"/>
            <a:ext cx="3281869" cy="2613342"/>
          </a:xfrm>
          <a:prstGeom prst="rect">
            <a:avLst/>
          </a:prstGeom>
        </p:spPr>
      </p:pic>
      <p:sp>
        <p:nvSpPr>
          <p:cNvPr id="7" name="Subtitle 2">
            <a:extLst>
              <a:ext uri="{FF2B5EF4-FFF2-40B4-BE49-F238E27FC236}">
                <a16:creationId xmlns:a16="http://schemas.microsoft.com/office/drawing/2014/main" id="{5B392B51-5AE3-E6BA-3663-52223244BBDD}"/>
              </a:ext>
            </a:extLst>
          </p:cNvPr>
          <p:cNvSpPr txBox="1">
            <a:spLocks/>
          </p:cNvSpPr>
          <p:nvPr/>
        </p:nvSpPr>
        <p:spPr>
          <a:xfrm>
            <a:off x="331583" y="1166302"/>
            <a:ext cx="7812149" cy="506637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GB" sz="1800" dirty="0"/>
              <a:t>Identifies themes / patterns in the data – how people make sense of something</a:t>
            </a:r>
          </a:p>
          <a:p>
            <a:r>
              <a:rPr lang="en-GB" sz="1800" dirty="0"/>
              <a:t>Codes – short phrases /words used by the participant</a:t>
            </a:r>
          </a:p>
          <a:p>
            <a:r>
              <a:rPr lang="en-GB" sz="1800" dirty="0"/>
              <a:t>Depth over breadth (rich and descriptive understanding)</a:t>
            </a:r>
          </a:p>
          <a:p>
            <a:r>
              <a:rPr lang="en-GB" sz="1800" dirty="0"/>
              <a:t>Descriptive insight and subjective experiences, perceptions and emotion </a:t>
            </a:r>
          </a:p>
          <a:p>
            <a:r>
              <a:rPr lang="en-GB" sz="1800" dirty="0"/>
              <a:t>Looks at latent meaning – underlying ideas, assumptions</a:t>
            </a:r>
          </a:p>
          <a:p>
            <a:r>
              <a:rPr lang="en-GB" sz="1800" dirty="0"/>
              <a:t>Flexible and exploratory (typically no predefined categories)</a:t>
            </a:r>
          </a:p>
          <a:p>
            <a:r>
              <a:rPr lang="en-GB" sz="1800" dirty="0"/>
              <a:t>Purely qual – no statistical/numerical values</a:t>
            </a:r>
          </a:p>
          <a:p>
            <a:r>
              <a:rPr lang="en-GB" sz="1800" dirty="0"/>
              <a:t>Narrative / descriptive output </a:t>
            </a:r>
          </a:p>
          <a:p>
            <a:r>
              <a:rPr lang="en-GB" sz="1800" dirty="0"/>
              <a:t>Typically, </a:t>
            </a:r>
            <a:r>
              <a:rPr lang="en-GB" sz="1800" u="sng" dirty="0"/>
              <a:t>inductive</a:t>
            </a:r>
            <a:r>
              <a:rPr lang="en-GB" sz="1800" dirty="0"/>
              <a:t> (data-driven) </a:t>
            </a:r>
          </a:p>
          <a:p>
            <a:r>
              <a:rPr lang="en-GB" sz="1800" dirty="0"/>
              <a:t>Findings / patterns are ‘created’ by researcher</a:t>
            </a:r>
          </a:p>
          <a:p>
            <a:r>
              <a:rPr lang="en-GB" sz="1800" dirty="0"/>
              <a:t>Subjective / interpretation </a:t>
            </a:r>
          </a:p>
          <a:p>
            <a:r>
              <a:rPr lang="en-GB" sz="1800" dirty="0"/>
              <a:t>Reflection</a:t>
            </a:r>
            <a:r>
              <a:rPr lang="en-US" sz="1800" dirty="0">
                <a:cs typeface="Times New Roman" panose="02020603050405020304" pitchFamily="18" charset="0"/>
              </a:rPr>
              <a:t> </a:t>
            </a:r>
          </a:p>
          <a:p>
            <a:endParaRPr lang="en-GB" sz="1800" dirty="0"/>
          </a:p>
        </p:txBody>
      </p:sp>
      <p:sp>
        <p:nvSpPr>
          <p:cNvPr id="2" name="Content Placeholder 2">
            <a:extLst>
              <a:ext uri="{FF2B5EF4-FFF2-40B4-BE49-F238E27FC236}">
                <a16:creationId xmlns:a16="http://schemas.microsoft.com/office/drawing/2014/main" id="{580190F9-C384-41A8-F1C0-444309657B53}"/>
              </a:ext>
            </a:extLst>
          </p:cNvPr>
          <p:cNvSpPr txBox="1">
            <a:spLocks/>
          </p:cNvSpPr>
          <p:nvPr/>
        </p:nvSpPr>
        <p:spPr>
          <a:xfrm>
            <a:off x="761239" y="379671"/>
            <a:ext cx="7812148" cy="703755"/>
          </a:xfrm>
          <a:prstGeom prst="rect">
            <a:avLst/>
          </a:prstGeom>
          <a:noFill/>
        </p:spPr>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GB" sz="4300" dirty="0"/>
              <a:t>Thematic Analysis</a:t>
            </a:r>
          </a:p>
        </p:txBody>
      </p:sp>
    </p:spTree>
    <p:extLst>
      <p:ext uri="{BB962C8B-B14F-4D97-AF65-F5344CB8AC3E}">
        <p14:creationId xmlns:p14="http://schemas.microsoft.com/office/powerpoint/2010/main" val="154467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748756" y="316153"/>
            <a:ext cx="7812148" cy="703755"/>
          </a:xfrm>
          <a:noFill/>
        </p:spPr>
        <p:txBody>
          <a:bodyPr>
            <a:normAutofit/>
          </a:bodyPr>
          <a:lstStyle/>
          <a:p>
            <a:pPr marL="0" indent="0" algn="ctr">
              <a:buNone/>
            </a:pPr>
            <a:r>
              <a:rPr lang="en-GB" sz="3200" dirty="0">
                <a:solidFill>
                  <a:schemeClr val="tx1"/>
                </a:solidFill>
                <a:latin typeface="+mj-lt"/>
              </a:rPr>
              <a:t>Content vs Thematic (when to use what)</a:t>
            </a:r>
          </a:p>
        </p:txBody>
      </p:sp>
      <p:graphicFrame>
        <p:nvGraphicFramePr>
          <p:cNvPr id="2" name="Table 1">
            <a:extLst>
              <a:ext uri="{FF2B5EF4-FFF2-40B4-BE49-F238E27FC236}">
                <a16:creationId xmlns:a16="http://schemas.microsoft.com/office/drawing/2014/main" id="{031E156C-DF6E-6A29-86D2-01D1995247D5}"/>
              </a:ext>
            </a:extLst>
          </p:cNvPr>
          <p:cNvGraphicFramePr>
            <a:graphicFrameLocks noGrp="1"/>
          </p:cNvGraphicFramePr>
          <p:nvPr>
            <p:extLst>
              <p:ext uri="{D42A27DB-BD31-4B8C-83A1-F6EECF244321}">
                <p14:modId xmlns:p14="http://schemas.microsoft.com/office/powerpoint/2010/main" val="2472125577"/>
              </p:ext>
            </p:extLst>
          </p:nvPr>
        </p:nvGraphicFramePr>
        <p:xfrm>
          <a:off x="486530" y="1340570"/>
          <a:ext cx="8170940" cy="5227230"/>
        </p:xfrm>
        <a:graphic>
          <a:graphicData uri="http://schemas.openxmlformats.org/drawingml/2006/table">
            <a:tbl>
              <a:tblPr firstRow="1" bandRow="1">
                <a:tableStyleId>{C083E6E3-FA7D-4D7B-A595-EF9225AFEA82}</a:tableStyleId>
              </a:tblPr>
              <a:tblGrid>
                <a:gridCol w="1576052">
                  <a:extLst>
                    <a:ext uri="{9D8B030D-6E8A-4147-A177-3AD203B41FA5}">
                      <a16:colId xmlns:a16="http://schemas.microsoft.com/office/drawing/2014/main" val="761916630"/>
                    </a:ext>
                  </a:extLst>
                </a:gridCol>
                <a:gridCol w="2838977">
                  <a:extLst>
                    <a:ext uri="{9D8B030D-6E8A-4147-A177-3AD203B41FA5}">
                      <a16:colId xmlns:a16="http://schemas.microsoft.com/office/drawing/2014/main" val="1554464180"/>
                    </a:ext>
                  </a:extLst>
                </a:gridCol>
                <a:gridCol w="3755911">
                  <a:extLst>
                    <a:ext uri="{9D8B030D-6E8A-4147-A177-3AD203B41FA5}">
                      <a16:colId xmlns:a16="http://schemas.microsoft.com/office/drawing/2014/main" val="4221885974"/>
                    </a:ext>
                  </a:extLst>
                </a:gridCol>
              </a:tblGrid>
              <a:tr h="706762">
                <a:tc>
                  <a:txBody>
                    <a:bodyPr/>
                    <a:lstStyle/>
                    <a:p>
                      <a:pPr algn="l"/>
                      <a:r>
                        <a:rPr lang="en-GB" sz="2000" b="1" dirty="0"/>
                        <a:t>Feature </a:t>
                      </a:r>
                    </a:p>
                  </a:txBody>
                  <a:tcPr/>
                </a:tc>
                <a:tc>
                  <a:txBody>
                    <a:bodyPr/>
                    <a:lstStyle/>
                    <a:p>
                      <a:pPr algn="l"/>
                      <a:r>
                        <a:rPr lang="en-GB" sz="2000" b="1" dirty="0"/>
                        <a:t>Content Analysis</a:t>
                      </a:r>
                    </a:p>
                  </a:txBody>
                  <a:tcPr/>
                </a:tc>
                <a:tc>
                  <a:txBody>
                    <a:bodyPr/>
                    <a:lstStyle/>
                    <a:p>
                      <a:pPr algn="l"/>
                      <a:r>
                        <a:rPr lang="en-GB" sz="2000" b="1" dirty="0"/>
                        <a:t>Thematic Analysis</a:t>
                      </a:r>
                    </a:p>
                  </a:txBody>
                  <a:tcPr/>
                </a:tc>
                <a:extLst>
                  <a:ext uri="{0D108BD9-81ED-4DB2-BD59-A6C34878D82A}">
                    <a16:rowId xmlns:a16="http://schemas.microsoft.com/office/drawing/2014/main" val="4161645829"/>
                  </a:ext>
                </a:extLst>
              </a:tr>
              <a:tr h="646664">
                <a:tc>
                  <a:txBody>
                    <a:bodyPr/>
                    <a:lstStyle/>
                    <a:p>
                      <a:pPr algn="l"/>
                      <a:r>
                        <a:rPr lang="en-GB" sz="1600" b="0" dirty="0"/>
                        <a:t>Purpose</a:t>
                      </a:r>
                    </a:p>
                  </a:txBody>
                  <a:tcPr/>
                </a:tc>
                <a:tc>
                  <a:txBody>
                    <a:bodyPr/>
                    <a:lstStyle/>
                    <a:p>
                      <a:pPr algn="l"/>
                      <a:r>
                        <a:rPr lang="en-GB" sz="1600" dirty="0"/>
                        <a:t>Quantify and categorise content. </a:t>
                      </a:r>
                    </a:p>
                  </a:txBody>
                  <a:tcPr/>
                </a:tc>
                <a:tc>
                  <a:txBody>
                    <a:bodyPr/>
                    <a:lstStyle/>
                    <a:p>
                      <a:pPr algn="l"/>
                      <a:r>
                        <a:rPr lang="en-GB" sz="1600" dirty="0"/>
                        <a:t>To explore and interpret patterns of meaning. </a:t>
                      </a:r>
                    </a:p>
                  </a:txBody>
                  <a:tcPr/>
                </a:tc>
                <a:extLst>
                  <a:ext uri="{0D108BD9-81ED-4DB2-BD59-A6C34878D82A}">
                    <a16:rowId xmlns:a16="http://schemas.microsoft.com/office/drawing/2014/main" val="489585437"/>
                  </a:ext>
                </a:extLst>
              </a:tr>
              <a:tr h="611572">
                <a:tc>
                  <a:txBody>
                    <a:bodyPr/>
                    <a:lstStyle/>
                    <a:p>
                      <a:pPr algn="l"/>
                      <a:r>
                        <a:rPr lang="en-GB" sz="1600" b="0" dirty="0"/>
                        <a:t>Codes</a:t>
                      </a:r>
                    </a:p>
                  </a:txBody>
                  <a:tcPr/>
                </a:tc>
                <a:tc>
                  <a:txBody>
                    <a:bodyPr/>
                    <a:lstStyle/>
                    <a:p>
                      <a:pPr algn="l"/>
                      <a:r>
                        <a:rPr lang="en-GB" sz="1600" dirty="0"/>
                        <a:t>Typically, manifest (explicit) content (but can also be latent)</a:t>
                      </a:r>
                    </a:p>
                  </a:txBody>
                  <a:tcPr/>
                </a:tc>
                <a:tc>
                  <a:txBody>
                    <a:bodyPr/>
                    <a:lstStyle/>
                    <a:p>
                      <a:pPr algn="l"/>
                      <a:r>
                        <a:rPr lang="en-GB" sz="1600" dirty="0"/>
                        <a:t>Both semantic (explicit meaning) and latent (underlying meaning)</a:t>
                      </a:r>
                    </a:p>
                  </a:txBody>
                  <a:tcPr/>
                </a:tc>
                <a:extLst>
                  <a:ext uri="{0D108BD9-81ED-4DB2-BD59-A6C34878D82A}">
                    <a16:rowId xmlns:a16="http://schemas.microsoft.com/office/drawing/2014/main" val="3582416996"/>
                  </a:ext>
                </a:extLst>
              </a:tr>
              <a:tr h="611572">
                <a:tc>
                  <a:txBody>
                    <a:bodyPr/>
                    <a:lstStyle/>
                    <a:p>
                      <a:pPr algn="l"/>
                      <a:r>
                        <a:rPr lang="en-GB" sz="1600" b="0" dirty="0"/>
                        <a:t>Coding approach</a:t>
                      </a:r>
                    </a:p>
                  </a:txBody>
                  <a:tcPr/>
                </a:tc>
                <a:tc>
                  <a:txBody>
                    <a:bodyPr/>
                    <a:lstStyle/>
                    <a:p>
                      <a:pPr algn="l"/>
                      <a:r>
                        <a:rPr lang="en-GB" sz="1600" dirty="0"/>
                        <a:t>Often deductive (predefined categories) but can be inductive</a:t>
                      </a:r>
                    </a:p>
                  </a:txBody>
                  <a:tcPr/>
                </a:tc>
                <a:tc>
                  <a:txBody>
                    <a:bodyPr/>
                    <a:lstStyle/>
                    <a:p>
                      <a:pPr algn="l"/>
                      <a:r>
                        <a:rPr lang="en-GB" sz="1600" dirty="0"/>
                        <a:t>Often inductive (finding themes) but can be deductive</a:t>
                      </a:r>
                    </a:p>
                  </a:txBody>
                  <a:tcPr/>
                </a:tc>
                <a:extLst>
                  <a:ext uri="{0D108BD9-81ED-4DB2-BD59-A6C34878D82A}">
                    <a16:rowId xmlns:a16="http://schemas.microsoft.com/office/drawing/2014/main" val="1564651345"/>
                  </a:ext>
                </a:extLst>
              </a:tr>
              <a:tr h="611572">
                <a:tc>
                  <a:txBody>
                    <a:bodyPr/>
                    <a:lstStyle/>
                    <a:p>
                      <a:pPr algn="l"/>
                      <a:r>
                        <a:rPr lang="en-GB" sz="1600" b="0" dirty="0"/>
                        <a:t>Focus &amp; Output</a:t>
                      </a:r>
                    </a:p>
                  </a:txBody>
                  <a:tcPr/>
                </a:tc>
                <a:tc>
                  <a:txBody>
                    <a:bodyPr/>
                    <a:lstStyle/>
                    <a:p>
                      <a:pPr algn="l"/>
                      <a:r>
                        <a:rPr lang="en-GB" sz="1600" dirty="0"/>
                        <a:t>Counts, categories, trends</a:t>
                      </a:r>
                    </a:p>
                  </a:txBody>
                  <a:tcPr/>
                </a:tc>
                <a:tc>
                  <a:txBody>
                    <a:bodyPr/>
                    <a:lstStyle/>
                    <a:p>
                      <a:pPr algn="l"/>
                      <a:r>
                        <a:rPr lang="en-GB" sz="1600" dirty="0"/>
                        <a:t>Meaning-making – themes, narratives, interpretations</a:t>
                      </a:r>
                    </a:p>
                  </a:txBody>
                  <a:tcPr/>
                </a:tc>
                <a:extLst>
                  <a:ext uri="{0D108BD9-81ED-4DB2-BD59-A6C34878D82A}">
                    <a16:rowId xmlns:a16="http://schemas.microsoft.com/office/drawing/2014/main" val="589776266"/>
                  </a:ext>
                </a:extLst>
              </a:tr>
              <a:tr h="608064">
                <a:tc>
                  <a:txBody>
                    <a:bodyPr/>
                    <a:lstStyle/>
                    <a:p>
                      <a:pPr algn="l"/>
                      <a:r>
                        <a:rPr lang="en-GB" sz="1600" b="0" dirty="0"/>
                        <a:t>Flexibility </a:t>
                      </a:r>
                    </a:p>
                  </a:txBody>
                  <a:tcPr/>
                </a:tc>
                <a:tc>
                  <a:txBody>
                    <a:bodyPr/>
                    <a:lstStyle/>
                    <a:p>
                      <a:pPr algn="l"/>
                      <a:r>
                        <a:rPr lang="en-GB" sz="1600" dirty="0"/>
                        <a:t>Structured and replicable</a:t>
                      </a:r>
                    </a:p>
                  </a:txBody>
                  <a:tcPr/>
                </a:tc>
                <a:tc>
                  <a:txBody>
                    <a:bodyPr/>
                    <a:lstStyle/>
                    <a:p>
                      <a:pPr algn="l"/>
                      <a:r>
                        <a:rPr lang="en-GB" sz="1600" dirty="0"/>
                        <a:t>Flexible and iterative </a:t>
                      </a:r>
                    </a:p>
                  </a:txBody>
                  <a:tcPr/>
                </a:tc>
                <a:extLst>
                  <a:ext uri="{0D108BD9-81ED-4DB2-BD59-A6C34878D82A}">
                    <a16:rowId xmlns:a16="http://schemas.microsoft.com/office/drawing/2014/main" val="959632638"/>
                  </a:ext>
                </a:extLst>
              </a:tr>
              <a:tr h="608064">
                <a:tc>
                  <a:txBody>
                    <a:bodyPr/>
                    <a:lstStyle/>
                    <a:p>
                      <a:pPr algn="l"/>
                      <a:r>
                        <a:rPr lang="en-GB" sz="1600" b="0" dirty="0"/>
                        <a:t>Subjectivity</a:t>
                      </a:r>
                    </a:p>
                  </a:txBody>
                  <a:tcPr/>
                </a:tc>
                <a:tc>
                  <a:txBody>
                    <a:bodyPr/>
                    <a:lstStyle/>
                    <a:p>
                      <a:pPr algn="l"/>
                      <a:r>
                        <a:rPr lang="en-GB" sz="1600" dirty="0"/>
                        <a:t>Minimised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Embraced – acknowledges and seen as part of analysis</a:t>
                      </a:r>
                    </a:p>
                    <a:p>
                      <a:pPr algn="l"/>
                      <a:endParaRPr lang="en-GB" sz="1600" dirty="0"/>
                    </a:p>
                  </a:txBody>
                  <a:tcPr/>
                </a:tc>
                <a:extLst>
                  <a:ext uri="{0D108BD9-81ED-4DB2-BD59-A6C34878D82A}">
                    <a16:rowId xmlns:a16="http://schemas.microsoft.com/office/drawing/2014/main" val="2190432013"/>
                  </a:ext>
                </a:extLst>
              </a:tr>
              <a:tr h="608064">
                <a:tc>
                  <a:txBody>
                    <a:bodyPr/>
                    <a:lstStyle/>
                    <a:p>
                      <a:pPr algn="l"/>
                      <a:r>
                        <a:rPr lang="en-GB" sz="1600" b="0" dirty="0"/>
                        <a:t>Reflection</a:t>
                      </a:r>
                    </a:p>
                  </a:txBody>
                  <a:tcPr/>
                </a:tc>
                <a:tc>
                  <a:txBody>
                    <a:bodyPr/>
                    <a:lstStyle/>
                    <a:p>
                      <a:pPr algn="l"/>
                      <a:r>
                        <a:rPr lang="en-GB" sz="1600" dirty="0"/>
                        <a:t>Some – procedural (coding consistency, bias reduction)</a:t>
                      </a:r>
                    </a:p>
                  </a:txBody>
                  <a:tcPr/>
                </a:tc>
                <a:tc>
                  <a:txBody>
                    <a:bodyPr/>
                    <a:lstStyle/>
                    <a:p>
                      <a:pPr algn="l"/>
                      <a:r>
                        <a:rPr lang="en-GB" sz="1600" dirty="0"/>
                        <a:t>Central (own assumptions, iterative thinking/creative, interpretation)</a:t>
                      </a:r>
                    </a:p>
                  </a:txBody>
                  <a:tcPr/>
                </a:tc>
                <a:extLst>
                  <a:ext uri="{0D108BD9-81ED-4DB2-BD59-A6C34878D82A}">
                    <a16:rowId xmlns:a16="http://schemas.microsoft.com/office/drawing/2014/main" val="3068209691"/>
                  </a:ext>
                </a:extLst>
              </a:tr>
            </a:tbl>
          </a:graphicData>
        </a:graphic>
      </p:graphicFrame>
    </p:spTree>
    <p:custDataLst>
      <p:tags r:id="rId1"/>
    </p:custDataLst>
    <p:extLst>
      <p:ext uri="{BB962C8B-B14F-4D97-AF65-F5344CB8AC3E}">
        <p14:creationId xmlns:p14="http://schemas.microsoft.com/office/powerpoint/2010/main" val="4188619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C7A9CC-E4B8-D43A-A15E-67DCB0BE2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9653E-33B2-6B32-2E60-67DE1B68F3EC}"/>
              </a:ext>
            </a:extLst>
          </p:cNvPr>
          <p:cNvSpPr>
            <a:spLocks noGrp="1"/>
          </p:cNvSpPr>
          <p:nvPr>
            <p:ph type="title"/>
          </p:nvPr>
        </p:nvSpPr>
        <p:spPr>
          <a:xfrm>
            <a:off x="702116" y="0"/>
            <a:ext cx="7902388" cy="815582"/>
          </a:xfrm>
          <a:solidFill>
            <a:schemeClr val="accent4">
              <a:lumMod val="20000"/>
              <a:lumOff val="80000"/>
            </a:schemeClr>
          </a:solidFill>
        </p:spPr>
        <p:txBody>
          <a:bodyPr anchor="ctr"/>
          <a:lstStyle/>
          <a:p>
            <a:pPr algn="ctr"/>
            <a:r>
              <a:rPr lang="en-US" sz="3200" dirty="0">
                <a:latin typeface="+mj-lt"/>
              </a:rPr>
              <a:t>Thematic Analysis: </a:t>
            </a:r>
            <a:br>
              <a:rPr lang="en-US" sz="3200" dirty="0">
                <a:latin typeface="+mj-lt"/>
              </a:rPr>
            </a:br>
            <a:r>
              <a:rPr lang="en-US" sz="3200" dirty="0">
                <a:latin typeface="+mj-lt"/>
              </a:rPr>
              <a:t>Braun and Clarke’s SIX STEP MODEL</a:t>
            </a:r>
          </a:p>
        </p:txBody>
      </p:sp>
      <p:sp>
        <p:nvSpPr>
          <p:cNvPr id="11" name="Content Placeholder 2">
            <a:extLst>
              <a:ext uri="{FF2B5EF4-FFF2-40B4-BE49-F238E27FC236}">
                <a16:creationId xmlns:a16="http://schemas.microsoft.com/office/drawing/2014/main" id="{6EEA7622-1ACD-1D31-3094-1BCB2EA50E35}"/>
              </a:ext>
            </a:extLst>
          </p:cNvPr>
          <p:cNvSpPr txBox="1">
            <a:spLocks/>
          </p:cNvSpPr>
          <p:nvPr/>
        </p:nvSpPr>
        <p:spPr>
          <a:xfrm>
            <a:off x="527305" y="970039"/>
            <a:ext cx="4817100" cy="5597786"/>
          </a:xfrm>
          <a:prstGeom prst="rect">
            <a:avLst/>
          </a:prstGeom>
        </p:spPr>
        <p:txBody>
          <a:bodyPr vert="horz" lIns="0" tIns="0" rIns="0" bIns="0" rtlCol="0">
            <a:noAutofit/>
          </a:bodyPr>
          <a:lstStyle>
            <a:lvl1pPr marL="0" indent="0" algn="l" defTabSz="457200" rtl="0" eaLnBrk="1" latinLnBrk="0" hangingPunct="1">
              <a:spcBef>
                <a:spcPts val="800"/>
              </a:spcBef>
              <a:buFont typeface="Arial"/>
              <a:buNone/>
              <a:defRPr sz="1800" kern="1200">
                <a:solidFill>
                  <a:srgbClr val="002A41"/>
                </a:solidFill>
                <a:latin typeface="Arial"/>
                <a:ea typeface="+mn-ea"/>
                <a:cs typeface="Arial"/>
              </a:defRPr>
            </a:lvl1pPr>
            <a:lvl2pPr marL="288000" indent="-288000" algn="l" defTabSz="457200" rtl="0" eaLnBrk="1" latinLnBrk="0" hangingPunct="1">
              <a:spcBef>
                <a:spcPts val="800"/>
              </a:spcBef>
              <a:buClr>
                <a:srgbClr val="68246D"/>
              </a:buClr>
              <a:buFont typeface="Arial"/>
              <a:buChar char="•"/>
              <a:defRPr sz="1800" kern="1200">
                <a:solidFill>
                  <a:srgbClr val="002A41"/>
                </a:solidFill>
                <a:latin typeface="Arial"/>
                <a:ea typeface="+mn-ea"/>
                <a:cs typeface="Arial"/>
              </a:defRPr>
            </a:lvl2pPr>
            <a:lvl3pPr marL="576000" indent="-288000" algn="l" defTabSz="457200" rtl="0" eaLnBrk="1" latinLnBrk="0" hangingPunct="1">
              <a:spcBef>
                <a:spcPts val="800"/>
              </a:spcBef>
              <a:buFont typeface="Lucida Grande"/>
              <a:buChar char="–"/>
              <a:defRPr sz="1800" kern="1200">
                <a:solidFill>
                  <a:srgbClr val="002A4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892" indent="-342892">
              <a:buFont typeface="+mj-lt"/>
              <a:buAutoNum type="arabicPeriod"/>
            </a:pPr>
            <a:r>
              <a:rPr lang="en-US" sz="2800" dirty="0">
                <a:solidFill>
                  <a:schemeClr val="accent2">
                    <a:lumMod val="50000"/>
                  </a:schemeClr>
                </a:solidFill>
                <a:latin typeface="+mn-lt"/>
              </a:rPr>
              <a:t>Data Familiarisation </a:t>
            </a:r>
          </a:p>
          <a:p>
            <a:pPr marL="342892" indent="-342892">
              <a:buFont typeface="+mj-lt"/>
              <a:buAutoNum type="arabicPeriod"/>
            </a:pPr>
            <a:endParaRPr lang="en-US" sz="2800" dirty="0">
              <a:solidFill>
                <a:schemeClr val="accent2">
                  <a:lumMod val="50000"/>
                </a:schemeClr>
              </a:solidFill>
              <a:latin typeface="+mn-lt"/>
            </a:endParaRPr>
          </a:p>
          <a:p>
            <a:pPr marL="342892" indent="-342892">
              <a:buFont typeface="+mj-lt"/>
              <a:buAutoNum type="arabicPeriod"/>
            </a:pPr>
            <a:r>
              <a:rPr lang="en-US" sz="2800" dirty="0">
                <a:solidFill>
                  <a:schemeClr val="accent2">
                    <a:lumMod val="50000"/>
                  </a:schemeClr>
                </a:solidFill>
                <a:latin typeface="+mn-lt"/>
              </a:rPr>
              <a:t>Initial Coding generation</a:t>
            </a:r>
          </a:p>
          <a:p>
            <a:pPr marL="342892" indent="-342892">
              <a:buFont typeface="+mj-lt"/>
              <a:buAutoNum type="arabicPeriod"/>
            </a:pPr>
            <a:endParaRPr lang="en-US" sz="2800" dirty="0">
              <a:solidFill>
                <a:schemeClr val="accent2">
                  <a:lumMod val="50000"/>
                </a:schemeClr>
              </a:solidFill>
              <a:latin typeface="+mn-lt"/>
            </a:endParaRPr>
          </a:p>
          <a:p>
            <a:pPr marL="342892" indent="-342892">
              <a:buFont typeface="+mj-lt"/>
              <a:buAutoNum type="arabicPeriod"/>
            </a:pPr>
            <a:r>
              <a:rPr lang="en-US" sz="2800" dirty="0">
                <a:solidFill>
                  <a:schemeClr val="accent2">
                    <a:lumMod val="50000"/>
                  </a:schemeClr>
                </a:solidFill>
                <a:latin typeface="+mn-lt"/>
              </a:rPr>
              <a:t>Search for Themes</a:t>
            </a:r>
          </a:p>
          <a:p>
            <a:pPr marL="342892" indent="-342892">
              <a:buFont typeface="+mj-lt"/>
              <a:buAutoNum type="arabicPeriod"/>
            </a:pPr>
            <a:endParaRPr lang="en-US" sz="2800" dirty="0">
              <a:solidFill>
                <a:schemeClr val="accent2">
                  <a:lumMod val="50000"/>
                </a:schemeClr>
              </a:solidFill>
              <a:latin typeface="+mn-lt"/>
            </a:endParaRPr>
          </a:p>
          <a:p>
            <a:pPr marL="342892" indent="-342892">
              <a:buFont typeface="+mj-lt"/>
              <a:buAutoNum type="arabicPeriod"/>
            </a:pPr>
            <a:r>
              <a:rPr lang="en-US" sz="2800" dirty="0">
                <a:solidFill>
                  <a:schemeClr val="accent2">
                    <a:lumMod val="50000"/>
                  </a:schemeClr>
                </a:solidFill>
                <a:latin typeface="+mn-lt"/>
              </a:rPr>
              <a:t>Review of Themes</a:t>
            </a:r>
          </a:p>
          <a:p>
            <a:pPr marL="342892" indent="-342892">
              <a:buFont typeface="+mj-lt"/>
              <a:buAutoNum type="arabicPeriod"/>
            </a:pPr>
            <a:endParaRPr lang="en-US" sz="2800" dirty="0">
              <a:solidFill>
                <a:schemeClr val="accent2">
                  <a:lumMod val="50000"/>
                </a:schemeClr>
              </a:solidFill>
              <a:latin typeface="+mn-lt"/>
            </a:endParaRPr>
          </a:p>
          <a:p>
            <a:pPr marL="342892" indent="-342892">
              <a:buFont typeface="+mj-lt"/>
              <a:buAutoNum type="arabicPeriod"/>
            </a:pPr>
            <a:r>
              <a:rPr lang="en-US" sz="2800" dirty="0">
                <a:solidFill>
                  <a:schemeClr val="accent2">
                    <a:lumMod val="50000"/>
                  </a:schemeClr>
                </a:solidFill>
                <a:latin typeface="+mn-lt"/>
              </a:rPr>
              <a:t>Theme Definition and labelling</a:t>
            </a:r>
          </a:p>
          <a:p>
            <a:pPr marL="342892" indent="-342892">
              <a:buFont typeface="+mj-lt"/>
              <a:buAutoNum type="arabicPeriod"/>
            </a:pPr>
            <a:endParaRPr lang="en-US" sz="2800" dirty="0">
              <a:solidFill>
                <a:schemeClr val="accent2">
                  <a:lumMod val="50000"/>
                </a:schemeClr>
              </a:solidFill>
              <a:latin typeface="+mn-lt"/>
            </a:endParaRPr>
          </a:p>
          <a:p>
            <a:pPr marL="342892" indent="-342892">
              <a:buFont typeface="+mj-lt"/>
              <a:buAutoNum type="arabicPeriod"/>
            </a:pPr>
            <a:r>
              <a:rPr lang="en-US" sz="2800" dirty="0">
                <a:solidFill>
                  <a:schemeClr val="accent2">
                    <a:lumMod val="50000"/>
                  </a:schemeClr>
                </a:solidFill>
                <a:latin typeface="+mn-lt"/>
              </a:rPr>
              <a:t>Report writing</a:t>
            </a:r>
          </a:p>
        </p:txBody>
      </p:sp>
      <p:sp>
        <p:nvSpPr>
          <p:cNvPr id="4" name="TextBox 3">
            <a:extLst>
              <a:ext uri="{FF2B5EF4-FFF2-40B4-BE49-F238E27FC236}">
                <a16:creationId xmlns:a16="http://schemas.microsoft.com/office/drawing/2014/main" id="{02E9870D-40FE-5658-BF66-9105F638A376}"/>
              </a:ext>
            </a:extLst>
          </p:cNvPr>
          <p:cNvSpPr txBox="1"/>
          <p:nvPr/>
        </p:nvSpPr>
        <p:spPr>
          <a:xfrm>
            <a:off x="1734154" y="1465680"/>
            <a:ext cx="5488690" cy="338554"/>
          </a:xfrm>
          <a:prstGeom prst="rect">
            <a:avLst/>
          </a:prstGeom>
          <a:noFill/>
        </p:spPr>
        <p:txBody>
          <a:bodyPr wrap="square">
            <a:spAutoFit/>
          </a:bodyPr>
          <a:lstStyle/>
          <a:p>
            <a:r>
              <a:rPr lang="en-US" sz="1600" dirty="0">
                <a:solidFill>
                  <a:srgbClr val="0070C0"/>
                </a:solidFill>
                <a:latin typeface="+mj-lt"/>
              </a:rPr>
              <a:t>- read and immerse yourself in the data</a:t>
            </a:r>
            <a:endParaRPr lang="en-GB" sz="1600" dirty="0">
              <a:solidFill>
                <a:srgbClr val="0070C0"/>
              </a:solidFill>
            </a:endParaRPr>
          </a:p>
        </p:txBody>
      </p:sp>
      <p:sp>
        <p:nvSpPr>
          <p:cNvPr id="6" name="TextBox 5">
            <a:extLst>
              <a:ext uri="{FF2B5EF4-FFF2-40B4-BE49-F238E27FC236}">
                <a16:creationId xmlns:a16="http://schemas.microsoft.com/office/drawing/2014/main" id="{1E930719-8C32-281A-0898-C932DFC74E06}"/>
              </a:ext>
            </a:extLst>
          </p:cNvPr>
          <p:cNvSpPr txBox="1"/>
          <p:nvPr/>
        </p:nvSpPr>
        <p:spPr>
          <a:xfrm>
            <a:off x="1629249" y="2508436"/>
            <a:ext cx="5957408" cy="338554"/>
          </a:xfrm>
          <a:prstGeom prst="rect">
            <a:avLst/>
          </a:prstGeom>
          <a:noFill/>
        </p:spPr>
        <p:txBody>
          <a:bodyPr wrap="square">
            <a:spAutoFit/>
          </a:bodyPr>
          <a:lstStyle/>
          <a:p>
            <a:r>
              <a:rPr lang="en-US" sz="1600" dirty="0">
                <a:solidFill>
                  <a:srgbClr val="0070C0"/>
                </a:solidFill>
                <a:latin typeface="+mj-lt"/>
              </a:rPr>
              <a:t>- for each participant, select key points/phrases or words into ‘</a:t>
            </a:r>
            <a:r>
              <a:rPr lang="en-US" sz="1600" i="1" dirty="0">
                <a:solidFill>
                  <a:srgbClr val="0070C0"/>
                </a:solidFill>
                <a:latin typeface="+mj-lt"/>
              </a:rPr>
              <a:t>codes</a:t>
            </a:r>
            <a:r>
              <a:rPr lang="en-US" sz="1600" dirty="0">
                <a:solidFill>
                  <a:srgbClr val="0070C0"/>
                </a:solidFill>
                <a:latin typeface="+mj-lt"/>
              </a:rPr>
              <a:t>’</a:t>
            </a:r>
            <a:endParaRPr lang="en-GB" sz="1600" dirty="0">
              <a:solidFill>
                <a:srgbClr val="0070C0"/>
              </a:solidFill>
            </a:endParaRPr>
          </a:p>
        </p:txBody>
      </p:sp>
      <p:sp>
        <p:nvSpPr>
          <p:cNvPr id="8" name="TextBox 7">
            <a:extLst>
              <a:ext uri="{FF2B5EF4-FFF2-40B4-BE49-F238E27FC236}">
                <a16:creationId xmlns:a16="http://schemas.microsoft.com/office/drawing/2014/main" id="{87103019-39EA-CD54-A2D2-7F2C35DCFA2D}"/>
              </a:ext>
            </a:extLst>
          </p:cNvPr>
          <p:cNvSpPr txBox="1"/>
          <p:nvPr/>
        </p:nvSpPr>
        <p:spPr>
          <a:xfrm>
            <a:off x="1734153" y="3492449"/>
            <a:ext cx="6695539" cy="338554"/>
          </a:xfrm>
          <a:prstGeom prst="rect">
            <a:avLst/>
          </a:prstGeom>
          <a:noFill/>
        </p:spPr>
        <p:txBody>
          <a:bodyPr wrap="square">
            <a:spAutoFit/>
          </a:bodyPr>
          <a:lstStyle/>
          <a:p>
            <a:r>
              <a:rPr lang="en-US" sz="1600" dirty="0">
                <a:solidFill>
                  <a:srgbClr val="0070C0"/>
                </a:solidFill>
                <a:latin typeface="+mj-lt"/>
              </a:rPr>
              <a:t>- merge </a:t>
            </a:r>
            <a:r>
              <a:rPr lang="en-US" sz="1600" u="sng" dirty="0">
                <a:solidFill>
                  <a:srgbClr val="0070C0"/>
                </a:solidFill>
                <a:latin typeface="+mj-lt"/>
              </a:rPr>
              <a:t>all</a:t>
            </a:r>
            <a:r>
              <a:rPr lang="en-US" sz="1600" dirty="0">
                <a:solidFill>
                  <a:srgbClr val="0070C0"/>
                </a:solidFill>
                <a:latin typeface="+mj-lt"/>
              </a:rPr>
              <a:t> codes into groups (</a:t>
            </a:r>
            <a:r>
              <a:rPr lang="en-US" sz="1600" i="1" dirty="0">
                <a:solidFill>
                  <a:srgbClr val="0070C0"/>
                </a:solidFill>
                <a:latin typeface="+mj-lt"/>
              </a:rPr>
              <a:t>themes) </a:t>
            </a:r>
            <a:r>
              <a:rPr lang="en-US" sz="1600" dirty="0">
                <a:solidFill>
                  <a:srgbClr val="0070C0"/>
                </a:solidFill>
                <a:latin typeface="+mj-lt"/>
              </a:rPr>
              <a:t>which have the same concept / idea</a:t>
            </a:r>
            <a:endParaRPr lang="en-GB" sz="1600" dirty="0">
              <a:solidFill>
                <a:srgbClr val="0070C0"/>
              </a:solidFill>
            </a:endParaRPr>
          </a:p>
        </p:txBody>
      </p:sp>
      <p:sp>
        <p:nvSpPr>
          <p:cNvPr id="10" name="TextBox 9">
            <a:extLst>
              <a:ext uri="{FF2B5EF4-FFF2-40B4-BE49-F238E27FC236}">
                <a16:creationId xmlns:a16="http://schemas.microsoft.com/office/drawing/2014/main" id="{06CF7EA7-7FC4-163A-6F2F-D9AC1CB2ADCA}"/>
              </a:ext>
            </a:extLst>
          </p:cNvPr>
          <p:cNvSpPr txBox="1"/>
          <p:nvPr/>
        </p:nvSpPr>
        <p:spPr>
          <a:xfrm>
            <a:off x="1807581" y="4626278"/>
            <a:ext cx="5779076" cy="338554"/>
          </a:xfrm>
          <a:prstGeom prst="rect">
            <a:avLst/>
          </a:prstGeom>
          <a:noFill/>
        </p:spPr>
        <p:txBody>
          <a:bodyPr wrap="square">
            <a:spAutoFit/>
          </a:bodyPr>
          <a:lstStyle/>
          <a:p>
            <a:r>
              <a:rPr lang="en-US" sz="1600" dirty="0">
                <a:solidFill>
                  <a:srgbClr val="0070C0"/>
                </a:solidFill>
                <a:latin typeface="+mj-lt"/>
              </a:rPr>
              <a:t>- review and refine themes (merge, create, change delete etc.)</a:t>
            </a:r>
          </a:p>
        </p:txBody>
      </p:sp>
      <p:sp>
        <p:nvSpPr>
          <p:cNvPr id="14" name="TextBox 13">
            <a:extLst>
              <a:ext uri="{FF2B5EF4-FFF2-40B4-BE49-F238E27FC236}">
                <a16:creationId xmlns:a16="http://schemas.microsoft.com/office/drawing/2014/main" id="{CF85D94C-7448-A8FF-840F-B8FA7A54DC89}"/>
              </a:ext>
            </a:extLst>
          </p:cNvPr>
          <p:cNvSpPr txBox="1"/>
          <p:nvPr/>
        </p:nvSpPr>
        <p:spPr>
          <a:xfrm>
            <a:off x="1629248" y="5686340"/>
            <a:ext cx="6800445" cy="338554"/>
          </a:xfrm>
          <a:prstGeom prst="rect">
            <a:avLst/>
          </a:prstGeom>
          <a:noFill/>
        </p:spPr>
        <p:txBody>
          <a:bodyPr wrap="square">
            <a:spAutoFit/>
          </a:bodyPr>
          <a:lstStyle/>
          <a:p>
            <a:r>
              <a:rPr lang="en-US" sz="1600" dirty="0">
                <a:solidFill>
                  <a:srgbClr val="0070C0"/>
                </a:solidFill>
                <a:latin typeface="+mj-lt"/>
              </a:rPr>
              <a:t>- define the essence of each theme - what does it capture? Give themes a label. </a:t>
            </a:r>
          </a:p>
        </p:txBody>
      </p:sp>
      <p:sp>
        <p:nvSpPr>
          <p:cNvPr id="3" name="TextBox 2">
            <a:extLst>
              <a:ext uri="{FF2B5EF4-FFF2-40B4-BE49-F238E27FC236}">
                <a16:creationId xmlns:a16="http://schemas.microsoft.com/office/drawing/2014/main" id="{6D6DEAC9-1C3C-9210-4C76-632CFDC06F21}"/>
              </a:ext>
            </a:extLst>
          </p:cNvPr>
          <p:cNvSpPr txBox="1"/>
          <p:nvPr/>
        </p:nvSpPr>
        <p:spPr>
          <a:xfrm>
            <a:off x="3035042" y="6342507"/>
            <a:ext cx="2117078" cy="338554"/>
          </a:xfrm>
          <a:prstGeom prst="rect">
            <a:avLst/>
          </a:prstGeom>
          <a:noFill/>
        </p:spPr>
        <p:txBody>
          <a:bodyPr wrap="square">
            <a:spAutoFit/>
          </a:bodyPr>
          <a:lstStyle/>
          <a:p>
            <a:r>
              <a:rPr lang="en-US" sz="1600" dirty="0">
                <a:solidFill>
                  <a:srgbClr val="0070C0"/>
                </a:solidFill>
                <a:latin typeface="+mj-lt"/>
              </a:rPr>
              <a:t>- disseminate </a:t>
            </a:r>
          </a:p>
        </p:txBody>
      </p:sp>
    </p:spTree>
    <p:extLst>
      <p:ext uri="{BB962C8B-B14F-4D97-AF65-F5344CB8AC3E}">
        <p14:creationId xmlns:p14="http://schemas.microsoft.com/office/powerpoint/2010/main" val="275977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4"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BAF45-4212-366E-1CB3-54A7F19599CD}"/>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114814AF-23DC-1FEA-6AFA-8DA451FFAEA5}"/>
              </a:ext>
            </a:extLst>
          </p:cNvPr>
          <p:cNvSpPr>
            <a:spLocks noGrp="1"/>
          </p:cNvSpPr>
          <p:nvPr>
            <p:ph type="subTitle" idx="1"/>
          </p:nvPr>
        </p:nvSpPr>
        <p:spPr>
          <a:xfrm>
            <a:off x="5723351" y="1088645"/>
            <a:ext cx="3420629" cy="5152416"/>
          </a:xfrm>
          <a:noFill/>
        </p:spPr>
        <p:txBody>
          <a:bodyPr>
            <a:noAutofit/>
          </a:bodyPr>
          <a:lstStyle/>
          <a:p>
            <a:endParaRPr lang="en-US" sz="3200" b="1" dirty="0">
              <a:solidFill>
                <a:schemeClr val="tx1"/>
              </a:solidFill>
            </a:endParaRPr>
          </a:p>
          <a:p>
            <a:r>
              <a:rPr lang="en-US" sz="3200" b="1" dirty="0">
                <a:solidFill>
                  <a:schemeClr val="tx1"/>
                </a:solidFill>
              </a:rPr>
              <a:t>4. Activities: online content</a:t>
            </a:r>
          </a:p>
        </p:txBody>
      </p:sp>
      <p:pic>
        <p:nvPicPr>
          <p:cNvPr id="3" name="Picture 6" descr="See the source image">
            <a:extLst>
              <a:ext uri="{FF2B5EF4-FFF2-40B4-BE49-F238E27FC236}">
                <a16:creationId xmlns:a16="http://schemas.microsoft.com/office/drawing/2014/main" id="{B122BE62-E6DA-B092-4376-8A7D30272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632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4FD32-0344-27D9-1410-C4989198D587}"/>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6F4D78B2-AA19-4D82-1769-61642B08B874}"/>
              </a:ext>
            </a:extLst>
          </p:cNvPr>
          <p:cNvSpPr txBox="1">
            <a:spLocks/>
          </p:cNvSpPr>
          <p:nvPr/>
        </p:nvSpPr>
        <p:spPr>
          <a:xfrm>
            <a:off x="383653" y="685301"/>
            <a:ext cx="8625876" cy="5433111"/>
          </a:xfrm>
          <a:prstGeom prst="rect">
            <a:avLst/>
          </a:prstGeom>
          <a:solidFill>
            <a:schemeClr val="bg1"/>
          </a:solidFill>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US" sz="2400" b="1" dirty="0"/>
              <a:t>The online content</a:t>
            </a:r>
          </a:p>
          <a:p>
            <a:pPr marL="0" indent="0">
              <a:buNone/>
            </a:pPr>
            <a:r>
              <a:rPr lang="en-US" sz="2400" dirty="0"/>
              <a:t>You’re going to have a look at some real data by Dr Ben Alderson-Day et al. and have a look at doing some </a:t>
            </a:r>
            <a:r>
              <a:rPr lang="en-US" sz="2400" b="1" dirty="0">
                <a:solidFill>
                  <a:srgbClr val="1477B4"/>
                </a:solidFill>
              </a:rPr>
              <a:t>Content analysis</a:t>
            </a:r>
            <a:r>
              <a:rPr lang="en-US" sz="2400" dirty="0"/>
              <a:t>! </a:t>
            </a:r>
          </a:p>
          <a:p>
            <a:pPr marL="0" indent="0">
              <a:buNone/>
            </a:pPr>
            <a:endParaRPr lang="en-US" sz="2400" dirty="0"/>
          </a:p>
          <a:p>
            <a:pPr>
              <a:buFont typeface="+mj-lt"/>
              <a:buAutoNum type="arabicPeriod"/>
            </a:pPr>
            <a:r>
              <a:rPr lang="en-GB" sz="2400" dirty="0"/>
              <a:t>Go to Ultra and work through the activity*</a:t>
            </a:r>
          </a:p>
          <a:p>
            <a:pPr>
              <a:buFont typeface="+mj-lt"/>
              <a:buAutoNum type="arabicPeriod"/>
            </a:pPr>
            <a:endParaRPr lang="en-GB" sz="2400" dirty="0"/>
          </a:p>
          <a:p>
            <a:pPr>
              <a:buFont typeface="+mj-lt"/>
              <a:buAutoNum type="arabicPeriod"/>
            </a:pPr>
            <a:r>
              <a:rPr lang="en-GB" sz="2400" dirty="0"/>
              <a:t>If you have time within your ‘online’ hour you should:</a:t>
            </a:r>
          </a:p>
          <a:p>
            <a:pPr lvl="1" indent="-342900">
              <a:buFont typeface="Wingdings 3" charset="2"/>
              <a:buAutoNum type="alphaLcParenR"/>
            </a:pPr>
            <a:r>
              <a:rPr lang="en-GB" sz="2400" dirty="0"/>
              <a:t>Prepare your understanding of Thematic analysis for Practical 4 (watch the videos or do the reading by Braun &amp; Clark)</a:t>
            </a:r>
          </a:p>
          <a:p>
            <a:pPr lvl="1" indent="-342900">
              <a:buAutoNum type="alphaLcParenR"/>
            </a:pPr>
            <a:r>
              <a:rPr lang="en-GB" sz="2400" dirty="0"/>
              <a:t>Read some of the recommended reading</a:t>
            </a:r>
          </a:p>
          <a:p>
            <a:pPr marL="0" indent="0">
              <a:buNone/>
            </a:pPr>
            <a:endParaRPr lang="en-GB" dirty="0"/>
          </a:p>
          <a:p>
            <a:pPr marL="0" indent="0">
              <a:buNone/>
            </a:pPr>
            <a:r>
              <a:rPr lang="en-GB" dirty="0"/>
              <a:t>*content warning</a:t>
            </a:r>
          </a:p>
        </p:txBody>
      </p:sp>
    </p:spTree>
    <p:extLst>
      <p:ext uri="{BB962C8B-B14F-4D97-AF65-F5344CB8AC3E}">
        <p14:creationId xmlns:p14="http://schemas.microsoft.com/office/powerpoint/2010/main" val="2742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25DF-A91F-EFA1-72C6-9F3FA62909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107D72-9B47-26AD-0D3A-4558715D8193}"/>
              </a:ext>
            </a:extLst>
          </p:cNvPr>
          <p:cNvSpPr txBox="1"/>
          <p:nvPr/>
        </p:nvSpPr>
        <p:spPr>
          <a:xfrm>
            <a:off x="230842" y="797510"/>
            <a:ext cx="3645950" cy="3785652"/>
          </a:xfrm>
          <a:prstGeom prst="rect">
            <a:avLst/>
          </a:prstGeom>
          <a:noFill/>
        </p:spPr>
        <p:txBody>
          <a:bodyPr wrap="square">
            <a:spAutoFit/>
          </a:bodyPr>
          <a:lstStyle/>
          <a:p>
            <a:pPr marL="0" indent="0" algn="ctr">
              <a:buNone/>
            </a:pPr>
            <a:r>
              <a:rPr lang="en-US" sz="2400" dirty="0"/>
              <a:t>Do the online material for this week!</a:t>
            </a:r>
          </a:p>
          <a:p>
            <a:pPr marL="0" indent="0" algn="ctr">
              <a:buNone/>
            </a:pPr>
            <a:endParaRPr lang="en-US" sz="2400" dirty="0"/>
          </a:p>
          <a:p>
            <a:pPr marL="0" indent="0" algn="ctr">
              <a:buNone/>
            </a:pPr>
            <a:r>
              <a:rPr lang="en-US" sz="2400" dirty="0"/>
              <a:t> </a:t>
            </a:r>
          </a:p>
          <a:p>
            <a:pPr marL="0" indent="0" algn="ctr">
              <a:buNone/>
            </a:pPr>
            <a:endParaRPr lang="en-US" sz="2400" dirty="0"/>
          </a:p>
          <a:p>
            <a:pPr marL="0" indent="0" algn="ctr">
              <a:buNone/>
            </a:pPr>
            <a:r>
              <a:rPr lang="en-US" sz="2400" dirty="0"/>
              <a:t>This will be important for  </a:t>
            </a:r>
            <a:r>
              <a:rPr lang="en-US" sz="2400" dirty="0">
                <a:solidFill>
                  <a:srgbClr val="1477B4"/>
                </a:solidFill>
              </a:rPr>
              <a:t>Practical 4,</a:t>
            </a:r>
            <a:r>
              <a:rPr lang="en-US" sz="2400" dirty="0"/>
              <a:t> where you’ll return to Qualitative research and run your own </a:t>
            </a:r>
            <a:r>
              <a:rPr lang="en-US" sz="2400" dirty="0">
                <a:solidFill>
                  <a:srgbClr val="1477B4"/>
                </a:solidFill>
              </a:rPr>
              <a:t>Thematic Analysis</a:t>
            </a:r>
          </a:p>
        </p:txBody>
      </p:sp>
      <p:pic>
        <p:nvPicPr>
          <p:cNvPr id="1026" name="Picture 2" descr="Meme Creator - Funny There's always next week Meme Generator at ...">
            <a:extLst>
              <a:ext uri="{FF2B5EF4-FFF2-40B4-BE49-F238E27FC236}">
                <a16:creationId xmlns:a16="http://schemas.microsoft.com/office/drawing/2014/main" id="{E25AC27C-9CC1-BBC5-336A-8EDB1504C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5116" y="1588170"/>
            <a:ext cx="4598042" cy="2540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23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6|3.2|4.2|2.3|4.8|8.1"/>
</p:tagLst>
</file>

<file path=ppt/tags/tag2.xml><?xml version="1.0" encoding="utf-8"?>
<p:tagLst xmlns:a="http://schemas.openxmlformats.org/drawingml/2006/main" xmlns:r="http://schemas.openxmlformats.org/officeDocument/2006/relationships" xmlns:p="http://schemas.openxmlformats.org/presentationml/2006/main">
  <p:tag name="TIMING" val="|2.6|3.2|4.2|2.3|4.8|8.1"/>
</p:tagLst>
</file>

<file path=ppt/tags/tag3.xml><?xml version="1.0" encoding="utf-8"?>
<p:tagLst xmlns:a="http://schemas.openxmlformats.org/drawingml/2006/main" xmlns:r="http://schemas.openxmlformats.org/officeDocument/2006/relationships" xmlns:p="http://schemas.openxmlformats.org/presentationml/2006/main">
  <p:tag name="TIMING" val="|3.5|4.3|2.5|3.6|0.9|2.6"/>
</p:tagLst>
</file>

<file path=ppt/tags/tag4.xml><?xml version="1.0" encoding="utf-8"?>
<p:tagLst xmlns:a="http://schemas.openxmlformats.org/drawingml/2006/main" xmlns:r="http://schemas.openxmlformats.org/officeDocument/2006/relationships" xmlns:p="http://schemas.openxmlformats.org/presentationml/2006/main">
  <p:tag name="TIMING" val="|7.4|56.4|16.7"/>
</p:tagLst>
</file>

<file path=ppt/tags/tag5.xml><?xml version="1.0" encoding="utf-8"?>
<p:tagLst xmlns:a="http://schemas.openxmlformats.org/drawingml/2006/main" xmlns:r="http://schemas.openxmlformats.org/officeDocument/2006/relationships" xmlns:p="http://schemas.openxmlformats.org/presentationml/2006/main">
  <p:tag name="TIMING" val="|7.4|56.4|16.7"/>
</p:tagLst>
</file>

<file path=ppt/tags/tag6.xml><?xml version="1.0" encoding="utf-8"?>
<p:tagLst xmlns:a="http://schemas.openxmlformats.org/drawingml/2006/main" xmlns:r="http://schemas.openxmlformats.org/officeDocument/2006/relationships" xmlns:p="http://schemas.openxmlformats.org/presentationml/2006/main">
  <p:tag name="TIMING" val="|7.4|56.4|16.7"/>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2113</TotalTime>
  <Words>1986</Words>
  <Application>Microsoft Office PowerPoint</Application>
  <PresentationFormat>On-screen Show (4:3)</PresentationFormat>
  <Paragraphs>269</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Gill Sans MT</vt:lpstr>
      <vt:lpstr>Lucida Grande</vt:lpstr>
      <vt:lpstr>Times New Roman</vt:lpstr>
      <vt:lpstr>Wingdings</vt:lpstr>
      <vt:lpstr>Wingdings 3</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Discourse Analysis</vt:lpstr>
      <vt:lpstr>PowerPoint Presentation</vt:lpstr>
      <vt:lpstr>PowerPoint Presentation</vt:lpstr>
      <vt:lpstr>PowerPoint Presentation</vt:lpstr>
      <vt:lpstr>PowerPoint Presentation</vt:lpstr>
      <vt:lpstr>Thematic Analysis:  Braun and Clarke’s SIX STEP MODEL</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DEWE, HAYLEY L.</dc:creator>
  <cp:lastModifiedBy>DEWE, HAYLEY L.</cp:lastModifiedBy>
  <cp:revision>1</cp:revision>
  <dcterms:created xsi:type="dcterms:W3CDTF">2023-09-30T21:10:58Z</dcterms:created>
  <dcterms:modified xsi:type="dcterms:W3CDTF">2025-10-29T13:32:42Z</dcterms:modified>
</cp:coreProperties>
</file>