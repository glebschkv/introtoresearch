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3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5.xml" ContentType="application/vnd.openxmlformats-officedocument.presentationml.tags+xml"/>
  <Override PartName="/ppt/notesSlides/notesSlide25.xml" ContentType="application/vnd.openxmlformats-officedocument.presentationml.notesSlide+xml"/>
  <Override PartName="/ppt/tags/tag16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7.xml" ContentType="application/vnd.openxmlformats-officedocument.presentationml.tags+xml"/>
  <Override PartName="/ppt/notesSlides/notesSlide29.xml" ContentType="application/vnd.openxmlformats-officedocument.presentationml.notesSlide+xml"/>
  <Override PartName="/ppt/tags/tag18.xml" ContentType="application/vnd.openxmlformats-officedocument.presentationml.tags+xml"/>
  <Override PartName="/ppt/notesSlides/notesSlide30.xml" ContentType="application/vnd.openxmlformats-officedocument.presentationml.notesSlide+xml"/>
  <Override PartName="/ppt/tags/tag19.xml" ContentType="application/vnd.openxmlformats-officedocument.presentationml.tags+xml"/>
  <Override PartName="/ppt/notesSlides/notesSlide31.xml" ContentType="application/vnd.openxmlformats-officedocument.presentationml.notesSlide+xml"/>
  <Override PartName="/ppt/tags/tag20.xml" ContentType="application/vnd.openxmlformats-officedocument.presentationml.tags+xml"/>
  <Override PartName="/ppt/notesSlides/notesSlide32.xml" ContentType="application/vnd.openxmlformats-officedocument.presentationml.notesSlide+xml"/>
  <Override PartName="/ppt/tags/tag21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22.xml" ContentType="application/vnd.openxmlformats-officedocument.presentationml.tags+xml"/>
  <Override PartName="/ppt/notesSlides/notesSlide35.xml" ContentType="application/vnd.openxmlformats-officedocument.presentationml.notesSlide+xml"/>
  <Override PartName="/ppt/tags/tag23.xml" ContentType="application/vnd.openxmlformats-officedocument.presentationml.tags+xml"/>
  <Override PartName="/ppt/notesSlides/notesSlide36.xml" ContentType="application/vnd.openxmlformats-officedocument.presentationml.notesSlide+xml"/>
  <Override PartName="/ppt/tags/tag24.xml" ContentType="application/vnd.openxmlformats-officedocument.presentationml.tags+xml"/>
  <Override PartName="/ppt/notesSlides/notesSlide37.xml" ContentType="application/vnd.openxmlformats-officedocument.presentationml.notesSlide+xml"/>
  <Override PartName="/ppt/tags/tag25.xml" ContentType="application/vnd.openxmlformats-officedocument.presentationml.tags+xml"/>
  <Override PartName="/ppt/notesSlides/notesSlide38.xml" ContentType="application/vnd.openxmlformats-officedocument.presentationml.notesSlide+xml"/>
  <Override PartName="/ppt/tags/tag26.xml" ContentType="application/vnd.openxmlformats-officedocument.presentationml.tags+xml"/>
  <Override PartName="/ppt/notesSlides/notesSlide39.xml" ContentType="application/vnd.openxmlformats-officedocument.presentationml.notesSlide+xml"/>
  <Override PartName="/ppt/tags/tag27.xml" ContentType="application/vnd.openxmlformats-officedocument.presentationml.tags+xml"/>
  <Override PartName="/ppt/notesSlides/notesSlide40.xml" ContentType="application/vnd.openxmlformats-officedocument.presentationml.notesSlide+xml"/>
  <Override PartName="/ppt/tags/tag28.xml" ContentType="application/vnd.openxmlformats-officedocument.presentationml.tags+xml"/>
  <Override PartName="/ppt/notesSlides/notesSlide41.xml" ContentType="application/vnd.openxmlformats-officedocument.presentationml.notesSlide+xml"/>
  <Override PartName="/ppt/tags/tag29.xml" ContentType="application/vnd.openxmlformats-officedocument.presentationml.tags+xml"/>
  <Override PartName="/ppt/notesSlides/notesSlide42.xml" ContentType="application/vnd.openxmlformats-officedocument.presentationml.notesSlide+xml"/>
  <Override PartName="/ppt/tags/tag30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31.xml" ContentType="application/vnd.openxmlformats-officedocument.presentationml.tags+xml"/>
  <Override PartName="/ppt/notesSlides/notesSlide45.xml" ContentType="application/vnd.openxmlformats-officedocument.presentationml.notesSlide+xml"/>
  <Override PartName="/ppt/tags/tag32.xml" ContentType="application/vnd.openxmlformats-officedocument.presentationml.tags+xml"/>
  <Override PartName="/ppt/notesSlides/notesSlide46.xml" ContentType="application/vnd.openxmlformats-officedocument.presentationml.notesSlide+xml"/>
  <Override PartName="/ppt/tags/tag33.xml" ContentType="application/vnd.openxmlformats-officedocument.presentationml.tags+xml"/>
  <Override PartName="/ppt/notesSlides/notesSlide47.xml" ContentType="application/vnd.openxmlformats-officedocument.presentationml.notesSlide+xml"/>
  <Override PartName="/ppt/tags/tag34.xml" ContentType="application/vnd.openxmlformats-officedocument.presentationml.tags+xml"/>
  <Override PartName="/ppt/notesSlides/notesSlide48.xml" ContentType="application/vnd.openxmlformats-officedocument.presentationml.notesSlide+xml"/>
  <Override PartName="/ppt/tags/tag35.xml" ContentType="application/vnd.openxmlformats-officedocument.presentationml.tags+xml"/>
  <Override PartName="/ppt/notesSlides/notesSlide49.xml" ContentType="application/vnd.openxmlformats-officedocument.presentationml.notesSlide+xml"/>
  <Override PartName="/ppt/tags/tag36.xml" ContentType="application/vnd.openxmlformats-officedocument.presentationml.tags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52"/>
  </p:notesMasterIdLst>
  <p:sldIdLst>
    <p:sldId id="256" r:id="rId2"/>
    <p:sldId id="397" r:id="rId3"/>
    <p:sldId id="335" r:id="rId4"/>
    <p:sldId id="811" r:id="rId5"/>
    <p:sldId id="813" r:id="rId6"/>
    <p:sldId id="815" r:id="rId7"/>
    <p:sldId id="288" r:id="rId8"/>
    <p:sldId id="540" r:id="rId9"/>
    <p:sldId id="819" r:id="rId10"/>
    <p:sldId id="656" r:id="rId11"/>
    <p:sldId id="820" r:id="rId12"/>
    <p:sldId id="825" r:id="rId13"/>
    <p:sldId id="823" r:id="rId14"/>
    <p:sldId id="824" r:id="rId15"/>
    <p:sldId id="786" r:id="rId16"/>
    <p:sldId id="821" r:id="rId17"/>
    <p:sldId id="822" r:id="rId18"/>
    <p:sldId id="817" r:id="rId19"/>
    <p:sldId id="832" r:id="rId20"/>
    <p:sldId id="809" r:id="rId21"/>
    <p:sldId id="609" r:id="rId22"/>
    <p:sldId id="839" r:id="rId23"/>
    <p:sldId id="798" r:id="rId24"/>
    <p:sldId id="828" r:id="rId25"/>
    <p:sldId id="834" r:id="rId26"/>
    <p:sldId id="841" r:id="rId27"/>
    <p:sldId id="803" r:id="rId28"/>
    <p:sldId id="804" r:id="rId29"/>
    <p:sldId id="830" r:id="rId30"/>
    <p:sldId id="835" r:id="rId31"/>
    <p:sldId id="837" r:id="rId32"/>
    <p:sldId id="836" r:id="rId33"/>
    <p:sldId id="840" r:id="rId34"/>
    <p:sldId id="848" r:id="rId35"/>
    <p:sldId id="791" r:id="rId36"/>
    <p:sldId id="829" r:id="rId37"/>
    <p:sldId id="831" r:id="rId38"/>
    <p:sldId id="842" r:id="rId39"/>
    <p:sldId id="845" r:id="rId40"/>
    <p:sldId id="846" r:id="rId41"/>
    <p:sldId id="847" r:id="rId42"/>
    <p:sldId id="844" r:id="rId43"/>
    <p:sldId id="838" r:id="rId44"/>
    <p:sldId id="849" r:id="rId45"/>
    <p:sldId id="852" r:id="rId46"/>
    <p:sldId id="843" r:id="rId47"/>
    <p:sldId id="790" r:id="rId48"/>
    <p:sldId id="793" r:id="rId49"/>
    <p:sldId id="851" r:id="rId50"/>
    <p:sldId id="853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7B4"/>
    <a:srgbClr val="42BA97"/>
    <a:srgbClr val="C4DF7E"/>
    <a:srgbClr val="D29956"/>
    <a:srgbClr val="A2F1A4"/>
    <a:srgbClr val="000000"/>
    <a:srgbClr val="D9D9D9"/>
    <a:srgbClr val="E3C0BF"/>
    <a:srgbClr val="CCFFFF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50563-CE89-4CF4-9B94-730B25E418A6}" v="18558" dt="2025-11-13T02:17:21.894"/>
    <p1510:client id="{BC3A0684-84D8-4878-967F-FA046BFCB395}" v="114" dt="2025-11-13T02:43:53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8" autoAdjust="0"/>
    <p:restoredTop sz="71580" autoAdjust="0"/>
  </p:normalViewPr>
  <p:slideViewPr>
    <p:cSldViewPr snapToGrid="0">
      <p:cViewPr varScale="1">
        <p:scale>
          <a:sx n="58" d="100"/>
          <a:sy n="58" d="100"/>
        </p:scale>
        <p:origin x="782" y="5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0BB6F84-8CFF-41EF-BEAC-EA15038B9E72}"/>
    <pc:docChg chg="undo custSel addSld delSld modSld sldOrd">
      <pc:chgData name="DEWE, HAYLEY L." userId="5cada80b-0f7b-49a5-96b2-656b100ca6c6" providerId="ADAL" clId="{60BB6F84-8CFF-41EF-BEAC-EA15038B9E72}" dt="2023-10-01T16:21:33.148" v="605"/>
      <pc:docMkLst>
        <pc:docMk/>
      </pc:docMkLst>
      <pc:sldChg chg="addSp delSp modSp mod ord modTransition delAnim modAnim">
        <pc:chgData name="DEWE, HAYLEY L." userId="5cada80b-0f7b-49a5-96b2-656b100ca6c6" providerId="ADAL" clId="{60BB6F84-8CFF-41EF-BEAC-EA15038B9E72}" dt="2023-10-01T14:55:34.081" v="185"/>
        <pc:sldMkLst>
          <pc:docMk/>
          <pc:sldMk cId="621895312" sldId="256"/>
        </pc:sldMkLst>
      </pc:sldChg>
      <pc:sldChg chg="addSp delSp modSp add mod modTransition delAnim modAnim">
        <pc:chgData name="DEWE, HAYLEY L." userId="5cada80b-0f7b-49a5-96b2-656b100ca6c6" providerId="ADAL" clId="{60BB6F84-8CFF-41EF-BEAC-EA15038B9E72}" dt="2023-10-01T14:54:51.771" v="183"/>
        <pc:sldMkLst>
          <pc:docMk/>
          <pc:sldMk cId="969240660" sldId="259"/>
        </pc:sldMkLst>
      </pc:sldChg>
      <pc:sldChg chg="add del">
        <pc:chgData name="DEWE, HAYLEY L." userId="5cada80b-0f7b-49a5-96b2-656b100ca6c6" providerId="ADAL" clId="{60BB6F84-8CFF-41EF-BEAC-EA15038B9E72}" dt="2023-10-01T14:45:05.469" v="111" actId="47"/>
        <pc:sldMkLst>
          <pc:docMk/>
          <pc:sldMk cId="275857771" sldId="260"/>
        </pc:sldMkLst>
      </pc:sldChg>
      <pc:sldChg chg="addSp delSp modSp mod ord modTransition delAnim modAnim">
        <pc:chgData name="DEWE, HAYLEY L." userId="5cada80b-0f7b-49a5-96b2-656b100ca6c6" providerId="ADAL" clId="{60BB6F84-8CFF-41EF-BEAC-EA15038B9E72}" dt="2023-10-01T16:21:33.148" v="605"/>
        <pc:sldMkLst>
          <pc:docMk/>
          <pc:sldMk cId="251238370" sldId="283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6:00:42.407" v="586" actId="14861"/>
        <pc:sldMkLst>
          <pc:docMk/>
          <pc:sldMk cId="2100474229" sldId="284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5:51:12.518" v="562"/>
        <pc:sldMkLst>
          <pc:docMk/>
          <pc:sldMk cId="3862151110" sldId="286"/>
        </pc:sldMkLst>
      </pc:sldChg>
      <pc:sldChg chg="addSp delSp modSp mod modTransition setBg setFolMasterObjs delAnim modAnim">
        <pc:chgData name="DEWE, HAYLEY L." userId="5cada80b-0f7b-49a5-96b2-656b100ca6c6" providerId="ADAL" clId="{60BB6F84-8CFF-41EF-BEAC-EA15038B9E72}" dt="2023-10-01T15:46:31.927" v="535"/>
        <pc:sldMkLst>
          <pc:docMk/>
          <pc:sldMk cId="783582565" sldId="287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6:03:16.117" v="595"/>
        <pc:sldMkLst>
          <pc:docMk/>
          <pc:sldMk cId="3510830575" sldId="288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5:56:17.311" v="577"/>
        <pc:sldMkLst>
          <pc:docMk/>
          <pc:sldMk cId="1568805849" sldId="289"/>
        </pc:sldMkLst>
      </pc:sldChg>
      <pc:sldChg chg="addSp delSp modSp mod">
        <pc:chgData name="DEWE, HAYLEY L." userId="5cada80b-0f7b-49a5-96b2-656b100ca6c6" providerId="ADAL" clId="{60BB6F84-8CFF-41EF-BEAC-EA15038B9E72}" dt="2023-10-01T14:59:18.015" v="188"/>
        <pc:sldMkLst>
          <pc:docMk/>
          <pc:sldMk cId="1022151281" sldId="290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33.953" v="392" actId="20577"/>
        <pc:sldMkLst>
          <pc:docMk/>
          <pc:sldMk cId="3525045034" sldId="291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01.377" v="602" actId="14100"/>
        <pc:sldMkLst>
          <pc:docMk/>
          <pc:sldMk cId="2508416345" sldId="292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32:02.290" v="447" actId="14861"/>
        <pc:sldMkLst>
          <pc:docMk/>
          <pc:sldMk cId="1615224924" sldId="294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58.017" v="397" actId="14100"/>
        <pc:sldMkLst>
          <pc:docMk/>
          <pc:sldMk cId="721491317" sldId="295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39.501" v="603" actId="478"/>
        <pc:sldMkLst>
          <pc:docMk/>
          <pc:sldMk cId="1244219522" sldId="296"/>
        </pc:sldMkLst>
      </pc:sldChg>
      <pc:sldChg chg="addSp delSp modSp add del mod delAnim">
        <pc:chgData name="DEWE, HAYLEY L." userId="5cada80b-0f7b-49a5-96b2-656b100ca6c6" providerId="ADAL" clId="{60BB6F84-8CFF-41EF-BEAC-EA15038B9E72}" dt="2023-10-01T14:43:48.266" v="96" actId="47"/>
        <pc:sldMkLst>
          <pc:docMk/>
          <pc:sldMk cId="1997369417" sldId="297"/>
        </pc:sldMkLst>
      </pc:sldChg>
    </pc:docChg>
  </pc:docChgLst>
  <pc:docChgLst>
    <pc:chgData name="DEWE, HAYLEY L." userId="5cada80b-0f7b-49a5-96b2-656b100ca6c6" providerId="ADAL" clId="{1B404483-D87B-4349-BF58-C321AE7C9516}"/>
    <pc:docChg chg="undo custSel addSld delSld modSld sldOrd">
      <pc:chgData name="DEWE, HAYLEY L." userId="5cada80b-0f7b-49a5-96b2-656b100ca6c6" providerId="ADAL" clId="{1B404483-D87B-4349-BF58-C321AE7C9516}" dt="2023-10-01T02:22:22.072" v="5728"/>
      <pc:docMkLst>
        <pc:docMk/>
      </pc:docMkLst>
      <pc:sldChg chg="addSp delSp modSp mod ord modTransition">
        <pc:chgData name="DEWE, HAYLEY L." userId="5cada80b-0f7b-49a5-96b2-656b100ca6c6" providerId="ADAL" clId="{1B404483-D87B-4349-BF58-C321AE7C9516}" dt="2023-09-30T23:02:32.687" v="5126" actId="478"/>
        <pc:sldMkLst>
          <pc:docMk/>
          <pc:sldMk cId="621895312" sldId="256"/>
        </pc:sldMkLst>
      </pc:sldChg>
      <pc:sldChg chg="addSp delSp modSp mod ord addAnim delAnim modAnim">
        <pc:chgData name="DEWE, HAYLEY L." userId="5cada80b-0f7b-49a5-96b2-656b100ca6c6" providerId="ADAL" clId="{1B404483-D87B-4349-BF58-C321AE7C9516}" dt="2023-09-30T23:01:21.585" v="5114" actId="478"/>
        <pc:sldMkLst>
          <pc:docMk/>
          <pc:sldMk cId="251238370" sldId="283"/>
        </pc:sldMkLst>
      </pc:sldChg>
      <pc:sldChg chg="addSp delSp modSp mod ord modAnim">
        <pc:chgData name="DEWE, HAYLEY L." userId="5cada80b-0f7b-49a5-96b2-656b100ca6c6" providerId="ADAL" clId="{1B404483-D87B-4349-BF58-C321AE7C9516}" dt="2023-09-30T23:02:11.625" v="5122"/>
        <pc:sldMkLst>
          <pc:docMk/>
          <pc:sldMk cId="2100474229" sldId="284"/>
        </pc:sldMkLst>
      </pc:sldChg>
      <pc:sldChg chg="addSp delSp modSp new del mod">
        <pc:chgData name="DEWE, HAYLEY L." userId="5cada80b-0f7b-49a5-96b2-656b100ca6c6" providerId="ADAL" clId="{1B404483-D87B-4349-BF58-C321AE7C9516}" dt="2023-09-30T22:24:39.549" v="1777" actId="47"/>
        <pc:sldMkLst>
          <pc:docMk/>
          <pc:sldMk cId="327696758" sldId="285"/>
        </pc:sldMkLst>
      </pc:sldChg>
      <pc:sldChg chg="addSp delSp modSp add mod ord setBg modAnim">
        <pc:chgData name="DEWE, HAYLEY L." userId="5cada80b-0f7b-49a5-96b2-656b100ca6c6" providerId="ADAL" clId="{1B404483-D87B-4349-BF58-C321AE7C9516}" dt="2023-09-30T23:03:39.232" v="5156" actId="20577"/>
        <pc:sldMkLst>
          <pc:docMk/>
          <pc:sldMk cId="3862151110" sldId="286"/>
        </pc:sldMkLst>
      </pc:sldChg>
      <pc:sldChg chg="addSp delSp modSp add mod ord setBg addAnim delAnim modAnim">
        <pc:chgData name="DEWE, HAYLEY L." userId="5cada80b-0f7b-49a5-96b2-656b100ca6c6" providerId="ADAL" clId="{1B404483-D87B-4349-BF58-C321AE7C9516}" dt="2023-09-30T23:01:23.912" v="5115" actId="478"/>
        <pc:sldMkLst>
          <pc:docMk/>
          <pc:sldMk cId="783582565" sldId="287"/>
        </pc:sldMkLst>
      </pc:sldChg>
      <pc:sldChg chg="addSp delSp modSp add mod modTransition">
        <pc:chgData name="DEWE, HAYLEY L." userId="5cada80b-0f7b-49a5-96b2-656b100ca6c6" providerId="ADAL" clId="{1B404483-D87B-4349-BF58-C321AE7C9516}" dt="2023-09-30T23:01:18.914" v="5113" actId="478"/>
        <pc:sldMkLst>
          <pc:docMk/>
          <pc:sldMk cId="3510830575" sldId="288"/>
        </pc:sldMkLst>
      </pc:sldChg>
      <pc:sldChg chg="addSp delSp modSp add mod ord">
        <pc:chgData name="DEWE, HAYLEY L." userId="5cada80b-0f7b-49a5-96b2-656b100ca6c6" providerId="ADAL" clId="{1B404483-D87B-4349-BF58-C321AE7C9516}" dt="2023-09-30T23:01:30.786" v="5118" actId="478"/>
        <pc:sldMkLst>
          <pc:docMk/>
          <pc:sldMk cId="1568805849" sldId="289"/>
        </pc:sldMkLst>
      </pc:sldChg>
      <pc:sldChg chg="addSp delSp modSp new mod modTransition setBg setFolMasterObjs">
        <pc:chgData name="DEWE, HAYLEY L." userId="5cada80b-0f7b-49a5-96b2-656b100ca6c6" providerId="ADAL" clId="{1B404483-D87B-4349-BF58-C321AE7C9516}" dt="2023-09-30T23:02:35.530" v="5127" actId="478"/>
        <pc:sldMkLst>
          <pc:docMk/>
          <pc:sldMk cId="1022151281" sldId="290"/>
        </pc:sldMkLst>
      </pc:sldChg>
      <pc:sldChg chg="new del">
        <pc:chgData name="DEWE, HAYLEY L." userId="5cada80b-0f7b-49a5-96b2-656b100ca6c6" providerId="ADAL" clId="{1B404483-D87B-4349-BF58-C321AE7C9516}" dt="2023-09-30T22:11:18.115" v="1474" actId="47"/>
        <pc:sldMkLst>
          <pc:docMk/>
          <pc:sldMk cId="2984100940" sldId="291"/>
        </pc:sldMkLst>
      </pc:sldChg>
      <pc:sldChg chg="addSp delSp modSp add mod setBg delAnim modAnim modNotesTx">
        <pc:chgData name="DEWE, HAYLEY L." userId="5cada80b-0f7b-49a5-96b2-656b100ca6c6" providerId="ADAL" clId="{1B404483-D87B-4349-BF58-C321AE7C9516}" dt="2023-09-30T23:00:57.840" v="5108" actId="1076"/>
        <pc:sldMkLst>
          <pc:docMk/>
          <pc:sldMk cId="3525045034" sldId="291"/>
        </pc:sldMkLst>
      </pc:sldChg>
      <pc:sldChg chg="addSp delSp modSp add mod setBg modAnim modNotesTx">
        <pc:chgData name="DEWE, HAYLEY L." userId="5cada80b-0f7b-49a5-96b2-656b100ca6c6" providerId="ADAL" clId="{1B404483-D87B-4349-BF58-C321AE7C9516}" dt="2023-10-01T02:22:22.072" v="5728"/>
        <pc:sldMkLst>
          <pc:docMk/>
          <pc:sldMk cId="2508416345" sldId="292"/>
        </pc:sldMkLst>
      </pc:sldChg>
      <pc:sldChg chg="add del setBg">
        <pc:chgData name="DEWE, HAYLEY L." userId="5cada80b-0f7b-49a5-96b2-656b100ca6c6" providerId="ADAL" clId="{1B404483-D87B-4349-BF58-C321AE7C9516}" dt="2023-09-30T22:40:29.811" v="3832" actId="47"/>
        <pc:sldMkLst>
          <pc:docMk/>
          <pc:sldMk cId="3375531371" sldId="293"/>
        </pc:sldMkLst>
      </pc:sldChg>
      <pc:sldChg chg="addSp delSp modSp add del mod setBg modAnim">
        <pc:chgData name="DEWE, HAYLEY L." userId="5cada80b-0f7b-49a5-96b2-656b100ca6c6" providerId="ADAL" clId="{1B404483-D87B-4349-BF58-C321AE7C9516}" dt="2023-09-30T22:53:40.377" v="4692" actId="47"/>
        <pc:sldMkLst>
          <pc:docMk/>
          <pc:sldMk cId="3813176271" sldId="293"/>
        </pc:sldMkLst>
      </pc:sldChg>
      <pc:sldChg chg="addSp delSp modSp add mod setBg addAnim delAnim modAnim">
        <pc:chgData name="DEWE, HAYLEY L." userId="5cada80b-0f7b-49a5-96b2-656b100ca6c6" providerId="ADAL" clId="{1B404483-D87B-4349-BF58-C321AE7C9516}" dt="2023-09-30T23:01:16.868" v="5112" actId="478"/>
        <pc:sldMkLst>
          <pc:docMk/>
          <pc:sldMk cId="1615224924" sldId="294"/>
        </pc:sldMkLst>
      </pc:sldChg>
      <pc:sldChg chg="addSp delSp modSp add mod setBg modAnim">
        <pc:chgData name="DEWE, HAYLEY L." userId="5cada80b-0f7b-49a5-96b2-656b100ca6c6" providerId="ADAL" clId="{1B404483-D87B-4349-BF58-C321AE7C9516}" dt="2023-09-30T23:02:58.155" v="5129"/>
        <pc:sldMkLst>
          <pc:docMk/>
          <pc:sldMk cId="721491317" sldId="295"/>
        </pc:sldMkLst>
      </pc:sldChg>
      <pc:sldChg chg="addSp delSp modSp add mod setBg delAnim modNotesTx">
        <pc:chgData name="DEWE, HAYLEY L." userId="5cada80b-0f7b-49a5-96b2-656b100ca6c6" providerId="ADAL" clId="{1B404483-D87B-4349-BF58-C321AE7C9516}" dt="2023-10-01T01:04:50.462" v="5645" actId="1076"/>
        <pc:sldMkLst>
          <pc:docMk/>
          <pc:sldMk cId="1244219522" sldId="296"/>
        </pc:sldMkLst>
      </pc:sldChg>
      <pc:sldChg chg="delSp modSp add del mod setBg">
        <pc:chgData name="DEWE, HAYLEY L." userId="5cada80b-0f7b-49a5-96b2-656b100ca6c6" providerId="ADAL" clId="{1B404483-D87B-4349-BF58-C321AE7C9516}" dt="2023-10-01T01:02:01.770" v="5606" actId="47"/>
        <pc:sldMkLst>
          <pc:docMk/>
          <pc:sldMk cId="1224133335" sldId="297"/>
        </pc:sldMkLst>
      </pc:sldChg>
    </pc:docChg>
  </pc:docChgLst>
  <pc:docChgLst>
    <pc:chgData name="DEWE, HAYLEY L." userId="5cada80b-0f7b-49a5-96b2-656b100ca6c6" providerId="ADAL" clId="{32C70951-BBAD-4A33-978B-E62A33B9F219}"/>
    <pc:docChg chg="undo custSel addSld delSld modSld sldOrd modMainMaster">
      <pc:chgData name="DEWE, HAYLEY L." userId="5cada80b-0f7b-49a5-96b2-656b100ca6c6" providerId="ADAL" clId="{32C70951-BBAD-4A33-978B-E62A33B9F219}" dt="2024-10-15T12:39:33.814" v="16734"/>
      <pc:docMkLst>
        <pc:docMk/>
      </pc:docMkLst>
      <pc:sldChg chg="addSp delSp modSp mod modTransition setBg modAnim modNotesTx">
        <pc:chgData name="DEWE, HAYLEY L." userId="5cada80b-0f7b-49a5-96b2-656b100ca6c6" providerId="ADAL" clId="{32C70951-BBAD-4A33-978B-E62A33B9F219}" dt="2024-10-14T15:09:35.405" v="16483"/>
        <pc:sldMkLst>
          <pc:docMk/>
          <pc:sldMk cId="621895312" sldId="256"/>
        </pc:sldMkLst>
      </pc:sldChg>
      <pc:sldChg chg="addSp delSp modSp mod modTransition setBg modAnim">
        <pc:chgData name="DEWE, HAYLEY L." userId="5cada80b-0f7b-49a5-96b2-656b100ca6c6" providerId="ADAL" clId="{32C70951-BBAD-4A33-978B-E62A33B9F219}" dt="2024-10-14T15:09:32.161" v="16482"/>
        <pc:sldMkLst>
          <pc:docMk/>
          <pc:sldMk cId="969240660" sldId="259"/>
        </pc:sldMkLst>
      </pc:sldChg>
      <pc:sldChg chg="del setBg">
        <pc:chgData name="DEWE, HAYLEY L." userId="5cada80b-0f7b-49a5-96b2-656b100ca6c6" providerId="ADAL" clId="{32C70951-BBAD-4A33-978B-E62A33B9F219}" dt="2024-10-13T11:26:48.274" v="577" actId="47"/>
        <pc:sldMkLst>
          <pc:docMk/>
          <pc:sldMk cId="251238370" sldId="283"/>
        </pc:sldMkLst>
      </pc:sldChg>
      <pc:sldChg chg="del setBg">
        <pc:chgData name="DEWE, HAYLEY L." userId="5cada80b-0f7b-49a5-96b2-656b100ca6c6" providerId="ADAL" clId="{32C70951-BBAD-4A33-978B-E62A33B9F219}" dt="2024-10-13T13:45:06.971" v="4406" actId="47"/>
        <pc:sldMkLst>
          <pc:docMk/>
          <pc:sldMk cId="2100474229" sldId="284"/>
        </pc:sldMkLst>
      </pc:sldChg>
      <pc:sldChg chg="addSp delSp modSp del mod ord modTransition setBg delAnim modAnim modNotesTx">
        <pc:chgData name="DEWE, HAYLEY L." userId="5cada80b-0f7b-49a5-96b2-656b100ca6c6" providerId="ADAL" clId="{32C70951-BBAD-4A33-978B-E62A33B9F219}" dt="2024-10-14T18:14:22.222" v="16581" actId="47"/>
        <pc:sldMkLst>
          <pc:docMk/>
          <pc:sldMk cId="3862151110" sldId="286"/>
        </pc:sldMkLst>
      </pc:sldChg>
      <pc:sldChg chg="del setBg">
        <pc:chgData name="DEWE, HAYLEY L." userId="5cada80b-0f7b-49a5-96b2-656b100ca6c6" providerId="ADAL" clId="{32C70951-BBAD-4A33-978B-E62A33B9F219}" dt="2024-10-13T12:07:08.464" v="881" actId="47"/>
        <pc:sldMkLst>
          <pc:docMk/>
          <pc:sldMk cId="783582565" sldId="287"/>
        </pc:sldMkLst>
      </pc:sldChg>
      <pc:sldChg chg="addSp delSp modSp mod modTransition setBg addAnim delAnim modAnim modNotesTx">
        <pc:chgData name="DEWE, HAYLEY L." userId="5cada80b-0f7b-49a5-96b2-656b100ca6c6" providerId="ADAL" clId="{32C70951-BBAD-4A33-978B-E62A33B9F219}" dt="2024-10-15T12:39:33.814" v="16734"/>
        <pc:sldMkLst>
          <pc:docMk/>
          <pc:sldMk cId="3510830575" sldId="288"/>
        </pc:sldMkLst>
      </pc:sldChg>
      <pc:sldChg chg="delSp del mod delAnim">
        <pc:chgData name="DEWE, HAYLEY L." userId="5cada80b-0f7b-49a5-96b2-656b100ca6c6" providerId="ADAL" clId="{32C70951-BBAD-4A33-978B-E62A33B9F219}" dt="2024-10-13T13:45:01.085" v="4403" actId="47"/>
        <pc:sldMkLst>
          <pc:docMk/>
          <pc:sldMk cId="1568805849" sldId="289"/>
        </pc:sldMkLst>
      </pc:sldChg>
      <pc:sldChg chg="addSp delSp modSp del mod modTransition setBg modClrScheme delAnim modAnim delDesignElem chgLayout modNotesTx">
        <pc:chgData name="DEWE, HAYLEY L." userId="5cada80b-0f7b-49a5-96b2-656b100ca6c6" providerId="ADAL" clId="{32C70951-BBAD-4A33-978B-E62A33B9F219}" dt="2024-10-15T08:25:04.119" v="16626" actId="47"/>
        <pc:sldMkLst>
          <pc:docMk/>
          <pc:sldMk cId="1022151281" sldId="290"/>
        </pc:sldMkLst>
      </pc:sldChg>
      <pc:sldChg chg="addSp delSp modSp mod modTransition setBg delAnim modAnim">
        <pc:chgData name="DEWE, HAYLEY L." userId="5cada80b-0f7b-49a5-96b2-656b100ca6c6" providerId="ADAL" clId="{32C70951-BBAD-4A33-978B-E62A33B9F219}" dt="2024-10-14T15:10:46.895" v="16491"/>
        <pc:sldMkLst>
          <pc:docMk/>
          <pc:sldMk cId="3525045034" sldId="291"/>
        </pc:sldMkLst>
      </pc:sldChg>
      <pc:sldChg chg="del setBg">
        <pc:chgData name="DEWE, HAYLEY L." userId="5cada80b-0f7b-49a5-96b2-656b100ca6c6" providerId="ADAL" clId="{32C70951-BBAD-4A33-978B-E62A33B9F219}" dt="2024-10-13T13:45:03.063" v="4404" actId="47"/>
        <pc:sldMkLst>
          <pc:docMk/>
          <pc:sldMk cId="2508416345" sldId="292"/>
        </pc:sldMkLst>
      </pc:sldChg>
      <pc:sldChg chg="del setBg">
        <pc:chgData name="DEWE, HAYLEY L." userId="5cada80b-0f7b-49a5-96b2-656b100ca6c6" providerId="ADAL" clId="{32C70951-BBAD-4A33-978B-E62A33B9F219}" dt="2024-10-13T11:26:46.249" v="576" actId="47"/>
        <pc:sldMkLst>
          <pc:docMk/>
          <pc:sldMk cId="1615224924" sldId="294"/>
        </pc:sldMkLst>
      </pc:sldChg>
      <pc:sldChg chg="del setBg">
        <pc:chgData name="DEWE, HAYLEY L." userId="5cada80b-0f7b-49a5-96b2-656b100ca6c6" providerId="ADAL" clId="{32C70951-BBAD-4A33-978B-E62A33B9F219}" dt="2024-10-13T11:26:45.627" v="575" actId="47"/>
        <pc:sldMkLst>
          <pc:docMk/>
          <pc:sldMk cId="721491317" sldId="295"/>
        </pc:sldMkLst>
      </pc:sldChg>
      <pc:sldChg chg="del setBg">
        <pc:chgData name="DEWE, HAYLEY L." userId="5cada80b-0f7b-49a5-96b2-656b100ca6c6" providerId="ADAL" clId="{32C70951-BBAD-4A33-978B-E62A33B9F219}" dt="2024-10-13T13:45:04.160" v="4405" actId="47"/>
        <pc:sldMkLst>
          <pc:docMk/>
          <pc:sldMk cId="1244219522" sldId="296"/>
        </pc:sldMkLst>
      </pc:sldChg>
      <pc:sldChg chg="modSp add del mod setBg">
        <pc:chgData name="DEWE, HAYLEY L." userId="5cada80b-0f7b-49a5-96b2-656b100ca6c6" providerId="ADAL" clId="{32C70951-BBAD-4A33-978B-E62A33B9F219}" dt="2024-10-13T11:27:21.346" v="613" actId="47"/>
        <pc:sldMkLst>
          <pc:docMk/>
          <pc:sldMk cId="2330283438" sldId="297"/>
        </pc:sldMkLst>
      </pc:sldChg>
      <pc:sldChg chg="delSp modSp add del mod setBg">
        <pc:chgData name="DEWE, HAYLEY L." userId="5cada80b-0f7b-49a5-96b2-656b100ca6c6" providerId="ADAL" clId="{32C70951-BBAD-4A33-978B-E62A33B9F219}" dt="2024-10-13T12:28:55.507" v="2153" actId="47"/>
        <pc:sldMkLst>
          <pc:docMk/>
          <pc:sldMk cId="4067331358" sldId="297"/>
        </pc:sldMkLst>
      </pc:sldChg>
      <pc:sldChg chg="new add del">
        <pc:chgData name="DEWE, HAYLEY L." userId="5cada80b-0f7b-49a5-96b2-656b100ca6c6" providerId="ADAL" clId="{32C70951-BBAD-4A33-978B-E62A33B9F219}" dt="2024-10-13T10:52:24.397" v="119" actId="680"/>
        <pc:sldMkLst>
          <pc:docMk/>
          <pc:sldMk cId="4166398255" sldId="297"/>
        </pc:sldMkLst>
      </pc:sldChg>
      <pc:sldChg chg="modSp add del mod ord modAnim modNotesTx">
        <pc:chgData name="DEWE, HAYLEY L." userId="5cada80b-0f7b-49a5-96b2-656b100ca6c6" providerId="ADAL" clId="{32C70951-BBAD-4A33-978B-E62A33B9F219}" dt="2024-10-13T22:42:58.626" v="15075" actId="2696"/>
        <pc:sldMkLst>
          <pc:docMk/>
          <pc:sldMk cId="3524497358" sldId="298"/>
        </pc:sldMkLst>
      </pc:sldChg>
      <pc:sldChg chg="addSp delSp modSp new add del mod ord modTransition setBg">
        <pc:chgData name="DEWE, HAYLEY L." userId="5cada80b-0f7b-49a5-96b2-656b100ca6c6" providerId="ADAL" clId="{32C70951-BBAD-4A33-978B-E62A33B9F219}" dt="2024-10-14T02:01:33.905" v="15739" actId="47"/>
        <pc:sldMkLst>
          <pc:docMk/>
          <pc:sldMk cId="637964689" sldId="299"/>
        </pc:sldMkLst>
      </pc:sldChg>
      <pc:sldChg chg="addSp delSp modSp add del mod modAnim">
        <pc:chgData name="DEWE, HAYLEY L." userId="5cada80b-0f7b-49a5-96b2-656b100ca6c6" providerId="ADAL" clId="{32C70951-BBAD-4A33-978B-E62A33B9F219}" dt="2024-10-13T12:55:38.485" v="4142" actId="47"/>
        <pc:sldMkLst>
          <pc:docMk/>
          <pc:sldMk cId="2644185046" sldId="300"/>
        </pc:sldMkLst>
      </pc:sldChg>
      <pc:sldChg chg="addSp delSp modSp add mod ord modTransition setBg delAnim modAnim modNotesTx">
        <pc:chgData name="DEWE, HAYLEY L." userId="5cada80b-0f7b-49a5-96b2-656b100ca6c6" providerId="ADAL" clId="{32C70951-BBAD-4A33-978B-E62A33B9F219}" dt="2024-10-15T09:16:20.082" v="16660"/>
        <pc:sldMkLst>
          <pc:docMk/>
          <pc:sldMk cId="1557494676" sldId="301"/>
        </pc:sldMkLst>
      </pc:sldChg>
      <pc:sldChg chg="add del setBg">
        <pc:chgData name="DEWE, HAYLEY L." userId="5cada80b-0f7b-49a5-96b2-656b100ca6c6" providerId="ADAL" clId="{32C70951-BBAD-4A33-978B-E62A33B9F219}" dt="2024-10-13T12:55:40.931" v="4143" actId="47"/>
        <pc:sldMkLst>
          <pc:docMk/>
          <pc:sldMk cId="1352975824" sldId="302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5T09:14:04.478" v="16658"/>
        <pc:sldMkLst>
          <pc:docMk/>
          <pc:sldMk cId="3787757895" sldId="303"/>
        </pc:sldMkLst>
      </pc:sldChg>
      <pc:sldChg chg="addSp delSp modSp add mod modTransition modNotesTx">
        <pc:chgData name="DEWE, HAYLEY L." userId="5cada80b-0f7b-49a5-96b2-656b100ca6c6" providerId="ADAL" clId="{32C70951-BBAD-4A33-978B-E62A33B9F219}" dt="2024-10-15T09:14:25.368" v="16659"/>
        <pc:sldMkLst>
          <pc:docMk/>
          <pc:sldMk cId="2807155718" sldId="30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3:22:26.785" v="16472"/>
        <pc:sldMkLst>
          <pc:docMk/>
          <pc:sldMk cId="3207344223" sldId="305"/>
        </pc:sldMkLst>
      </pc:sldChg>
      <pc:sldChg chg="addSp delSp modSp add del mod modTransition addAnim delAnim modAnim modNotesTx">
        <pc:chgData name="DEWE, HAYLEY L." userId="5cada80b-0f7b-49a5-96b2-656b100ca6c6" providerId="ADAL" clId="{32C70951-BBAD-4A33-978B-E62A33B9F219}" dt="2024-10-15T12:38:55.928" v="16731" actId="47"/>
        <pc:sldMkLst>
          <pc:docMk/>
          <pc:sldMk cId="1866738169" sldId="306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9:25:02.110" v="16675"/>
        <pc:sldMkLst>
          <pc:docMk/>
          <pc:sldMk cId="1436351603" sldId="307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7.596" v="16508"/>
        <pc:sldMkLst>
          <pc:docMk/>
          <pc:sldMk cId="2138168827" sldId="308"/>
        </pc:sldMkLst>
      </pc:sldChg>
      <pc:sldChg chg="addSp delSp modSp add del mod ord modTransition delAnim modAnim">
        <pc:chgData name="DEWE, HAYLEY L." userId="5cada80b-0f7b-49a5-96b2-656b100ca6c6" providerId="ADAL" clId="{32C70951-BBAD-4A33-978B-E62A33B9F219}" dt="2024-10-15T09:26:59.363" v="16719" actId="47"/>
        <pc:sldMkLst>
          <pc:docMk/>
          <pc:sldMk cId="2432986365" sldId="309"/>
        </pc:sldMkLst>
      </pc:sldChg>
      <pc:sldChg chg="modSp add del mod modAnim modNotesTx">
        <pc:chgData name="DEWE, HAYLEY L." userId="5cada80b-0f7b-49a5-96b2-656b100ca6c6" providerId="ADAL" clId="{32C70951-BBAD-4A33-978B-E62A33B9F219}" dt="2024-10-13T15:23:38.627" v="8975" actId="47"/>
        <pc:sldMkLst>
          <pc:docMk/>
          <pc:sldMk cId="4048279931" sldId="309"/>
        </pc:sldMkLst>
      </pc:sldChg>
      <pc:sldChg chg="add del">
        <pc:chgData name="DEWE, HAYLEY L." userId="5cada80b-0f7b-49a5-96b2-656b100ca6c6" providerId="ADAL" clId="{32C70951-BBAD-4A33-978B-E62A33B9F219}" dt="2024-10-13T15:45:00.743" v="10188" actId="47"/>
        <pc:sldMkLst>
          <pc:docMk/>
          <pc:sldMk cId="4294217170" sldId="310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5.874" v="16503"/>
        <pc:sldMkLst>
          <pc:docMk/>
          <pc:sldMk cId="1567480772" sldId="31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3.476" v="16502"/>
        <pc:sldMkLst>
          <pc:docMk/>
          <pc:sldMk cId="4188619755" sldId="312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39.464" v="16504"/>
        <pc:sldMkLst>
          <pc:docMk/>
          <pc:sldMk cId="2613428923" sldId="31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51.877" v="16505"/>
        <pc:sldMkLst>
          <pc:docMk/>
          <pc:sldMk cId="33540929" sldId="314"/>
        </pc:sldMkLst>
      </pc:sldChg>
      <pc:sldChg chg="add del">
        <pc:chgData name="DEWE, HAYLEY L." userId="5cada80b-0f7b-49a5-96b2-656b100ca6c6" providerId="ADAL" clId="{32C70951-BBAD-4A33-978B-E62A33B9F219}" dt="2024-10-13T20:38:36.367" v="13442" actId="47"/>
        <pc:sldMkLst>
          <pc:docMk/>
          <pc:sldMk cId="1888366965" sldId="315"/>
        </pc:sldMkLst>
      </pc:sldChg>
      <pc:sldChg chg="addSp delSp modSp add del mod modTransition modAnim modNotesTx">
        <pc:chgData name="DEWE, HAYLEY L." userId="5cada80b-0f7b-49a5-96b2-656b100ca6c6" providerId="ADAL" clId="{32C70951-BBAD-4A33-978B-E62A33B9F219}" dt="2024-10-14T03:11:47.836" v="16170" actId="47"/>
        <pc:sldMkLst>
          <pc:docMk/>
          <pc:sldMk cId="2275683999" sldId="315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0.165" v="16171" actId="47"/>
        <pc:sldMkLst>
          <pc:docMk/>
          <pc:sldMk cId="421796903" sldId="316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1.694" v="16172" actId="47"/>
        <pc:sldMkLst>
          <pc:docMk/>
          <pc:sldMk cId="3538618529" sldId="317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2.762" v="16173" actId="47"/>
        <pc:sldMkLst>
          <pc:docMk/>
          <pc:sldMk cId="113604063" sldId="318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3.730" v="16174" actId="47"/>
        <pc:sldMkLst>
          <pc:docMk/>
          <pc:sldMk cId="2538084470" sldId="319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4.520" v="16175" actId="47"/>
        <pc:sldMkLst>
          <pc:docMk/>
          <pc:sldMk cId="1707183324" sldId="320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5.633" v="16176" actId="47"/>
        <pc:sldMkLst>
          <pc:docMk/>
          <pc:sldMk cId="2021661883" sldId="321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6.457" v="16177" actId="47"/>
        <pc:sldMkLst>
          <pc:docMk/>
          <pc:sldMk cId="1917402084" sldId="322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7.535" v="16178" actId="47"/>
        <pc:sldMkLst>
          <pc:docMk/>
          <pc:sldMk cId="4019280906" sldId="323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3.064" v="16507"/>
        <pc:sldMkLst>
          <pc:docMk/>
          <pc:sldMk cId="1702084379" sldId="32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34:23.826" v="16657" actId="6549"/>
        <pc:sldMkLst>
          <pc:docMk/>
          <pc:sldMk cId="2423872994" sldId="328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4T15:12:58.397" v="16506"/>
        <pc:sldMkLst>
          <pc:docMk/>
          <pc:sldMk cId="4232996817" sldId="329"/>
        </pc:sldMkLst>
      </pc:sldChg>
      <pc:sldChg chg="addSp delSp modSp new del mod modTransition delAnim modAnim">
        <pc:chgData name="DEWE, HAYLEY L." userId="5cada80b-0f7b-49a5-96b2-656b100ca6c6" providerId="ADAL" clId="{32C70951-BBAD-4A33-978B-E62A33B9F219}" dt="2024-10-14T15:07:49.879" v="16477" actId="47"/>
        <pc:sldMkLst>
          <pc:docMk/>
          <pc:sldMk cId="733257434" sldId="330"/>
        </pc:sldMkLst>
      </pc:sldChg>
      <pc:sldChg chg="add del">
        <pc:chgData name="DEWE, HAYLEY L." userId="5cada80b-0f7b-49a5-96b2-656b100ca6c6" providerId="ADAL" clId="{32C70951-BBAD-4A33-978B-E62A33B9F219}" dt="2024-10-14T02:03:55.865" v="15741" actId="47"/>
        <pc:sldMkLst>
          <pc:docMk/>
          <pc:sldMk cId="1115468851" sldId="33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28:18.267" v="16644" actId="6549"/>
        <pc:sldMkLst>
          <pc:docMk/>
          <pc:sldMk cId="2923853994" sldId="332"/>
        </pc:sldMkLst>
      </pc:sldChg>
      <pc:sldChg chg="modSp add del modTransition modNotesTx">
        <pc:chgData name="DEWE, HAYLEY L." userId="5cada80b-0f7b-49a5-96b2-656b100ca6c6" providerId="ADAL" clId="{32C70951-BBAD-4A33-978B-E62A33B9F219}" dt="2024-10-15T08:16:32.139" v="16609" actId="47"/>
        <pc:sldMkLst>
          <pc:docMk/>
          <pc:sldMk cId="1456728044" sldId="33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5T12:36:40.156" v="16723" actId="6549"/>
        <pc:sldMkLst>
          <pc:docMk/>
          <pc:sldMk cId="3918554070" sldId="334"/>
        </pc:sldMkLst>
      </pc:sldChg>
      <pc:sldChg chg="modSp add modNotesTx">
        <pc:chgData name="DEWE, HAYLEY L." userId="5cada80b-0f7b-49a5-96b2-656b100ca6c6" providerId="ADAL" clId="{32C70951-BBAD-4A33-978B-E62A33B9F219}" dt="2024-10-15T12:34:42.026" v="16722" actId="6549"/>
        <pc:sldMkLst>
          <pc:docMk/>
          <pc:sldMk cId="338365097" sldId="335"/>
        </pc:sldMkLst>
      </pc:sldChg>
      <pc:sldChg chg="addSp modSp new del modAnim modNotesTx">
        <pc:chgData name="DEWE, HAYLEY L." userId="5cada80b-0f7b-49a5-96b2-656b100ca6c6" providerId="ADAL" clId="{32C70951-BBAD-4A33-978B-E62A33B9F219}" dt="2024-10-15T12:39:10.847" v="16732" actId="47"/>
        <pc:sldMkLst>
          <pc:docMk/>
          <pc:sldMk cId="1983162042" sldId="336"/>
        </pc:sldMkLst>
      </pc:sldChg>
      <pc:sldChg chg="addSp modSp new modTransition modAnim modNotesTx">
        <pc:chgData name="DEWE, HAYLEY L." userId="5cada80b-0f7b-49a5-96b2-656b100ca6c6" providerId="ADAL" clId="{32C70951-BBAD-4A33-978B-E62A33B9F219}" dt="2024-10-15T09:27:22.694" v="16721"/>
        <pc:sldMkLst>
          <pc:docMk/>
          <pc:sldMk cId="2763638759" sldId="337"/>
        </pc:sldMkLst>
      </pc:sldChg>
      <pc:sldChg chg="addSp delSp modSp new mod modTransition delAnim modAnim modNotesTx">
        <pc:chgData name="DEWE, HAYLEY L." userId="5cada80b-0f7b-49a5-96b2-656b100ca6c6" providerId="ADAL" clId="{32C70951-BBAD-4A33-978B-E62A33B9F219}" dt="2024-10-15T12:38:53.736" v="16730"/>
        <pc:sldMkLst>
          <pc:docMk/>
          <pc:sldMk cId="1585753451" sldId="338"/>
        </pc:sldMkLst>
      </pc:sldChg>
      <pc:sldMasterChg chg="setBg modSldLayout">
        <pc:chgData name="DEWE, HAYLEY L." userId="5cada80b-0f7b-49a5-96b2-656b100ca6c6" providerId="ADAL" clId="{32C70951-BBAD-4A33-978B-E62A33B9F219}" dt="2024-10-13T12:24:41.206" v="2044"/>
        <pc:sldMasterMkLst>
          <pc:docMk/>
          <pc:sldMasterMk cId="3516836950" sldId="2147483690"/>
        </pc:sldMasterMkLst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4121230025" sldId="214748369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731651643" sldId="214748369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67763074" sldId="214748369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644090643" sldId="214748369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673194985" sldId="214748369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705573580" sldId="214748369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68970472" sldId="2147483697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060775333" sldId="2147483698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049413050" sldId="2147483699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429450410" sldId="2147483700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91852759" sldId="214748370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95149509" sldId="214748370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786659591" sldId="214748370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37541521" sldId="214748370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319605821" sldId="214748370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579008724" sldId="214748370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926FD85E-E327-44FE-AC44-16DA2FBCD57E}"/>
    <pc:docChg chg="undo redo custSel addSld delSld modSld sldOrd modMainMaster">
      <pc:chgData name="DEWE, HAYLEY L." userId="5cada80b-0f7b-49a5-96b2-656b100ca6c6" providerId="ADAL" clId="{926FD85E-E327-44FE-AC44-16DA2FBCD57E}" dt="2025-10-16T11:35:12.370" v="6646" actId="20577"/>
      <pc:docMkLst>
        <pc:docMk/>
      </pc:docMkLst>
      <pc:sldChg chg="addSp modSp mod modTransition setBg modAnim">
        <pc:chgData name="DEWE, HAYLEY L." userId="5cada80b-0f7b-49a5-96b2-656b100ca6c6" providerId="ADAL" clId="{926FD85E-E327-44FE-AC44-16DA2FBCD57E}" dt="2025-10-16T01:50:44.810" v="4805" actId="20577"/>
        <pc:sldMkLst>
          <pc:docMk/>
          <pc:sldMk cId="621895312" sldId="256"/>
        </pc:sldMkLst>
        <pc:spChg chg="add mod">
          <ac:chgData name="DEWE, HAYLEY L." userId="5cada80b-0f7b-49a5-96b2-656b100ca6c6" providerId="ADAL" clId="{926FD85E-E327-44FE-AC44-16DA2FBCD57E}" dt="2025-10-15T23:53:43.592" v="45" actId="6549"/>
          <ac:spMkLst>
            <pc:docMk/>
            <pc:sldMk cId="621895312" sldId="256"/>
            <ac:spMk id="3" creationId="{DACEFCF7-B991-F689-C975-DEEA3454D308}"/>
          </ac:spMkLst>
        </pc:spChg>
        <pc:spChg chg="mod">
          <ac:chgData name="DEWE, HAYLEY L." userId="5cada80b-0f7b-49a5-96b2-656b100ca6c6" providerId="ADAL" clId="{926FD85E-E327-44FE-AC44-16DA2FBCD57E}" dt="2025-10-16T01:50:44.810" v="4805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del">
        <pc:chgData name="DEWE, HAYLEY L." userId="5cada80b-0f7b-49a5-96b2-656b100ca6c6" providerId="ADAL" clId="{926FD85E-E327-44FE-AC44-16DA2FBCD57E}" dt="2025-10-15T23:47:44.728" v="4" actId="47"/>
        <pc:sldMkLst>
          <pc:docMk/>
          <pc:sldMk cId="969240660" sldId="259"/>
        </pc:sldMkLst>
      </pc:sldChg>
      <pc:sldChg chg="modSp add mod modTransition">
        <pc:chgData name="DEWE, HAYLEY L." userId="5cada80b-0f7b-49a5-96b2-656b100ca6c6" providerId="ADAL" clId="{926FD85E-E327-44FE-AC44-16DA2FBCD57E}" dt="2025-10-16T01:41:51.291" v="4669" actId="1076"/>
        <pc:sldMkLst>
          <pc:docMk/>
          <pc:sldMk cId="3862151110" sldId="286"/>
        </pc:sldMkLst>
      </pc:sldChg>
      <pc:sldChg chg="modSp mod modTransition">
        <pc:chgData name="DEWE, HAYLEY L." userId="5cada80b-0f7b-49a5-96b2-656b100ca6c6" providerId="ADAL" clId="{926FD85E-E327-44FE-AC44-16DA2FBCD57E}" dt="2025-10-16T00:12:59.535" v="437" actId="14100"/>
        <pc:sldMkLst>
          <pc:docMk/>
          <pc:sldMk cId="3510830575" sldId="288"/>
        </pc:sldMkLst>
      </pc:sldChg>
      <pc:sldChg chg="delSp modSp mod modTransition delAnim">
        <pc:chgData name="DEWE, HAYLEY L." userId="5cada80b-0f7b-49a5-96b2-656b100ca6c6" providerId="ADAL" clId="{926FD85E-E327-44FE-AC44-16DA2FBCD57E}" dt="2025-10-16T01:51:43.232" v="4963" actId="20577"/>
        <pc:sldMkLst>
          <pc:docMk/>
          <pc:sldMk cId="3525045034" sldId="291"/>
        </pc:sldMkLst>
      </pc:sldChg>
      <pc:sldChg chg="add del">
        <pc:chgData name="DEWE, HAYLEY L." userId="5cada80b-0f7b-49a5-96b2-656b100ca6c6" providerId="ADAL" clId="{926FD85E-E327-44FE-AC44-16DA2FBCD57E}" dt="2025-10-15T23:54:33.524" v="75" actId="47"/>
        <pc:sldMkLst>
          <pc:docMk/>
          <pc:sldMk cId="196969797" sldId="297"/>
        </pc:sldMkLst>
      </pc:sldChg>
      <pc:sldChg chg="modSp add mod modTransition">
        <pc:chgData name="DEWE, HAYLEY L." userId="5cada80b-0f7b-49a5-96b2-656b100ca6c6" providerId="ADAL" clId="{926FD85E-E327-44FE-AC44-16DA2FBCD57E}" dt="2025-10-16T01:27:30.929" v="4171"/>
        <pc:sldMkLst>
          <pc:docMk/>
          <pc:sldMk cId="3524497358" sldId="298"/>
        </pc:sldMkLst>
      </pc:sldChg>
      <pc:sldChg chg="addSp delSp modSp mod modTransition setBg delAnim modAnim delDesignElem modNotesTx">
        <pc:chgData name="DEWE, HAYLEY L." userId="5cada80b-0f7b-49a5-96b2-656b100ca6c6" providerId="ADAL" clId="{926FD85E-E327-44FE-AC44-16DA2FBCD57E}" dt="2025-10-16T11:27:39.058" v="6345" actId="6549"/>
        <pc:sldMkLst>
          <pc:docMk/>
          <pc:sldMk cId="1557494676" sldId="301"/>
        </pc:sldMkLst>
      </pc:sldChg>
      <pc:sldChg chg="addSp delSp modSp mod modTransition setBg delAnim delDesignElem">
        <pc:chgData name="DEWE, HAYLEY L." userId="5cada80b-0f7b-49a5-96b2-656b100ca6c6" providerId="ADAL" clId="{926FD85E-E327-44FE-AC44-16DA2FBCD57E}" dt="2025-10-16T00:11:57.600" v="401" actId="403"/>
        <pc:sldMkLst>
          <pc:docMk/>
          <pc:sldMk cId="3787757895" sldId="303"/>
        </pc:sldMkLst>
      </pc:sldChg>
      <pc:sldChg chg="modSp mod modTransition">
        <pc:chgData name="DEWE, HAYLEY L." userId="5cada80b-0f7b-49a5-96b2-656b100ca6c6" providerId="ADAL" clId="{926FD85E-E327-44FE-AC44-16DA2FBCD57E}" dt="2025-10-16T00:12:49.644" v="435" actId="207"/>
        <pc:sldMkLst>
          <pc:docMk/>
          <pc:sldMk cId="2807155718" sldId="304"/>
        </pc:sldMkLst>
      </pc:sldChg>
      <pc:sldChg chg="delSp modSp mod modTransition delAnim">
        <pc:chgData name="DEWE, HAYLEY L." userId="5cada80b-0f7b-49a5-96b2-656b100ca6c6" providerId="ADAL" clId="{926FD85E-E327-44FE-AC44-16DA2FBCD57E}" dt="2025-10-16T00:13:32.164" v="447" actId="1076"/>
        <pc:sldMkLst>
          <pc:docMk/>
          <pc:sldMk cId="3207344223" sldId="305"/>
        </pc:sldMkLst>
      </pc:sldChg>
      <pc:sldChg chg="modSp add mod modTransition">
        <pc:chgData name="DEWE, HAYLEY L." userId="5cada80b-0f7b-49a5-96b2-656b100ca6c6" providerId="ADAL" clId="{926FD85E-E327-44FE-AC44-16DA2FBCD57E}" dt="2025-10-16T01:45:09.681" v="4718" actId="12100"/>
        <pc:sldMkLst>
          <pc:docMk/>
          <pc:sldMk cId="1866738169" sldId="306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48:54.255" v="2261" actId="47"/>
        <pc:sldMkLst>
          <pc:docMk/>
          <pc:sldMk cId="1436351603" sldId="307"/>
        </pc:sldMkLst>
      </pc:sldChg>
      <pc:sldChg chg="delSp add del mod modTransition delAnim">
        <pc:chgData name="DEWE, HAYLEY L." userId="5cada80b-0f7b-49a5-96b2-656b100ca6c6" providerId="ADAL" clId="{926FD85E-E327-44FE-AC44-16DA2FBCD57E}" dt="2025-10-16T01:49:26.845" v="4798" actId="47"/>
        <pc:sldMkLst>
          <pc:docMk/>
          <pc:sldMk cId="2138168827" sldId="308"/>
        </pc:sldMkLst>
      </pc:sldChg>
      <pc:sldChg chg="addSp delSp modSp del mod modTransition delAnim modAnim">
        <pc:chgData name="DEWE, HAYLEY L." userId="5cada80b-0f7b-49a5-96b2-656b100ca6c6" providerId="ADAL" clId="{926FD85E-E327-44FE-AC44-16DA2FBCD57E}" dt="2025-10-16T01:13:42.635" v="4054" actId="47"/>
        <pc:sldMkLst>
          <pc:docMk/>
          <pc:sldMk cId="1567480772" sldId="311"/>
        </pc:sldMkLst>
      </pc:sldChg>
      <pc:sldChg chg="addSp delSp modSp mod modTransition addAnim delAnim modNotesTx">
        <pc:chgData name="DEWE, HAYLEY L." userId="5cada80b-0f7b-49a5-96b2-656b100ca6c6" providerId="ADAL" clId="{926FD85E-E327-44FE-AC44-16DA2FBCD57E}" dt="2025-10-16T01:13:50.823" v="4056" actId="20577"/>
        <pc:sldMkLst>
          <pc:docMk/>
          <pc:sldMk cId="4188619755" sldId="312"/>
        </pc:sldMkLst>
      </pc:sldChg>
      <pc:sldChg chg="addSp delSp modSp mod modTransition delAnim modAnim">
        <pc:chgData name="DEWE, HAYLEY L." userId="5cada80b-0f7b-49a5-96b2-656b100ca6c6" providerId="ADAL" clId="{926FD85E-E327-44FE-AC44-16DA2FBCD57E}" dt="2025-10-16T10:38:24.680" v="4971" actId="1076"/>
        <pc:sldMkLst>
          <pc:docMk/>
          <pc:sldMk cId="2613428923" sldId="313"/>
        </pc:sldMkLst>
      </pc:sldChg>
      <pc:sldChg chg="delSp modSp mod modTransition delAnim modNotesTx">
        <pc:chgData name="DEWE, HAYLEY L." userId="5cada80b-0f7b-49a5-96b2-656b100ca6c6" providerId="ADAL" clId="{926FD85E-E327-44FE-AC44-16DA2FBCD57E}" dt="2025-10-16T11:30:54.588" v="6418" actId="20577"/>
        <pc:sldMkLst>
          <pc:docMk/>
          <pc:sldMk cId="33540929" sldId="314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04:47.320" v="189" actId="47"/>
        <pc:sldMkLst>
          <pc:docMk/>
          <pc:sldMk cId="1702084379" sldId="324"/>
        </pc:sldMkLst>
      </pc:sldChg>
      <pc:sldChg chg="addSp delSp modSp add mod modTransition addAnim delAnim modAnim modNotesTx">
        <pc:chgData name="DEWE, HAYLEY L." userId="5cada80b-0f7b-49a5-96b2-656b100ca6c6" providerId="ADAL" clId="{926FD85E-E327-44FE-AC44-16DA2FBCD57E}" dt="2025-10-16T11:35:12.370" v="6646" actId="20577"/>
        <pc:sldMkLst>
          <pc:docMk/>
          <pc:sldMk cId="3234205895" sldId="325"/>
        </pc:sldMkLst>
      </pc:sldChg>
      <pc:sldChg chg="modSp add mod modTransition modAnim">
        <pc:chgData name="DEWE, HAYLEY L." userId="5cada80b-0f7b-49a5-96b2-656b100ca6c6" providerId="ADAL" clId="{926FD85E-E327-44FE-AC44-16DA2FBCD57E}" dt="2025-10-16T10:39:20.499" v="4972"/>
        <pc:sldMkLst>
          <pc:docMk/>
          <pc:sldMk cId="369844883" sldId="326"/>
        </pc:sldMkLst>
      </pc:sldChg>
      <pc:sldChg chg="delSp modSp mod ord modTransition delAnim modAnim modNotesTx">
        <pc:chgData name="DEWE, HAYLEY L." userId="5cada80b-0f7b-49a5-96b2-656b100ca6c6" providerId="ADAL" clId="{926FD85E-E327-44FE-AC44-16DA2FBCD57E}" dt="2025-10-16T11:27:27.164" v="6344" actId="6549"/>
        <pc:sldMkLst>
          <pc:docMk/>
          <pc:sldMk cId="2423872994" sldId="328"/>
        </pc:sldMkLst>
      </pc:sldChg>
      <pc:sldChg chg="addSp delSp modSp mod modTransition setBg delAnim delDesignElem modNotesTx">
        <pc:chgData name="DEWE, HAYLEY L." userId="5cada80b-0f7b-49a5-96b2-656b100ca6c6" providerId="ADAL" clId="{926FD85E-E327-44FE-AC44-16DA2FBCD57E}" dt="2025-10-16T01:15:50.461" v="4074" actId="1076"/>
        <pc:sldMkLst>
          <pc:docMk/>
          <pc:sldMk cId="4232996817" sldId="329"/>
        </pc:sldMkLst>
      </pc:sldChg>
      <pc:sldChg chg="modSp add mod modTransition">
        <pc:chgData name="DEWE, HAYLEY L." userId="5cada80b-0f7b-49a5-96b2-656b100ca6c6" providerId="ADAL" clId="{926FD85E-E327-44FE-AC44-16DA2FBCD57E}" dt="2025-10-16T01:43:21.776" v="4686" actId="207"/>
        <pc:sldMkLst>
          <pc:docMk/>
          <pc:sldMk cId="699490516" sldId="330"/>
        </pc:sldMkLst>
      </pc:sldChg>
      <pc:sldChg chg="delSp modSp mod modTransition delAnim">
        <pc:chgData name="DEWE, HAYLEY L." userId="5cada80b-0f7b-49a5-96b2-656b100ca6c6" providerId="ADAL" clId="{926FD85E-E327-44FE-AC44-16DA2FBCD57E}" dt="2025-10-16T01:17:06.842" v="4077"/>
        <pc:sldMkLst>
          <pc:docMk/>
          <pc:sldMk cId="2923853994" sldId="332"/>
        </pc:sldMkLst>
      </pc:sldChg>
      <pc:sldChg chg="modSp add mod modTransition">
        <pc:chgData name="DEWE, HAYLEY L." userId="5cada80b-0f7b-49a5-96b2-656b100ca6c6" providerId="ADAL" clId="{926FD85E-E327-44FE-AC44-16DA2FBCD57E}" dt="2025-10-16T01:46:07.515" v="4733" actId="255"/>
        <pc:sldMkLst>
          <pc:docMk/>
          <pc:sldMk cId="2093560962" sldId="333"/>
        </pc:sldMkLst>
      </pc:sldChg>
      <pc:sldChg chg="delSp modSp mod modTransition delAnim modAnim">
        <pc:chgData name="DEWE, HAYLEY L." userId="5cada80b-0f7b-49a5-96b2-656b100ca6c6" providerId="ADAL" clId="{926FD85E-E327-44FE-AC44-16DA2FBCD57E}" dt="2025-10-16T00:09:38.282" v="371" actId="20577"/>
        <pc:sldMkLst>
          <pc:docMk/>
          <pc:sldMk cId="3918554070" sldId="334"/>
        </pc:sldMkLst>
      </pc:sldChg>
      <pc:sldChg chg="delSp modSp mod modTransition delAnim">
        <pc:chgData name="DEWE, HAYLEY L." userId="5cada80b-0f7b-49a5-96b2-656b100ca6c6" providerId="ADAL" clId="{926FD85E-E327-44FE-AC44-16DA2FBCD57E}" dt="2025-10-16T00:08:53.502" v="360" actId="2711"/>
        <pc:sldMkLst>
          <pc:docMk/>
          <pc:sldMk cId="338365097" sldId="335"/>
        </pc:sldMkLst>
        <pc:spChg chg="mod">
          <ac:chgData name="DEWE, HAYLEY L." userId="5cada80b-0f7b-49a5-96b2-656b100ca6c6" providerId="ADAL" clId="{926FD85E-E327-44FE-AC44-16DA2FBCD57E}" dt="2025-10-16T00:07:56.609" v="357" actId="1076"/>
          <ac:spMkLst>
            <pc:docMk/>
            <pc:sldMk cId="338365097" sldId="335"/>
            <ac:spMk id="5" creationId="{7FED8D49-6DBF-16AE-CC2E-8FC33433D719}"/>
          </ac:spMkLst>
        </pc:spChg>
        <pc:spChg chg="mod">
          <ac:chgData name="DEWE, HAYLEY L." userId="5cada80b-0f7b-49a5-96b2-656b100ca6c6" providerId="ADAL" clId="{926FD85E-E327-44FE-AC44-16DA2FBCD57E}" dt="2025-10-16T00:08:53.502" v="360" actId="2711"/>
          <ac:spMkLst>
            <pc:docMk/>
            <pc:sldMk cId="338365097" sldId="335"/>
            <ac:spMk id="6" creationId="{20A6FCE1-807F-78AF-7A22-954415E2EDD2}"/>
          </ac:spMkLst>
        </pc:spChg>
      </pc:sldChg>
      <pc:sldChg chg="delSp modSp mod modTransition delAnim modNotesTx">
        <pc:chgData name="DEWE, HAYLEY L." userId="5cada80b-0f7b-49a5-96b2-656b100ca6c6" providerId="ADAL" clId="{926FD85E-E327-44FE-AC44-16DA2FBCD57E}" dt="2025-10-16T01:07:36.621" v="3638" actId="20577"/>
        <pc:sldMkLst>
          <pc:docMk/>
          <pc:sldMk cId="2763638759" sldId="337"/>
        </pc:sldMkLst>
      </pc:sldChg>
      <pc:sldChg chg="addSp delSp modSp mod modTransition addAnim delAnim modAnim modNotesTx">
        <pc:chgData name="DEWE, HAYLEY L." userId="5cada80b-0f7b-49a5-96b2-656b100ca6c6" providerId="ADAL" clId="{926FD85E-E327-44FE-AC44-16DA2FBCD57E}" dt="2025-10-16T11:29:37.996" v="6363" actId="20577"/>
        <pc:sldMkLst>
          <pc:docMk/>
          <pc:sldMk cId="1585753451" sldId="338"/>
        </pc:sldMkLst>
      </pc:sldChg>
      <pc:sldChg chg="addSp delSp modSp add mod modAnim modNotesTx">
        <pc:chgData name="DEWE, HAYLEY L." userId="5cada80b-0f7b-49a5-96b2-656b100ca6c6" providerId="ADAL" clId="{926FD85E-E327-44FE-AC44-16DA2FBCD57E}" dt="2025-10-16T00:59:39.766" v="2405"/>
        <pc:sldMkLst>
          <pc:docMk/>
          <pc:sldMk cId="4232275862" sldId="339"/>
        </pc:sldMkLst>
      </pc:sldChg>
      <pc:sldChg chg="addSp modSp add mod modAnim modNotesTx">
        <pc:chgData name="DEWE, HAYLEY L." userId="5cada80b-0f7b-49a5-96b2-656b100ca6c6" providerId="ADAL" clId="{926FD85E-E327-44FE-AC44-16DA2FBCD57E}" dt="2025-10-16T01:19:05.731" v="4111"/>
        <pc:sldMkLst>
          <pc:docMk/>
          <pc:sldMk cId="3058138973" sldId="340"/>
        </pc:sldMkLst>
      </pc:sldChg>
      <pc:sldChg chg="modSp add mod modTransition">
        <pc:chgData name="DEWE, HAYLEY L." userId="5cada80b-0f7b-49a5-96b2-656b100ca6c6" providerId="ADAL" clId="{926FD85E-E327-44FE-AC44-16DA2FBCD57E}" dt="2025-10-16T01:23:03.311" v="4118"/>
        <pc:sldMkLst>
          <pc:docMk/>
          <pc:sldMk cId="1710789567" sldId="341"/>
        </pc:sldMkLst>
      </pc:sldChg>
      <pc:sldChg chg="add del">
        <pc:chgData name="DEWE, HAYLEY L." userId="5cada80b-0f7b-49a5-96b2-656b100ca6c6" providerId="ADAL" clId="{926FD85E-E327-44FE-AC44-16DA2FBCD57E}" dt="2025-10-16T01:22:54.486" v="4115" actId="47"/>
        <pc:sldMkLst>
          <pc:docMk/>
          <pc:sldMk cId="1778759872" sldId="342"/>
        </pc:sldMkLst>
      </pc:sldChg>
      <pc:sldChg chg="addSp modSp add mod modTransition setBg modAnim modNotesTx">
        <pc:chgData name="DEWE, HAYLEY L." userId="5cada80b-0f7b-49a5-96b2-656b100ca6c6" providerId="ADAL" clId="{926FD85E-E327-44FE-AC44-16DA2FBCD57E}" dt="2025-10-16T01:33:47.827" v="4439"/>
        <pc:sldMkLst>
          <pc:docMk/>
          <pc:sldMk cId="4020492249" sldId="343"/>
        </pc:sldMkLst>
      </pc:sldChg>
      <pc:sldChg chg="modSp add mod modTransition">
        <pc:chgData name="DEWE, HAYLEY L." userId="5cada80b-0f7b-49a5-96b2-656b100ca6c6" providerId="ADAL" clId="{926FD85E-E327-44FE-AC44-16DA2FBCD57E}" dt="2025-10-16T01:33:54.970" v="4440" actId="207"/>
        <pc:sldMkLst>
          <pc:docMk/>
          <pc:sldMk cId="4192220800" sldId="344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01:38:27.026" v="4649"/>
        <pc:sldMkLst>
          <pc:docMk/>
          <pc:sldMk cId="4038684548" sldId="345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41.739" v="4986"/>
        <pc:sldMkLst>
          <pc:docMk/>
          <pc:sldMk cId="2425083260" sldId="346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08.654" v="4975"/>
        <pc:sldMkLst>
          <pc:docMk/>
          <pc:sldMk cId="3371320197" sldId="347"/>
        </pc:sldMkLst>
      </pc:sldChg>
      <pc:sldChg chg="modSp add mod modTransition modNotesTx">
        <pc:chgData name="DEWE, HAYLEY L." userId="5cada80b-0f7b-49a5-96b2-656b100ca6c6" providerId="ADAL" clId="{926FD85E-E327-44FE-AC44-16DA2FBCD57E}" dt="2025-10-16T01:44:13.857" v="4716" actId="20577"/>
        <pc:sldMkLst>
          <pc:docMk/>
          <pc:sldMk cId="2852232281" sldId="348"/>
        </pc:sldMkLst>
      </pc:sldChg>
      <pc:sldChg chg="modSp add mod modTransition">
        <pc:chgData name="DEWE, HAYLEY L." userId="5cada80b-0f7b-49a5-96b2-656b100ca6c6" providerId="ADAL" clId="{926FD85E-E327-44FE-AC44-16DA2FBCD57E}" dt="2025-10-16T01:45:48.434" v="4728"/>
        <pc:sldMkLst>
          <pc:docMk/>
          <pc:sldMk cId="3829531161" sldId="349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10:40:38.953" v="4984"/>
        <pc:sldMkLst>
          <pc:docMk/>
          <pc:sldMk cId="2617131412" sldId="350"/>
        </pc:sldMkLst>
      </pc:sldChg>
      <pc:sldChg chg="add del modNotesTx">
        <pc:chgData name="DEWE, HAYLEY L." userId="5cada80b-0f7b-49a5-96b2-656b100ca6c6" providerId="ADAL" clId="{926FD85E-E327-44FE-AC44-16DA2FBCD57E}" dt="2025-10-16T01:47:42.874" v="4781" actId="47"/>
        <pc:sldMkLst>
          <pc:docMk/>
          <pc:sldMk cId="121525202" sldId="351"/>
        </pc:sldMkLst>
      </pc:sldChg>
      <pc:sldChg chg="modSp add ord modAnim">
        <pc:chgData name="DEWE, HAYLEY L." userId="5cada80b-0f7b-49a5-96b2-656b100ca6c6" providerId="ADAL" clId="{926FD85E-E327-44FE-AC44-16DA2FBCD57E}" dt="2025-10-16T10:40:47.292" v="4991"/>
        <pc:sldMkLst>
          <pc:docMk/>
          <pc:sldMk cId="2417051397" sldId="351"/>
        </pc:sldMkLst>
      </pc:sldChg>
      <pc:sldChg chg="delSp modSp add mod modAnim modNotesTx">
        <pc:chgData name="DEWE, HAYLEY L." userId="5cada80b-0f7b-49a5-96b2-656b100ca6c6" providerId="ADAL" clId="{926FD85E-E327-44FE-AC44-16DA2FBCD57E}" dt="2025-10-16T11:20:03.144" v="6327"/>
        <pc:sldMkLst>
          <pc:docMk/>
          <pc:sldMk cId="765867033" sldId="352"/>
        </pc:sldMkLst>
      </pc:sldChg>
      <pc:sldChg chg="delSp add del mod setBg delAnim delDesignElem">
        <pc:chgData name="DEWE, HAYLEY L." userId="5cada80b-0f7b-49a5-96b2-656b100ca6c6" providerId="ADAL" clId="{926FD85E-E327-44FE-AC44-16DA2FBCD57E}" dt="2025-10-16T01:50:14.086" v="4802" actId="47"/>
        <pc:sldMkLst>
          <pc:docMk/>
          <pc:sldMk cId="4108301384" sldId="352"/>
        </pc:sldMkLst>
      </pc:sldChg>
      <pc:sldMasterChg chg="modTransition modSldLayout">
        <pc:chgData name="DEWE, HAYLEY L." userId="5cada80b-0f7b-49a5-96b2-656b100ca6c6" providerId="ADAL" clId="{926FD85E-E327-44FE-AC44-16DA2FBCD57E}" dt="2025-10-15T23:49:24.543" v="26"/>
        <pc:sldMasterMkLst>
          <pc:docMk/>
          <pc:sldMasterMk cId="3516836950" sldId="2147483690"/>
        </pc:sldMasterMkLst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4121230025" sldId="214748369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731651643" sldId="214748369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67763074" sldId="214748369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644090643" sldId="214748369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673194985" sldId="214748369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705573580" sldId="214748369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68970472" sldId="2147483697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060775333" sldId="2147483698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049413050" sldId="2147483699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429450410" sldId="2147483700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91852759" sldId="214748370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95149509" sldId="214748370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786659591" sldId="214748370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37541521" sldId="214748370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319605821" sldId="214748370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579008724" sldId="214748370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632DF7FE-9916-4FAF-8457-3521400FFCEA}"/>
    <pc:docChg chg="undo redo custSel addSld delSld modSld sldOrd">
      <pc:chgData name="DEWE, HAYLEY L." userId="5cada80b-0f7b-49a5-96b2-656b100ca6c6" providerId="ADAL" clId="{632DF7FE-9916-4FAF-8457-3521400FFCEA}" dt="2025-11-13T02:44:32.941" v="60264" actId="6549"/>
      <pc:docMkLst>
        <pc:docMk/>
      </pc:docMkLst>
      <pc:sldChg chg="delSp modSp mod">
        <pc:chgData name="DEWE, HAYLEY L." userId="5cada80b-0f7b-49a5-96b2-656b100ca6c6" providerId="ADAL" clId="{632DF7FE-9916-4FAF-8457-3521400FFCEA}" dt="2025-11-13T02:28:21.194" v="60078" actId="20577"/>
        <pc:sldMkLst>
          <pc:docMk/>
          <pc:sldMk cId="621895312" sldId="256"/>
        </pc:sldMkLst>
        <pc:spChg chg="del">
          <ac:chgData name="DEWE, HAYLEY L." userId="5cada80b-0f7b-49a5-96b2-656b100ca6c6" providerId="ADAL" clId="{632DF7FE-9916-4FAF-8457-3521400FFCEA}" dt="2025-11-13T02:28:15.856" v="60070" actId="478"/>
          <ac:spMkLst>
            <pc:docMk/>
            <pc:sldMk cId="621895312" sldId="256"/>
            <ac:spMk id="2" creationId="{64542607-0AE5-82BA-68ED-B915945C201B}"/>
          </ac:spMkLst>
        </pc:spChg>
        <pc:spChg chg="mod">
          <ac:chgData name="DEWE, HAYLEY L." userId="5cada80b-0f7b-49a5-96b2-656b100ca6c6" providerId="ADAL" clId="{632DF7FE-9916-4FAF-8457-3521400FFCEA}" dt="2025-11-13T02:28:21.194" v="60078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del">
        <pc:chgData name="DEWE, HAYLEY L." userId="5cada80b-0f7b-49a5-96b2-656b100ca6c6" providerId="ADAL" clId="{632DF7FE-9916-4FAF-8457-3521400FFCEA}" dt="2025-10-22T10:01:57.745" v="764" actId="47"/>
        <pc:sldMkLst>
          <pc:docMk/>
          <pc:sldMk cId="3862151110" sldId="286"/>
        </pc:sldMkLst>
      </pc:sldChg>
      <pc:sldChg chg="modSp add mod">
        <pc:chgData name="DEWE, HAYLEY L." userId="5cada80b-0f7b-49a5-96b2-656b100ca6c6" providerId="ADAL" clId="{632DF7FE-9916-4FAF-8457-3521400FFCEA}" dt="2025-11-12T15:59:51.307" v="49563" actId="20577"/>
        <pc:sldMkLst>
          <pc:docMk/>
          <pc:sldMk cId="1073770607" sldId="288"/>
        </pc:sldMkLst>
        <pc:spChg chg="mod">
          <ac:chgData name="DEWE, HAYLEY L." userId="5cada80b-0f7b-49a5-96b2-656b100ca6c6" providerId="ADAL" clId="{632DF7FE-9916-4FAF-8457-3521400FFCEA}" dt="2025-11-12T15:59:51.307" v="49563" actId="20577"/>
          <ac:spMkLst>
            <pc:docMk/>
            <pc:sldMk cId="1073770607" sldId="288"/>
            <ac:spMk id="4" creationId="{2011C802-73B3-2DD2-A025-1492767780BF}"/>
          </ac:spMkLst>
        </pc:spChg>
      </pc:sldChg>
      <pc:sldChg chg="modSp del mod">
        <pc:chgData name="DEWE, HAYLEY L." userId="5cada80b-0f7b-49a5-96b2-656b100ca6c6" providerId="ADAL" clId="{632DF7FE-9916-4FAF-8457-3521400FFCEA}" dt="2025-10-29T11:21:23.395" v="15215" actId="2696"/>
        <pc:sldMkLst>
          <pc:docMk/>
          <pc:sldMk cId="3510830575" sldId="288"/>
        </pc:sldMkLst>
      </pc:sldChg>
      <pc:sldChg chg="modSp del mod modAnim modNotesTx">
        <pc:chgData name="DEWE, HAYLEY L." userId="5cada80b-0f7b-49a5-96b2-656b100ca6c6" providerId="ADAL" clId="{632DF7FE-9916-4FAF-8457-3521400FFCEA}" dt="2025-11-05T13:36:12.821" v="24023" actId="47"/>
        <pc:sldMkLst>
          <pc:docMk/>
          <pc:sldMk cId="3525045034" sldId="291"/>
        </pc:sldMkLst>
      </pc:sldChg>
      <pc:sldChg chg="del">
        <pc:chgData name="DEWE, HAYLEY L." userId="5cada80b-0f7b-49a5-96b2-656b100ca6c6" providerId="ADAL" clId="{632DF7FE-9916-4FAF-8457-3521400FFCEA}" dt="2025-10-22T10:55:47.525" v="2063" actId="47"/>
        <pc:sldMkLst>
          <pc:docMk/>
          <pc:sldMk cId="3524497358" sldId="298"/>
        </pc:sldMkLst>
      </pc:sldChg>
      <pc:sldChg chg="del">
        <pc:chgData name="DEWE, HAYLEY L." userId="5cada80b-0f7b-49a5-96b2-656b100ca6c6" providerId="ADAL" clId="{632DF7FE-9916-4FAF-8457-3521400FFCEA}" dt="2025-10-22T09:47:37.329" v="250" actId="47"/>
        <pc:sldMkLst>
          <pc:docMk/>
          <pc:sldMk cId="1557494676" sldId="301"/>
        </pc:sldMkLst>
      </pc:sldChg>
      <pc:sldChg chg="del">
        <pc:chgData name="DEWE, HAYLEY L." userId="5cada80b-0f7b-49a5-96b2-656b100ca6c6" providerId="ADAL" clId="{632DF7FE-9916-4FAF-8457-3521400FFCEA}" dt="2025-10-22T09:47:37.799" v="251" actId="47"/>
        <pc:sldMkLst>
          <pc:docMk/>
          <pc:sldMk cId="3787757895" sldId="303"/>
        </pc:sldMkLst>
      </pc:sldChg>
      <pc:sldChg chg="modSp del mod">
        <pc:chgData name="DEWE, HAYLEY L." userId="5cada80b-0f7b-49a5-96b2-656b100ca6c6" providerId="ADAL" clId="{632DF7FE-9916-4FAF-8457-3521400FFCEA}" dt="2025-10-28T11:50:27.607" v="6681" actId="47"/>
        <pc:sldMkLst>
          <pc:docMk/>
          <pc:sldMk cId="2807155718" sldId="304"/>
        </pc:sldMkLst>
      </pc:sldChg>
      <pc:sldChg chg="addSp delSp modSp del mod ord delAnim modAnim modNotesTx">
        <pc:chgData name="DEWE, HAYLEY L." userId="5cada80b-0f7b-49a5-96b2-656b100ca6c6" providerId="ADAL" clId="{632DF7FE-9916-4FAF-8457-3521400FFCEA}" dt="2025-10-27T16:23:41.973" v="6186" actId="47"/>
        <pc:sldMkLst>
          <pc:docMk/>
          <pc:sldMk cId="3207344223" sldId="305"/>
        </pc:sldMkLst>
      </pc:sldChg>
      <pc:sldChg chg="del">
        <pc:chgData name="DEWE, HAYLEY L." userId="5cada80b-0f7b-49a5-96b2-656b100ca6c6" providerId="ADAL" clId="{632DF7FE-9916-4FAF-8457-3521400FFCEA}" dt="2025-10-22T10:55:53.247" v="2067" actId="47"/>
        <pc:sldMkLst>
          <pc:docMk/>
          <pc:sldMk cId="1866738169" sldId="306"/>
        </pc:sldMkLst>
      </pc:sldChg>
      <pc:sldChg chg="modSp add del mod ord modNotesTx">
        <pc:chgData name="DEWE, HAYLEY L." userId="5cada80b-0f7b-49a5-96b2-656b100ca6c6" providerId="ADAL" clId="{632DF7FE-9916-4FAF-8457-3521400FFCEA}" dt="2025-11-04T12:58:32.826" v="16548" actId="47"/>
        <pc:sldMkLst>
          <pc:docMk/>
          <pc:sldMk cId="4188619755" sldId="312"/>
        </pc:sldMkLst>
      </pc:sldChg>
      <pc:sldChg chg="del ord">
        <pc:chgData name="DEWE, HAYLEY L." userId="5cada80b-0f7b-49a5-96b2-656b100ca6c6" providerId="ADAL" clId="{632DF7FE-9916-4FAF-8457-3521400FFCEA}" dt="2025-10-22T09:48:41.834" v="304" actId="47"/>
        <pc:sldMkLst>
          <pc:docMk/>
          <pc:sldMk cId="2613428923" sldId="313"/>
        </pc:sldMkLst>
      </pc:sldChg>
      <pc:sldChg chg="modSp add del mod ord">
        <pc:chgData name="DEWE, HAYLEY L." userId="5cada80b-0f7b-49a5-96b2-656b100ca6c6" providerId="ADAL" clId="{632DF7FE-9916-4FAF-8457-3521400FFCEA}" dt="2025-10-22T10:01:47.405" v="760" actId="47"/>
        <pc:sldMkLst>
          <pc:docMk/>
          <pc:sldMk cId="33540929" sldId="314"/>
        </pc:sldMkLst>
      </pc:sldChg>
      <pc:sldChg chg="del">
        <pc:chgData name="DEWE, HAYLEY L." userId="5cada80b-0f7b-49a5-96b2-656b100ca6c6" providerId="ADAL" clId="{632DF7FE-9916-4FAF-8457-3521400FFCEA}" dt="2025-10-22T10:55:45.024" v="2061" actId="47"/>
        <pc:sldMkLst>
          <pc:docMk/>
          <pc:sldMk cId="3234205895" sldId="325"/>
        </pc:sldMkLst>
      </pc:sldChg>
      <pc:sldChg chg="del">
        <pc:chgData name="DEWE, HAYLEY L." userId="5cada80b-0f7b-49a5-96b2-656b100ca6c6" providerId="ADAL" clId="{632DF7FE-9916-4FAF-8457-3521400FFCEA}" dt="2025-10-22T10:55:48.933" v="2064" actId="47"/>
        <pc:sldMkLst>
          <pc:docMk/>
          <pc:sldMk cId="369844883" sldId="326"/>
        </pc:sldMkLst>
      </pc:sldChg>
      <pc:sldChg chg="modSp add del mod">
        <pc:chgData name="DEWE, HAYLEY L." userId="5cada80b-0f7b-49a5-96b2-656b100ca6c6" providerId="ADAL" clId="{632DF7FE-9916-4FAF-8457-3521400FFCEA}" dt="2025-10-27T16:23:33.633" v="6184" actId="47"/>
        <pc:sldMkLst>
          <pc:docMk/>
          <pc:sldMk cId="2423872994" sldId="328"/>
        </pc:sldMkLst>
      </pc:sldChg>
      <pc:sldChg chg="add del">
        <pc:chgData name="DEWE, HAYLEY L." userId="5cada80b-0f7b-49a5-96b2-656b100ca6c6" providerId="ADAL" clId="{632DF7FE-9916-4FAF-8457-3521400FFCEA}" dt="2025-10-22T10:55:43.227" v="2060" actId="47"/>
        <pc:sldMkLst>
          <pc:docMk/>
          <pc:sldMk cId="4232996817" sldId="329"/>
        </pc:sldMkLst>
      </pc:sldChg>
      <pc:sldChg chg="del">
        <pc:chgData name="DEWE, HAYLEY L." userId="5cada80b-0f7b-49a5-96b2-656b100ca6c6" providerId="ADAL" clId="{632DF7FE-9916-4FAF-8457-3521400FFCEA}" dt="2025-10-22T10:56:05.685" v="2075" actId="47"/>
        <pc:sldMkLst>
          <pc:docMk/>
          <pc:sldMk cId="699490516" sldId="330"/>
        </pc:sldMkLst>
      </pc:sldChg>
      <pc:sldChg chg="del">
        <pc:chgData name="DEWE, HAYLEY L." userId="5cada80b-0f7b-49a5-96b2-656b100ca6c6" providerId="ADAL" clId="{632DF7FE-9916-4FAF-8457-3521400FFCEA}" dt="2025-10-22T09:47:34.289" v="248" actId="47"/>
        <pc:sldMkLst>
          <pc:docMk/>
          <pc:sldMk cId="2923853994" sldId="332"/>
        </pc:sldMkLst>
      </pc:sldChg>
      <pc:sldChg chg="del">
        <pc:chgData name="DEWE, HAYLEY L." userId="5cada80b-0f7b-49a5-96b2-656b100ca6c6" providerId="ADAL" clId="{632DF7FE-9916-4FAF-8457-3521400FFCEA}" dt="2025-10-22T10:55:58.973" v="2071" actId="47"/>
        <pc:sldMkLst>
          <pc:docMk/>
          <pc:sldMk cId="2093560962" sldId="333"/>
        </pc:sldMkLst>
      </pc:sldChg>
      <pc:sldChg chg="del">
        <pc:chgData name="DEWE, HAYLEY L." userId="5cada80b-0f7b-49a5-96b2-656b100ca6c6" providerId="ADAL" clId="{632DF7FE-9916-4FAF-8457-3521400FFCEA}" dt="2025-10-22T09:47:32.248" v="247" actId="47"/>
        <pc:sldMkLst>
          <pc:docMk/>
          <pc:sldMk cId="3918554070" sldId="334"/>
        </pc:sldMkLst>
      </pc:sldChg>
      <pc:sldChg chg="modSp mod modAnim">
        <pc:chgData name="DEWE, HAYLEY L." userId="5cada80b-0f7b-49a5-96b2-656b100ca6c6" providerId="ADAL" clId="{632DF7FE-9916-4FAF-8457-3521400FFCEA}" dt="2025-11-13T02:29:17.368" v="60108" actId="20577"/>
        <pc:sldMkLst>
          <pc:docMk/>
          <pc:sldMk cId="338365097" sldId="335"/>
        </pc:sldMkLst>
        <pc:spChg chg="mod">
          <ac:chgData name="DEWE, HAYLEY L." userId="5cada80b-0f7b-49a5-96b2-656b100ca6c6" providerId="ADAL" clId="{632DF7FE-9916-4FAF-8457-3521400FFCEA}" dt="2025-11-12T11:21:08.764" v="41085" actId="404"/>
          <ac:spMkLst>
            <pc:docMk/>
            <pc:sldMk cId="338365097" sldId="335"/>
            <ac:spMk id="5" creationId="{7FED8D49-6DBF-16AE-CC2E-8FC33433D719}"/>
          </ac:spMkLst>
        </pc:spChg>
        <pc:spChg chg="mod">
          <ac:chgData name="DEWE, HAYLEY L." userId="5cada80b-0f7b-49a5-96b2-656b100ca6c6" providerId="ADAL" clId="{632DF7FE-9916-4FAF-8457-3521400FFCEA}" dt="2025-11-13T02:29:17.368" v="60108" actId="20577"/>
          <ac:spMkLst>
            <pc:docMk/>
            <pc:sldMk cId="338365097" sldId="335"/>
            <ac:spMk id="6" creationId="{20A6FCE1-807F-78AF-7A22-954415E2EDD2}"/>
          </ac:spMkLst>
        </pc:spChg>
      </pc:sldChg>
      <pc:sldChg chg="add del ord modAnim modNotesTx">
        <pc:chgData name="DEWE, HAYLEY L." userId="5cada80b-0f7b-49a5-96b2-656b100ca6c6" providerId="ADAL" clId="{632DF7FE-9916-4FAF-8457-3521400FFCEA}" dt="2025-10-27T16:23:30.965" v="6183" actId="47"/>
        <pc:sldMkLst>
          <pc:docMk/>
          <pc:sldMk cId="2763638759" sldId="337"/>
        </pc:sldMkLst>
      </pc:sldChg>
      <pc:sldChg chg="del">
        <pc:chgData name="DEWE, HAYLEY L." userId="5cada80b-0f7b-49a5-96b2-656b100ca6c6" providerId="ADAL" clId="{632DF7FE-9916-4FAF-8457-3521400FFCEA}" dt="2025-10-22T09:47:45.286" v="254" actId="47"/>
        <pc:sldMkLst>
          <pc:docMk/>
          <pc:sldMk cId="1585753451" sldId="338"/>
        </pc:sldMkLst>
      </pc:sldChg>
      <pc:sldChg chg="del">
        <pc:chgData name="DEWE, HAYLEY L." userId="5cada80b-0f7b-49a5-96b2-656b100ca6c6" providerId="ADAL" clId="{632DF7FE-9916-4FAF-8457-3521400FFCEA}" dt="2025-10-22T09:47:46.796" v="255" actId="47"/>
        <pc:sldMkLst>
          <pc:docMk/>
          <pc:sldMk cId="4232275862" sldId="339"/>
        </pc:sldMkLst>
      </pc:sldChg>
      <pc:sldChg chg="del">
        <pc:chgData name="DEWE, HAYLEY L." userId="5cada80b-0f7b-49a5-96b2-656b100ca6c6" providerId="ADAL" clId="{632DF7FE-9916-4FAF-8457-3521400FFCEA}" dt="2025-10-22T10:01:49.640" v="761" actId="47"/>
        <pc:sldMkLst>
          <pc:docMk/>
          <pc:sldMk cId="3058138973" sldId="340"/>
        </pc:sldMkLst>
      </pc:sldChg>
      <pc:sldChg chg="del">
        <pc:chgData name="DEWE, HAYLEY L." userId="5cada80b-0f7b-49a5-96b2-656b100ca6c6" providerId="ADAL" clId="{632DF7FE-9916-4FAF-8457-3521400FFCEA}" dt="2025-10-22T13:50:51.467" v="2973" actId="47"/>
        <pc:sldMkLst>
          <pc:docMk/>
          <pc:sldMk cId="1710789567" sldId="341"/>
        </pc:sldMkLst>
      </pc:sldChg>
      <pc:sldChg chg="del">
        <pc:chgData name="DEWE, HAYLEY L." userId="5cada80b-0f7b-49a5-96b2-656b100ca6c6" providerId="ADAL" clId="{632DF7FE-9916-4FAF-8457-3521400FFCEA}" dt="2025-10-22T10:55:50.416" v="2065" actId="47"/>
        <pc:sldMkLst>
          <pc:docMk/>
          <pc:sldMk cId="4020492249" sldId="343"/>
        </pc:sldMkLst>
      </pc:sldChg>
      <pc:sldChg chg="del">
        <pc:chgData name="DEWE, HAYLEY L." userId="5cada80b-0f7b-49a5-96b2-656b100ca6c6" providerId="ADAL" clId="{632DF7FE-9916-4FAF-8457-3521400FFCEA}" dt="2025-10-22T13:50:52.008" v="2974" actId="47"/>
        <pc:sldMkLst>
          <pc:docMk/>
          <pc:sldMk cId="4192220800" sldId="344"/>
        </pc:sldMkLst>
      </pc:sldChg>
      <pc:sldChg chg="del">
        <pc:chgData name="DEWE, HAYLEY L." userId="5cada80b-0f7b-49a5-96b2-656b100ca6c6" providerId="ADAL" clId="{632DF7FE-9916-4FAF-8457-3521400FFCEA}" dt="2025-10-22T10:55:52.284" v="2066" actId="47"/>
        <pc:sldMkLst>
          <pc:docMk/>
          <pc:sldMk cId="4038684548" sldId="345"/>
        </pc:sldMkLst>
      </pc:sldChg>
      <pc:sldChg chg="del">
        <pc:chgData name="DEWE, HAYLEY L." userId="5cada80b-0f7b-49a5-96b2-656b100ca6c6" providerId="ADAL" clId="{632DF7FE-9916-4FAF-8457-3521400FFCEA}" dt="2025-10-22T10:55:54.226" v="2068" actId="47"/>
        <pc:sldMkLst>
          <pc:docMk/>
          <pc:sldMk cId="2425083260" sldId="346"/>
        </pc:sldMkLst>
      </pc:sldChg>
      <pc:sldChg chg="del">
        <pc:chgData name="DEWE, HAYLEY L." userId="5cada80b-0f7b-49a5-96b2-656b100ca6c6" providerId="ADAL" clId="{632DF7FE-9916-4FAF-8457-3521400FFCEA}" dt="2025-10-22T10:55:54.932" v="2069" actId="47"/>
        <pc:sldMkLst>
          <pc:docMk/>
          <pc:sldMk cId="3371320197" sldId="347"/>
        </pc:sldMkLst>
      </pc:sldChg>
      <pc:sldChg chg="del">
        <pc:chgData name="DEWE, HAYLEY L." userId="5cada80b-0f7b-49a5-96b2-656b100ca6c6" providerId="ADAL" clId="{632DF7FE-9916-4FAF-8457-3521400FFCEA}" dt="2025-10-22T10:55:56.273" v="2070" actId="47"/>
        <pc:sldMkLst>
          <pc:docMk/>
          <pc:sldMk cId="2852232281" sldId="348"/>
        </pc:sldMkLst>
      </pc:sldChg>
      <pc:sldChg chg="del">
        <pc:chgData name="DEWE, HAYLEY L." userId="5cada80b-0f7b-49a5-96b2-656b100ca6c6" providerId="ADAL" clId="{632DF7FE-9916-4FAF-8457-3521400FFCEA}" dt="2025-10-22T10:56:04.587" v="2074" actId="47"/>
        <pc:sldMkLst>
          <pc:docMk/>
          <pc:sldMk cId="3829531161" sldId="349"/>
        </pc:sldMkLst>
      </pc:sldChg>
      <pc:sldChg chg="del">
        <pc:chgData name="DEWE, HAYLEY L." userId="5cada80b-0f7b-49a5-96b2-656b100ca6c6" providerId="ADAL" clId="{632DF7FE-9916-4FAF-8457-3521400FFCEA}" dt="2025-10-22T10:55:59.971" v="2073" actId="47"/>
        <pc:sldMkLst>
          <pc:docMk/>
          <pc:sldMk cId="2617131412" sldId="350"/>
        </pc:sldMkLst>
      </pc:sldChg>
      <pc:sldChg chg="del">
        <pc:chgData name="DEWE, HAYLEY L." userId="5cada80b-0f7b-49a5-96b2-656b100ca6c6" providerId="ADAL" clId="{632DF7FE-9916-4FAF-8457-3521400FFCEA}" dt="2025-10-22T10:55:59.482" v="2072" actId="47"/>
        <pc:sldMkLst>
          <pc:docMk/>
          <pc:sldMk cId="2417051397" sldId="351"/>
        </pc:sldMkLst>
      </pc:sldChg>
      <pc:sldChg chg="del">
        <pc:chgData name="DEWE, HAYLEY L." userId="5cada80b-0f7b-49a5-96b2-656b100ca6c6" providerId="ADAL" clId="{632DF7FE-9916-4FAF-8457-3521400FFCEA}" dt="2025-10-22T10:55:46.385" v="2062" actId="47"/>
        <pc:sldMkLst>
          <pc:docMk/>
          <pc:sldMk cId="765867033" sldId="352"/>
        </pc:sldMkLst>
      </pc:sldChg>
      <pc:sldChg chg="addSp delSp modSp add del mod ord delAnim modAnim">
        <pc:chgData name="DEWE, HAYLEY L." userId="5cada80b-0f7b-49a5-96b2-656b100ca6c6" providerId="ADAL" clId="{632DF7FE-9916-4FAF-8457-3521400FFCEA}" dt="2025-10-27T16:23:35.308" v="6185" actId="47"/>
        <pc:sldMkLst>
          <pc:docMk/>
          <pc:sldMk cId="3572692624" sldId="353"/>
        </pc:sldMkLst>
      </pc:sldChg>
      <pc:sldChg chg="add del">
        <pc:chgData name="DEWE, HAYLEY L." userId="5cada80b-0f7b-49a5-96b2-656b100ca6c6" providerId="ADAL" clId="{632DF7FE-9916-4FAF-8457-3521400FFCEA}" dt="2025-10-22T10:48:49.293" v="2007" actId="47"/>
        <pc:sldMkLst>
          <pc:docMk/>
          <pc:sldMk cId="2818862348" sldId="354"/>
        </pc:sldMkLst>
      </pc:sldChg>
      <pc:sldChg chg="modSp add del modAnim">
        <pc:chgData name="DEWE, HAYLEY L." userId="5cada80b-0f7b-49a5-96b2-656b100ca6c6" providerId="ADAL" clId="{632DF7FE-9916-4FAF-8457-3521400FFCEA}" dt="2025-10-22T09:57:37.493" v="518" actId="47"/>
        <pc:sldMkLst>
          <pc:docMk/>
          <pc:sldMk cId="3515596302" sldId="354"/>
        </pc:sldMkLst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1880356968" sldId="355"/>
        </pc:sldMkLst>
      </pc:sldChg>
      <pc:sldChg chg="add del">
        <pc:chgData name="DEWE, HAYLEY L." userId="5cada80b-0f7b-49a5-96b2-656b100ca6c6" providerId="ADAL" clId="{632DF7FE-9916-4FAF-8457-3521400FFCEA}" dt="2025-11-04T12:55:40.434" v="16517" actId="47"/>
        <pc:sldMkLst>
          <pc:docMk/>
          <pc:sldMk cId="2797809940" sldId="355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3118044428" sldId="355"/>
        </pc:sldMkLst>
      </pc:sldChg>
      <pc:sldChg chg="delSp modSp add del mod">
        <pc:chgData name="DEWE, HAYLEY L." userId="5cada80b-0f7b-49a5-96b2-656b100ca6c6" providerId="ADAL" clId="{632DF7FE-9916-4FAF-8457-3521400FFCEA}" dt="2025-10-22T10:35:26.220" v="1483" actId="47"/>
        <pc:sldMkLst>
          <pc:docMk/>
          <pc:sldMk cId="1388384717" sldId="356"/>
        </pc:sldMkLst>
      </pc:sldChg>
      <pc:sldChg chg="add del ord">
        <pc:chgData name="DEWE, HAYLEY L." userId="5cada80b-0f7b-49a5-96b2-656b100ca6c6" providerId="ADAL" clId="{632DF7FE-9916-4FAF-8457-3521400FFCEA}" dt="2025-10-27T16:04:20.223" v="6137" actId="2696"/>
        <pc:sldMkLst>
          <pc:docMk/>
          <pc:sldMk cId="1773711665" sldId="357"/>
        </pc:sldMkLst>
      </pc:sldChg>
      <pc:sldChg chg="add del modNotesTx">
        <pc:chgData name="DEWE, HAYLEY L." userId="5cada80b-0f7b-49a5-96b2-656b100ca6c6" providerId="ADAL" clId="{632DF7FE-9916-4FAF-8457-3521400FFCEA}" dt="2025-11-04T12:58:22.748" v="16537" actId="47"/>
        <pc:sldMkLst>
          <pc:docMk/>
          <pc:sldMk cId="2376168831" sldId="357"/>
        </pc:sldMkLst>
      </pc:sldChg>
      <pc:sldChg chg="addSp delSp 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4136794173" sldId="357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2007729402" sldId="358"/>
        </pc:sldMkLst>
      </pc:sldChg>
      <pc:sldChg chg="add del">
        <pc:chgData name="DEWE, HAYLEY L." userId="5cada80b-0f7b-49a5-96b2-656b100ca6c6" providerId="ADAL" clId="{632DF7FE-9916-4FAF-8457-3521400FFCEA}" dt="2025-11-04T12:55:55.703" v="16519" actId="47"/>
        <pc:sldMkLst>
          <pc:docMk/>
          <pc:sldMk cId="2588908868" sldId="358"/>
        </pc:sldMkLst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867249440" sldId="358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341453135" sldId="359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248304042" sldId="359"/>
        </pc:sldMkLst>
      </pc:sldChg>
      <pc:sldChg chg="add del">
        <pc:chgData name="DEWE, HAYLEY L." userId="5cada80b-0f7b-49a5-96b2-656b100ca6c6" providerId="ADAL" clId="{632DF7FE-9916-4FAF-8457-3521400FFCEA}" dt="2025-11-04T12:55:56.739" v="16520" actId="47"/>
        <pc:sldMkLst>
          <pc:docMk/>
          <pc:sldMk cId="2808956687" sldId="359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298386172" sldId="360"/>
        </pc:sldMkLst>
      </pc:sldChg>
      <pc:sldChg chg="add del">
        <pc:chgData name="DEWE, HAYLEY L." userId="5cada80b-0f7b-49a5-96b2-656b100ca6c6" providerId="ADAL" clId="{632DF7FE-9916-4FAF-8457-3521400FFCEA}" dt="2025-11-04T12:55:51.600" v="16518" actId="47"/>
        <pc:sldMkLst>
          <pc:docMk/>
          <pc:sldMk cId="791235966" sldId="360"/>
        </pc:sldMkLst>
      </pc:sldChg>
      <pc:sldChg chg="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793724040" sldId="360"/>
        </pc:sldMkLst>
      </pc:sldChg>
      <pc:sldChg chg="addSp delSp modSp add del mod">
        <pc:chgData name="DEWE, HAYLEY L." userId="5cada80b-0f7b-49a5-96b2-656b100ca6c6" providerId="ADAL" clId="{632DF7FE-9916-4FAF-8457-3521400FFCEA}" dt="2025-10-27T16:22:33.883" v="6148" actId="47"/>
        <pc:sldMkLst>
          <pc:docMk/>
          <pc:sldMk cId="3423943591" sldId="361"/>
        </pc:sldMkLst>
      </pc:sldChg>
      <pc:sldChg chg="addSp delSp modSp add del mod">
        <pc:chgData name="DEWE, HAYLEY L." userId="5cada80b-0f7b-49a5-96b2-656b100ca6c6" providerId="ADAL" clId="{632DF7FE-9916-4FAF-8457-3521400FFCEA}" dt="2025-10-27T16:22:37.750" v="6149" actId="47"/>
        <pc:sldMkLst>
          <pc:docMk/>
          <pc:sldMk cId="616826077" sldId="362"/>
        </pc:sldMkLst>
      </pc:sldChg>
      <pc:sldChg chg="addSp delSp modSp add del mod setBg delDesignElem">
        <pc:chgData name="DEWE, HAYLEY L." userId="5cada80b-0f7b-49a5-96b2-656b100ca6c6" providerId="ADAL" clId="{632DF7FE-9916-4FAF-8457-3521400FFCEA}" dt="2025-10-27T16:22:15.207" v="6139" actId="47"/>
        <pc:sldMkLst>
          <pc:docMk/>
          <pc:sldMk cId="1618482742" sldId="363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16.312" v="6140" actId="47"/>
        <pc:sldMkLst>
          <pc:docMk/>
          <pc:sldMk cId="1745823413" sldId="364"/>
        </pc:sldMkLst>
      </pc:sldChg>
      <pc:sldChg chg="addSp delSp modSp add del mod modNotesTx">
        <pc:chgData name="DEWE, HAYLEY L." userId="5cada80b-0f7b-49a5-96b2-656b100ca6c6" providerId="ADAL" clId="{632DF7FE-9916-4FAF-8457-3521400FFCEA}" dt="2025-10-27T16:22:18.237" v="6142" actId="47"/>
        <pc:sldMkLst>
          <pc:docMk/>
          <pc:sldMk cId="3965961832" sldId="365"/>
        </pc:sldMkLst>
      </pc:sldChg>
      <pc:sldChg chg="addSp delSp modSp add del mod">
        <pc:chgData name="DEWE, HAYLEY L." userId="5cada80b-0f7b-49a5-96b2-656b100ca6c6" providerId="ADAL" clId="{632DF7FE-9916-4FAF-8457-3521400FFCEA}" dt="2025-10-27T16:22:21.182" v="6145" actId="47"/>
        <pc:sldMkLst>
          <pc:docMk/>
          <pc:sldMk cId="1163230819" sldId="366"/>
        </pc:sldMkLst>
      </pc:sldChg>
      <pc:sldChg chg="add del">
        <pc:chgData name="DEWE, HAYLEY L." userId="5cada80b-0f7b-49a5-96b2-656b100ca6c6" providerId="ADAL" clId="{632DF7FE-9916-4FAF-8457-3521400FFCEA}" dt="2025-10-22T11:10:42.588" v="2828" actId="47"/>
        <pc:sldMkLst>
          <pc:docMk/>
          <pc:sldMk cId="845730703" sldId="367"/>
        </pc:sldMkLst>
      </pc:sldChg>
      <pc:sldChg chg="modSp add del mod ord modNotesTx">
        <pc:chgData name="DEWE, HAYLEY L." userId="5cada80b-0f7b-49a5-96b2-656b100ca6c6" providerId="ADAL" clId="{632DF7FE-9916-4FAF-8457-3521400FFCEA}" dt="2025-10-27T16:22:38.858" v="6150" actId="47"/>
        <pc:sldMkLst>
          <pc:docMk/>
          <pc:sldMk cId="3401192606" sldId="368"/>
        </pc:sldMkLst>
      </pc:sldChg>
      <pc:sldChg chg="modSp add del mod modNotesTx">
        <pc:chgData name="DEWE, HAYLEY L." userId="5cada80b-0f7b-49a5-96b2-656b100ca6c6" providerId="ADAL" clId="{632DF7FE-9916-4FAF-8457-3521400FFCEA}" dt="2025-10-27T16:22:41.637" v="6152" actId="47"/>
        <pc:sldMkLst>
          <pc:docMk/>
          <pc:sldMk cId="872873463" sldId="369"/>
        </pc:sldMkLst>
      </pc:sldChg>
      <pc:sldChg chg="modSp add del mod modNotesTx">
        <pc:chgData name="DEWE, HAYLEY L." userId="5cada80b-0f7b-49a5-96b2-656b100ca6c6" providerId="ADAL" clId="{632DF7FE-9916-4FAF-8457-3521400FFCEA}" dt="2025-10-27T16:22:17.262" v="6141" actId="47"/>
        <pc:sldMkLst>
          <pc:docMk/>
          <pc:sldMk cId="2327931698" sldId="370"/>
        </pc:sldMkLst>
      </pc:sldChg>
      <pc:sldChg chg="add del modNotesTx">
        <pc:chgData name="DEWE, HAYLEY L." userId="5cada80b-0f7b-49a5-96b2-656b100ca6c6" providerId="ADAL" clId="{632DF7FE-9916-4FAF-8457-3521400FFCEA}" dt="2025-11-04T12:54:57.764" v="16516" actId="47"/>
        <pc:sldMkLst>
          <pc:docMk/>
          <pc:sldMk cId="1347041056" sldId="371"/>
        </pc:sldMkLst>
      </pc:sldChg>
      <pc:sldChg chg="modSp add del mod">
        <pc:chgData name="DEWE, HAYLEY L." userId="5cada80b-0f7b-49a5-96b2-656b100ca6c6" providerId="ADAL" clId="{632DF7FE-9916-4FAF-8457-3521400FFCEA}" dt="2025-10-29T11:21:53.596" v="15221" actId="2696"/>
        <pc:sldMkLst>
          <pc:docMk/>
          <pc:sldMk cId="2772312887" sldId="371"/>
        </pc:sldMkLst>
      </pc:sldChg>
      <pc:sldChg chg="modSp add del mod modNotesTx">
        <pc:chgData name="DEWE, HAYLEY L." userId="5cada80b-0f7b-49a5-96b2-656b100ca6c6" providerId="ADAL" clId="{632DF7FE-9916-4FAF-8457-3521400FFCEA}" dt="2025-10-28T11:49:56.007" v="6583" actId="2696"/>
        <pc:sldMkLst>
          <pc:docMk/>
          <pc:sldMk cId="3512671683" sldId="371"/>
        </pc:sldMkLst>
      </pc:sldChg>
      <pc:sldChg chg="modSp add del">
        <pc:chgData name="DEWE, HAYLEY L." userId="5cada80b-0f7b-49a5-96b2-656b100ca6c6" providerId="ADAL" clId="{632DF7FE-9916-4FAF-8457-3521400FFCEA}" dt="2025-10-22T13:43:17.540" v="2900"/>
        <pc:sldMkLst>
          <pc:docMk/>
          <pc:sldMk cId="663548929" sldId="372"/>
        </pc:sldMkLst>
      </pc:sldChg>
      <pc:sldChg chg="addSp delSp modSp add del mod ord">
        <pc:chgData name="DEWE, HAYLEY L." userId="5cada80b-0f7b-49a5-96b2-656b100ca6c6" providerId="ADAL" clId="{632DF7FE-9916-4FAF-8457-3521400FFCEA}" dt="2025-10-28T11:50:25.138" v="6679" actId="47"/>
        <pc:sldMkLst>
          <pc:docMk/>
          <pc:sldMk cId="3148318449" sldId="372"/>
        </pc:sldMkLst>
      </pc:sldChg>
      <pc:sldChg chg="modSp add del mod modNotesTx">
        <pc:chgData name="DEWE, HAYLEY L." userId="5cada80b-0f7b-49a5-96b2-656b100ca6c6" providerId="ADAL" clId="{632DF7FE-9916-4FAF-8457-3521400FFCEA}" dt="2025-10-28T11:50:41.418" v="6685" actId="47"/>
        <pc:sldMkLst>
          <pc:docMk/>
          <pc:sldMk cId="880974579" sldId="37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0-27T16:22:20.106" v="6144" actId="47"/>
        <pc:sldMkLst>
          <pc:docMk/>
          <pc:sldMk cId="1845433489" sldId="374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22.408" v="6146" actId="47"/>
        <pc:sldMkLst>
          <pc:docMk/>
          <pc:sldMk cId="626053130" sldId="375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29:28.305" v="26427" actId="47"/>
        <pc:sldMkLst>
          <pc:docMk/>
          <pc:sldMk cId="3286275415" sldId="375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40.215" v="6151" actId="47"/>
        <pc:sldMkLst>
          <pc:docMk/>
          <pc:sldMk cId="3958050279" sldId="376"/>
        </pc:sldMkLst>
      </pc:sldChg>
      <pc:sldChg chg="modSp add del mod">
        <pc:chgData name="DEWE, HAYLEY L." userId="5cada80b-0f7b-49a5-96b2-656b100ca6c6" providerId="ADAL" clId="{632DF7FE-9916-4FAF-8457-3521400FFCEA}" dt="2025-10-22T14:35:17.286" v="3417" actId="47"/>
        <pc:sldMkLst>
          <pc:docMk/>
          <pc:sldMk cId="3082376707" sldId="381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19:14.615" v="25447" actId="47"/>
        <pc:sldMkLst>
          <pc:docMk/>
          <pc:sldMk cId="3107351437" sldId="381"/>
        </pc:sldMkLst>
      </pc:sldChg>
      <pc:sldChg chg="delSp modSp add del mod setBg delDesignElem">
        <pc:chgData name="DEWE, HAYLEY L." userId="5cada80b-0f7b-49a5-96b2-656b100ca6c6" providerId="ADAL" clId="{632DF7FE-9916-4FAF-8457-3521400FFCEA}" dt="2025-10-29T10:32:32.897" v="11069" actId="47"/>
        <pc:sldMkLst>
          <pc:docMk/>
          <pc:sldMk cId="2818703248" sldId="383"/>
        </pc:sldMkLst>
      </pc:sldChg>
      <pc:sldChg chg="modSp add del mod modNotesTx">
        <pc:chgData name="DEWE, HAYLEY L." userId="5cada80b-0f7b-49a5-96b2-656b100ca6c6" providerId="ADAL" clId="{632DF7FE-9916-4FAF-8457-3521400FFCEA}" dt="2025-11-04T12:58:24.877" v="16539" actId="47"/>
        <pc:sldMkLst>
          <pc:docMk/>
          <pc:sldMk cId="130676191" sldId="384"/>
        </pc:sldMkLst>
      </pc:sldChg>
      <pc:sldChg chg="addSp delSp modSp add del mod delAnim">
        <pc:chgData name="DEWE, HAYLEY L." userId="5cada80b-0f7b-49a5-96b2-656b100ca6c6" providerId="ADAL" clId="{632DF7FE-9916-4FAF-8457-3521400FFCEA}" dt="2025-10-28T14:55:16.745" v="8291" actId="47"/>
        <pc:sldMkLst>
          <pc:docMk/>
          <pc:sldMk cId="361373974" sldId="385"/>
        </pc:sldMkLst>
      </pc:sldChg>
      <pc:sldChg chg="addSp delSp modSp add del mod addAnim delAnim modNotesTx">
        <pc:chgData name="DEWE, HAYLEY L." userId="5cada80b-0f7b-49a5-96b2-656b100ca6c6" providerId="ADAL" clId="{632DF7FE-9916-4FAF-8457-3521400FFCEA}" dt="2025-11-10T14:29:31.056" v="26429" actId="47"/>
        <pc:sldMkLst>
          <pc:docMk/>
          <pc:sldMk cId="1209465" sldId="386"/>
        </pc:sldMkLst>
      </pc:sldChg>
      <pc:sldChg chg="delSp modSp add del mod delAnim">
        <pc:chgData name="DEWE, HAYLEY L." userId="5cada80b-0f7b-49a5-96b2-656b100ca6c6" providerId="ADAL" clId="{632DF7FE-9916-4FAF-8457-3521400FFCEA}" dt="2025-11-04T12:58:26.140" v="16543" actId="47"/>
        <pc:sldMkLst>
          <pc:docMk/>
          <pc:sldMk cId="3899395918" sldId="389"/>
        </pc:sldMkLst>
      </pc:sldChg>
      <pc:sldChg chg="modSp add del mod modNotesTx">
        <pc:chgData name="DEWE, HAYLEY L." userId="5cada80b-0f7b-49a5-96b2-656b100ca6c6" providerId="ADAL" clId="{632DF7FE-9916-4FAF-8457-3521400FFCEA}" dt="2025-10-27T16:22:32.215" v="6147" actId="47"/>
        <pc:sldMkLst>
          <pc:docMk/>
          <pc:sldMk cId="1993061995" sldId="391"/>
        </pc:sldMkLst>
      </pc:sldChg>
      <pc:sldChg chg="add del ord">
        <pc:chgData name="DEWE, HAYLEY L." userId="5cada80b-0f7b-49a5-96b2-656b100ca6c6" providerId="ADAL" clId="{632DF7FE-9916-4FAF-8457-3521400FFCEA}" dt="2025-10-27T16:22:43.752" v="6153" actId="47"/>
        <pc:sldMkLst>
          <pc:docMk/>
          <pc:sldMk cId="3302362278" sldId="392"/>
        </pc:sldMkLst>
      </pc:sldChg>
      <pc:sldChg chg="addSp delSp modSp add del mod">
        <pc:chgData name="DEWE, HAYLEY L." userId="5cada80b-0f7b-49a5-96b2-656b100ca6c6" providerId="ADAL" clId="{632DF7FE-9916-4FAF-8457-3521400FFCEA}" dt="2025-10-22T14:24:00.122" v="3093" actId="2696"/>
        <pc:sldMkLst>
          <pc:docMk/>
          <pc:sldMk cId="4149964601" sldId="392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19.201" v="6143" actId="47"/>
        <pc:sldMkLst>
          <pc:docMk/>
          <pc:sldMk cId="1120875955" sldId="393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44:31.260" v="27855" actId="47"/>
        <pc:sldMkLst>
          <pc:docMk/>
          <pc:sldMk cId="1029962819" sldId="394"/>
        </pc:sldMkLst>
      </pc:sldChg>
      <pc:sldChg chg="modSp add del mod">
        <pc:chgData name="DEWE, HAYLEY L." userId="5cada80b-0f7b-49a5-96b2-656b100ca6c6" providerId="ADAL" clId="{632DF7FE-9916-4FAF-8457-3521400FFCEA}" dt="2025-10-29T11:21:53.596" v="15221" actId="2696"/>
        <pc:sldMkLst>
          <pc:docMk/>
          <pc:sldMk cId="2428067809" sldId="394"/>
        </pc:sldMkLst>
      </pc:sldChg>
      <pc:sldChg chg="modSp add del ord modAnim modNotesTx">
        <pc:chgData name="DEWE, HAYLEY L." userId="5cada80b-0f7b-49a5-96b2-656b100ca6c6" providerId="ADAL" clId="{632DF7FE-9916-4FAF-8457-3521400FFCEA}" dt="2025-11-04T12:54:56.881" v="16515" actId="47"/>
        <pc:sldMkLst>
          <pc:docMk/>
          <pc:sldMk cId="4107442374" sldId="394"/>
        </pc:sldMkLst>
      </pc:sldChg>
      <pc:sldChg chg="modSp add del mod">
        <pc:chgData name="DEWE, HAYLEY L." userId="5cada80b-0f7b-49a5-96b2-656b100ca6c6" providerId="ADAL" clId="{632DF7FE-9916-4FAF-8457-3521400FFCEA}" dt="2025-11-10T14:44:41.435" v="27862" actId="47"/>
        <pc:sldMkLst>
          <pc:docMk/>
          <pc:sldMk cId="1041891191" sldId="395"/>
        </pc:sldMkLst>
      </pc:sldChg>
      <pc:sldChg chg="add del">
        <pc:chgData name="DEWE, HAYLEY L." userId="5cada80b-0f7b-49a5-96b2-656b100ca6c6" providerId="ADAL" clId="{632DF7FE-9916-4FAF-8457-3521400FFCEA}" dt="2025-10-22T14:37:51.729" v="3503"/>
        <pc:sldMkLst>
          <pc:docMk/>
          <pc:sldMk cId="1698462029" sldId="395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0-28T11:51:05.865" v="6703" actId="47"/>
        <pc:sldMkLst>
          <pc:docMk/>
          <pc:sldMk cId="1705992185" sldId="395"/>
        </pc:sldMkLst>
      </pc:sldChg>
      <pc:sldChg chg="modSp add del mod">
        <pc:chgData name="DEWE, HAYLEY L." userId="5cada80b-0f7b-49a5-96b2-656b100ca6c6" providerId="ADAL" clId="{632DF7FE-9916-4FAF-8457-3521400FFCEA}" dt="2025-10-22T14:33:35.433" v="3397"/>
        <pc:sldMkLst>
          <pc:docMk/>
          <pc:sldMk cId="3356674942" sldId="395"/>
        </pc:sldMkLst>
      </pc:sldChg>
      <pc:sldChg chg="addSp delSp modSp add del mod setBg modAnim">
        <pc:chgData name="DEWE, HAYLEY L." userId="5cada80b-0f7b-49a5-96b2-656b100ca6c6" providerId="ADAL" clId="{632DF7FE-9916-4FAF-8457-3521400FFCEA}" dt="2025-11-05T13:21:24.722" v="23875" actId="47"/>
        <pc:sldMkLst>
          <pc:docMk/>
          <pc:sldMk cId="3978237196" sldId="396"/>
        </pc:sldMkLst>
      </pc:sldChg>
      <pc:sldChg chg="modSp add mod modAnim modNotesTx">
        <pc:chgData name="DEWE, HAYLEY L." userId="5cada80b-0f7b-49a5-96b2-656b100ca6c6" providerId="ADAL" clId="{632DF7FE-9916-4FAF-8457-3521400FFCEA}" dt="2025-11-13T02:28:36.887" v="60080" actId="20577"/>
        <pc:sldMkLst>
          <pc:docMk/>
          <pc:sldMk cId="2993719332" sldId="397"/>
        </pc:sldMkLst>
        <pc:spChg chg="mod">
          <ac:chgData name="DEWE, HAYLEY L." userId="5cada80b-0f7b-49a5-96b2-656b100ca6c6" providerId="ADAL" clId="{632DF7FE-9916-4FAF-8457-3521400FFCEA}" dt="2025-10-22T14:51:36.895" v="4775" actId="20577"/>
          <ac:spMkLst>
            <pc:docMk/>
            <pc:sldMk cId="2993719332" sldId="397"/>
            <ac:spMk id="5" creationId="{E54245C3-45E4-59AA-074B-3FE100DDBD4A}"/>
          </ac:spMkLst>
        </pc:spChg>
        <pc:spChg chg="mod">
          <ac:chgData name="DEWE, HAYLEY L." userId="5cada80b-0f7b-49a5-96b2-656b100ca6c6" providerId="ADAL" clId="{632DF7FE-9916-4FAF-8457-3521400FFCEA}" dt="2025-11-12T10:27:53.661" v="38686" actId="1076"/>
          <ac:spMkLst>
            <pc:docMk/>
            <pc:sldMk cId="2993719332" sldId="397"/>
            <ac:spMk id="6" creationId="{AA7DA80F-64D5-246B-6BB0-B05A9698EA09}"/>
          </ac:spMkLst>
        </pc:spChg>
      </pc:sldChg>
      <pc:sldChg chg="add del">
        <pc:chgData name="DEWE, HAYLEY L." userId="5cada80b-0f7b-49a5-96b2-656b100ca6c6" providerId="ADAL" clId="{632DF7FE-9916-4FAF-8457-3521400FFCEA}" dt="2025-11-04T14:39:51.983" v="19839" actId="47"/>
        <pc:sldMkLst>
          <pc:docMk/>
          <pc:sldMk cId="2442015100" sldId="398"/>
        </pc:sldMkLst>
      </pc:sldChg>
      <pc:sldChg chg="modSp add del mod modAnim modNotesTx">
        <pc:chgData name="DEWE, HAYLEY L." userId="5cada80b-0f7b-49a5-96b2-656b100ca6c6" providerId="ADAL" clId="{632DF7FE-9916-4FAF-8457-3521400FFCEA}" dt="2025-11-04T12:58:31.091" v="16546" actId="47"/>
        <pc:sldMkLst>
          <pc:docMk/>
          <pc:sldMk cId="3423943591" sldId="398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04T12:58:25.461" v="16540" actId="47"/>
        <pc:sldMkLst>
          <pc:docMk/>
          <pc:sldMk cId="616826077" sldId="399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35.536" v="27169" actId="47"/>
        <pc:sldMkLst>
          <pc:docMk/>
          <pc:sldMk cId="1068082831" sldId="399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04T12:58:25.776" v="16541" actId="47"/>
        <pc:sldMkLst>
          <pc:docMk/>
          <pc:sldMk cId="2191930255" sldId="400"/>
        </pc:sldMkLst>
      </pc:sldChg>
      <pc:sldChg chg="addSp delSp modSp add del mod">
        <pc:chgData name="DEWE, HAYLEY L." userId="5cada80b-0f7b-49a5-96b2-656b100ca6c6" providerId="ADAL" clId="{632DF7FE-9916-4FAF-8457-3521400FFCEA}" dt="2025-11-10T14:39:33.249" v="27166" actId="47"/>
        <pc:sldMkLst>
          <pc:docMk/>
          <pc:sldMk cId="2654480325" sldId="400"/>
        </pc:sldMkLst>
      </pc:sldChg>
      <pc:sldChg chg="add del">
        <pc:chgData name="DEWE, HAYLEY L." userId="5cada80b-0f7b-49a5-96b2-656b100ca6c6" providerId="ADAL" clId="{632DF7FE-9916-4FAF-8457-3521400FFCEA}" dt="2025-10-28T14:03:24.655" v="7073" actId="47"/>
        <pc:sldMkLst>
          <pc:docMk/>
          <pc:sldMk cId="2949820940" sldId="400"/>
        </pc:sldMkLst>
      </pc:sldChg>
      <pc:sldChg chg="addSp delSp modSp add del mod">
        <pc:chgData name="DEWE, HAYLEY L." userId="5cada80b-0f7b-49a5-96b2-656b100ca6c6" providerId="ADAL" clId="{632DF7FE-9916-4FAF-8457-3521400FFCEA}" dt="2025-11-04T12:58:25.967" v="16542" actId="47"/>
        <pc:sldMkLst>
          <pc:docMk/>
          <pc:sldMk cId="324737319" sldId="401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34.129" v="27167" actId="47"/>
        <pc:sldMkLst>
          <pc:docMk/>
          <pc:sldMk cId="799269774" sldId="401"/>
        </pc:sldMkLst>
      </pc:sldChg>
      <pc:sldChg chg="add del">
        <pc:chgData name="DEWE, HAYLEY L." userId="5cada80b-0f7b-49a5-96b2-656b100ca6c6" providerId="ADAL" clId="{632DF7FE-9916-4FAF-8457-3521400FFCEA}" dt="2025-10-28T15:24:10.551" v="9517" actId="47"/>
        <pc:sldMkLst>
          <pc:docMk/>
          <pc:sldMk cId="923773310" sldId="402"/>
        </pc:sldMkLst>
      </pc:sldChg>
      <pc:sldChg chg="addSp delSp modSp new del mod ord delAnim modAnim modNotesTx">
        <pc:chgData name="DEWE, HAYLEY L." userId="5cada80b-0f7b-49a5-96b2-656b100ca6c6" providerId="ADAL" clId="{632DF7FE-9916-4FAF-8457-3521400FFCEA}" dt="2025-11-04T12:58:26.284" v="16544" actId="47"/>
        <pc:sldMkLst>
          <pc:docMk/>
          <pc:sldMk cId="3289122278" sldId="402"/>
        </pc:sldMkLst>
      </pc:sldChg>
      <pc:sldChg chg="addSp modSp add del mod modAnim modNotesTx">
        <pc:chgData name="DEWE, HAYLEY L." userId="5cada80b-0f7b-49a5-96b2-656b100ca6c6" providerId="ADAL" clId="{632DF7FE-9916-4FAF-8457-3521400FFCEA}" dt="2025-11-04T12:58:32.068" v="16547" actId="47"/>
        <pc:sldMkLst>
          <pc:docMk/>
          <pc:sldMk cId="1544672499" sldId="403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40.708" v="27174" actId="47"/>
        <pc:sldMkLst>
          <pc:docMk/>
          <pc:sldMk cId="3347045101" sldId="403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10T14:39:36.870" v="27171" actId="47"/>
        <pc:sldMkLst>
          <pc:docMk/>
          <pc:sldMk cId="636879762" sldId="404"/>
        </pc:sldMkLst>
      </pc:sldChg>
      <pc:sldChg chg="delSp modSp add del mod modNotesTx">
        <pc:chgData name="DEWE, HAYLEY L." userId="5cada80b-0f7b-49a5-96b2-656b100ca6c6" providerId="ADAL" clId="{632DF7FE-9916-4FAF-8457-3521400FFCEA}" dt="2025-11-10T14:44:36.732" v="27858" actId="47"/>
        <pc:sldMkLst>
          <pc:docMk/>
          <pc:sldMk cId="1271370317" sldId="405"/>
        </pc:sldMkLst>
      </pc:sldChg>
      <pc:sldChg chg="modSp add del mod modAnim">
        <pc:chgData name="DEWE, HAYLEY L." userId="5cada80b-0f7b-49a5-96b2-656b100ca6c6" providerId="ADAL" clId="{632DF7FE-9916-4FAF-8457-3521400FFCEA}" dt="2025-11-10T14:44:37.708" v="27859" actId="47"/>
        <pc:sldMkLst>
          <pc:docMk/>
          <pc:sldMk cId="2991312910" sldId="406"/>
        </pc:sldMkLst>
      </pc:sldChg>
      <pc:sldChg chg="delSp modSp add del mod">
        <pc:chgData name="DEWE, HAYLEY L." userId="5cada80b-0f7b-49a5-96b2-656b100ca6c6" providerId="ADAL" clId="{632DF7FE-9916-4FAF-8457-3521400FFCEA}" dt="2025-11-10T14:44:09.742" v="27845" actId="47"/>
        <pc:sldMkLst>
          <pc:docMk/>
          <pc:sldMk cId="3427582421" sldId="407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5-11-05T15:08:32.102" v="24118" actId="47"/>
        <pc:sldMkLst>
          <pc:docMk/>
          <pc:sldMk cId="3378335496" sldId="409"/>
        </pc:sldMkLst>
      </pc:sldChg>
      <pc:sldChg chg="addSp modSp add del mod">
        <pc:chgData name="DEWE, HAYLEY L." userId="5cada80b-0f7b-49a5-96b2-656b100ca6c6" providerId="ADAL" clId="{632DF7FE-9916-4FAF-8457-3521400FFCEA}" dt="2025-11-10T14:44:05.098" v="27838" actId="47"/>
        <pc:sldMkLst>
          <pc:docMk/>
          <pc:sldMk cId="213098105" sldId="410"/>
        </pc:sldMkLst>
      </pc:sldChg>
      <pc:sldChg chg="modSp add del mod">
        <pc:chgData name="DEWE, HAYLEY L." userId="5cada80b-0f7b-49a5-96b2-656b100ca6c6" providerId="ADAL" clId="{632DF7FE-9916-4FAF-8457-3521400FFCEA}" dt="2025-11-10T14:44:06.436" v="27840" actId="47"/>
        <pc:sldMkLst>
          <pc:docMk/>
          <pc:sldMk cId="3992526597" sldId="411"/>
        </pc:sldMkLst>
      </pc:sldChg>
      <pc:sldChg chg="addSp delSp modSp add del mod">
        <pc:chgData name="DEWE, HAYLEY L." userId="5cada80b-0f7b-49a5-96b2-656b100ca6c6" providerId="ADAL" clId="{632DF7FE-9916-4FAF-8457-3521400FFCEA}" dt="2025-11-10T14:44:04.752" v="27837" actId="47"/>
        <pc:sldMkLst>
          <pc:docMk/>
          <pc:sldMk cId="3108422262" sldId="412"/>
        </pc:sldMkLst>
      </pc:sldChg>
      <pc:sldChg chg="addSp delSp modSp add del mod">
        <pc:chgData name="DEWE, HAYLEY L." userId="5cada80b-0f7b-49a5-96b2-656b100ca6c6" providerId="ADAL" clId="{632DF7FE-9916-4FAF-8457-3521400FFCEA}" dt="2025-11-10T14:44:05.774" v="27839" actId="47"/>
        <pc:sldMkLst>
          <pc:docMk/>
          <pc:sldMk cId="3987039733" sldId="413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0T14:44:07.603" v="27842" actId="47"/>
        <pc:sldMkLst>
          <pc:docMk/>
          <pc:sldMk cId="2624310056" sldId="414"/>
        </pc:sldMkLst>
      </pc:sldChg>
      <pc:sldChg chg="addSp delSp modSp add del mod">
        <pc:chgData name="DEWE, HAYLEY L." userId="5cada80b-0f7b-49a5-96b2-656b100ca6c6" providerId="ADAL" clId="{632DF7FE-9916-4FAF-8457-3521400FFCEA}" dt="2025-11-10T14:44:08.610" v="27844" actId="47"/>
        <pc:sldMkLst>
          <pc:docMk/>
          <pc:sldMk cId="1147537879" sldId="415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0T14:44:07.934" v="27843" actId="47"/>
        <pc:sldMkLst>
          <pc:docMk/>
          <pc:sldMk cId="67869463" sldId="420"/>
        </pc:sldMkLst>
      </pc:sldChg>
      <pc:sldChg chg="addSp modSp add del mod modAnim modNotesTx">
        <pc:chgData name="DEWE, HAYLEY L." userId="5cada80b-0f7b-49a5-96b2-656b100ca6c6" providerId="ADAL" clId="{632DF7FE-9916-4FAF-8457-3521400FFCEA}" dt="2025-11-04T12:58:34.545" v="16549" actId="47"/>
        <pc:sldMkLst>
          <pc:docMk/>
          <pc:sldMk cId="2759775043" sldId="534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13T00:00:55.636" v="56912" actId="2696"/>
        <pc:sldMkLst>
          <pc:docMk/>
          <pc:sldMk cId="27429430" sldId="535"/>
        </pc:sldMkLst>
      </pc:sldChg>
      <pc:sldChg chg="delSp modSp add del mod delAnim">
        <pc:chgData name="DEWE, HAYLEY L." userId="5cada80b-0f7b-49a5-96b2-656b100ca6c6" providerId="ADAL" clId="{632DF7FE-9916-4FAF-8457-3521400FFCEA}" dt="2025-10-29T11:07:30.081" v="14147" actId="47"/>
        <pc:sldMkLst>
          <pc:docMk/>
          <pc:sldMk cId="766031777" sldId="535"/>
        </pc:sldMkLst>
      </pc:sldChg>
      <pc:sldChg chg="modSp add del mod">
        <pc:chgData name="DEWE, HAYLEY L." userId="5cada80b-0f7b-49a5-96b2-656b100ca6c6" providerId="ADAL" clId="{632DF7FE-9916-4FAF-8457-3521400FFCEA}" dt="2025-10-28T15:46:33.405" v="11068" actId="47"/>
        <pc:sldMkLst>
          <pc:docMk/>
          <pc:sldMk cId="910017448" sldId="535"/>
        </pc:sldMkLst>
      </pc:sldChg>
      <pc:sldChg chg="new del">
        <pc:chgData name="DEWE, HAYLEY L." userId="5cada80b-0f7b-49a5-96b2-656b100ca6c6" providerId="ADAL" clId="{632DF7FE-9916-4FAF-8457-3521400FFCEA}" dt="2025-10-29T10:45:27.507" v="11854" actId="47"/>
        <pc:sldMkLst>
          <pc:docMk/>
          <pc:sldMk cId="1388625213" sldId="535"/>
        </pc:sldMkLst>
      </pc:sldChg>
      <pc:sldChg chg="modSp add del mod">
        <pc:chgData name="DEWE, HAYLEY L." userId="5cada80b-0f7b-49a5-96b2-656b100ca6c6" providerId="ADAL" clId="{632DF7FE-9916-4FAF-8457-3521400FFCEA}" dt="2025-11-04T12:58:23.868" v="16538" actId="47"/>
        <pc:sldMkLst>
          <pc:docMk/>
          <pc:sldMk cId="3572128664" sldId="536"/>
        </pc:sldMkLst>
      </pc:sldChg>
      <pc:sldChg chg="modSp add del mod">
        <pc:chgData name="DEWE, HAYLEY L." userId="5cada80b-0f7b-49a5-96b2-656b100ca6c6" providerId="ADAL" clId="{632DF7FE-9916-4FAF-8457-3521400FFCEA}" dt="2025-11-04T12:58:29.007" v="16545" actId="47"/>
        <pc:sldMkLst>
          <pc:docMk/>
          <pc:sldMk cId="633455557" sldId="537"/>
        </pc:sldMkLst>
      </pc:sldChg>
      <pc:sldChg chg="modSp add del mod modNotesTx">
        <pc:chgData name="DEWE, HAYLEY L." userId="5cada80b-0f7b-49a5-96b2-656b100ca6c6" providerId="ADAL" clId="{632DF7FE-9916-4FAF-8457-3521400FFCEA}" dt="2025-11-04T12:58:35.661" v="16550" actId="47"/>
        <pc:sldMkLst>
          <pc:docMk/>
          <pc:sldMk cId="2250632354" sldId="538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19:13.354" v="25446" actId="47"/>
        <pc:sldMkLst>
          <pc:docMk/>
          <pc:sldMk cId="2767476084" sldId="539"/>
        </pc:sldMkLst>
      </pc:sldChg>
      <pc:sldChg chg="modSp add del mod">
        <pc:chgData name="DEWE, HAYLEY L." userId="5cada80b-0f7b-49a5-96b2-656b100ca6c6" providerId="ADAL" clId="{632DF7FE-9916-4FAF-8457-3521400FFCEA}" dt="2025-11-04T13:00:32.516" v="16612" actId="47"/>
        <pc:sldMkLst>
          <pc:docMk/>
          <pc:sldMk cId="490563823" sldId="540"/>
        </pc:sldMkLst>
      </pc:sldChg>
      <pc:sldChg chg="addSp delSp modSp add mod addAnim delAnim modAnim modNotesTx">
        <pc:chgData name="DEWE, HAYLEY L." userId="5cada80b-0f7b-49a5-96b2-656b100ca6c6" providerId="ADAL" clId="{632DF7FE-9916-4FAF-8457-3521400FFCEA}" dt="2025-11-13T02:44:29.389" v="60259" actId="20577"/>
        <pc:sldMkLst>
          <pc:docMk/>
          <pc:sldMk cId="966310135" sldId="540"/>
        </pc:sldMkLst>
        <pc:spChg chg="mod">
          <ac:chgData name="DEWE, HAYLEY L." userId="5cada80b-0f7b-49a5-96b2-656b100ca6c6" providerId="ADAL" clId="{632DF7FE-9916-4FAF-8457-3521400FFCEA}" dt="2025-11-12T11:20:46.911" v="41082" actId="1076"/>
          <ac:spMkLst>
            <pc:docMk/>
            <pc:sldMk cId="966310135" sldId="540"/>
            <ac:spMk id="4" creationId="{C023D422-5927-ED8D-9947-F9148CA328D1}"/>
          </ac:spMkLst>
        </pc:spChg>
        <pc:spChg chg="add mod">
          <ac:chgData name="DEWE, HAYLEY L." userId="5cada80b-0f7b-49a5-96b2-656b100ca6c6" providerId="ADAL" clId="{632DF7FE-9916-4FAF-8457-3521400FFCEA}" dt="2025-11-10T15:16:50.369" v="30355" actId="20577"/>
          <ac:spMkLst>
            <pc:docMk/>
            <pc:sldMk cId="966310135" sldId="540"/>
            <ac:spMk id="6" creationId="{03E08613-9F87-0997-6E1D-653D992F4C02}"/>
          </ac:spMkLst>
        </pc:spChg>
      </pc:sldChg>
      <pc:sldChg chg="add del">
        <pc:chgData name="DEWE, HAYLEY L." userId="5cada80b-0f7b-49a5-96b2-656b100ca6c6" providerId="ADAL" clId="{632DF7FE-9916-4FAF-8457-3521400FFCEA}" dt="2025-11-04T13:00:30.773" v="16611" actId="47"/>
        <pc:sldMkLst>
          <pc:docMk/>
          <pc:sldMk cId="2414140705" sldId="541"/>
        </pc:sldMkLst>
      </pc:sldChg>
      <pc:sldChg chg="add del">
        <pc:chgData name="DEWE, HAYLEY L." userId="5cada80b-0f7b-49a5-96b2-656b100ca6c6" providerId="ADAL" clId="{632DF7FE-9916-4FAF-8457-3521400FFCEA}" dt="2025-11-04T13:38:19.087" v="18006" actId="47"/>
        <pc:sldMkLst>
          <pc:docMk/>
          <pc:sldMk cId="4061520599" sldId="541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4.882" v="26424" actId="47"/>
        <pc:sldMkLst>
          <pc:docMk/>
          <pc:sldMk cId="2244129263" sldId="542"/>
        </pc:sldMkLst>
      </pc:sldChg>
      <pc:sldChg chg="modSp add del mod">
        <pc:chgData name="DEWE, HAYLEY L." userId="5cada80b-0f7b-49a5-96b2-656b100ca6c6" providerId="ADAL" clId="{632DF7FE-9916-4FAF-8457-3521400FFCEA}" dt="2025-11-04T13:00:43.693" v="16615" actId="47"/>
        <pc:sldMkLst>
          <pc:docMk/>
          <pc:sldMk cId="3219238689" sldId="542"/>
        </pc:sldMkLst>
      </pc:sldChg>
      <pc:sldChg chg="add del">
        <pc:chgData name="DEWE, HAYLEY L." userId="5cada80b-0f7b-49a5-96b2-656b100ca6c6" providerId="ADAL" clId="{632DF7FE-9916-4FAF-8457-3521400FFCEA}" dt="2025-11-04T13:00:51.640" v="16617" actId="47"/>
        <pc:sldMkLst>
          <pc:docMk/>
          <pc:sldMk cId="136045845" sldId="543"/>
        </pc:sldMkLst>
      </pc:sldChg>
      <pc:sldChg chg="add del">
        <pc:chgData name="DEWE, HAYLEY L." userId="5cada80b-0f7b-49a5-96b2-656b100ca6c6" providerId="ADAL" clId="{632DF7FE-9916-4FAF-8457-3521400FFCEA}" dt="2025-11-04T13:26:41.962" v="17441" actId="47"/>
        <pc:sldMkLst>
          <pc:docMk/>
          <pc:sldMk cId="1734001893" sldId="54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6.228" v="26425" actId="47"/>
        <pc:sldMkLst>
          <pc:docMk/>
          <pc:sldMk cId="2566423454" sldId="54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7.120" v="26426" actId="47"/>
        <pc:sldMkLst>
          <pc:docMk/>
          <pc:sldMk cId="2903201345" sldId="544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10T14:29:30.177" v="26428" actId="47"/>
        <pc:sldMkLst>
          <pc:docMk/>
          <pc:sldMk cId="64538461" sldId="545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44:30.551" v="27854" actId="47"/>
        <pc:sldMkLst>
          <pc:docMk/>
          <pc:sldMk cId="864515380" sldId="546"/>
        </pc:sldMkLst>
      </pc:sldChg>
      <pc:sldChg chg="addSp modSp add del mod modAnim modNotesTx">
        <pc:chgData name="DEWE, HAYLEY L." userId="5cada80b-0f7b-49a5-96b2-656b100ca6c6" providerId="ADAL" clId="{632DF7FE-9916-4FAF-8457-3521400FFCEA}" dt="2025-11-10T14:44:33.967" v="27856" actId="47"/>
        <pc:sldMkLst>
          <pc:docMk/>
          <pc:sldMk cId="4124143078" sldId="547"/>
        </pc:sldMkLst>
      </pc:sldChg>
      <pc:sldChg chg="addSp delSp modSp add del mod">
        <pc:chgData name="DEWE, HAYLEY L." userId="5cada80b-0f7b-49a5-96b2-656b100ca6c6" providerId="ADAL" clId="{632DF7FE-9916-4FAF-8457-3521400FFCEA}" dt="2025-11-10T14:44:35.664" v="27857" actId="47"/>
        <pc:sldMkLst>
          <pc:docMk/>
          <pc:sldMk cId="149378064" sldId="548"/>
        </pc:sldMkLst>
      </pc:sldChg>
      <pc:sldChg chg="addSp delSp modSp add del mod">
        <pc:chgData name="DEWE, HAYLEY L." userId="5cada80b-0f7b-49a5-96b2-656b100ca6c6" providerId="ADAL" clId="{632DF7FE-9916-4FAF-8457-3521400FFCEA}" dt="2025-11-04T14:39:49.727" v="19838" actId="47"/>
        <pc:sldMkLst>
          <pc:docMk/>
          <pc:sldMk cId="102968825" sldId="549"/>
        </pc:sldMkLst>
      </pc:sldChg>
      <pc:sldChg chg="addSp delSp modSp add del mod ord modNotesTx">
        <pc:chgData name="DEWE, HAYLEY L." userId="5cada80b-0f7b-49a5-96b2-656b100ca6c6" providerId="ADAL" clId="{632DF7FE-9916-4FAF-8457-3521400FFCEA}" dt="2025-11-10T14:39:36.379" v="27170" actId="47"/>
        <pc:sldMkLst>
          <pc:docMk/>
          <pc:sldMk cId="284813586" sldId="550"/>
        </pc:sldMkLst>
      </pc:sldChg>
      <pc:sldChg chg="addSp delSp modSp add del mod delAnim">
        <pc:chgData name="DEWE, HAYLEY L." userId="5cada80b-0f7b-49a5-96b2-656b100ca6c6" providerId="ADAL" clId="{632DF7FE-9916-4FAF-8457-3521400FFCEA}" dt="2025-11-10T14:39:34.665" v="27168" actId="47"/>
        <pc:sldMkLst>
          <pc:docMk/>
          <pc:sldMk cId="399367320" sldId="551"/>
        </pc:sldMkLst>
      </pc:sldChg>
      <pc:sldChg chg="add del">
        <pc:chgData name="DEWE, HAYLEY L." userId="5cada80b-0f7b-49a5-96b2-656b100ca6c6" providerId="ADAL" clId="{632DF7FE-9916-4FAF-8457-3521400FFCEA}" dt="2025-11-04T14:41:07.550" v="19848" actId="47"/>
        <pc:sldMkLst>
          <pc:docMk/>
          <pc:sldMk cId="923180151" sldId="551"/>
        </pc:sldMkLst>
      </pc:sldChg>
      <pc:sldChg chg="modSp add del mod modAnim">
        <pc:chgData name="DEWE, HAYLEY L." userId="5cada80b-0f7b-49a5-96b2-656b100ca6c6" providerId="ADAL" clId="{632DF7FE-9916-4FAF-8457-3521400FFCEA}" dt="2025-11-10T14:39:41.708" v="27175" actId="47"/>
        <pc:sldMkLst>
          <pc:docMk/>
          <pc:sldMk cId="439376531" sldId="552"/>
        </pc:sldMkLst>
      </pc:sldChg>
      <pc:sldChg chg="addSp delSp modSp add del mod modAnim">
        <pc:chgData name="DEWE, HAYLEY L." userId="5cada80b-0f7b-49a5-96b2-656b100ca6c6" providerId="ADAL" clId="{632DF7FE-9916-4FAF-8457-3521400FFCEA}" dt="2025-11-10T14:44:07.238" v="27841" actId="47"/>
        <pc:sldMkLst>
          <pc:docMk/>
          <pc:sldMk cId="3622617024" sldId="608"/>
        </pc:sldMkLst>
      </pc:sldChg>
      <pc:sldChg chg="addSp delSp modSp add mod ord delAnim modAnim modNotesTx">
        <pc:chgData name="DEWE, HAYLEY L." userId="5cada80b-0f7b-49a5-96b2-656b100ca6c6" providerId="ADAL" clId="{632DF7FE-9916-4FAF-8457-3521400FFCEA}" dt="2025-11-13T01:32:03.082" v="57898"/>
        <pc:sldMkLst>
          <pc:docMk/>
          <pc:sldMk cId="2630911515" sldId="609"/>
        </pc:sldMkLst>
        <pc:spChg chg="del mod">
          <ac:chgData name="DEWE, HAYLEY L." userId="5cada80b-0f7b-49a5-96b2-656b100ca6c6" providerId="ADAL" clId="{632DF7FE-9916-4FAF-8457-3521400FFCEA}" dt="2025-11-13T01:32:02.389" v="57897" actId="478"/>
          <ac:spMkLst>
            <pc:docMk/>
            <pc:sldMk cId="2630911515" sldId="609"/>
            <ac:spMk id="2" creationId="{EF2ACF4B-03AF-4162-8592-FB7893D2F228}"/>
          </ac:spMkLst>
        </pc:spChg>
        <pc:spChg chg="add mod">
          <ac:chgData name="DEWE, HAYLEY L." userId="5cada80b-0f7b-49a5-96b2-656b100ca6c6" providerId="ADAL" clId="{632DF7FE-9916-4FAF-8457-3521400FFCEA}" dt="2025-11-12T16:06:19.492" v="49770" actId="1076"/>
          <ac:spMkLst>
            <pc:docMk/>
            <pc:sldMk cId="2630911515" sldId="609"/>
            <ac:spMk id="3" creationId="{30BF2179-4196-E818-975B-FC5A882C6C2A}"/>
          </ac:spMkLst>
        </pc:spChg>
        <pc:spChg chg="add mod">
          <ac:chgData name="DEWE, HAYLEY L." userId="5cada80b-0f7b-49a5-96b2-656b100ca6c6" providerId="ADAL" clId="{632DF7FE-9916-4FAF-8457-3521400FFCEA}" dt="2025-11-12T16:06:19.492" v="49770" actId="1076"/>
          <ac:spMkLst>
            <pc:docMk/>
            <pc:sldMk cId="2630911515" sldId="609"/>
            <ac:spMk id="4" creationId="{15D29AD3-3160-8471-CEFD-E7461D9179E3}"/>
          </ac:spMkLst>
        </pc:spChg>
        <pc:spChg chg="add del mod">
          <ac:chgData name="DEWE, HAYLEY L." userId="5cada80b-0f7b-49a5-96b2-656b100ca6c6" providerId="ADAL" clId="{632DF7FE-9916-4FAF-8457-3521400FFCEA}" dt="2025-11-12T10:41:18.883" v="39394" actId="22"/>
          <ac:spMkLst>
            <pc:docMk/>
            <pc:sldMk cId="2630911515" sldId="609"/>
            <ac:spMk id="4" creationId="{F3840EE1-8CB3-4F80-36F8-12E19D2B81DB}"/>
          </ac:spMkLst>
        </pc:spChg>
        <pc:spChg chg="add mod">
          <ac:chgData name="DEWE, HAYLEY L." userId="5cada80b-0f7b-49a5-96b2-656b100ca6c6" providerId="ADAL" clId="{632DF7FE-9916-4FAF-8457-3521400FFCEA}" dt="2025-11-13T01:32:03.082" v="57898"/>
          <ac:spMkLst>
            <pc:docMk/>
            <pc:sldMk cId="2630911515" sldId="609"/>
            <ac:spMk id="5" creationId="{A72D8004-1417-2AE6-C982-65DF13FD3954}"/>
          </ac:spMkLst>
        </pc:spChg>
        <pc:spChg chg="mod">
          <ac:chgData name="DEWE, HAYLEY L." userId="5cada80b-0f7b-49a5-96b2-656b100ca6c6" providerId="ADAL" clId="{632DF7FE-9916-4FAF-8457-3521400FFCEA}" dt="2025-11-12T16:06:16.567" v="49769" actId="20577"/>
          <ac:spMkLst>
            <pc:docMk/>
            <pc:sldMk cId="2630911515" sldId="609"/>
            <ac:spMk id="6" creationId="{FCD7F97C-5516-1064-ECE6-140ABF9FBBFC}"/>
          </ac:spMkLst>
        </pc:spChg>
      </pc:sldChg>
      <pc:sldChg chg="addSp delSp modSp add del">
        <pc:chgData name="DEWE, HAYLEY L." userId="5cada80b-0f7b-49a5-96b2-656b100ca6c6" providerId="ADAL" clId="{632DF7FE-9916-4FAF-8457-3521400FFCEA}" dt="2025-11-05T11:59:19.160" v="22396" actId="47"/>
        <pc:sldMkLst>
          <pc:docMk/>
          <pc:sldMk cId="2879629649" sldId="610"/>
        </pc:sldMkLst>
      </pc:sldChg>
      <pc:sldChg chg="add del">
        <pc:chgData name="DEWE, HAYLEY L." userId="5cada80b-0f7b-49a5-96b2-656b100ca6c6" providerId="ADAL" clId="{632DF7FE-9916-4FAF-8457-3521400FFCEA}" dt="2025-11-05T11:59:21.095" v="22397" actId="47"/>
        <pc:sldMkLst>
          <pc:docMk/>
          <pc:sldMk cId="1521138352" sldId="612"/>
        </pc:sldMkLst>
      </pc:sldChg>
      <pc:sldChg chg="add del">
        <pc:chgData name="DEWE, HAYLEY L." userId="5cada80b-0f7b-49a5-96b2-656b100ca6c6" providerId="ADAL" clId="{632DF7FE-9916-4FAF-8457-3521400FFCEA}" dt="2025-11-05T11:59:21.910" v="22398" actId="47"/>
        <pc:sldMkLst>
          <pc:docMk/>
          <pc:sldMk cId="2429141251" sldId="621"/>
        </pc:sldMkLst>
      </pc:sldChg>
      <pc:sldChg chg="add del">
        <pc:chgData name="DEWE, HAYLEY L." userId="5cada80b-0f7b-49a5-96b2-656b100ca6c6" providerId="ADAL" clId="{632DF7FE-9916-4FAF-8457-3521400FFCEA}" dt="2025-11-05T11:59:24.128" v="22400" actId="47"/>
        <pc:sldMkLst>
          <pc:docMk/>
          <pc:sldMk cId="1436098841" sldId="622"/>
        </pc:sldMkLst>
      </pc:sldChg>
      <pc:sldChg chg="add del">
        <pc:chgData name="DEWE, HAYLEY L." userId="5cada80b-0f7b-49a5-96b2-656b100ca6c6" providerId="ADAL" clId="{632DF7FE-9916-4FAF-8457-3521400FFCEA}" dt="2025-11-05T11:59:23.043" v="22399" actId="47"/>
        <pc:sldMkLst>
          <pc:docMk/>
          <pc:sldMk cId="2604166906" sldId="624"/>
        </pc:sldMkLst>
      </pc:sldChg>
      <pc:sldChg chg="add del">
        <pc:chgData name="DEWE, HAYLEY L." userId="5cada80b-0f7b-49a5-96b2-656b100ca6c6" providerId="ADAL" clId="{632DF7FE-9916-4FAF-8457-3521400FFCEA}" dt="2025-11-05T11:59:25.149" v="22401" actId="47"/>
        <pc:sldMkLst>
          <pc:docMk/>
          <pc:sldMk cId="4143256112" sldId="625"/>
        </pc:sldMkLst>
      </pc:sldChg>
      <pc:sldChg chg="modSp add del mod modAnim">
        <pc:chgData name="DEWE, HAYLEY L." userId="5cada80b-0f7b-49a5-96b2-656b100ca6c6" providerId="ADAL" clId="{632DF7FE-9916-4FAF-8457-3521400FFCEA}" dt="2025-11-10T16:26:49.166" v="34683" actId="47"/>
        <pc:sldMkLst>
          <pc:docMk/>
          <pc:sldMk cId="4289999773" sldId="628"/>
        </pc:sldMkLst>
      </pc:sldChg>
      <pc:sldChg chg="addSp delSp modSp add mod modNotesTx">
        <pc:chgData name="DEWE, HAYLEY L." userId="5cada80b-0f7b-49a5-96b2-656b100ca6c6" providerId="ADAL" clId="{632DF7FE-9916-4FAF-8457-3521400FFCEA}" dt="2025-11-12T11:20:37.666" v="41077" actId="14100"/>
        <pc:sldMkLst>
          <pc:docMk/>
          <pc:sldMk cId="2781140019" sldId="656"/>
        </pc:sldMkLst>
        <pc:spChg chg="mod">
          <ac:chgData name="DEWE, HAYLEY L." userId="5cada80b-0f7b-49a5-96b2-656b100ca6c6" providerId="ADAL" clId="{632DF7FE-9916-4FAF-8457-3521400FFCEA}" dt="2025-11-10T16:20:39.961" v="34601" actId="122"/>
          <ac:spMkLst>
            <pc:docMk/>
            <pc:sldMk cId="2781140019" sldId="656"/>
            <ac:spMk id="3" creationId="{FE3B0D94-F472-0E08-99A6-4A15FBC3B529}"/>
          </ac:spMkLst>
        </pc:spChg>
        <pc:spChg chg="add del mod">
          <ac:chgData name="DEWE, HAYLEY L." userId="5cada80b-0f7b-49a5-96b2-656b100ca6c6" providerId="ADAL" clId="{632DF7FE-9916-4FAF-8457-3521400FFCEA}" dt="2025-11-10T15:25:44.718" v="31127" actId="20577"/>
          <ac:spMkLst>
            <pc:docMk/>
            <pc:sldMk cId="2781140019" sldId="656"/>
            <ac:spMk id="4" creationId="{739948FA-1AB0-CF8A-D13C-E8FE137BD600}"/>
          </ac:spMkLst>
        </pc:spChg>
        <pc:spChg chg="add mod">
          <ac:chgData name="DEWE, HAYLEY L." userId="5cada80b-0f7b-49a5-96b2-656b100ca6c6" providerId="ADAL" clId="{632DF7FE-9916-4FAF-8457-3521400FFCEA}" dt="2025-11-12T11:20:31.578" v="41075" actId="27636"/>
          <ac:spMkLst>
            <pc:docMk/>
            <pc:sldMk cId="2781140019" sldId="656"/>
            <ac:spMk id="5" creationId="{B114E12F-3B03-8584-0F7E-6F1671993405}"/>
          </ac:spMkLst>
        </pc:spChg>
        <pc:spChg chg="add mod">
          <ac:chgData name="DEWE, HAYLEY L." userId="5cada80b-0f7b-49a5-96b2-656b100ca6c6" providerId="ADAL" clId="{632DF7FE-9916-4FAF-8457-3521400FFCEA}" dt="2025-11-12T11:20:37.666" v="41077" actId="14100"/>
          <ac:spMkLst>
            <pc:docMk/>
            <pc:sldMk cId="2781140019" sldId="656"/>
            <ac:spMk id="8" creationId="{84287B1D-15EB-AB85-2D0F-3B464D640E1F}"/>
          </ac:spMkLst>
        </pc:spChg>
        <pc:picChg chg="mod">
          <ac:chgData name="DEWE, HAYLEY L." userId="5cada80b-0f7b-49a5-96b2-656b100ca6c6" providerId="ADAL" clId="{632DF7FE-9916-4FAF-8457-3521400FFCEA}" dt="2025-11-10T15:21:42.656" v="30556" actId="207"/>
          <ac:picMkLst>
            <pc:docMk/>
            <pc:sldMk cId="2781140019" sldId="656"/>
            <ac:picMk id="2" creationId="{B6F8B657-5274-5F64-A163-1316916C7EFC}"/>
          </ac:picMkLst>
        </pc:picChg>
      </pc:sldChg>
      <pc:sldChg chg="modSp add del mod ord">
        <pc:chgData name="DEWE, HAYLEY L." userId="5cada80b-0f7b-49a5-96b2-656b100ca6c6" providerId="ADAL" clId="{632DF7FE-9916-4FAF-8457-3521400FFCEA}" dt="2025-11-13T00:00:55.636" v="56912" actId="2696"/>
        <pc:sldMkLst>
          <pc:docMk/>
          <pc:sldMk cId="969764306" sldId="668"/>
        </pc:sldMkLst>
      </pc:sldChg>
      <pc:sldChg chg="addSp delSp modSp add del mod modAnim">
        <pc:chgData name="DEWE, HAYLEY L." userId="5cada80b-0f7b-49a5-96b2-656b100ca6c6" providerId="ADAL" clId="{632DF7FE-9916-4FAF-8457-3521400FFCEA}" dt="2025-11-12T11:07:29.020" v="39904" actId="47"/>
        <pc:sldMkLst>
          <pc:docMk/>
          <pc:sldMk cId="1336802447" sldId="689"/>
        </pc:sldMkLst>
      </pc:sldChg>
      <pc:sldChg chg="addSp delSp modSp add del mod modAnim">
        <pc:chgData name="DEWE, HAYLEY L." userId="5cada80b-0f7b-49a5-96b2-656b100ca6c6" providerId="ADAL" clId="{632DF7FE-9916-4FAF-8457-3521400FFCEA}" dt="2025-11-12T11:07:28.468" v="39903" actId="47"/>
        <pc:sldMkLst>
          <pc:docMk/>
          <pc:sldMk cId="3682708561" sldId="690"/>
        </pc:sldMkLst>
      </pc:sldChg>
      <pc:sldChg chg="addSp delSp modSp add del mod modNotesTx">
        <pc:chgData name="DEWE, HAYLEY L." userId="5cada80b-0f7b-49a5-96b2-656b100ca6c6" providerId="ADAL" clId="{632DF7FE-9916-4FAF-8457-3521400FFCEA}" dt="2025-11-10T16:26:40.610" v="34678" actId="47"/>
        <pc:sldMkLst>
          <pc:docMk/>
          <pc:sldMk cId="2173990465" sldId="691"/>
        </pc:sldMkLst>
      </pc:sldChg>
      <pc:sldChg chg="add del">
        <pc:chgData name="DEWE, HAYLEY L." userId="5cada80b-0f7b-49a5-96b2-656b100ca6c6" providerId="ADAL" clId="{632DF7FE-9916-4FAF-8457-3521400FFCEA}" dt="2025-11-05T11:48:35.486" v="22127" actId="47"/>
        <pc:sldMkLst>
          <pc:docMk/>
          <pc:sldMk cId="2981973231" sldId="692"/>
        </pc:sldMkLst>
      </pc:sldChg>
      <pc:sldChg chg="delSp add del modAnim">
        <pc:chgData name="DEWE, HAYLEY L." userId="5cada80b-0f7b-49a5-96b2-656b100ca6c6" providerId="ADAL" clId="{632DF7FE-9916-4FAF-8457-3521400FFCEA}" dt="2025-11-05T11:53:20.390" v="22163" actId="47"/>
        <pc:sldMkLst>
          <pc:docMk/>
          <pc:sldMk cId="1725210254" sldId="693"/>
        </pc:sldMkLst>
      </pc:sldChg>
      <pc:sldChg chg="addSp delSp modSp add del mod addAnim delAnim modAnim modNotesTx">
        <pc:chgData name="DEWE, HAYLEY L." userId="5cada80b-0f7b-49a5-96b2-656b100ca6c6" providerId="ADAL" clId="{632DF7FE-9916-4FAF-8457-3521400FFCEA}" dt="2025-11-10T16:26:41.761" v="34679" actId="47"/>
        <pc:sldMkLst>
          <pc:docMk/>
          <pc:sldMk cId="2870194546" sldId="694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6:26:42.939" v="34680" actId="47"/>
        <pc:sldMkLst>
          <pc:docMk/>
          <pc:sldMk cId="77655853" sldId="695"/>
        </pc:sldMkLst>
      </pc:sldChg>
      <pc:sldChg chg="addSp modSp add del mod modAnim">
        <pc:chgData name="DEWE, HAYLEY L." userId="5cada80b-0f7b-49a5-96b2-656b100ca6c6" providerId="ADAL" clId="{632DF7FE-9916-4FAF-8457-3521400FFCEA}" dt="2025-11-12T11:07:27.887" v="39902" actId="47"/>
        <pc:sldMkLst>
          <pc:docMk/>
          <pc:sldMk cId="3247153559" sldId="696"/>
        </pc:sldMkLst>
      </pc:sldChg>
      <pc:sldChg chg="modSp add del mod ord">
        <pc:chgData name="DEWE, HAYLEY L." userId="5cada80b-0f7b-49a5-96b2-656b100ca6c6" providerId="ADAL" clId="{632DF7FE-9916-4FAF-8457-3521400FFCEA}" dt="2025-11-12T10:47:06.684" v="39817" actId="47"/>
        <pc:sldMkLst>
          <pc:docMk/>
          <pc:sldMk cId="785703097" sldId="697"/>
        </pc:sldMkLst>
      </pc:sldChg>
      <pc:sldChg chg="addSp delSp modSp add mod addAnim delAnim modAnim modNotesTx">
        <pc:chgData name="DEWE, HAYLEY L." userId="5cada80b-0f7b-49a5-96b2-656b100ca6c6" providerId="ADAL" clId="{632DF7FE-9916-4FAF-8457-3521400FFCEA}" dt="2025-11-13T02:38:24.324" v="60202"/>
        <pc:sldMkLst>
          <pc:docMk/>
          <pc:sldMk cId="1839842558" sldId="786"/>
        </pc:sldMkLst>
        <pc:spChg chg="mod">
          <ac:chgData name="DEWE, HAYLEY L." userId="5cada80b-0f7b-49a5-96b2-656b100ca6c6" providerId="ADAL" clId="{632DF7FE-9916-4FAF-8457-3521400FFCEA}" dt="2025-11-13T02:35:54.102" v="60136" actId="20577"/>
          <ac:spMkLst>
            <pc:docMk/>
            <pc:sldMk cId="1839842558" sldId="786"/>
            <ac:spMk id="3" creationId="{FE3B0D94-F472-0E08-99A6-4A15FBC3B529}"/>
          </ac:spMkLst>
        </pc:spChg>
        <pc:spChg chg="mod">
          <ac:chgData name="DEWE, HAYLEY L." userId="5cada80b-0f7b-49a5-96b2-656b100ca6c6" providerId="ADAL" clId="{632DF7FE-9916-4FAF-8457-3521400FFCEA}" dt="2025-11-13T02:36:54.609" v="60154" actId="1076"/>
          <ac:spMkLst>
            <pc:docMk/>
            <pc:sldMk cId="1839842558" sldId="786"/>
            <ac:spMk id="6" creationId="{078EF379-8918-B5A0-9048-AE56E7C25221}"/>
          </ac:spMkLst>
        </pc:spChg>
        <pc:spChg chg="mod">
          <ac:chgData name="DEWE, HAYLEY L." userId="5cada80b-0f7b-49a5-96b2-656b100ca6c6" providerId="ADAL" clId="{632DF7FE-9916-4FAF-8457-3521400FFCEA}" dt="2025-11-12T11:20:12.931" v="41065" actId="403"/>
          <ac:spMkLst>
            <pc:docMk/>
            <pc:sldMk cId="1839842558" sldId="786"/>
            <ac:spMk id="7" creationId="{5401F420-3D3B-0095-1E40-63E594DFA136}"/>
          </ac:spMkLst>
        </pc:spChg>
        <pc:spChg chg="mod">
          <ac:chgData name="DEWE, HAYLEY L." userId="5cada80b-0f7b-49a5-96b2-656b100ca6c6" providerId="ADAL" clId="{632DF7FE-9916-4FAF-8457-3521400FFCEA}" dt="2025-11-10T16:53:02.966" v="36070" actId="1076"/>
          <ac:spMkLst>
            <pc:docMk/>
            <pc:sldMk cId="1839842558" sldId="786"/>
            <ac:spMk id="8" creationId="{D393495E-0E07-45AD-2ACE-51A325C1FCD5}"/>
          </ac:spMkLst>
        </pc:spChg>
        <pc:spChg chg="add mod">
          <ac:chgData name="DEWE, HAYLEY L." userId="5cada80b-0f7b-49a5-96b2-656b100ca6c6" providerId="ADAL" clId="{632DF7FE-9916-4FAF-8457-3521400FFCEA}" dt="2025-11-13T02:37:24.809" v="60164" actId="33524"/>
          <ac:spMkLst>
            <pc:docMk/>
            <pc:sldMk cId="1839842558" sldId="786"/>
            <ac:spMk id="10" creationId="{3085C1AC-8027-8D97-0E3F-E5C36553D3DF}"/>
          </ac:spMkLst>
        </pc:spChg>
        <pc:spChg chg="mod">
          <ac:chgData name="DEWE, HAYLEY L." userId="5cada80b-0f7b-49a5-96b2-656b100ca6c6" providerId="ADAL" clId="{632DF7FE-9916-4FAF-8457-3521400FFCEA}" dt="2025-11-10T16:53:34.215" v="36083" actId="1076"/>
          <ac:spMkLst>
            <pc:docMk/>
            <pc:sldMk cId="1839842558" sldId="786"/>
            <ac:spMk id="11" creationId="{475A1B46-1EA1-47DA-D390-BFF220671A7D}"/>
          </ac:spMkLst>
        </pc:spChg>
        <pc:spChg chg="mod">
          <ac:chgData name="DEWE, HAYLEY L." userId="5cada80b-0f7b-49a5-96b2-656b100ca6c6" providerId="ADAL" clId="{632DF7FE-9916-4FAF-8457-3521400FFCEA}" dt="2025-11-10T17:01:33.731" v="36408" actId="21"/>
          <ac:spMkLst>
            <pc:docMk/>
            <pc:sldMk cId="1839842558" sldId="786"/>
            <ac:spMk id="12" creationId="{03BAF763-864E-C5DA-50A4-FFA02E768960}"/>
          </ac:spMkLst>
        </pc:spChg>
        <pc:spChg chg="add del mod">
          <ac:chgData name="DEWE, HAYLEY L." userId="5cada80b-0f7b-49a5-96b2-656b100ca6c6" providerId="ADAL" clId="{632DF7FE-9916-4FAF-8457-3521400FFCEA}" dt="2025-11-13T02:37:21.703" v="60163" actId="478"/>
          <ac:spMkLst>
            <pc:docMk/>
            <pc:sldMk cId="1839842558" sldId="786"/>
            <ac:spMk id="13" creationId="{C2732D27-D031-425A-F9EE-30AB395DCF55}"/>
          </ac:spMkLst>
        </pc:spChg>
        <pc:spChg chg="del mod">
          <ac:chgData name="DEWE, HAYLEY L." userId="5cada80b-0f7b-49a5-96b2-656b100ca6c6" providerId="ADAL" clId="{632DF7FE-9916-4FAF-8457-3521400FFCEA}" dt="2025-11-13T02:37:20.100" v="60161" actId="478"/>
          <ac:spMkLst>
            <pc:docMk/>
            <pc:sldMk cId="1839842558" sldId="786"/>
            <ac:spMk id="14" creationId="{59C3B706-A9A7-494F-7F4E-34B85BAE2EC3}"/>
          </ac:spMkLst>
        </pc:spChg>
        <pc:spChg chg="add mod">
          <ac:chgData name="DEWE, HAYLEY L." userId="5cada80b-0f7b-49a5-96b2-656b100ca6c6" providerId="ADAL" clId="{632DF7FE-9916-4FAF-8457-3521400FFCEA}" dt="2025-11-10T16:52:51.140" v="36068" actId="404"/>
          <ac:spMkLst>
            <pc:docMk/>
            <pc:sldMk cId="1839842558" sldId="786"/>
            <ac:spMk id="15" creationId="{CC8F8390-5F03-2F17-BC2A-8A61C16FDE4B}"/>
          </ac:spMkLst>
        </pc:spChg>
        <pc:spChg chg="add del mod">
          <ac:chgData name="DEWE, HAYLEY L." userId="5cada80b-0f7b-49a5-96b2-656b100ca6c6" providerId="ADAL" clId="{632DF7FE-9916-4FAF-8457-3521400FFCEA}" dt="2025-11-13T02:37:21.088" v="60162" actId="478"/>
          <ac:spMkLst>
            <pc:docMk/>
            <pc:sldMk cId="1839842558" sldId="786"/>
            <ac:spMk id="16" creationId="{3801B928-5E49-5E8C-4D46-EC9DBFD40FFD}"/>
          </ac:spMkLst>
        </pc:spChg>
        <pc:spChg chg="add mod">
          <ac:chgData name="DEWE, HAYLEY L." userId="5cada80b-0f7b-49a5-96b2-656b100ca6c6" providerId="ADAL" clId="{632DF7FE-9916-4FAF-8457-3521400FFCEA}" dt="2025-11-13T02:38:00.709" v="60198" actId="20577"/>
          <ac:spMkLst>
            <pc:docMk/>
            <pc:sldMk cId="1839842558" sldId="786"/>
            <ac:spMk id="19" creationId="{6E503A48-8829-F755-66E6-FCF0B2EC2B1E}"/>
          </ac:spMkLst>
        </pc:spChg>
        <pc:spChg chg="add mod">
          <ac:chgData name="DEWE, HAYLEY L." userId="5cada80b-0f7b-49a5-96b2-656b100ca6c6" providerId="ADAL" clId="{632DF7FE-9916-4FAF-8457-3521400FFCEA}" dt="2025-11-10T17:10:58.320" v="37121" actId="207"/>
          <ac:spMkLst>
            <pc:docMk/>
            <pc:sldMk cId="1839842558" sldId="786"/>
            <ac:spMk id="21" creationId="{E889E6FD-44E1-5178-99B7-A2590004FADB}"/>
          </ac:spMkLst>
        </pc:spChg>
        <pc:spChg chg="add mod">
          <ac:chgData name="DEWE, HAYLEY L." userId="5cada80b-0f7b-49a5-96b2-656b100ca6c6" providerId="ADAL" clId="{632DF7FE-9916-4FAF-8457-3521400FFCEA}" dt="2025-11-10T17:10:53.001" v="37118" actId="207"/>
          <ac:spMkLst>
            <pc:docMk/>
            <pc:sldMk cId="1839842558" sldId="786"/>
            <ac:spMk id="22" creationId="{5847F747-AB63-D0ED-D09B-D08AC352CC02}"/>
          </ac:spMkLst>
        </pc:spChg>
        <pc:spChg chg="add mod">
          <ac:chgData name="DEWE, HAYLEY L." userId="5cada80b-0f7b-49a5-96b2-656b100ca6c6" providerId="ADAL" clId="{632DF7FE-9916-4FAF-8457-3521400FFCEA}" dt="2025-11-10T17:11:02.710" v="37122" actId="207"/>
          <ac:spMkLst>
            <pc:docMk/>
            <pc:sldMk cId="1839842558" sldId="786"/>
            <ac:spMk id="23" creationId="{293347D8-32FB-132E-BC23-D7A0E79D74F6}"/>
          </ac:spMkLst>
        </pc:spChg>
        <pc:picChg chg="mod">
          <ac:chgData name="DEWE, HAYLEY L." userId="5cada80b-0f7b-49a5-96b2-656b100ca6c6" providerId="ADAL" clId="{632DF7FE-9916-4FAF-8457-3521400FFCEA}" dt="2025-11-13T02:36:54.609" v="60154" actId="1076"/>
          <ac:picMkLst>
            <pc:docMk/>
            <pc:sldMk cId="1839842558" sldId="786"/>
            <ac:picMk id="4" creationId="{46003553-EFCB-1C84-DDBD-7B47D8E0B310}"/>
          </ac:picMkLst>
        </pc:picChg>
        <pc:picChg chg="add mod">
          <ac:chgData name="DEWE, HAYLEY L." userId="5cada80b-0f7b-49a5-96b2-656b100ca6c6" providerId="ADAL" clId="{632DF7FE-9916-4FAF-8457-3521400FFCEA}" dt="2025-11-10T16:53:09.927" v="36073" actId="1076"/>
          <ac:picMkLst>
            <pc:docMk/>
            <pc:sldMk cId="1839842558" sldId="786"/>
            <ac:picMk id="5" creationId="{3BE68903-3AF8-723B-42A7-A4CF74C216E6}"/>
          </ac:picMkLst>
        </pc:picChg>
        <pc:picChg chg="add mod">
          <ac:chgData name="DEWE, HAYLEY L." userId="5cada80b-0f7b-49a5-96b2-656b100ca6c6" providerId="ADAL" clId="{632DF7FE-9916-4FAF-8457-3521400FFCEA}" dt="2025-11-10T16:52:29.781" v="36047" actId="1076"/>
          <ac:picMkLst>
            <pc:docMk/>
            <pc:sldMk cId="1839842558" sldId="786"/>
            <ac:picMk id="9" creationId="{C8A05BDB-35E4-C308-ED31-B9681E2FE9E6}"/>
          </ac:picMkLst>
        </pc:picChg>
      </pc:sldChg>
      <pc:sldChg chg="delSp modSp add del mod or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347010262" sldId="790"/>
        </pc:sldMkLst>
        <pc:spChg chg="del mod">
          <ac:chgData name="DEWE, HAYLEY L." userId="5cada80b-0f7b-49a5-96b2-656b100ca6c6" providerId="ADAL" clId="{632DF7FE-9916-4FAF-8457-3521400FFCEA}" dt="2025-11-12T11:14:13.438" v="40378" actId="478"/>
          <ac:spMkLst>
            <pc:docMk/>
            <pc:sldMk cId="2347010262" sldId="790"/>
            <ac:spMk id="5" creationId="{49012850-F97B-9E74-7EF7-2EC0F06BD138}"/>
          </ac:spMkLst>
        </pc:spChg>
        <pc:spChg chg="mod">
          <ac:chgData name="DEWE, HAYLEY L." userId="5cada80b-0f7b-49a5-96b2-656b100ca6c6" providerId="ADAL" clId="{632DF7FE-9916-4FAF-8457-3521400FFCEA}" dt="2025-11-12T11:14:11.271" v="40377" actId="1076"/>
          <ac:spMkLst>
            <pc:docMk/>
            <pc:sldMk cId="2347010262" sldId="790"/>
            <ac:spMk id="7" creationId="{5401F420-3D3B-0095-1E40-63E594DFA136}"/>
          </ac:spMkLst>
        </pc:spChg>
        <pc:spChg chg="mod">
          <ac:chgData name="DEWE, HAYLEY L." userId="5cada80b-0f7b-49a5-96b2-656b100ca6c6" providerId="ADAL" clId="{632DF7FE-9916-4FAF-8457-3521400FFCEA}" dt="2025-11-12T10:37:59.114" v="39303" actId="20577"/>
          <ac:spMkLst>
            <pc:docMk/>
            <pc:sldMk cId="2347010262" sldId="790"/>
            <ac:spMk id="13" creationId="{CF3CB79E-954E-E078-EEFC-CEDEB2E2D345}"/>
          </ac:spMkLst>
        </pc:spChg>
        <pc:picChg chg="mod">
          <ac:chgData name="DEWE, HAYLEY L." userId="5cada80b-0f7b-49a5-96b2-656b100ca6c6" providerId="ADAL" clId="{632DF7FE-9916-4FAF-8457-3521400FFCEA}" dt="2025-11-12T10:35:13.768" v="39231" actId="1076"/>
          <ac:picMkLst>
            <pc:docMk/>
            <pc:sldMk cId="2347010262" sldId="790"/>
            <ac:picMk id="15" creationId="{B3149C97-09D3-8D02-9CD0-A7B34E424871}"/>
          </ac:picMkLst>
        </pc:picChg>
      </pc:sldChg>
      <pc:sldChg chg="addSp delSp modSp add mod modNotesTx">
        <pc:chgData name="DEWE, HAYLEY L." userId="5cada80b-0f7b-49a5-96b2-656b100ca6c6" providerId="ADAL" clId="{632DF7FE-9916-4FAF-8457-3521400FFCEA}" dt="2025-11-13T02:43:37.340" v="60249" actId="20577"/>
        <pc:sldMkLst>
          <pc:docMk/>
          <pc:sldMk cId="3398773832" sldId="790"/>
        </pc:sldMkLst>
        <pc:spChg chg="add mod">
          <ac:chgData name="DEWE, HAYLEY L." userId="5cada80b-0f7b-49a5-96b2-656b100ca6c6" providerId="ADAL" clId="{632DF7FE-9916-4FAF-8457-3521400FFCEA}" dt="2025-11-13T02:13:37.982" v="59285"/>
          <ac:spMkLst>
            <pc:docMk/>
            <pc:sldMk cId="3398773832" sldId="790"/>
            <ac:spMk id="2" creationId="{77F2B344-D08D-49CF-8B04-736A441C3349}"/>
          </ac:spMkLst>
        </pc:spChg>
        <pc:spChg chg="mod">
          <ac:chgData name="DEWE, HAYLEY L." userId="5cada80b-0f7b-49a5-96b2-656b100ca6c6" providerId="ADAL" clId="{632DF7FE-9916-4FAF-8457-3521400FFCEA}" dt="2025-11-12T23:59:05.957" v="56902" actId="1076"/>
          <ac:spMkLst>
            <pc:docMk/>
            <pc:sldMk cId="3398773832" sldId="790"/>
            <ac:spMk id="4" creationId="{739948FA-1AB0-CF8A-D13C-E8FE137BD600}"/>
          </ac:spMkLst>
        </pc:spChg>
        <pc:spChg chg="del">
          <ac:chgData name="DEWE, HAYLEY L." userId="5cada80b-0f7b-49a5-96b2-656b100ca6c6" providerId="ADAL" clId="{632DF7FE-9916-4FAF-8457-3521400FFCEA}" dt="2025-11-13T02:13:37.179" v="59284" actId="478"/>
          <ac:spMkLst>
            <pc:docMk/>
            <pc:sldMk cId="3398773832" sldId="790"/>
            <ac:spMk id="7" creationId="{5401F420-3D3B-0095-1E40-63E594DFA136}"/>
          </ac:spMkLst>
        </pc:spChg>
        <pc:spChg chg="mod">
          <ac:chgData name="DEWE, HAYLEY L." userId="5cada80b-0f7b-49a5-96b2-656b100ca6c6" providerId="ADAL" clId="{632DF7FE-9916-4FAF-8457-3521400FFCEA}" dt="2025-11-12T23:59:09.694" v="56903" actId="403"/>
          <ac:spMkLst>
            <pc:docMk/>
            <pc:sldMk cId="3398773832" sldId="790"/>
            <ac:spMk id="14" creationId="{C47671E5-1C92-BFF3-1246-80BE2CA3BDDB}"/>
          </ac:spMkLst>
        </pc:spChg>
      </pc:sldChg>
      <pc:sldChg chg="modSp add mod ord">
        <pc:chgData name="DEWE, HAYLEY L." userId="5cada80b-0f7b-49a5-96b2-656b100ca6c6" providerId="ADAL" clId="{632DF7FE-9916-4FAF-8457-3521400FFCEA}" dt="2025-11-12T23:57:10.323" v="56808"/>
        <pc:sldMkLst>
          <pc:docMk/>
          <pc:sldMk cId="2395185644" sldId="791"/>
        </pc:sldMkLst>
        <pc:spChg chg="mod">
          <ac:chgData name="DEWE, HAYLEY L." userId="5cada80b-0f7b-49a5-96b2-656b100ca6c6" providerId="ADAL" clId="{632DF7FE-9916-4FAF-8457-3521400FFCEA}" dt="2025-11-12T23:54:11.478" v="56713" actId="20577"/>
          <ac:spMkLst>
            <pc:docMk/>
            <pc:sldMk cId="2395185644" sldId="791"/>
            <ac:spMk id="6" creationId="{B1D5FF6A-0E34-47A5-3877-E8A3363A4561}"/>
          </ac:spMkLst>
        </pc:spChg>
      </pc:sldChg>
      <pc:sldChg chg="delSp modSp add del mod modAnim">
        <pc:chgData name="DEWE, HAYLEY L." userId="5cada80b-0f7b-49a5-96b2-656b100ca6c6" providerId="ADAL" clId="{632DF7FE-9916-4FAF-8457-3521400FFCEA}" dt="2025-11-12T23:53:34.727" v="56692" actId="2696"/>
        <pc:sldMkLst>
          <pc:docMk/>
          <pc:sldMk cId="3711181391" sldId="791"/>
        </pc:sldMkLst>
        <pc:spChg chg="del">
          <ac:chgData name="DEWE, HAYLEY L." userId="5cada80b-0f7b-49a5-96b2-656b100ca6c6" providerId="ADAL" clId="{632DF7FE-9916-4FAF-8457-3521400FFCEA}" dt="2025-11-12T22:46:23.771" v="54226" actId="478"/>
          <ac:spMkLst>
            <pc:docMk/>
            <pc:sldMk cId="3711181391" sldId="791"/>
            <ac:spMk id="3" creationId="{B24DDCC3-D319-D884-FD0A-C532C61E3885}"/>
          </ac:spMkLst>
        </pc:spChg>
        <pc:spChg chg="del">
          <ac:chgData name="DEWE, HAYLEY L." userId="5cada80b-0f7b-49a5-96b2-656b100ca6c6" providerId="ADAL" clId="{632DF7FE-9916-4FAF-8457-3521400FFCEA}" dt="2025-11-12T22:46:21.267" v="54224" actId="478"/>
          <ac:spMkLst>
            <pc:docMk/>
            <pc:sldMk cId="3711181391" sldId="791"/>
            <ac:spMk id="4" creationId="{739948FA-1AB0-CF8A-D13C-E8FE137BD600}"/>
          </ac:spMkLst>
        </pc:spChg>
        <pc:spChg chg="del">
          <ac:chgData name="DEWE, HAYLEY L." userId="5cada80b-0f7b-49a5-96b2-656b100ca6c6" providerId="ADAL" clId="{632DF7FE-9916-4FAF-8457-3521400FFCEA}" dt="2025-11-12T22:46:18.367" v="54223" actId="478"/>
          <ac:spMkLst>
            <pc:docMk/>
            <pc:sldMk cId="3711181391" sldId="791"/>
            <ac:spMk id="5" creationId="{49012850-F97B-9E74-7EF7-2EC0F06BD138}"/>
          </ac:spMkLst>
        </pc:spChg>
        <pc:spChg chg="mod">
          <ac:chgData name="DEWE, HAYLEY L." userId="5cada80b-0f7b-49a5-96b2-656b100ca6c6" providerId="ADAL" clId="{632DF7FE-9916-4FAF-8457-3521400FFCEA}" dt="2025-11-12T23:43:02.505" v="56672" actId="255"/>
          <ac:spMkLst>
            <pc:docMk/>
            <pc:sldMk cId="3711181391" sldId="791"/>
            <ac:spMk id="6" creationId="{B1D5FF6A-0E34-47A5-3877-E8A3363A4561}"/>
          </ac:spMkLst>
        </pc:spChg>
        <pc:spChg chg="mod">
          <ac:chgData name="DEWE, HAYLEY L." userId="5cada80b-0f7b-49a5-96b2-656b100ca6c6" providerId="ADAL" clId="{632DF7FE-9916-4FAF-8457-3521400FFCEA}" dt="2025-11-12T22:52:06.582" v="55013" actId="1076"/>
          <ac:spMkLst>
            <pc:docMk/>
            <pc:sldMk cId="3711181391" sldId="791"/>
            <ac:spMk id="7" creationId="{5401F420-3D3B-0095-1E40-63E594DFA136}"/>
          </ac:spMkLst>
        </pc:spChg>
        <pc:picChg chg="del">
          <ac:chgData name="DEWE, HAYLEY L." userId="5cada80b-0f7b-49a5-96b2-656b100ca6c6" providerId="ADAL" clId="{632DF7FE-9916-4FAF-8457-3521400FFCEA}" dt="2025-11-12T22:46:22.159" v="54225" actId="478"/>
          <ac:picMkLst>
            <pc:docMk/>
            <pc:sldMk cId="3711181391" sldId="791"/>
            <ac:picMk id="2" creationId="{1D2C7349-E21F-8ECA-143C-733397532F82}"/>
          </ac:picMkLst>
        </pc:picChg>
      </pc:sldChg>
      <pc:sldChg chg="addSp delSp modSp add del mod or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4282450233" sldId="791"/>
        </pc:sldMkLst>
        <pc:spChg chg="add del mod">
          <ac:chgData name="DEWE, HAYLEY L." userId="5cada80b-0f7b-49a5-96b2-656b100ca6c6" providerId="ADAL" clId="{632DF7FE-9916-4FAF-8457-3521400FFCEA}" dt="2025-11-12T10:36:09.142" v="39253" actId="478"/>
          <ac:spMkLst>
            <pc:docMk/>
            <pc:sldMk cId="4282450233" sldId="791"/>
            <ac:spMk id="5" creationId="{49012850-F97B-9E74-7EF7-2EC0F06BD138}"/>
          </ac:spMkLst>
        </pc:spChg>
        <pc:spChg chg="mod">
          <ac:chgData name="DEWE, HAYLEY L." userId="5cada80b-0f7b-49a5-96b2-656b100ca6c6" providerId="ADAL" clId="{632DF7FE-9916-4FAF-8457-3521400FFCEA}" dt="2025-11-12T10:36:40.619" v="39290" actId="20577"/>
          <ac:spMkLst>
            <pc:docMk/>
            <pc:sldMk cId="4282450233" sldId="791"/>
            <ac:spMk id="6" creationId="{B1D5FF6A-0E34-47A5-3877-E8A3363A4561}"/>
          </ac:spMkLst>
        </pc:spChg>
        <pc:spChg chg="mod">
          <ac:chgData name="DEWE, HAYLEY L." userId="5cada80b-0f7b-49a5-96b2-656b100ca6c6" providerId="ADAL" clId="{632DF7FE-9916-4FAF-8457-3521400FFCEA}" dt="2025-11-12T11:14:03.386" v="40375" actId="6549"/>
          <ac:spMkLst>
            <pc:docMk/>
            <pc:sldMk cId="4282450233" sldId="791"/>
            <ac:spMk id="7" creationId="{5401F420-3D3B-0095-1E40-63E594DFA136}"/>
          </ac:spMkLst>
        </pc:spChg>
      </pc:sldChg>
      <pc:sldChg chg="addSp delSp modSp add mod">
        <pc:chgData name="DEWE, HAYLEY L." userId="5cada80b-0f7b-49a5-96b2-656b100ca6c6" providerId="ADAL" clId="{632DF7FE-9916-4FAF-8457-3521400FFCEA}" dt="2025-11-13T02:13:42.451" v="59287"/>
        <pc:sldMkLst>
          <pc:docMk/>
          <pc:sldMk cId="1568718387" sldId="793"/>
        </pc:sldMkLst>
        <pc:spChg chg="mod">
          <ac:chgData name="DEWE, HAYLEY L." userId="5cada80b-0f7b-49a5-96b2-656b100ca6c6" providerId="ADAL" clId="{632DF7FE-9916-4FAF-8457-3521400FFCEA}" dt="2025-11-12T23:59:18.095" v="56906" actId="255"/>
          <ac:spMkLst>
            <pc:docMk/>
            <pc:sldMk cId="1568718387" sldId="793"/>
            <ac:spMk id="4" creationId="{739948FA-1AB0-CF8A-D13C-E8FE137BD600}"/>
          </ac:spMkLst>
        </pc:spChg>
        <pc:spChg chg="add mod">
          <ac:chgData name="DEWE, HAYLEY L." userId="5cada80b-0f7b-49a5-96b2-656b100ca6c6" providerId="ADAL" clId="{632DF7FE-9916-4FAF-8457-3521400FFCEA}" dt="2025-11-13T02:13:42.451" v="59287"/>
          <ac:spMkLst>
            <pc:docMk/>
            <pc:sldMk cId="1568718387" sldId="793"/>
            <ac:spMk id="5" creationId="{D60D9D83-3982-5CD0-B5EB-CD65EE6EBD8D}"/>
          </ac:spMkLst>
        </pc:spChg>
        <pc:spChg chg="del">
          <ac:chgData name="DEWE, HAYLEY L." userId="5cada80b-0f7b-49a5-96b2-656b100ca6c6" providerId="ADAL" clId="{632DF7FE-9916-4FAF-8457-3521400FFCEA}" dt="2025-11-13T02:13:41.368" v="59286" actId="478"/>
          <ac:spMkLst>
            <pc:docMk/>
            <pc:sldMk cId="1568718387" sldId="793"/>
            <ac:spMk id="7" creationId="{5401F420-3D3B-0095-1E40-63E594DFA136}"/>
          </ac:spMkLst>
        </pc:spChg>
        <pc:spChg chg="mod">
          <ac:chgData name="DEWE, HAYLEY L." userId="5cada80b-0f7b-49a5-96b2-656b100ca6c6" providerId="ADAL" clId="{632DF7FE-9916-4FAF-8457-3521400FFCEA}" dt="2025-11-12T23:59:28.958" v="56911" actId="1076"/>
          <ac:spMkLst>
            <pc:docMk/>
            <pc:sldMk cId="1568718387" sldId="793"/>
            <ac:spMk id="8" creationId="{9869487E-3041-38FA-CE0B-BE0FB730685C}"/>
          </ac:spMkLst>
        </pc:spChg>
        <pc:picChg chg="mod">
          <ac:chgData name="DEWE, HAYLEY L." userId="5cada80b-0f7b-49a5-96b2-656b100ca6c6" providerId="ADAL" clId="{632DF7FE-9916-4FAF-8457-3521400FFCEA}" dt="2025-11-12T23:59:23.303" v="56908" actId="1076"/>
          <ac:picMkLst>
            <pc:docMk/>
            <pc:sldMk cId="1568718387" sldId="793"/>
            <ac:picMk id="2" creationId="{A7718DB3-9A20-0ABC-6964-981A82E500A6}"/>
          </ac:picMkLst>
        </pc:picChg>
        <pc:picChg chg="mod">
          <ac:chgData name="DEWE, HAYLEY L." userId="5cada80b-0f7b-49a5-96b2-656b100ca6c6" providerId="ADAL" clId="{632DF7FE-9916-4FAF-8457-3521400FFCEA}" dt="2025-11-12T23:59:19.816" v="56907" actId="1076"/>
          <ac:picMkLst>
            <pc:docMk/>
            <pc:sldMk cId="1568718387" sldId="793"/>
            <ac:picMk id="3" creationId="{144D83CA-BDE0-3E8C-D4B4-5149322DA3B8}"/>
          </ac:picMkLst>
        </pc:picChg>
      </pc:sldChg>
      <pc:sldChg chg="addSp delSp modSp add del mo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537879254" sldId="793"/>
        </pc:sldMkLst>
        <pc:spChg chg="mod">
          <ac:chgData name="DEWE, HAYLEY L." userId="5cada80b-0f7b-49a5-96b2-656b100ca6c6" providerId="ADAL" clId="{632DF7FE-9916-4FAF-8457-3521400FFCEA}" dt="2025-11-12T10:38:56.728" v="39332" actId="20577"/>
          <ac:spMkLst>
            <pc:docMk/>
            <pc:sldMk cId="2537879254" sldId="793"/>
            <ac:spMk id="4" creationId="{739948FA-1AB0-CF8A-D13C-E8FE137BD600}"/>
          </ac:spMkLst>
        </pc:spChg>
        <pc:spChg chg="del mod">
          <ac:chgData name="DEWE, HAYLEY L." userId="5cada80b-0f7b-49a5-96b2-656b100ca6c6" providerId="ADAL" clId="{632DF7FE-9916-4FAF-8457-3521400FFCEA}" dt="2025-11-12T11:14:19.853" v="40380" actId="478"/>
          <ac:spMkLst>
            <pc:docMk/>
            <pc:sldMk cId="2537879254" sldId="793"/>
            <ac:spMk id="5" creationId="{49012850-F97B-9E74-7EF7-2EC0F06BD138}"/>
          </ac:spMkLst>
        </pc:spChg>
        <pc:spChg chg="mod">
          <ac:chgData name="DEWE, HAYLEY L." userId="5cada80b-0f7b-49a5-96b2-656b100ca6c6" providerId="ADAL" clId="{632DF7FE-9916-4FAF-8457-3521400FFCEA}" dt="2025-11-12T11:14:21.344" v="40381" actId="403"/>
          <ac:spMkLst>
            <pc:docMk/>
            <pc:sldMk cId="2537879254" sldId="793"/>
            <ac:spMk id="7" creationId="{5401F420-3D3B-0095-1E40-63E594DFA136}"/>
          </ac:spMkLst>
        </pc:spChg>
        <pc:spChg chg="add mod">
          <ac:chgData name="DEWE, HAYLEY L." userId="5cada80b-0f7b-49a5-96b2-656b100ca6c6" providerId="ADAL" clId="{632DF7FE-9916-4FAF-8457-3521400FFCEA}" dt="2025-11-12T10:39:54.601" v="39346" actId="1076"/>
          <ac:spMkLst>
            <pc:docMk/>
            <pc:sldMk cId="2537879254" sldId="793"/>
            <ac:spMk id="8" creationId="{9869487E-3041-38FA-CE0B-BE0FB730685C}"/>
          </ac:spMkLst>
        </pc:spChg>
        <pc:picChg chg="add mod">
          <ac:chgData name="DEWE, HAYLEY L." userId="5cada80b-0f7b-49a5-96b2-656b100ca6c6" providerId="ADAL" clId="{632DF7FE-9916-4FAF-8457-3521400FFCEA}" dt="2025-11-12T10:39:54.601" v="39346" actId="1076"/>
          <ac:picMkLst>
            <pc:docMk/>
            <pc:sldMk cId="2537879254" sldId="793"/>
            <ac:picMk id="2" creationId="{A7718DB3-9A20-0ABC-6964-981A82E500A6}"/>
          </ac:picMkLst>
        </pc:picChg>
        <pc:picChg chg="mod">
          <ac:chgData name="DEWE, HAYLEY L." userId="5cada80b-0f7b-49a5-96b2-656b100ca6c6" providerId="ADAL" clId="{632DF7FE-9916-4FAF-8457-3521400FFCEA}" dt="2025-11-12T10:39:54.601" v="39346" actId="1076"/>
          <ac:picMkLst>
            <pc:docMk/>
            <pc:sldMk cId="2537879254" sldId="793"/>
            <ac:picMk id="3" creationId="{144D83CA-BDE0-3E8C-D4B4-5149322DA3B8}"/>
          </ac:picMkLst>
        </pc:picChg>
      </pc:sldChg>
      <pc:sldChg chg="modSp add del mod">
        <pc:chgData name="DEWE, HAYLEY L." userId="5cada80b-0f7b-49a5-96b2-656b100ca6c6" providerId="ADAL" clId="{632DF7FE-9916-4FAF-8457-3521400FFCEA}" dt="2025-11-12T10:39:20.343" v="39339" actId="47"/>
        <pc:sldMkLst>
          <pc:docMk/>
          <pc:sldMk cId="382062645" sldId="794"/>
        </pc:sldMkLst>
        <pc:spChg chg="mod">
          <ac:chgData name="DEWE, HAYLEY L." userId="5cada80b-0f7b-49a5-96b2-656b100ca6c6" providerId="ADAL" clId="{632DF7FE-9916-4FAF-8457-3521400FFCEA}" dt="2025-11-12T10:39:11.220" v="39335" actId="21"/>
          <ac:spMkLst>
            <pc:docMk/>
            <pc:sldMk cId="382062645" sldId="794"/>
            <ac:spMk id="4" creationId="{739948FA-1AB0-CF8A-D13C-E8FE137BD600}"/>
          </ac:spMkLst>
        </pc:spChg>
      </pc:sldChg>
      <pc:sldChg chg="addSp delSp modSp add del mod">
        <pc:chgData name="DEWE, HAYLEY L." userId="5cada80b-0f7b-49a5-96b2-656b100ca6c6" providerId="ADAL" clId="{632DF7FE-9916-4FAF-8457-3521400FFCEA}" dt="2025-11-12T16:30:07.943" v="50691" actId="2696"/>
        <pc:sldMkLst>
          <pc:docMk/>
          <pc:sldMk cId="2080683444" sldId="798"/>
        </pc:sldMkLst>
        <pc:spChg chg="add mod">
          <ac:chgData name="DEWE, HAYLEY L." userId="5cada80b-0f7b-49a5-96b2-656b100ca6c6" providerId="ADAL" clId="{632DF7FE-9916-4FAF-8457-3521400FFCEA}" dt="2025-11-12T16:27:24.658" v="50673" actId="20577"/>
          <ac:spMkLst>
            <pc:docMk/>
            <pc:sldMk cId="2080683444" sldId="798"/>
            <ac:spMk id="2" creationId="{8E82385F-914E-9766-72B4-54BDC251E424}"/>
          </ac:spMkLst>
        </pc:spChg>
        <pc:spChg chg="mod">
          <ac:chgData name="DEWE, HAYLEY L." userId="5cada80b-0f7b-49a5-96b2-656b100ca6c6" providerId="ADAL" clId="{632DF7FE-9916-4FAF-8457-3521400FFCEA}" dt="2025-11-12T16:27:27.812" v="50681" actId="20577"/>
          <ac:spMkLst>
            <pc:docMk/>
            <pc:sldMk cId="2080683444" sldId="798"/>
            <ac:spMk id="4" creationId="{739948FA-1AB0-CF8A-D13C-E8FE137BD600}"/>
          </ac:spMkLst>
        </pc:spChg>
        <pc:spChg chg="del">
          <ac:chgData name="DEWE, HAYLEY L." userId="5cada80b-0f7b-49a5-96b2-656b100ca6c6" providerId="ADAL" clId="{632DF7FE-9916-4FAF-8457-3521400FFCEA}" dt="2025-11-12T16:27:19.092" v="50659" actId="478"/>
          <ac:spMkLst>
            <pc:docMk/>
            <pc:sldMk cId="2080683444" sldId="798"/>
            <ac:spMk id="7" creationId="{5401F420-3D3B-0095-1E40-63E594DFA136}"/>
          </ac:spMkLst>
        </pc:spChg>
        <pc:spChg chg="mod">
          <ac:chgData name="DEWE, HAYLEY L." userId="5cada80b-0f7b-49a5-96b2-656b100ca6c6" providerId="ADAL" clId="{632DF7FE-9916-4FAF-8457-3521400FFCEA}" dt="2025-11-12T16:27:38.670" v="50685" actId="20577"/>
          <ac:spMkLst>
            <pc:docMk/>
            <pc:sldMk cId="2080683444" sldId="798"/>
            <ac:spMk id="8" creationId="{8938F5E5-3A8B-4BAA-A276-329D11C11A6C}"/>
          </ac:spMkLst>
        </pc:spChg>
      </pc:sldChg>
      <pc:sldChg chg="addSp delSp modSp add del mod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429779702" sldId="798"/>
        </pc:sldMkLst>
        <pc:spChg chg="add del mod">
          <ac:chgData name="DEWE, HAYLEY L." userId="5cada80b-0f7b-49a5-96b2-656b100ca6c6" providerId="ADAL" clId="{632DF7FE-9916-4FAF-8457-3521400FFCEA}" dt="2025-11-12T10:46:42.607" v="39816" actId="478"/>
          <ac:spMkLst>
            <pc:docMk/>
            <pc:sldMk cId="2429779702" sldId="798"/>
            <ac:spMk id="3" creationId="{8F1395D1-FB60-55BE-6ED9-196BEA3BDC3C}"/>
          </ac:spMkLst>
        </pc:spChg>
        <pc:spChg chg="mod">
          <ac:chgData name="DEWE, HAYLEY L." userId="5cada80b-0f7b-49a5-96b2-656b100ca6c6" providerId="ADAL" clId="{632DF7FE-9916-4FAF-8457-3521400FFCEA}" dt="2025-11-12T11:14:52.650" v="40440" actId="21"/>
          <ac:spMkLst>
            <pc:docMk/>
            <pc:sldMk cId="2429779702" sldId="798"/>
            <ac:spMk id="4" creationId="{739948FA-1AB0-CF8A-D13C-E8FE137BD600}"/>
          </ac:spMkLst>
        </pc:spChg>
        <pc:spChg chg="add del">
          <ac:chgData name="DEWE, HAYLEY L." userId="5cada80b-0f7b-49a5-96b2-656b100ca6c6" providerId="ADAL" clId="{632DF7FE-9916-4FAF-8457-3521400FFCEA}" dt="2025-11-12T10:42:34.112" v="39678" actId="478"/>
          <ac:spMkLst>
            <pc:docMk/>
            <pc:sldMk cId="2429779702" sldId="798"/>
            <ac:spMk id="5" creationId="{D372EF66-B050-BD8E-3776-2DAE1F4DB7FB}"/>
          </ac:spMkLst>
        </pc:spChg>
        <pc:spChg chg="mod">
          <ac:chgData name="DEWE, HAYLEY L." userId="5cada80b-0f7b-49a5-96b2-656b100ca6c6" providerId="ADAL" clId="{632DF7FE-9916-4FAF-8457-3521400FFCEA}" dt="2025-11-12T11:14:24.782" v="40382" actId="403"/>
          <ac:spMkLst>
            <pc:docMk/>
            <pc:sldMk cId="2429779702" sldId="798"/>
            <ac:spMk id="7" creationId="{5401F420-3D3B-0095-1E40-63E594DFA136}"/>
          </ac:spMkLst>
        </pc:spChg>
        <pc:spChg chg="add mod">
          <ac:chgData name="DEWE, HAYLEY L." userId="5cada80b-0f7b-49a5-96b2-656b100ca6c6" providerId="ADAL" clId="{632DF7FE-9916-4FAF-8457-3521400FFCEA}" dt="2025-11-12T11:15:09.901" v="40447" actId="114"/>
          <ac:spMkLst>
            <pc:docMk/>
            <pc:sldMk cId="2429779702" sldId="798"/>
            <ac:spMk id="8" creationId="{8938F5E5-3A8B-4BAA-A276-329D11C11A6C}"/>
          </ac:spMkLst>
        </pc:spChg>
      </pc:sldChg>
      <pc:sldChg chg="modSp add del mod ord">
        <pc:chgData name="DEWE, HAYLEY L." userId="5cada80b-0f7b-49a5-96b2-656b100ca6c6" providerId="ADAL" clId="{632DF7FE-9916-4FAF-8457-3521400FFCEA}" dt="2025-11-12T16:27:03.975" v="50656" actId="2696"/>
        <pc:sldMkLst>
          <pc:docMk/>
          <pc:sldMk cId="2526267042" sldId="798"/>
        </pc:sldMkLst>
        <pc:spChg chg="mod">
          <ac:chgData name="DEWE, HAYLEY L." userId="5cada80b-0f7b-49a5-96b2-656b100ca6c6" providerId="ADAL" clId="{632DF7FE-9916-4FAF-8457-3521400FFCEA}" dt="2025-11-12T13:45:20.789" v="49171" actId="20577"/>
          <ac:spMkLst>
            <pc:docMk/>
            <pc:sldMk cId="2526267042" sldId="798"/>
            <ac:spMk id="4" creationId="{739948FA-1AB0-CF8A-D13C-E8FE137BD600}"/>
          </ac:spMkLst>
        </pc:spChg>
        <pc:spChg chg="mod">
          <ac:chgData name="DEWE, HAYLEY L." userId="5cada80b-0f7b-49a5-96b2-656b100ca6c6" providerId="ADAL" clId="{632DF7FE-9916-4FAF-8457-3521400FFCEA}" dt="2025-11-12T13:44:42.346" v="49095" actId="20577"/>
          <ac:spMkLst>
            <pc:docMk/>
            <pc:sldMk cId="2526267042" sldId="798"/>
            <ac:spMk id="7" creationId="{5401F420-3D3B-0095-1E40-63E594DFA136}"/>
          </ac:spMkLst>
        </pc:spChg>
      </pc:sldChg>
      <pc:sldChg chg="addSp delSp modSp add mod">
        <pc:chgData name="DEWE, HAYLEY L." userId="5cada80b-0f7b-49a5-96b2-656b100ca6c6" providerId="ADAL" clId="{632DF7FE-9916-4FAF-8457-3521400FFCEA}" dt="2025-11-13T02:39:33.585" v="60208" actId="478"/>
        <pc:sldMkLst>
          <pc:docMk/>
          <pc:sldMk cId="3375055263" sldId="798"/>
        </pc:sldMkLst>
        <pc:spChg chg="add del">
          <ac:chgData name="DEWE, HAYLEY L." userId="5cada80b-0f7b-49a5-96b2-656b100ca6c6" providerId="ADAL" clId="{632DF7FE-9916-4FAF-8457-3521400FFCEA}" dt="2025-11-12T16:31:11.978" v="50722" actId="478"/>
          <ac:spMkLst>
            <pc:docMk/>
            <pc:sldMk cId="3375055263" sldId="798"/>
            <ac:spMk id="2" creationId="{8E82385F-914E-9766-72B4-54BDC251E424}"/>
          </ac:spMkLst>
        </pc:spChg>
        <pc:spChg chg="add mod">
          <ac:chgData name="DEWE, HAYLEY L." userId="5cada80b-0f7b-49a5-96b2-656b100ca6c6" providerId="ADAL" clId="{632DF7FE-9916-4FAF-8457-3521400FFCEA}" dt="2025-11-12T16:31:12.740" v="50723"/>
          <ac:spMkLst>
            <pc:docMk/>
            <pc:sldMk cId="3375055263" sldId="798"/>
            <ac:spMk id="3" creationId="{00FB6792-B793-113B-C76D-0569F1E8A6EB}"/>
          </ac:spMkLst>
        </pc:spChg>
        <pc:spChg chg="mod">
          <ac:chgData name="DEWE, HAYLEY L." userId="5cada80b-0f7b-49a5-96b2-656b100ca6c6" providerId="ADAL" clId="{632DF7FE-9916-4FAF-8457-3521400FFCEA}" dt="2025-11-13T01:32:11.502" v="57899" actId="255"/>
          <ac:spMkLst>
            <pc:docMk/>
            <pc:sldMk cId="3375055263" sldId="798"/>
            <ac:spMk id="4" creationId="{739948FA-1AB0-CF8A-D13C-E8FE137BD600}"/>
          </ac:spMkLst>
        </pc:spChg>
        <pc:spChg chg="del mod">
          <ac:chgData name="DEWE, HAYLEY L." userId="5cada80b-0f7b-49a5-96b2-656b100ca6c6" providerId="ADAL" clId="{632DF7FE-9916-4FAF-8457-3521400FFCEA}" dt="2025-11-13T02:39:33.585" v="60208" actId="478"/>
          <ac:spMkLst>
            <pc:docMk/>
            <pc:sldMk cId="3375055263" sldId="798"/>
            <ac:spMk id="8" creationId="{8938F5E5-3A8B-4BAA-A276-329D11C11A6C}"/>
          </ac:spMkLst>
        </pc:spChg>
      </pc:sldChg>
      <pc:sldChg chg="modSp add del mod">
        <pc:chgData name="DEWE, HAYLEY L." userId="5cada80b-0f7b-49a5-96b2-656b100ca6c6" providerId="ADAL" clId="{632DF7FE-9916-4FAF-8457-3521400FFCEA}" dt="2025-11-05T12:22:27.296" v="22892" actId="47"/>
        <pc:sldMkLst>
          <pc:docMk/>
          <pc:sldMk cId="1483130116" sldId="800"/>
        </pc:sldMkLst>
      </pc:sldChg>
      <pc:sldChg chg="modSp add del mod modAnim">
        <pc:chgData name="DEWE, HAYLEY L." userId="5cada80b-0f7b-49a5-96b2-656b100ca6c6" providerId="ADAL" clId="{632DF7FE-9916-4FAF-8457-3521400FFCEA}" dt="2025-11-10T16:26:51.246" v="34685" actId="47"/>
        <pc:sldMkLst>
          <pc:docMk/>
          <pc:sldMk cId="567994303" sldId="802"/>
        </pc:sldMkLst>
      </pc:sldChg>
      <pc:sldChg chg="addSp delSp modSp add mod ord setBg modNotesTx">
        <pc:chgData name="DEWE, HAYLEY L." userId="5cada80b-0f7b-49a5-96b2-656b100ca6c6" providerId="ADAL" clId="{632DF7FE-9916-4FAF-8457-3521400FFCEA}" dt="2025-11-13T02:40:03.921" v="60211" actId="20577"/>
        <pc:sldMkLst>
          <pc:docMk/>
          <pc:sldMk cId="2440709678" sldId="803"/>
        </pc:sldMkLst>
        <pc:spChg chg="add mod">
          <ac:chgData name="DEWE, HAYLEY L." userId="5cada80b-0f7b-49a5-96b2-656b100ca6c6" providerId="ADAL" clId="{632DF7FE-9916-4FAF-8457-3521400FFCEA}" dt="2025-11-12T23:56:02.493" v="56749"/>
          <ac:spMkLst>
            <pc:docMk/>
            <pc:sldMk cId="2440709678" sldId="803"/>
            <ac:spMk id="2" creationId="{5D961154-6976-136F-BB93-CC04BD13A6B6}"/>
          </ac:spMkLst>
        </pc:spChg>
        <pc:spChg chg="mod">
          <ac:chgData name="DEWE, HAYLEY L." userId="5cada80b-0f7b-49a5-96b2-656b100ca6c6" providerId="ADAL" clId="{632DF7FE-9916-4FAF-8457-3521400FFCEA}" dt="2025-11-13T02:04:03.379" v="59127" actId="14100"/>
          <ac:spMkLst>
            <pc:docMk/>
            <pc:sldMk cId="2440709678" sldId="803"/>
            <ac:spMk id="3" creationId="{36534F00-652D-72A8-7A00-9CFF2883D9CF}"/>
          </ac:spMkLst>
        </pc:spChg>
        <pc:spChg chg="del mod">
          <ac:chgData name="DEWE, HAYLEY L." userId="5cada80b-0f7b-49a5-96b2-656b100ca6c6" providerId="ADAL" clId="{632DF7FE-9916-4FAF-8457-3521400FFCEA}" dt="2025-11-12T23:56:02.101" v="56748" actId="478"/>
          <ac:spMkLst>
            <pc:docMk/>
            <pc:sldMk cId="2440709678" sldId="803"/>
            <ac:spMk id="6" creationId="{81172BB1-D93D-46BC-6053-79101738D639}"/>
          </ac:spMkLst>
        </pc:spChg>
        <pc:spChg chg="del mod">
          <ac:chgData name="DEWE, HAYLEY L." userId="5cada80b-0f7b-49a5-96b2-656b100ca6c6" providerId="ADAL" clId="{632DF7FE-9916-4FAF-8457-3521400FFCEA}" dt="2025-11-12T17:08:38.894" v="52087" actId="478"/>
          <ac:spMkLst>
            <pc:docMk/>
            <pc:sldMk cId="2440709678" sldId="803"/>
            <ac:spMk id="8" creationId="{6ECAC4F8-5B45-2D97-1F53-53C3A5EC12A9}"/>
          </ac:spMkLst>
        </pc:spChg>
      </pc:sldChg>
      <pc:sldChg chg="modSp add del mod modAnim">
        <pc:chgData name="DEWE, HAYLEY L." userId="5cada80b-0f7b-49a5-96b2-656b100ca6c6" providerId="ADAL" clId="{632DF7FE-9916-4FAF-8457-3521400FFCEA}" dt="2025-11-10T16:26:50.436" v="34684" actId="47"/>
        <pc:sldMkLst>
          <pc:docMk/>
          <pc:sldMk cId="3489759283" sldId="803"/>
        </pc:sldMkLst>
      </pc:sldChg>
      <pc:sldChg chg="delSp modSp add del mod setBg delDesignElem">
        <pc:chgData name="DEWE, HAYLEY L." userId="5cada80b-0f7b-49a5-96b2-656b100ca6c6" providerId="ADAL" clId="{632DF7FE-9916-4FAF-8457-3521400FFCEA}" dt="2025-11-12T17:07:54.768" v="52043" actId="2696"/>
        <pc:sldMkLst>
          <pc:docMk/>
          <pc:sldMk cId="3556470377" sldId="803"/>
        </pc:sldMkLst>
        <pc:spChg chg="mod">
          <ac:chgData name="DEWE, HAYLEY L." userId="5cada80b-0f7b-49a5-96b2-656b100ca6c6" providerId="ADAL" clId="{632DF7FE-9916-4FAF-8457-3521400FFCEA}" dt="2025-11-12T13:19:13.253" v="47264" actId="207"/>
          <ac:spMkLst>
            <pc:docMk/>
            <pc:sldMk cId="3556470377" sldId="803"/>
            <ac:spMk id="3" creationId="{36534F00-652D-72A8-7A00-9CFF2883D9CF}"/>
          </ac:spMkLst>
        </pc:spChg>
        <pc:spChg chg="del">
          <ac:chgData name="DEWE, HAYLEY L." userId="5cada80b-0f7b-49a5-96b2-656b100ca6c6" providerId="ADAL" clId="{632DF7FE-9916-4FAF-8457-3521400FFCEA}" dt="2025-11-12T13:12:59.793" v="46875"/>
          <ac:spMkLst>
            <pc:docMk/>
            <pc:sldMk cId="3556470377" sldId="803"/>
            <ac:spMk id="1031" creationId="{0A01F2A2-AEDD-47DC-AFB5-B97CEB9A5328}"/>
          </ac:spMkLst>
        </pc:spChg>
        <pc:spChg chg="del">
          <ac:chgData name="DEWE, HAYLEY L." userId="5cada80b-0f7b-49a5-96b2-656b100ca6c6" providerId="ADAL" clId="{632DF7FE-9916-4FAF-8457-3521400FFCEA}" dt="2025-11-12T13:12:59.793" v="46875"/>
          <ac:spMkLst>
            <pc:docMk/>
            <pc:sldMk cId="3556470377" sldId="803"/>
            <ac:spMk id="1033" creationId="{DB5AF5F3-AD0A-4EFA-854A-47C780F26264}"/>
          </ac:spMkLst>
        </pc:spChg>
        <pc:spChg chg="del">
          <ac:chgData name="DEWE, HAYLEY L." userId="5cada80b-0f7b-49a5-96b2-656b100ca6c6" providerId="ADAL" clId="{632DF7FE-9916-4FAF-8457-3521400FFCEA}" dt="2025-11-12T13:12:59.793" v="46875"/>
          <ac:spMkLst>
            <pc:docMk/>
            <pc:sldMk cId="3556470377" sldId="803"/>
            <ac:spMk id="1035" creationId="{1E3D6D6C-E192-4135-B1DB-17C71EEBC946}"/>
          </ac:spMkLst>
        </pc:spChg>
      </pc:sldChg>
      <pc:sldChg chg="modSp add del mod">
        <pc:chgData name="DEWE, HAYLEY L." userId="5cada80b-0f7b-49a5-96b2-656b100ca6c6" providerId="ADAL" clId="{632DF7FE-9916-4FAF-8457-3521400FFCEA}" dt="2025-11-12T17:07:54.768" v="52043" actId="2696"/>
        <pc:sldMkLst>
          <pc:docMk/>
          <pc:sldMk cId="828054950" sldId="804"/>
        </pc:sldMkLst>
        <pc:spChg chg="mod">
          <ac:chgData name="DEWE, HAYLEY L." userId="5cada80b-0f7b-49a5-96b2-656b100ca6c6" providerId="ADAL" clId="{632DF7FE-9916-4FAF-8457-3521400FFCEA}" dt="2025-11-12T13:19:22.348" v="47265" actId="207"/>
          <ac:spMkLst>
            <pc:docMk/>
            <pc:sldMk cId="828054950" sldId="804"/>
            <ac:spMk id="5" creationId="{61BB517D-D3FD-DDE6-A85E-DF9DD10D6071}"/>
          </ac:spMkLst>
        </pc:spChg>
      </pc:sldChg>
      <pc:sldChg chg="addSp delSp modSp add mod ord setBg delAnim modAnim modNotesTx">
        <pc:chgData name="DEWE, HAYLEY L." userId="5cada80b-0f7b-49a5-96b2-656b100ca6c6" providerId="ADAL" clId="{632DF7FE-9916-4FAF-8457-3521400FFCEA}" dt="2025-11-13T02:40:06.643" v="60212" actId="20577"/>
        <pc:sldMkLst>
          <pc:docMk/>
          <pc:sldMk cId="1965139520" sldId="804"/>
        </pc:sldMkLst>
        <pc:spChg chg="add del mod">
          <ac:chgData name="DEWE, HAYLEY L." userId="5cada80b-0f7b-49a5-96b2-656b100ca6c6" providerId="ADAL" clId="{632DF7FE-9916-4FAF-8457-3521400FFCEA}" dt="2025-11-12T17:12:11.904" v="52556" actId="478"/>
          <ac:spMkLst>
            <pc:docMk/>
            <pc:sldMk cId="1965139520" sldId="804"/>
            <ac:spMk id="3" creationId="{DB03E992-CDFF-4387-6A36-3E9424007269}"/>
          </ac:spMkLst>
        </pc:spChg>
        <pc:spChg chg="mod">
          <ac:chgData name="DEWE, HAYLEY L." userId="5cada80b-0f7b-49a5-96b2-656b100ca6c6" providerId="ADAL" clId="{632DF7FE-9916-4FAF-8457-3521400FFCEA}" dt="2025-11-12T23:55:51.870" v="56746" actId="207"/>
          <ac:spMkLst>
            <pc:docMk/>
            <pc:sldMk cId="1965139520" sldId="804"/>
            <ac:spMk id="5" creationId="{61BB517D-D3FD-DDE6-A85E-DF9DD10D6071}"/>
          </ac:spMkLst>
        </pc:spChg>
        <pc:spChg chg="add mod">
          <ac:chgData name="DEWE, HAYLEY L." userId="5cada80b-0f7b-49a5-96b2-656b100ca6c6" providerId="ADAL" clId="{632DF7FE-9916-4FAF-8457-3521400FFCEA}" dt="2025-11-12T17:16:46.590" v="53042" actId="1076"/>
          <ac:spMkLst>
            <pc:docMk/>
            <pc:sldMk cId="1965139520" sldId="804"/>
            <ac:spMk id="6" creationId="{5F517866-D1E6-9A70-A881-22371768F72B}"/>
          </ac:spMkLst>
        </pc:spChg>
        <pc:spChg chg="add mod">
          <ac:chgData name="DEWE, HAYLEY L." userId="5cada80b-0f7b-49a5-96b2-656b100ca6c6" providerId="ADAL" clId="{632DF7FE-9916-4FAF-8457-3521400FFCEA}" dt="2025-11-12T17:18:50.156" v="53097" actId="1076"/>
          <ac:spMkLst>
            <pc:docMk/>
            <pc:sldMk cId="1965139520" sldId="804"/>
            <ac:spMk id="7" creationId="{2B68225F-02A7-98B5-8D8A-188121BEC9F8}"/>
          </ac:spMkLst>
        </pc:spChg>
        <pc:spChg chg="add mod">
          <ac:chgData name="DEWE, HAYLEY L." userId="5cada80b-0f7b-49a5-96b2-656b100ca6c6" providerId="ADAL" clId="{632DF7FE-9916-4FAF-8457-3521400FFCEA}" dt="2025-11-12T17:18:37.849" v="53095" actId="2085"/>
          <ac:spMkLst>
            <pc:docMk/>
            <pc:sldMk cId="1965139520" sldId="804"/>
            <ac:spMk id="8" creationId="{57560019-43B2-1DBA-9379-75F78CADE0F6}"/>
          </ac:spMkLst>
        </pc:spChg>
        <pc:spChg chg="add del mod">
          <ac:chgData name="DEWE, HAYLEY L." userId="5cada80b-0f7b-49a5-96b2-656b100ca6c6" providerId="ADAL" clId="{632DF7FE-9916-4FAF-8457-3521400FFCEA}" dt="2025-11-12T17:17:21.188" v="53073" actId="478"/>
          <ac:spMkLst>
            <pc:docMk/>
            <pc:sldMk cId="1965139520" sldId="804"/>
            <ac:spMk id="9" creationId="{A632253A-0F1E-5113-C670-2B72D11B1AAA}"/>
          </ac:spMkLst>
        </pc:spChg>
        <pc:spChg chg="add mod">
          <ac:chgData name="DEWE, HAYLEY L." userId="5cada80b-0f7b-49a5-96b2-656b100ca6c6" providerId="ADAL" clId="{632DF7FE-9916-4FAF-8457-3521400FFCEA}" dt="2025-11-12T17:16:55.447" v="53047" actId="20577"/>
          <ac:spMkLst>
            <pc:docMk/>
            <pc:sldMk cId="1965139520" sldId="804"/>
            <ac:spMk id="10" creationId="{FA353AA7-0BB8-46AE-E1AF-D0E5B0F18709}"/>
          </ac:spMkLst>
        </pc:spChg>
        <pc:spChg chg="add mod">
          <ac:chgData name="DEWE, HAYLEY L." userId="5cada80b-0f7b-49a5-96b2-656b100ca6c6" providerId="ADAL" clId="{632DF7FE-9916-4FAF-8457-3521400FFCEA}" dt="2025-11-12T17:18:50.156" v="53097" actId="1076"/>
          <ac:spMkLst>
            <pc:docMk/>
            <pc:sldMk cId="1965139520" sldId="804"/>
            <ac:spMk id="11" creationId="{DBCE3858-9515-B637-3587-02F0A5E32564}"/>
          </ac:spMkLst>
        </pc:spChg>
        <pc:picChg chg="add mod modCrop">
          <ac:chgData name="DEWE, HAYLEY L." userId="5cada80b-0f7b-49a5-96b2-656b100ca6c6" providerId="ADAL" clId="{632DF7FE-9916-4FAF-8457-3521400FFCEA}" dt="2025-11-12T17:18:50.156" v="53097" actId="1076"/>
          <ac:picMkLst>
            <pc:docMk/>
            <pc:sldMk cId="1965139520" sldId="804"/>
            <ac:picMk id="2" creationId="{20D208CE-3930-756C-AD61-BD5D5D688702}"/>
          </ac:picMkLst>
        </pc:picChg>
        <pc:picChg chg="mod modCrop">
          <ac:chgData name="DEWE, HAYLEY L." userId="5cada80b-0f7b-49a5-96b2-656b100ca6c6" providerId="ADAL" clId="{632DF7FE-9916-4FAF-8457-3521400FFCEA}" dt="2025-11-12T17:16:46.590" v="53042" actId="1076"/>
          <ac:picMkLst>
            <pc:docMk/>
            <pc:sldMk cId="1965139520" sldId="804"/>
            <ac:picMk id="4" creationId="{001A9722-5DEF-DDD2-5A81-88DD858F36A5}"/>
          </ac:picMkLst>
        </pc:picChg>
      </pc:sldChg>
      <pc:sldChg chg="add del">
        <pc:chgData name="DEWE, HAYLEY L." userId="5cada80b-0f7b-49a5-96b2-656b100ca6c6" providerId="ADAL" clId="{632DF7FE-9916-4FAF-8457-3521400FFCEA}" dt="2025-11-12T17:19:59.976" v="53132" actId="47"/>
        <pc:sldMkLst>
          <pc:docMk/>
          <pc:sldMk cId="1111592730" sldId="805"/>
        </pc:sldMkLst>
      </pc:sldChg>
      <pc:sldChg chg="modSp add del mod">
        <pc:chgData name="DEWE, HAYLEY L." userId="5cada80b-0f7b-49a5-96b2-656b100ca6c6" providerId="ADAL" clId="{632DF7FE-9916-4FAF-8457-3521400FFCEA}" dt="2025-11-12T17:07:54.768" v="52043" actId="2696"/>
        <pc:sldMkLst>
          <pc:docMk/>
          <pc:sldMk cId="1564813014" sldId="805"/>
        </pc:sldMkLst>
        <pc:spChg chg="mod">
          <ac:chgData name="DEWE, HAYLEY L." userId="5cada80b-0f7b-49a5-96b2-656b100ca6c6" providerId="ADAL" clId="{632DF7FE-9916-4FAF-8457-3521400FFCEA}" dt="2025-11-12T13:19:25.671" v="47266" actId="207"/>
          <ac:spMkLst>
            <pc:docMk/>
            <pc:sldMk cId="1564813014" sldId="805"/>
            <ac:spMk id="3" creationId="{3D7B10E5-0C59-48C4-8158-B8F748B6E10C}"/>
          </ac:spMkLst>
        </pc:spChg>
      </pc:sldChg>
      <pc:sldChg chg="modSp add mod">
        <pc:chgData name="DEWE, HAYLEY L." userId="5cada80b-0f7b-49a5-96b2-656b100ca6c6" providerId="ADAL" clId="{632DF7FE-9916-4FAF-8457-3521400FFCEA}" dt="2025-11-10T17:31:39.914" v="38410" actId="20577"/>
        <pc:sldMkLst>
          <pc:docMk/>
          <pc:sldMk cId="31641608" sldId="809"/>
        </pc:sldMkLst>
        <pc:graphicFrameChg chg="mod modGraphic">
          <ac:chgData name="DEWE, HAYLEY L." userId="5cada80b-0f7b-49a5-96b2-656b100ca6c6" providerId="ADAL" clId="{632DF7FE-9916-4FAF-8457-3521400FFCEA}" dt="2025-11-10T17:31:39.914" v="38410" actId="20577"/>
          <ac:graphicFrameMkLst>
            <pc:docMk/>
            <pc:sldMk cId="31641608" sldId="809"/>
            <ac:graphicFrameMk id="2" creationId="{E4C202DC-79B0-6604-FCD6-23149DA14436}"/>
          </ac:graphicFrameMkLst>
        </pc:graphicFrameChg>
      </pc:sldChg>
      <pc:sldChg chg="addSp modSp add del mod modNotesTx">
        <pc:chgData name="DEWE, HAYLEY L." userId="5cada80b-0f7b-49a5-96b2-656b100ca6c6" providerId="ADAL" clId="{632DF7FE-9916-4FAF-8457-3521400FFCEA}" dt="2025-11-10T15:41:55.342" v="33114" actId="2696"/>
        <pc:sldMkLst>
          <pc:docMk/>
          <pc:sldMk cId="3530002709" sldId="809"/>
        </pc:sldMkLst>
      </pc:sldChg>
      <pc:sldChg chg="modSp add del mod">
        <pc:chgData name="DEWE, HAYLEY L." userId="5cada80b-0f7b-49a5-96b2-656b100ca6c6" providerId="ADAL" clId="{632DF7FE-9916-4FAF-8457-3521400FFCEA}" dt="2025-11-10T16:26:31.064" v="34677" actId="47"/>
        <pc:sldMkLst>
          <pc:docMk/>
          <pc:sldMk cId="482175367" sldId="810"/>
        </pc:sldMkLst>
      </pc:sldChg>
      <pc:sldChg chg="modSp add mod">
        <pc:chgData name="DEWE, HAYLEY L." userId="5cada80b-0f7b-49a5-96b2-656b100ca6c6" providerId="ADAL" clId="{632DF7FE-9916-4FAF-8457-3521400FFCEA}" dt="2025-11-13T02:29:40.956" v="60109" actId="20577"/>
        <pc:sldMkLst>
          <pc:docMk/>
          <pc:sldMk cId="2334158457" sldId="811"/>
        </pc:sldMkLst>
        <pc:spChg chg="mod">
          <ac:chgData name="DEWE, HAYLEY L." userId="5cada80b-0f7b-49a5-96b2-656b100ca6c6" providerId="ADAL" clId="{632DF7FE-9916-4FAF-8457-3521400FFCEA}" dt="2025-11-13T02:29:40.956" v="60109" actId="20577"/>
          <ac:spMkLst>
            <pc:docMk/>
            <pc:sldMk cId="2334158457" sldId="811"/>
            <ac:spMk id="9" creationId="{8B8676F2-4335-7184-8F2C-C2727F9C78E9}"/>
          </ac:spMkLst>
        </pc:spChg>
      </pc:sldChg>
      <pc:sldChg chg="delSp modSp add del mod modNotesTx">
        <pc:chgData name="DEWE, HAYLEY L." userId="5cada80b-0f7b-49a5-96b2-656b100ca6c6" providerId="ADAL" clId="{632DF7FE-9916-4FAF-8457-3521400FFCEA}" dt="2025-11-13T02:28:49.474" v="60084" actId="47"/>
        <pc:sldMkLst>
          <pc:docMk/>
          <pc:sldMk cId="3707030054" sldId="812"/>
        </pc:sldMkLst>
        <pc:spChg chg="mod">
          <ac:chgData name="DEWE, HAYLEY L." userId="5cada80b-0f7b-49a5-96b2-656b100ca6c6" providerId="ADAL" clId="{632DF7FE-9916-4FAF-8457-3521400FFCEA}" dt="2025-11-12T17:21:25.919" v="53149" actId="404"/>
          <ac:spMkLst>
            <pc:docMk/>
            <pc:sldMk cId="3707030054" sldId="812"/>
            <ac:spMk id="2" creationId="{CD2C48A0-0C62-9F5B-4471-22A81A0DABE2}"/>
          </ac:spMkLst>
        </pc:spChg>
      </pc:sldChg>
      <pc:sldChg chg="delSp modSp add mod ord delAnim modNotesTx">
        <pc:chgData name="DEWE, HAYLEY L." userId="5cada80b-0f7b-49a5-96b2-656b100ca6c6" providerId="ADAL" clId="{632DF7FE-9916-4FAF-8457-3521400FFCEA}" dt="2025-11-12T15:58:45.079" v="49534"/>
        <pc:sldMkLst>
          <pc:docMk/>
          <pc:sldMk cId="2352799976" sldId="813"/>
        </pc:sldMkLst>
        <pc:spChg chg="mod">
          <ac:chgData name="DEWE, HAYLEY L." userId="5cada80b-0f7b-49a5-96b2-656b100ca6c6" providerId="ADAL" clId="{632DF7FE-9916-4FAF-8457-3521400FFCEA}" dt="2025-11-12T11:20:59.299" v="41084" actId="404"/>
          <ac:spMkLst>
            <pc:docMk/>
            <pc:sldMk cId="2352799976" sldId="813"/>
            <ac:spMk id="9" creationId="{8B4D0ED3-855F-1DAB-78EF-436A633D73CD}"/>
          </ac:spMkLst>
        </pc:spChg>
      </pc:sldChg>
      <pc:sldChg chg="modSp add del mod">
        <pc:chgData name="DEWE, HAYLEY L." userId="5cada80b-0f7b-49a5-96b2-656b100ca6c6" providerId="ADAL" clId="{632DF7FE-9916-4FAF-8457-3521400FFCEA}" dt="2025-11-10T14:19:01.300" v="25445" actId="47"/>
        <pc:sldMkLst>
          <pc:docMk/>
          <pc:sldMk cId="3320827424" sldId="814"/>
        </pc:sldMkLst>
      </pc:sldChg>
      <pc:sldChg chg="addSp modSp add del mod ord modAnim modNotesTx">
        <pc:chgData name="DEWE, HAYLEY L." userId="5cada80b-0f7b-49a5-96b2-656b100ca6c6" providerId="ADAL" clId="{632DF7FE-9916-4FAF-8457-3521400FFCEA}" dt="2025-11-13T02:34:21.891" v="60121" actId="6549"/>
        <pc:sldMkLst>
          <pc:docMk/>
          <pc:sldMk cId="3950946495" sldId="815"/>
        </pc:sldMkLst>
        <pc:spChg chg="mod">
          <ac:chgData name="DEWE, HAYLEY L." userId="5cada80b-0f7b-49a5-96b2-656b100ca6c6" providerId="ADAL" clId="{632DF7FE-9916-4FAF-8457-3521400FFCEA}" dt="2025-11-12T11:06:43.126" v="39899" actId="20577"/>
          <ac:spMkLst>
            <pc:docMk/>
            <pc:sldMk cId="3950946495" sldId="815"/>
            <ac:spMk id="2" creationId="{EF2ACF4B-03AF-4162-8592-FB7893D2F228}"/>
          </ac:spMkLst>
        </pc:spChg>
        <pc:spChg chg="mod">
          <ac:chgData name="DEWE, HAYLEY L." userId="5cada80b-0f7b-49a5-96b2-656b100ca6c6" providerId="ADAL" clId="{632DF7FE-9916-4FAF-8457-3521400FFCEA}" dt="2025-11-13T02:34:21.891" v="60121" actId="6549"/>
          <ac:spMkLst>
            <pc:docMk/>
            <pc:sldMk cId="3950946495" sldId="815"/>
            <ac:spMk id="6" creationId="{FCD7F97C-5516-1064-ECE6-140ABF9FBBFC}"/>
          </ac:spMkLst>
        </pc:spChg>
      </pc:sldChg>
      <pc:sldChg chg="delSp modSp add del mod delAnim modAnim modNotesTx">
        <pc:chgData name="DEWE, HAYLEY L." userId="5cada80b-0f7b-49a5-96b2-656b100ca6c6" providerId="ADAL" clId="{632DF7FE-9916-4FAF-8457-3521400FFCEA}" dt="2025-11-12T16:01:34.060" v="49568" actId="2696"/>
        <pc:sldMkLst>
          <pc:docMk/>
          <pc:sldMk cId="871254484" sldId="816"/>
        </pc:sldMkLst>
        <pc:spChg chg="mod">
          <ac:chgData name="DEWE, HAYLEY L." userId="5cada80b-0f7b-49a5-96b2-656b100ca6c6" providerId="ADAL" clId="{632DF7FE-9916-4FAF-8457-3521400FFCEA}" dt="2025-11-12T11:13:13.173" v="40367" actId="6549"/>
          <ac:spMkLst>
            <pc:docMk/>
            <pc:sldMk cId="871254484" sldId="816"/>
            <ac:spMk id="4" creationId="{41E56A3F-CA77-BEA4-4E85-4DD4DC248524}"/>
          </ac:spMkLst>
        </pc:spChg>
        <pc:spChg chg="mod">
          <ac:chgData name="DEWE, HAYLEY L." userId="5cada80b-0f7b-49a5-96b2-656b100ca6c6" providerId="ADAL" clId="{632DF7FE-9916-4FAF-8457-3521400FFCEA}" dt="2025-11-12T11:20:52.991" v="41083" actId="404"/>
          <ac:spMkLst>
            <pc:docMk/>
            <pc:sldMk cId="871254484" sldId="816"/>
            <ac:spMk id="9" creationId="{0C9AE961-2159-6167-69E2-5FAE42636A8C}"/>
          </ac:spMkLst>
        </pc:spChg>
      </pc:sldChg>
      <pc:sldChg chg="add del ord">
        <pc:chgData name="DEWE, HAYLEY L." userId="5cada80b-0f7b-49a5-96b2-656b100ca6c6" providerId="ADAL" clId="{632DF7FE-9916-4FAF-8457-3521400FFCEA}" dt="2025-11-12T16:05:19.405" v="49608" actId="47"/>
        <pc:sldMkLst>
          <pc:docMk/>
          <pc:sldMk cId="2221532506" sldId="816"/>
        </pc:sldMkLst>
      </pc:sldChg>
      <pc:sldChg chg="addSp delSp modSp add mod delAnim modAnim modNotesTx">
        <pc:chgData name="DEWE, HAYLEY L." userId="5cada80b-0f7b-49a5-96b2-656b100ca6c6" providerId="ADAL" clId="{632DF7FE-9916-4FAF-8457-3521400FFCEA}" dt="2025-11-13T02:39:03.081" v="60205" actId="20577"/>
        <pc:sldMkLst>
          <pc:docMk/>
          <pc:sldMk cId="3042981932" sldId="817"/>
        </pc:sldMkLst>
        <pc:spChg chg="mod">
          <ac:chgData name="DEWE, HAYLEY L." userId="5cada80b-0f7b-49a5-96b2-656b100ca6c6" providerId="ADAL" clId="{632DF7FE-9916-4FAF-8457-3521400FFCEA}" dt="2025-11-12T11:19:42.350" v="41055" actId="27636"/>
          <ac:spMkLst>
            <pc:docMk/>
            <pc:sldMk cId="3042981932" sldId="817"/>
            <ac:spMk id="4" creationId="{CBD399B8-49F3-1EF5-F90B-5CAD602E1223}"/>
          </ac:spMkLst>
        </pc:spChg>
        <pc:spChg chg="mod">
          <ac:chgData name="DEWE, HAYLEY L." userId="5cada80b-0f7b-49a5-96b2-656b100ca6c6" providerId="ADAL" clId="{632DF7FE-9916-4FAF-8457-3521400FFCEA}" dt="2025-11-12T11:19:41.049" v="41053" actId="1076"/>
          <ac:spMkLst>
            <pc:docMk/>
            <pc:sldMk cId="3042981932" sldId="817"/>
            <ac:spMk id="6" creationId="{1C06FC83-BB5A-F5DC-DE63-29195ECD2D50}"/>
          </ac:spMkLst>
        </pc:spChg>
        <pc:picChg chg="add mod">
          <ac:chgData name="DEWE, HAYLEY L." userId="5cada80b-0f7b-49a5-96b2-656b100ca6c6" providerId="ADAL" clId="{632DF7FE-9916-4FAF-8457-3521400FFCEA}" dt="2025-11-12T11:19:41.049" v="41053" actId="1076"/>
          <ac:picMkLst>
            <pc:docMk/>
            <pc:sldMk cId="3042981932" sldId="817"/>
            <ac:picMk id="5" creationId="{F9C255B8-5F52-6D24-3EAD-7BEA7C72A9A9}"/>
          </ac:picMkLst>
        </pc:picChg>
      </pc:sldChg>
      <pc:sldChg chg="addSp delSp modSp add del mod ord setBg delAnim modNotesTx">
        <pc:chgData name="DEWE, HAYLEY L." userId="5cada80b-0f7b-49a5-96b2-656b100ca6c6" providerId="ADAL" clId="{632DF7FE-9916-4FAF-8457-3521400FFCEA}" dt="2025-11-13T02:39:11.935" v="60206" actId="47"/>
        <pc:sldMkLst>
          <pc:docMk/>
          <pc:sldMk cId="631182621" sldId="818"/>
        </pc:sldMkLst>
      </pc:sldChg>
      <pc:sldChg chg="addSp modSp add mod addAnim delAnim modAnim modNotesTx">
        <pc:chgData name="DEWE, HAYLEY L." userId="5cada80b-0f7b-49a5-96b2-656b100ca6c6" providerId="ADAL" clId="{632DF7FE-9916-4FAF-8457-3521400FFCEA}" dt="2025-11-13T02:44:32.941" v="60264" actId="6549"/>
        <pc:sldMkLst>
          <pc:docMk/>
          <pc:sldMk cId="2122292998" sldId="819"/>
        </pc:sldMkLst>
        <pc:spChg chg="mod">
          <ac:chgData name="DEWE, HAYLEY L." userId="5cada80b-0f7b-49a5-96b2-656b100ca6c6" providerId="ADAL" clId="{632DF7FE-9916-4FAF-8457-3521400FFCEA}" dt="2025-11-12T11:20:41.736" v="41079" actId="27636"/>
          <ac:spMkLst>
            <pc:docMk/>
            <pc:sldMk cId="2122292998" sldId="819"/>
            <ac:spMk id="4" creationId="{C1673961-579F-777A-1B2D-8D6323D8C12E}"/>
          </ac:spMkLst>
        </pc:spChg>
        <pc:spChg chg="mod">
          <ac:chgData name="DEWE, HAYLEY L." userId="5cada80b-0f7b-49a5-96b2-656b100ca6c6" providerId="ADAL" clId="{632DF7FE-9916-4FAF-8457-3521400FFCEA}" dt="2025-11-10T15:48:19.682" v="33589" actId="21"/>
          <ac:spMkLst>
            <pc:docMk/>
            <pc:sldMk cId="2122292998" sldId="819"/>
            <ac:spMk id="6" creationId="{D069E3F9-88A5-3A8F-4E57-F66A8EDEEBE8}"/>
          </ac:spMkLst>
        </pc:spChg>
        <pc:picChg chg="add mod">
          <ac:chgData name="DEWE, HAYLEY L." userId="5cada80b-0f7b-49a5-96b2-656b100ca6c6" providerId="ADAL" clId="{632DF7FE-9916-4FAF-8457-3521400FFCEA}" dt="2025-11-10T15:21:10.481" v="30531" actId="1076"/>
          <ac:picMkLst>
            <pc:docMk/>
            <pc:sldMk cId="2122292998" sldId="819"/>
            <ac:picMk id="2" creationId="{078FF948-FAA8-7B59-C0B1-FD9A5AFFE6DB}"/>
          </ac:picMkLst>
        </pc:picChg>
      </pc:sldChg>
      <pc:sldChg chg="addSp delSp modSp add mod ord addAnim delAnim modAnim modNotesTx">
        <pc:chgData name="DEWE, HAYLEY L." userId="5cada80b-0f7b-49a5-96b2-656b100ca6c6" providerId="ADAL" clId="{632DF7FE-9916-4FAF-8457-3521400FFCEA}" dt="2025-11-13T02:35:02.938" v="60125" actId="115"/>
        <pc:sldMkLst>
          <pc:docMk/>
          <pc:sldMk cId="2969522156" sldId="820"/>
        </pc:sldMkLst>
        <pc:spChg chg="add del mod">
          <ac:chgData name="DEWE, HAYLEY L." userId="5cada80b-0f7b-49a5-96b2-656b100ca6c6" providerId="ADAL" clId="{632DF7FE-9916-4FAF-8457-3521400FFCEA}" dt="2025-11-10T16:20:35.868" v="34600" actId="6549"/>
          <ac:spMkLst>
            <pc:docMk/>
            <pc:sldMk cId="2969522156" sldId="820"/>
            <ac:spMk id="3" creationId="{7D2568F3-F123-9FFC-CC87-8630641A57E9}"/>
          </ac:spMkLst>
        </pc:spChg>
        <pc:spChg chg="mod">
          <ac:chgData name="DEWE, HAYLEY L." userId="5cada80b-0f7b-49a5-96b2-656b100ca6c6" providerId="ADAL" clId="{632DF7FE-9916-4FAF-8457-3521400FFCEA}" dt="2025-11-12T11:20:27.073" v="41073" actId="27636"/>
          <ac:spMkLst>
            <pc:docMk/>
            <pc:sldMk cId="2969522156" sldId="820"/>
            <ac:spMk id="5" creationId="{1A177E71-F028-4D8F-0C56-5A77E9AC1E3C}"/>
          </ac:spMkLst>
        </pc:spChg>
        <pc:spChg chg="mod">
          <ac:chgData name="DEWE, HAYLEY L." userId="5cada80b-0f7b-49a5-96b2-656b100ca6c6" providerId="ADAL" clId="{632DF7FE-9916-4FAF-8457-3521400FFCEA}" dt="2025-11-10T16:32:27.148" v="34766" actId="20577"/>
          <ac:spMkLst>
            <pc:docMk/>
            <pc:sldMk cId="2969522156" sldId="820"/>
            <ac:spMk id="8" creationId="{9A3B7C79-42EF-5680-4D43-61ABA290BC2E}"/>
          </ac:spMkLst>
        </pc:spChg>
        <pc:spChg chg="add del mod">
          <ac:chgData name="DEWE, HAYLEY L." userId="5cada80b-0f7b-49a5-96b2-656b100ca6c6" providerId="ADAL" clId="{632DF7FE-9916-4FAF-8457-3521400FFCEA}" dt="2025-11-10T16:10:12.115" v="34154" actId="1076"/>
          <ac:spMkLst>
            <pc:docMk/>
            <pc:sldMk cId="2969522156" sldId="820"/>
            <ac:spMk id="9" creationId="{C4377054-9DE7-7D43-BFD0-01188C41605F}"/>
          </ac:spMkLst>
        </pc:spChg>
        <pc:spChg chg="add mod">
          <ac:chgData name="DEWE, HAYLEY L." userId="5cada80b-0f7b-49a5-96b2-656b100ca6c6" providerId="ADAL" clId="{632DF7FE-9916-4FAF-8457-3521400FFCEA}" dt="2025-11-10T16:10:14.212" v="34155" actId="1076"/>
          <ac:spMkLst>
            <pc:docMk/>
            <pc:sldMk cId="2969522156" sldId="820"/>
            <ac:spMk id="10" creationId="{830F671A-7294-3C7C-E307-AC80E3863090}"/>
          </ac:spMkLst>
        </pc:spChg>
        <pc:spChg chg="add mod">
          <ac:chgData name="DEWE, HAYLEY L." userId="5cada80b-0f7b-49a5-96b2-656b100ca6c6" providerId="ADAL" clId="{632DF7FE-9916-4FAF-8457-3521400FFCEA}" dt="2025-11-10T16:29:42.657" v="34688" actId="14100"/>
          <ac:spMkLst>
            <pc:docMk/>
            <pc:sldMk cId="2969522156" sldId="820"/>
            <ac:spMk id="11" creationId="{022AAF58-E721-159E-61E0-9FA9DF7AC144}"/>
          </ac:spMkLst>
        </pc:spChg>
        <pc:spChg chg="add mod">
          <ac:chgData name="DEWE, HAYLEY L." userId="5cada80b-0f7b-49a5-96b2-656b100ca6c6" providerId="ADAL" clId="{632DF7FE-9916-4FAF-8457-3521400FFCEA}" dt="2025-11-10T16:29:44.554" v="34689" actId="14100"/>
          <ac:spMkLst>
            <pc:docMk/>
            <pc:sldMk cId="2969522156" sldId="820"/>
            <ac:spMk id="12" creationId="{63AAEF47-7E4A-E153-9A59-6BC459D7B209}"/>
          </ac:spMkLst>
        </pc:spChg>
        <pc:picChg chg="add mod">
          <ac:chgData name="DEWE, HAYLEY L." userId="5cada80b-0f7b-49a5-96b2-656b100ca6c6" providerId="ADAL" clId="{632DF7FE-9916-4FAF-8457-3521400FFCEA}" dt="2025-11-10T15:59:05.314" v="34019" actId="1076"/>
          <ac:picMkLst>
            <pc:docMk/>
            <pc:sldMk cId="2969522156" sldId="820"/>
            <ac:picMk id="7" creationId="{3D7C19A1-9D94-C249-10AE-9181FD4F26D4}"/>
          </ac:picMkLst>
        </pc:picChg>
      </pc:sldChg>
      <pc:sldChg chg="addSp delSp modSp add mod">
        <pc:chgData name="DEWE, HAYLEY L." userId="5cada80b-0f7b-49a5-96b2-656b100ca6c6" providerId="ADAL" clId="{632DF7FE-9916-4FAF-8457-3521400FFCEA}" dt="2025-11-12T11:20:01.094" v="41063" actId="1076"/>
        <pc:sldMkLst>
          <pc:docMk/>
          <pc:sldMk cId="571758267" sldId="821"/>
        </pc:sldMkLst>
        <pc:spChg chg="mod">
          <ac:chgData name="DEWE, HAYLEY L." userId="5cada80b-0f7b-49a5-96b2-656b100ca6c6" providerId="ADAL" clId="{632DF7FE-9916-4FAF-8457-3521400FFCEA}" dt="2025-11-10T15:45:35.256" v="33181" actId="122"/>
          <ac:spMkLst>
            <pc:docMk/>
            <pc:sldMk cId="571758267" sldId="821"/>
            <ac:spMk id="3" creationId="{1BCA21EC-D16B-4D04-38F7-FCE761F228C7}"/>
          </ac:spMkLst>
        </pc:spChg>
        <pc:spChg chg="mod">
          <ac:chgData name="DEWE, HAYLEY L." userId="5cada80b-0f7b-49a5-96b2-656b100ca6c6" providerId="ADAL" clId="{632DF7FE-9916-4FAF-8457-3521400FFCEA}" dt="2025-11-12T11:20:01.094" v="41063" actId="1076"/>
          <ac:spMkLst>
            <pc:docMk/>
            <pc:sldMk cId="571758267" sldId="821"/>
            <ac:spMk id="5" creationId="{85B820AB-CDE8-632F-ABB0-662CEC9C57F8}"/>
          </ac:spMkLst>
        </pc:spChg>
        <pc:spChg chg="mod">
          <ac:chgData name="DEWE, HAYLEY L." userId="5cada80b-0f7b-49a5-96b2-656b100ca6c6" providerId="ADAL" clId="{632DF7FE-9916-4FAF-8457-3521400FFCEA}" dt="2025-11-12T11:19:56.691" v="41060" actId="255"/>
          <ac:spMkLst>
            <pc:docMk/>
            <pc:sldMk cId="571758267" sldId="821"/>
            <ac:spMk id="8" creationId="{B336E14E-9D86-8064-D3A3-0E6BADEA2D50}"/>
          </ac:spMkLst>
        </pc:spChg>
        <pc:picChg chg="add mod">
          <ac:chgData name="DEWE, HAYLEY L." userId="5cada80b-0f7b-49a5-96b2-656b100ca6c6" providerId="ADAL" clId="{632DF7FE-9916-4FAF-8457-3521400FFCEA}" dt="2025-11-10T15:45:09.380" v="33160" actId="1076"/>
          <ac:picMkLst>
            <pc:docMk/>
            <pc:sldMk cId="571758267" sldId="821"/>
            <ac:picMk id="7" creationId="{46C39765-EF54-5EA5-6529-C41F19CE2C94}"/>
          </ac:picMkLst>
        </pc:picChg>
        <pc:picChg chg="add mod">
          <ac:chgData name="DEWE, HAYLEY L." userId="5cada80b-0f7b-49a5-96b2-656b100ca6c6" providerId="ADAL" clId="{632DF7FE-9916-4FAF-8457-3521400FFCEA}" dt="2025-11-10T15:45:08.542" v="33159" actId="1076"/>
          <ac:picMkLst>
            <pc:docMk/>
            <pc:sldMk cId="571758267" sldId="821"/>
            <ac:picMk id="9" creationId="{06CE6D65-BF5D-B251-BA0B-30B117CEC326}"/>
          </ac:picMkLst>
        </pc:picChg>
      </pc:sldChg>
      <pc:sldChg chg="add del">
        <pc:chgData name="DEWE, HAYLEY L." userId="5cada80b-0f7b-49a5-96b2-656b100ca6c6" providerId="ADAL" clId="{632DF7FE-9916-4FAF-8457-3521400FFCEA}" dt="2025-11-10T15:47:19.712" v="33550" actId="2890"/>
        <pc:sldMkLst>
          <pc:docMk/>
          <pc:sldMk cId="1334763432" sldId="822"/>
        </pc:sldMkLst>
      </pc:sldChg>
      <pc:sldChg chg="addSp delSp modSp add mod modNotesTx">
        <pc:chgData name="DEWE, HAYLEY L." userId="5cada80b-0f7b-49a5-96b2-656b100ca6c6" providerId="ADAL" clId="{632DF7FE-9916-4FAF-8457-3521400FFCEA}" dt="2025-11-13T02:38:59.668" v="60204" actId="1076"/>
        <pc:sldMkLst>
          <pc:docMk/>
          <pc:sldMk cId="2038931712" sldId="822"/>
        </pc:sldMkLst>
        <pc:spChg chg="add del mod">
          <ac:chgData name="DEWE, HAYLEY L." userId="5cada80b-0f7b-49a5-96b2-656b100ca6c6" providerId="ADAL" clId="{632DF7FE-9916-4FAF-8457-3521400FFCEA}" dt="2025-11-12T11:20:07.023" v="41064" actId="1076"/>
          <ac:spMkLst>
            <pc:docMk/>
            <pc:sldMk cId="2038931712" sldId="822"/>
            <ac:spMk id="3" creationId="{82514363-16C9-8AC0-4424-78F4862F61E4}"/>
          </ac:spMkLst>
        </pc:spChg>
        <pc:spChg chg="mod">
          <ac:chgData name="DEWE, HAYLEY L." userId="5cada80b-0f7b-49a5-96b2-656b100ca6c6" providerId="ADAL" clId="{632DF7FE-9916-4FAF-8457-3521400FFCEA}" dt="2025-11-12T11:20:07.023" v="41064" actId="1076"/>
          <ac:spMkLst>
            <pc:docMk/>
            <pc:sldMk cId="2038931712" sldId="822"/>
            <ac:spMk id="5" creationId="{C423C630-F231-4E45-213A-216B43ED8162}"/>
          </ac:spMkLst>
        </pc:spChg>
        <pc:spChg chg="mod">
          <ac:chgData name="DEWE, HAYLEY L." userId="5cada80b-0f7b-49a5-96b2-656b100ca6c6" providerId="ADAL" clId="{632DF7FE-9916-4FAF-8457-3521400FFCEA}" dt="2025-11-12T11:19:51.985" v="41059" actId="255"/>
          <ac:spMkLst>
            <pc:docMk/>
            <pc:sldMk cId="2038931712" sldId="822"/>
            <ac:spMk id="8" creationId="{FED77C58-1E15-3A1B-CDBA-16513E4182FA}"/>
          </ac:spMkLst>
        </pc:spChg>
        <pc:spChg chg="add mod">
          <ac:chgData name="DEWE, HAYLEY L." userId="5cada80b-0f7b-49a5-96b2-656b100ca6c6" providerId="ADAL" clId="{632DF7FE-9916-4FAF-8457-3521400FFCEA}" dt="2025-11-10T17:21:40.369" v="37790" actId="20577"/>
          <ac:spMkLst>
            <pc:docMk/>
            <pc:sldMk cId="2038931712" sldId="822"/>
            <ac:spMk id="12" creationId="{4F89CE52-15BB-241E-97C9-ED5087E7E07B}"/>
          </ac:spMkLst>
        </pc:spChg>
        <pc:picChg chg="add mod">
          <ac:chgData name="DEWE, HAYLEY L." userId="5cada80b-0f7b-49a5-96b2-656b100ca6c6" providerId="ADAL" clId="{632DF7FE-9916-4FAF-8457-3521400FFCEA}" dt="2025-11-13T02:38:59.668" v="60204" actId="1076"/>
          <ac:picMkLst>
            <pc:docMk/>
            <pc:sldMk cId="2038931712" sldId="822"/>
            <ac:picMk id="4" creationId="{54252C4B-9B0F-7670-A28D-0140BBFFF285}"/>
          </ac:picMkLst>
        </pc:picChg>
        <pc:picChg chg="add mod">
          <ac:chgData name="DEWE, HAYLEY L." userId="5cada80b-0f7b-49a5-96b2-656b100ca6c6" providerId="ADAL" clId="{632DF7FE-9916-4FAF-8457-3521400FFCEA}" dt="2025-11-10T17:21:27.595" v="37771" actId="1076"/>
          <ac:picMkLst>
            <pc:docMk/>
            <pc:sldMk cId="2038931712" sldId="822"/>
            <ac:picMk id="6" creationId="{03FDCBC7-C396-0E8B-8BF8-E714152FE0CE}"/>
          </ac:picMkLst>
        </pc:picChg>
        <pc:picChg chg="add mod modCrop">
          <ac:chgData name="DEWE, HAYLEY L." userId="5cada80b-0f7b-49a5-96b2-656b100ca6c6" providerId="ADAL" clId="{632DF7FE-9916-4FAF-8457-3521400FFCEA}" dt="2025-11-10T17:21:27.595" v="37771" actId="1076"/>
          <ac:picMkLst>
            <pc:docMk/>
            <pc:sldMk cId="2038931712" sldId="822"/>
            <ac:picMk id="11" creationId="{78073670-D1B7-2765-F3C1-5BB1AA50BD80}"/>
          </ac:picMkLst>
        </pc:picChg>
      </pc:sldChg>
      <pc:sldChg chg="addSp delSp modSp add mod delAnim modAnim modNotesTx">
        <pc:chgData name="DEWE, HAYLEY L." userId="5cada80b-0f7b-49a5-96b2-656b100ca6c6" providerId="ADAL" clId="{632DF7FE-9916-4FAF-8457-3521400FFCEA}" dt="2025-11-13T02:35:29.649" v="60133" actId="20577"/>
        <pc:sldMkLst>
          <pc:docMk/>
          <pc:sldMk cId="1286253549" sldId="823"/>
        </pc:sldMkLst>
        <pc:spChg chg="mod">
          <ac:chgData name="DEWE, HAYLEY L." userId="5cada80b-0f7b-49a5-96b2-656b100ca6c6" providerId="ADAL" clId="{632DF7FE-9916-4FAF-8457-3521400FFCEA}" dt="2025-11-12T11:20:20.019" v="41069" actId="27636"/>
          <ac:spMkLst>
            <pc:docMk/>
            <pc:sldMk cId="1286253549" sldId="823"/>
            <ac:spMk id="5" creationId="{8BCDFE01-DF95-C80D-A425-D43304242CFC}"/>
          </ac:spMkLst>
        </pc:spChg>
        <pc:picChg chg="add mod modCrop">
          <ac:chgData name="DEWE, HAYLEY L." userId="5cada80b-0f7b-49a5-96b2-656b100ca6c6" providerId="ADAL" clId="{632DF7FE-9916-4FAF-8457-3521400FFCEA}" dt="2025-11-10T16:00:56.082" v="34034" actId="1076"/>
          <ac:picMkLst>
            <pc:docMk/>
            <pc:sldMk cId="1286253549" sldId="823"/>
            <ac:picMk id="13" creationId="{869B18A6-98D0-B817-4C4D-4A4829061158}"/>
          </ac:picMkLst>
        </pc:picChg>
        <pc:picChg chg="add mod">
          <ac:chgData name="DEWE, HAYLEY L." userId="5cada80b-0f7b-49a5-96b2-656b100ca6c6" providerId="ADAL" clId="{632DF7FE-9916-4FAF-8457-3521400FFCEA}" dt="2025-11-10T16:04:58.039" v="34066" actId="1076"/>
          <ac:picMkLst>
            <pc:docMk/>
            <pc:sldMk cId="1286253549" sldId="823"/>
            <ac:picMk id="20" creationId="{C0E999FF-2961-92BD-A1BE-3845F517EEE6}"/>
          </ac:picMkLst>
        </pc:picChg>
        <pc:picChg chg="add mod">
          <ac:chgData name="DEWE, HAYLEY L." userId="5cada80b-0f7b-49a5-96b2-656b100ca6c6" providerId="ADAL" clId="{632DF7FE-9916-4FAF-8457-3521400FFCEA}" dt="2025-11-10T16:03:42.301" v="34061" actId="1076"/>
          <ac:picMkLst>
            <pc:docMk/>
            <pc:sldMk cId="1286253549" sldId="823"/>
            <ac:picMk id="22" creationId="{DF076FFD-3097-CF8F-5C87-E4DCFC04A873}"/>
          </ac:picMkLst>
        </pc:picChg>
        <pc:picChg chg="add mod modCrop">
          <ac:chgData name="DEWE, HAYLEY L." userId="5cada80b-0f7b-49a5-96b2-656b100ca6c6" providerId="ADAL" clId="{632DF7FE-9916-4FAF-8457-3521400FFCEA}" dt="2025-11-10T16:05:04.689" v="34068" actId="732"/>
          <ac:picMkLst>
            <pc:docMk/>
            <pc:sldMk cId="1286253549" sldId="823"/>
            <ac:picMk id="24" creationId="{49EB308D-BAD3-AE48-AD32-F90B04116990}"/>
          </ac:picMkLst>
        </pc:picChg>
      </pc:sldChg>
      <pc:sldChg chg="addSp delSp modSp add mod delAnim modAnim modNotesTx">
        <pc:chgData name="DEWE, HAYLEY L." userId="5cada80b-0f7b-49a5-96b2-656b100ca6c6" providerId="ADAL" clId="{632DF7FE-9916-4FAF-8457-3521400FFCEA}" dt="2025-11-13T02:35:31.947" v="60134" actId="20577"/>
        <pc:sldMkLst>
          <pc:docMk/>
          <pc:sldMk cId="2417775896" sldId="824"/>
        </pc:sldMkLst>
        <pc:spChg chg="mod">
          <ac:chgData name="DEWE, HAYLEY L." userId="5cada80b-0f7b-49a5-96b2-656b100ca6c6" providerId="ADAL" clId="{632DF7FE-9916-4FAF-8457-3521400FFCEA}" dt="2025-11-12T11:20:16.567" v="41067" actId="27636"/>
          <ac:spMkLst>
            <pc:docMk/>
            <pc:sldMk cId="2417775896" sldId="824"/>
            <ac:spMk id="5" creationId="{4F3A1466-819E-B566-C184-0A35A678A2C6}"/>
          </ac:spMkLst>
        </pc:spChg>
        <pc:picChg chg="add mod">
          <ac:chgData name="DEWE, HAYLEY L." userId="5cada80b-0f7b-49a5-96b2-656b100ca6c6" providerId="ADAL" clId="{632DF7FE-9916-4FAF-8457-3521400FFCEA}" dt="2025-11-10T16:07:02.310" v="34079" actId="1076"/>
          <ac:picMkLst>
            <pc:docMk/>
            <pc:sldMk cId="2417775896" sldId="824"/>
            <ac:picMk id="3" creationId="{89C570F3-3905-FD72-0349-11976316AE45}"/>
          </ac:picMkLst>
        </pc:picChg>
        <pc:picChg chg="add mod modCrop">
          <ac:chgData name="DEWE, HAYLEY L." userId="5cada80b-0f7b-49a5-96b2-656b100ca6c6" providerId="ADAL" clId="{632DF7FE-9916-4FAF-8457-3521400FFCEA}" dt="2025-11-10T16:06:59.494" v="34078" actId="732"/>
          <ac:picMkLst>
            <pc:docMk/>
            <pc:sldMk cId="2417775896" sldId="824"/>
            <ac:picMk id="6" creationId="{829E5BC1-3159-37D0-7F1F-7251BA3C74F5}"/>
          </ac:picMkLst>
        </pc:picChg>
        <pc:picChg chg="add mod">
          <ac:chgData name="DEWE, HAYLEY L." userId="5cada80b-0f7b-49a5-96b2-656b100ca6c6" providerId="ADAL" clId="{632DF7FE-9916-4FAF-8457-3521400FFCEA}" dt="2025-11-10T16:08:23.149" v="34083" actId="1076"/>
          <ac:picMkLst>
            <pc:docMk/>
            <pc:sldMk cId="2417775896" sldId="824"/>
            <ac:picMk id="8" creationId="{E9194BF8-7E8D-CFA3-A8FA-FF47993D8B31}"/>
          </ac:picMkLst>
        </pc:picChg>
      </pc:sldChg>
      <pc:sldChg chg="addSp delSp modSp add mod modAnim modNotesTx">
        <pc:chgData name="DEWE, HAYLEY L." userId="5cada80b-0f7b-49a5-96b2-656b100ca6c6" providerId="ADAL" clId="{632DF7FE-9916-4FAF-8457-3521400FFCEA}" dt="2025-11-13T02:35:18.118" v="60132" actId="1076"/>
        <pc:sldMkLst>
          <pc:docMk/>
          <pc:sldMk cId="1157879476" sldId="825"/>
        </pc:sldMkLst>
        <pc:spChg chg="mod">
          <ac:chgData name="DEWE, HAYLEY L." userId="5cada80b-0f7b-49a5-96b2-656b100ca6c6" providerId="ADAL" clId="{632DF7FE-9916-4FAF-8457-3521400FFCEA}" dt="2025-11-12T11:20:22.743" v="41071" actId="27636"/>
          <ac:spMkLst>
            <pc:docMk/>
            <pc:sldMk cId="1157879476" sldId="825"/>
            <ac:spMk id="5" creationId="{A82A7284-C6F2-E83E-C5E3-88936DE99A51}"/>
          </ac:spMkLst>
        </pc:spChg>
        <pc:spChg chg="mod">
          <ac:chgData name="DEWE, HAYLEY L." userId="5cada80b-0f7b-49a5-96b2-656b100ca6c6" providerId="ADAL" clId="{632DF7FE-9916-4FAF-8457-3521400FFCEA}" dt="2025-11-10T16:34:17.456" v="35040" actId="20577"/>
          <ac:spMkLst>
            <pc:docMk/>
            <pc:sldMk cId="1157879476" sldId="825"/>
            <ac:spMk id="8" creationId="{2B4F3A3F-B1E9-25B7-08DE-34C09C13C277}"/>
          </ac:spMkLst>
        </pc:spChg>
        <pc:spChg chg="mod">
          <ac:chgData name="DEWE, HAYLEY L." userId="5cada80b-0f7b-49a5-96b2-656b100ca6c6" providerId="ADAL" clId="{632DF7FE-9916-4FAF-8457-3521400FFCEA}" dt="2025-11-10T16:34:48.370" v="35047" actId="1076"/>
          <ac:spMkLst>
            <pc:docMk/>
            <pc:sldMk cId="1157879476" sldId="825"/>
            <ac:spMk id="9" creationId="{6D283906-6EA9-7C50-83B2-90B272849809}"/>
          </ac:spMkLst>
        </pc:spChg>
        <pc:spChg chg="mod">
          <ac:chgData name="DEWE, HAYLEY L." userId="5cada80b-0f7b-49a5-96b2-656b100ca6c6" providerId="ADAL" clId="{632DF7FE-9916-4FAF-8457-3521400FFCEA}" dt="2025-11-10T16:34:50.705" v="35048" actId="1076"/>
          <ac:spMkLst>
            <pc:docMk/>
            <pc:sldMk cId="1157879476" sldId="825"/>
            <ac:spMk id="10" creationId="{52897A6F-4E7A-B33F-0F18-500FE795DDDB}"/>
          </ac:spMkLst>
        </pc:spChg>
        <pc:spChg chg="mod">
          <ac:chgData name="DEWE, HAYLEY L." userId="5cada80b-0f7b-49a5-96b2-656b100ca6c6" providerId="ADAL" clId="{632DF7FE-9916-4FAF-8457-3521400FFCEA}" dt="2025-11-10T16:36:02.713" v="35056" actId="1076"/>
          <ac:spMkLst>
            <pc:docMk/>
            <pc:sldMk cId="1157879476" sldId="825"/>
            <ac:spMk id="11" creationId="{A0323EB7-0E9C-B761-76C2-2A8B4AC3229C}"/>
          </ac:spMkLst>
        </pc:spChg>
        <pc:spChg chg="mod">
          <ac:chgData name="DEWE, HAYLEY L." userId="5cada80b-0f7b-49a5-96b2-656b100ca6c6" providerId="ADAL" clId="{632DF7FE-9916-4FAF-8457-3521400FFCEA}" dt="2025-11-10T16:35:59.895" v="35055" actId="1076"/>
          <ac:spMkLst>
            <pc:docMk/>
            <pc:sldMk cId="1157879476" sldId="825"/>
            <ac:spMk id="12" creationId="{B913E9D4-9BEC-E767-F2DF-6B68BC846094}"/>
          </ac:spMkLst>
        </pc:spChg>
        <pc:spChg chg="mod">
          <ac:chgData name="DEWE, HAYLEY L." userId="5cada80b-0f7b-49a5-96b2-656b100ca6c6" providerId="ADAL" clId="{632DF7FE-9916-4FAF-8457-3521400FFCEA}" dt="2025-11-13T02:35:18.118" v="60132" actId="1076"/>
          <ac:spMkLst>
            <pc:docMk/>
            <pc:sldMk cId="1157879476" sldId="825"/>
            <ac:spMk id="13" creationId="{B9A5EC14-4AFC-7312-424D-7E3DE9D2C093}"/>
          </ac:spMkLst>
        </pc:spChg>
        <pc:picChg chg="add mod ord">
          <ac:chgData name="DEWE, HAYLEY L." userId="5cada80b-0f7b-49a5-96b2-656b100ca6c6" providerId="ADAL" clId="{632DF7FE-9916-4FAF-8457-3521400FFCEA}" dt="2025-11-10T16:35:57.684" v="35054" actId="167"/>
          <ac:picMkLst>
            <pc:docMk/>
            <pc:sldMk cId="1157879476" sldId="825"/>
            <ac:picMk id="4" creationId="{464A13FC-3B28-12C0-BC8F-827A7CAA296C}"/>
          </ac:picMkLst>
        </pc:picChg>
      </pc:sldChg>
      <pc:sldChg chg="delSp add del setBg delDesignElem">
        <pc:chgData name="DEWE, HAYLEY L." userId="5cada80b-0f7b-49a5-96b2-656b100ca6c6" providerId="ADAL" clId="{632DF7FE-9916-4FAF-8457-3521400FFCEA}" dt="2025-11-10T17:27:30.874" v="38234" actId="47"/>
        <pc:sldMkLst>
          <pc:docMk/>
          <pc:sldMk cId="179161384" sldId="826"/>
        </pc:sldMkLst>
      </pc:sldChg>
      <pc:sldChg chg="modSp add del mod ord modNotesTx">
        <pc:chgData name="DEWE, HAYLEY L." userId="5cada80b-0f7b-49a5-96b2-656b100ca6c6" providerId="ADAL" clId="{632DF7FE-9916-4FAF-8457-3521400FFCEA}" dt="2025-11-12T13:05:59.020" v="46289" actId="47"/>
        <pc:sldMkLst>
          <pc:docMk/>
          <pc:sldMk cId="2051444190" sldId="827"/>
        </pc:sldMkLst>
      </pc:sldChg>
      <pc:sldChg chg="modSp add mod modNotesTx">
        <pc:chgData name="DEWE, HAYLEY L." userId="5cada80b-0f7b-49a5-96b2-656b100ca6c6" providerId="ADAL" clId="{632DF7FE-9916-4FAF-8457-3521400FFCEA}" dt="2025-11-13T02:12:52.465" v="59233" actId="20577"/>
        <pc:sldMkLst>
          <pc:docMk/>
          <pc:sldMk cId="1281510875" sldId="828"/>
        </pc:sldMkLst>
        <pc:spChg chg="mod">
          <ac:chgData name="DEWE, HAYLEY L." userId="5cada80b-0f7b-49a5-96b2-656b100ca6c6" providerId="ADAL" clId="{632DF7FE-9916-4FAF-8457-3521400FFCEA}" dt="2025-11-13T01:32:31.606" v="57951" actId="20577"/>
          <ac:spMkLst>
            <pc:docMk/>
            <pc:sldMk cId="1281510875" sldId="828"/>
            <ac:spMk id="4" creationId="{91DD94FF-7B83-94F8-64B0-69EFCE5C3823}"/>
          </ac:spMkLst>
        </pc:spChg>
      </pc:sldChg>
      <pc:sldChg chg="addSp delSp modSp add mod modAnim modNotesTx">
        <pc:chgData name="DEWE, HAYLEY L." userId="5cada80b-0f7b-49a5-96b2-656b100ca6c6" providerId="ADAL" clId="{632DF7FE-9916-4FAF-8457-3521400FFCEA}" dt="2025-11-13T02:42:14.039" v="60228" actId="20577"/>
        <pc:sldMkLst>
          <pc:docMk/>
          <pc:sldMk cId="1586591189" sldId="829"/>
        </pc:sldMkLst>
        <pc:spChg chg="mod">
          <ac:chgData name="DEWE, HAYLEY L." userId="5cada80b-0f7b-49a5-96b2-656b100ca6c6" providerId="ADAL" clId="{632DF7FE-9916-4FAF-8457-3521400FFCEA}" dt="2025-11-12T13:40:06.286" v="48786" actId="20577"/>
          <ac:spMkLst>
            <pc:docMk/>
            <pc:sldMk cId="1586591189" sldId="829"/>
            <ac:spMk id="4" creationId="{05C6BD09-C08C-3613-BE2C-490C32963034}"/>
          </ac:spMkLst>
        </pc:spChg>
        <pc:spChg chg="del mod">
          <ac:chgData name="DEWE, HAYLEY L." userId="5cada80b-0f7b-49a5-96b2-656b100ca6c6" providerId="ADAL" clId="{632DF7FE-9916-4FAF-8457-3521400FFCEA}" dt="2025-11-12T11:21:22.526" v="41087" actId="478"/>
          <ac:spMkLst>
            <pc:docMk/>
            <pc:sldMk cId="1586591189" sldId="829"/>
            <ac:spMk id="7" creationId="{2169165B-2AF9-0039-99E2-976DF36C2D43}"/>
          </ac:spMkLst>
        </pc:spChg>
        <pc:spChg chg="add del mod">
          <ac:chgData name="DEWE, HAYLEY L." userId="5cada80b-0f7b-49a5-96b2-656b100ca6c6" providerId="ADAL" clId="{632DF7FE-9916-4FAF-8457-3521400FFCEA}" dt="2025-11-12T11:10:23.176" v="40171" actId="478"/>
          <ac:spMkLst>
            <pc:docMk/>
            <pc:sldMk cId="1586591189" sldId="829"/>
            <ac:spMk id="9" creationId="{3B74E5F5-951B-EE76-8541-EEC1B1BDC8DD}"/>
          </ac:spMkLst>
        </pc:spChg>
        <pc:spChg chg="add mod">
          <ac:chgData name="DEWE, HAYLEY L." userId="5cada80b-0f7b-49a5-96b2-656b100ca6c6" providerId="ADAL" clId="{632DF7FE-9916-4FAF-8457-3521400FFCEA}" dt="2025-11-13T01:41:08.242" v="58338" actId="20577"/>
          <ac:spMkLst>
            <pc:docMk/>
            <pc:sldMk cId="1586591189" sldId="829"/>
            <ac:spMk id="10" creationId="{BD903F47-FEFC-1B21-4FAF-EA37A6A7E84A}"/>
          </ac:spMkLst>
        </pc:spChg>
        <pc:spChg chg="add mod">
          <ac:chgData name="DEWE, HAYLEY L." userId="5cada80b-0f7b-49a5-96b2-656b100ca6c6" providerId="ADAL" clId="{632DF7FE-9916-4FAF-8457-3521400FFCEA}" dt="2025-11-12T17:29:43.111" v="53965" actId="20577"/>
          <ac:spMkLst>
            <pc:docMk/>
            <pc:sldMk cId="1586591189" sldId="829"/>
            <ac:spMk id="11" creationId="{5F24A003-0C02-3C45-29FC-E3B8B5F9457D}"/>
          </ac:spMkLst>
        </pc:spChg>
        <pc:spChg chg="add del mod">
          <ac:chgData name="DEWE, HAYLEY L." userId="5cada80b-0f7b-49a5-96b2-656b100ca6c6" providerId="ADAL" clId="{632DF7FE-9916-4FAF-8457-3521400FFCEA}" dt="2025-11-12T11:58:01.286" v="42774" actId="21"/>
          <ac:spMkLst>
            <pc:docMk/>
            <pc:sldMk cId="1586591189" sldId="829"/>
            <ac:spMk id="13" creationId="{F42412F1-D28D-5215-E6CB-A223F36D9109}"/>
          </ac:spMkLst>
        </pc:spChg>
        <pc:spChg chg="add del mod">
          <ac:chgData name="DEWE, HAYLEY L." userId="5cada80b-0f7b-49a5-96b2-656b100ca6c6" providerId="ADAL" clId="{632DF7FE-9916-4FAF-8457-3521400FFCEA}" dt="2025-11-12T12:34:35.030" v="43692"/>
          <ac:spMkLst>
            <pc:docMk/>
            <pc:sldMk cId="1586591189" sldId="829"/>
            <ac:spMk id="15" creationId="{348630ED-8D92-54A5-41DB-A84D4289FB2E}"/>
          </ac:spMkLst>
        </pc:spChg>
        <pc:picChg chg="add mod modCrop">
          <ac:chgData name="DEWE, HAYLEY L." userId="5cada80b-0f7b-49a5-96b2-656b100ca6c6" providerId="ADAL" clId="{632DF7FE-9916-4FAF-8457-3521400FFCEA}" dt="2025-11-12T17:29:54.796" v="53968" actId="1076"/>
          <ac:picMkLst>
            <pc:docMk/>
            <pc:sldMk cId="1586591189" sldId="829"/>
            <ac:picMk id="3" creationId="{277985C2-6C42-D0C0-6539-FE2742259E6F}"/>
          </ac:picMkLst>
        </pc:picChg>
        <pc:picChg chg="add del">
          <ac:chgData name="DEWE, HAYLEY L." userId="5cada80b-0f7b-49a5-96b2-656b100ca6c6" providerId="ADAL" clId="{632DF7FE-9916-4FAF-8457-3521400FFCEA}" dt="2025-11-12T11:09:01.296" v="40154" actId="22"/>
          <ac:picMkLst>
            <pc:docMk/>
            <pc:sldMk cId="1586591189" sldId="829"/>
            <ac:picMk id="6" creationId="{023DA20B-6A4F-94AB-43E5-F658C8254F3C}"/>
          </ac:picMkLst>
        </pc:picChg>
        <pc:picChg chg="add del mod">
          <ac:chgData name="DEWE, HAYLEY L." userId="5cada80b-0f7b-49a5-96b2-656b100ca6c6" providerId="ADAL" clId="{632DF7FE-9916-4FAF-8457-3521400FFCEA}" dt="2025-11-12T11:10:21.394" v="40170" actId="478"/>
          <ac:picMkLst>
            <pc:docMk/>
            <pc:sldMk cId="1586591189" sldId="829"/>
            <ac:picMk id="8" creationId="{E876CCD4-23D9-545A-1FEA-8ED8758344BC}"/>
          </ac:picMkLst>
        </pc:picChg>
      </pc:sldChg>
      <pc:sldChg chg="addSp delSp modSp add mod ord modAnim modNotesTx">
        <pc:chgData name="DEWE, HAYLEY L." userId="5cada80b-0f7b-49a5-96b2-656b100ca6c6" providerId="ADAL" clId="{632DF7FE-9916-4FAF-8457-3521400FFCEA}" dt="2025-11-13T02:40:14.556" v="60213" actId="20577"/>
        <pc:sldMkLst>
          <pc:docMk/>
          <pc:sldMk cId="2037999434" sldId="830"/>
        </pc:sldMkLst>
        <pc:spChg chg="mod">
          <ac:chgData name="DEWE, HAYLEY L." userId="5cada80b-0f7b-49a5-96b2-656b100ca6c6" providerId="ADAL" clId="{632DF7FE-9916-4FAF-8457-3521400FFCEA}" dt="2025-11-13T01:33:44.446" v="58018" actId="6549"/>
          <ac:spMkLst>
            <pc:docMk/>
            <pc:sldMk cId="2037999434" sldId="830"/>
            <ac:spMk id="4" creationId="{0BABC450-A4AF-5608-45AC-454F9BC9645E}"/>
          </ac:spMkLst>
        </pc:spChg>
        <pc:spChg chg="mod">
          <ac:chgData name="DEWE, HAYLEY L." userId="5cada80b-0f7b-49a5-96b2-656b100ca6c6" providerId="ADAL" clId="{632DF7FE-9916-4FAF-8457-3521400FFCEA}" dt="2025-11-12T12:29:45.777" v="43299" actId="113"/>
          <ac:spMkLst>
            <pc:docMk/>
            <pc:sldMk cId="2037999434" sldId="830"/>
            <ac:spMk id="7" creationId="{CFC7ECB0-0D1E-E36A-7BE4-D58D99478691}"/>
          </ac:spMkLst>
        </pc:spChg>
        <pc:spChg chg="add del mod">
          <ac:chgData name="DEWE, HAYLEY L." userId="5cada80b-0f7b-49a5-96b2-656b100ca6c6" providerId="ADAL" clId="{632DF7FE-9916-4FAF-8457-3521400FFCEA}" dt="2025-11-12T12:01:34.563" v="43019" actId="478"/>
          <ac:spMkLst>
            <pc:docMk/>
            <pc:sldMk cId="2037999434" sldId="830"/>
            <ac:spMk id="9" creationId="{C063E4D6-D677-8785-22DE-0446B1EFCC75}"/>
          </ac:spMkLst>
        </pc:spChg>
        <pc:spChg chg="add del mod">
          <ac:chgData name="DEWE, HAYLEY L." userId="5cada80b-0f7b-49a5-96b2-656b100ca6c6" providerId="ADAL" clId="{632DF7FE-9916-4FAF-8457-3521400FFCEA}" dt="2025-11-12T12:24:42.749" v="43216" actId="478"/>
          <ac:spMkLst>
            <pc:docMk/>
            <pc:sldMk cId="2037999434" sldId="830"/>
            <ac:spMk id="10" creationId="{51C58160-A7BB-95DD-9FEE-CFAE51101D44}"/>
          </ac:spMkLst>
        </pc:spChg>
        <pc:spChg chg="add mod">
          <ac:chgData name="DEWE, HAYLEY L." userId="5cada80b-0f7b-49a5-96b2-656b100ca6c6" providerId="ADAL" clId="{632DF7FE-9916-4FAF-8457-3521400FFCEA}" dt="2025-11-12T16:32:41.310" v="50825" actId="113"/>
          <ac:spMkLst>
            <pc:docMk/>
            <pc:sldMk cId="2037999434" sldId="830"/>
            <ac:spMk id="12" creationId="{BCBC30A7-80F6-00C2-179E-166B6A9278AB}"/>
          </ac:spMkLst>
        </pc:spChg>
        <pc:spChg chg="add mod">
          <ac:chgData name="DEWE, HAYLEY L." userId="5cada80b-0f7b-49a5-96b2-656b100ca6c6" providerId="ADAL" clId="{632DF7FE-9916-4FAF-8457-3521400FFCEA}" dt="2025-11-12T12:45:38.190" v="44158" actId="6549"/>
          <ac:spMkLst>
            <pc:docMk/>
            <pc:sldMk cId="2037999434" sldId="830"/>
            <ac:spMk id="13" creationId="{F42412F1-D28D-5215-E6CB-A223F36D9109}"/>
          </ac:spMkLst>
        </pc:spChg>
        <pc:spChg chg="add mod">
          <ac:chgData name="DEWE, HAYLEY L." userId="5cada80b-0f7b-49a5-96b2-656b100ca6c6" providerId="ADAL" clId="{632DF7FE-9916-4FAF-8457-3521400FFCEA}" dt="2025-11-12T12:41:46.776" v="43928" actId="1076"/>
          <ac:spMkLst>
            <pc:docMk/>
            <pc:sldMk cId="2037999434" sldId="830"/>
            <ac:spMk id="15" creationId="{862B1E6A-62FB-AE37-4959-75417835686B}"/>
          </ac:spMkLst>
        </pc:spChg>
        <pc:spChg chg="add del mod">
          <ac:chgData name="DEWE, HAYLEY L." userId="5cada80b-0f7b-49a5-96b2-656b100ca6c6" providerId="ADAL" clId="{632DF7FE-9916-4FAF-8457-3521400FFCEA}" dt="2025-11-12T12:41:24.637" v="43917" actId="478"/>
          <ac:spMkLst>
            <pc:docMk/>
            <pc:sldMk cId="2037999434" sldId="830"/>
            <ac:spMk id="16" creationId="{D3B29246-3825-656D-494F-15E667B2D32E}"/>
          </ac:spMkLst>
        </pc:spChg>
        <pc:picChg chg="add del mod">
          <ac:chgData name="DEWE, HAYLEY L." userId="5cada80b-0f7b-49a5-96b2-656b100ca6c6" providerId="ADAL" clId="{632DF7FE-9916-4FAF-8457-3521400FFCEA}" dt="2025-11-12T12:24:41.041" v="43215" actId="21"/>
          <ac:picMkLst>
            <pc:docMk/>
            <pc:sldMk cId="2037999434" sldId="830"/>
            <ac:picMk id="2" creationId="{DB254B05-82CA-A425-45C6-83F601B7A20F}"/>
          </ac:picMkLst>
        </pc:picChg>
        <pc:picChg chg="del">
          <ac:chgData name="DEWE, HAYLEY L." userId="5cada80b-0f7b-49a5-96b2-656b100ca6c6" providerId="ADAL" clId="{632DF7FE-9916-4FAF-8457-3521400FFCEA}" dt="2025-11-12T11:09:18.389" v="40157" actId="478"/>
          <ac:picMkLst>
            <pc:docMk/>
            <pc:sldMk cId="2037999434" sldId="830"/>
            <ac:picMk id="3" creationId="{31DDA30C-DEA7-AF10-C153-CB6738D2EDA1}"/>
          </ac:picMkLst>
        </pc:picChg>
        <pc:picChg chg="add del">
          <ac:chgData name="DEWE, HAYLEY L." userId="5cada80b-0f7b-49a5-96b2-656b100ca6c6" providerId="ADAL" clId="{632DF7FE-9916-4FAF-8457-3521400FFCEA}" dt="2025-11-12T11:16:56.325" v="40697" actId="478"/>
          <ac:picMkLst>
            <pc:docMk/>
            <pc:sldMk cId="2037999434" sldId="830"/>
            <ac:picMk id="6" creationId="{567A62D5-407F-5CB0-F06C-946C830DE7FF}"/>
          </ac:picMkLst>
        </pc:picChg>
        <pc:picChg chg="add del mod">
          <ac:chgData name="DEWE, HAYLEY L." userId="5cada80b-0f7b-49a5-96b2-656b100ca6c6" providerId="ADAL" clId="{632DF7FE-9916-4FAF-8457-3521400FFCEA}" dt="2025-11-12T12:41:22.472" v="43916" actId="478"/>
          <ac:picMkLst>
            <pc:docMk/>
            <pc:sldMk cId="2037999434" sldId="830"/>
            <ac:picMk id="11" creationId="{99AC0EB5-0511-72F1-B389-454C0973B5D3}"/>
          </ac:picMkLst>
        </pc:picChg>
        <pc:picChg chg="add mod">
          <ac:chgData name="DEWE, HAYLEY L." userId="5cada80b-0f7b-49a5-96b2-656b100ca6c6" providerId="ADAL" clId="{632DF7FE-9916-4FAF-8457-3521400FFCEA}" dt="2025-11-12T12:41:36.221" v="43925" actId="1076"/>
          <ac:picMkLst>
            <pc:docMk/>
            <pc:sldMk cId="2037999434" sldId="830"/>
            <ac:picMk id="17" creationId="{0AEA681A-3B88-84C2-58B0-43E2B32AF023}"/>
          </ac:picMkLst>
        </pc:picChg>
      </pc:sldChg>
      <pc:sldChg chg="addSp delSp modSp add mod ord modAnim modNotesTx">
        <pc:chgData name="DEWE, HAYLEY L." userId="5cada80b-0f7b-49a5-96b2-656b100ca6c6" providerId="ADAL" clId="{632DF7FE-9916-4FAF-8457-3521400FFCEA}" dt="2025-11-13T02:42:17.505" v="60229" actId="20577"/>
        <pc:sldMkLst>
          <pc:docMk/>
          <pc:sldMk cId="99743214" sldId="831"/>
        </pc:sldMkLst>
        <pc:spChg chg="mod">
          <ac:chgData name="DEWE, HAYLEY L." userId="5cada80b-0f7b-49a5-96b2-656b100ca6c6" providerId="ADAL" clId="{632DF7FE-9916-4FAF-8457-3521400FFCEA}" dt="2025-11-12T12:03:35.938" v="43063" actId="404"/>
          <ac:spMkLst>
            <pc:docMk/>
            <pc:sldMk cId="99743214" sldId="831"/>
            <ac:spMk id="4" creationId="{32C84DE7-7DD7-389F-0961-16BBF6706CCF}"/>
          </ac:spMkLst>
        </pc:spChg>
        <pc:spChg chg="add del mod">
          <ac:chgData name="DEWE, HAYLEY L." userId="5cada80b-0f7b-49a5-96b2-656b100ca6c6" providerId="ADAL" clId="{632DF7FE-9916-4FAF-8457-3521400FFCEA}" dt="2025-11-12T11:45:40.838" v="42283" actId="478"/>
          <ac:spMkLst>
            <pc:docMk/>
            <pc:sldMk cId="99743214" sldId="831"/>
            <ac:spMk id="5" creationId="{E1DBA48C-91CA-7CD5-97F6-DE229273C02F}"/>
          </ac:spMkLst>
        </pc:spChg>
        <pc:spChg chg="mod">
          <ac:chgData name="DEWE, HAYLEY L." userId="5cada80b-0f7b-49a5-96b2-656b100ca6c6" providerId="ADAL" clId="{632DF7FE-9916-4FAF-8457-3521400FFCEA}" dt="2025-11-12T22:55:26.845" v="55086" actId="1076"/>
          <ac:spMkLst>
            <pc:docMk/>
            <pc:sldMk cId="99743214" sldId="831"/>
            <ac:spMk id="10" creationId="{725FA008-BEC2-4ADB-6D65-0A26D63D7DDA}"/>
          </ac:spMkLst>
        </pc:spChg>
        <pc:spChg chg="mod">
          <ac:chgData name="DEWE, HAYLEY L." userId="5cada80b-0f7b-49a5-96b2-656b100ca6c6" providerId="ADAL" clId="{632DF7FE-9916-4FAF-8457-3521400FFCEA}" dt="2025-11-12T11:31:07.175" v="41577" actId="207"/>
          <ac:spMkLst>
            <pc:docMk/>
            <pc:sldMk cId="99743214" sldId="831"/>
            <ac:spMk id="11" creationId="{BC4619C5-146D-A689-DF0E-B5051B916922}"/>
          </ac:spMkLst>
        </pc:spChg>
      </pc:sldChg>
      <pc:sldChg chg="addSp delSp modSp add del mod ord modAnim">
        <pc:chgData name="DEWE, HAYLEY L." userId="5cada80b-0f7b-49a5-96b2-656b100ca6c6" providerId="ADAL" clId="{632DF7FE-9916-4FAF-8457-3521400FFCEA}" dt="2025-11-12T17:05:09.791" v="51899" actId="2696"/>
        <pc:sldMkLst>
          <pc:docMk/>
          <pc:sldMk cId="1836335614" sldId="832"/>
        </pc:sldMkLst>
        <pc:spChg chg="mod">
          <ac:chgData name="DEWE, HAYLEY L." userId="5cada80b-0f7b-49a5-96b2-656b100ca6c6" providerId="ADAL" clId="{632DF7FE-9916-4FAF-8457-3521400FFCEA}" dt="2025-11-12T17:05:07.326" v="51898" actId="1076"/>
          <ac:spMkLst>
            <pc:docMk/>
            <pc:sldMk cId="1836335614" sldId="832"/>
            <ac:spMk id="4" creationId="{9881B509-6462-4345-5EE6-AE5A34AB3DE9}"/>
          </ac:spMkLst>
        </pc:spChg>
        <pc:spChg chg="add mod">
          <ac:chgData name="DEWE, HAYLEY L." userId="5cada80b-0f7b-49a5-96b2-656b100ca6c6" providerId="ADAL" clId="{632DF7FE-9916-4FAF-8457-3521400FFCEA}" dt="2025-11-12T11:39:45.744" v="42072" actId="1076"/>
          <ac:spMkLst>
            <pc:docMk/>
            <pc:sldMk cId="1836335614" sldId="832"/>
            <ac:spMk id="6" creationId="{60230974-9265-92FB-FAE0-11CD6A476DFC}"/>
          </ac:spMkLst>
        </pc:spChg>
        <pc:spChg chg="add mod">
          <ac:chgData name="DEWE, HAYLEY L." userId="5cada80b-0f7b-49a5-96b2-656b100ca6c6" providerId="ADAL" clId="{632DF7FE-9916-4FAF-8457-3521400FFCEA}" dt="2025-11-12T11:39:45.744" v="42072" actId="1076"/>
          <ac:spMkLst>
            <pc:docMk/>
            <pc:sldMk cId="1836335614" sldId="832"/>
            <ac:spMk id="7" creationId="{7EFB221A-F9DE-FC57-738D-DFD925A80612}"/>
          </ac:spMkLst>
        </pc:spChg>
        <pc:spChg chg="mod">
          <ac:chgData name="DEWE, HAYLEY L." userId="5cada80b-0f7b-49a5-96b2-656b100ca6c6" providerId="ADAL" clId="{632DF7FE-9916-4FAF-8457-3521400FFCEA}" dt="2025-11-12T12:26:09.262" v="43267" actId="113"/>
          <ac:spMkLst>
            <pc:docMk/>
            <pc:sldMk cId="1836335614" sldId="832"/>
            <ac:spMk id="10" creationId="{5F3FB7BC-F400-4072-CEA4-E50EAFE479DA}"/>
          </ac:spMkLst>
        </pc:spChg>
        <pc:spChg chg="mod ord">
          <ac:chgData name="DEWE, HAYLEY L." userId="5cada80b-0f7b-49a5-96b2-656b100ca6c6" providerId="ADAL" clId="{632DF7FE-9916-4FAF-8457-3521400FFCEA}" dt="2025-11-12T12:46:41.925" v="44224" actId="113"/>
          <ac:spMkLst>
            <pc:docMk/>
            <pc:sldMk cId="1836335614" sldId="832"/>
            <ac:spMk id="11" creationId="{5106B98C-269B-2149-9A3D-966F76487E4E}"/>
          </ac:spMkLst>
        </pc:spChg>
        <pc:picChg chg="del">
          <ac:chgData name="DEWE, HAYLEY L." userId="5cada80b-0f7b-49a5-96b2-656b100ca6c6" providerId="ADAL" clId="{632DF7FE-9916-4FAF-8457-3521400FFCEA}" dt="2025-11-12T11:35:33.767" v="41579" actId="478"/>
          <ac:picMkLst>
            <pc:docMk/>
            <pc:sldMk cId="1836335614" sldId="832"/>
            <ac:picMk id="3" creationId="{B59FC765-21F1-C1FD-2567-C3BC42897310}"/>
          </ac:picMkLst>
        </pc:picChg>
        <pc:picChg chg="add mod modCrop">
          <ac:chgData name="DEWE, HAYLEY L." userId="5cada80b-0f7b-49a5-96b2-656b100ca6c6" providerId="ADAL" clId="{632DF7FE-9916-4FAF-8457-3521400FFCEA}" dt="2025-11-12T11:39:45.744" v="42072" actId="1076"/>
          <ac:picMkLst>
            <pc:docMk/>
            <pc:sldMk cId="1836335614" sldId="832"/>
            <ac:picMk id="5" creationId="{21E711CF-0F5F-3824-3C3E-705C5FB8A277}"/>
          </ac:picMkLst>
        </pc:picChg>
        <pc:picChg chg="add mod">
          <ac:chgData name="DEWE, HAYLEY L." userId="5cada80b-0f7b-49a5-96b2-656b100ca6c6" providerId="ADAL" clId="{632DF7FE-9916-4FAF-8457-3521400FFCEA}" dt="2025-11-12T11:46:44.104" v="42286" actId="1076"/>
          <ac:picMkLst>
            <pc:docMk/>
            <pc:sldMk cId="1836335614" sldId="832"/>
            <ac:picMk id="16" creationId="{62E75EA5-D6D5-86E8-57C1-F2D0D7D58A8C}"/>
          </ac:picMkLst>
        </pc:picChg>
        <pc:cxnChg chg="add mod">
          <ac:chgData name="DEWE, HAYLEY L." userId="5cada80b-0f7b-49a5-96b2-656b100ca6c6" providerId="ADAL" clId="{632DF7FE-9916-4FAF-8457-3521400FFCEA}" dt="2025-11-12T11:39:45.744" v="42072" actId="1076"/>
          <ac:cxnSpMkLst>
            <pc:docMk/>
            <pc:sldMk cId="1836335614" sldId="832"/>
            <ac:cxnSpMk id="9" creationId="{23C76843-10EB-80CE-5411-80E0D7D74BFB}"/>
          </ac:cxnSpMkLst>
        </pc:cxnChg>
        <pc:cxnChg chg="add mod">
          <ac:chgData name="DEWE, HAYLEY L." userId="5cada80b-0f7b-49a5-96b2-656b100ca6c6" providerId="ADAL" clId="{632DF7FE-9916-4FAF-8457-3521400FFCEA}" dt="2025-11-12T11:39:45.744" v="42072" actId="1076"/>
          <ac:cxnSpMkLst>
            <pc:docMk/>
            <pc:sldMk cId="1836335614" sldId="832"/>
            <ac:cxnSpMk id="13" creationId="{E7E1718B-C453-7A98-EBC9-5544BA281A07}"/>
          </ac:cxnSpMkLst>
        </pc:cxnChg>
      </pc:sldChg>
      <pc:sldChg chg="add">
        <pc:chgData name="DEWE, HAYLEY L." userId="5cada80b-0f7b-49a5-96b2-656b100ca6c6" providerId="ADAL" clId="{632DF7FE-9916-4FAF-8457-3521400FFCEA}" dt="2025-11-12T17:05:20.683" v="51900"/>
        <pc:sldMkLst>
          <pc:docMk/>
          <pc:sldMk cId="1958320168" sldId="832"/>
        </pc:sldMkLst>
      </pc:sldChg>
      <pc:sldChg chg="addSp delSp modSp add del mod delAnim modAnim">
        <pc:chgData name="DEWE, HAYLEY L." userId="5cada80b-0f7b-49a5-96b2-656b100ca6c6" providerId="ADAL" clId="{632DF7FE-9916-4FAF-8457-3521400FFCEA}" dt="2025-11-12T12:03:11.991" v="43062" actId="47"/>
        <pc:sldMkLst>
          <pc:docMk/>
          <pc:sldMk cId="30085567" sldId="833"/>
        </pc:sldMkLst>
        <pc:spChg chg="del">
          <ac:chgData name="DEWE, HAYLEY L." userId="5cada80b-0f7b-49a5-96b2-656b100ca6c6" providerId="ADAL" clId="{632DF7FE-9916-4FAF-8457-3521400FFCEA}" dt="2025-11-12T11:40:56.848" v="42095" actId="478"/>
          <ac:spMkLst>
            <pc:docMk/>
            <pc:sldMk cId="30085567" sldId="833"/>
            <ac:spMk id="4" creationId="{4A5A2A43-4CE5-CBE9-2878-E4FE85F5D0CE}"/>
          </ac:spMkLst>
        </pc:spChg>
        <pc:spChg chg="add mod">
          <ac:chgData name="DEWE, HAYLEY L." userId="5cada80b-0f7b-49a5-96b2-656b100ca6c6" providerId="ADAL" clId="{632DF7FE-9916-4FAF-8457-3521400FFCEA}" dt="2025-11-12T11:42:41.275" v="42137" actId="2711"/>
          <ac:spMkLst>
            <pc:docMk/>
            <pc:sldMk cId="30085567" sldId="833"/>
            <ac:spMk id="7" creationId="{D8FC3F12-1773-78C8-42D7-64746F34C44D}"/>
          </ac:spMkLst>
        </pc:spChg>
        <pc:spChg chg="add mod">
          <ac:chgData name="DEWE, HAYLEY L." userId="5cada80b-0f7b-49a5-96b2-656b100ca6c6" providerId="ADAL" clId="{632DF7FE-9916-4FAF-8457-3521400FFCEA}" dt="2025-11-12T11:50:03.457" v="42360"/>
          <ac:spMkLst>
            <pc:docMk/>
            <pc:sldMk cId="30085567" sldId="833"/>
            <ac:spMk id="8" creationId="{D92CE3DE-0FB3-8C38-B9DD-63C1AC0F3301}"/>
          </ac:spMkLst>
        </pc:spChg>
        <pc:spChg chg="del">
          <ac:chgData name="DEWE, HAYLEY L." userId="5cada80b-0f7b-49a5-96b2-656b100ca6c6" providerId="ADAL" clId="{632DF7FE-9916-4FAF-8457-3521400FFCEA}" dt="2025-11-12T11:41:13.152" v="42098" actId="478"/>
          <ac:spMkLst>
            <pc:docMk/>
            <pc:sldMk cId="30085567" sldId="833"/>
            <ac:spMk id="10" creationId="{AECCDA52-BBCB-981E-0CAF-CA6255C97475}"/>
          </ac:spMkLst>
        </pc:spChg>
        <pc:spChg chg="mod">
          <ac:chgData name="DEWE, HAYLEY L." userId="5cada80b-0f7b-49a5-96b2-656b100ca6c6" providerId="ADAL" clId="{632DF7FE-9916-4FAF-8457-3521400FFCEA}" dt="2025-11-12T11:40:54.704" v="42094" actId="20577"/>
          <ac:spMkLst>
            <pc:docMk/>
            <pc:sldMk cId="30085567" sldId="833"/>
            <ac:spMk id="11" creationId="{D9545DE3-0CE4-C129-6C98-A72A7956E7B8}"/>
          </ac:spMkLst>
        </pc:spChg>
        <pc:picChg chg="del">
          <ac:chgData name="DEWE, HAYLEY L." userId="5cada80b-0f7b-49a5-96b2-656b100ca6c6" providerId="ADAL" clId="{632DF7FE-9916-4FAF-8457-3521400FFCEA}" dt="2025-11-12T11:40:58.750" v="42096" actId="478"/>
          <ac:picMkLst>
            <pc:docMk/>
            <pc:sldMk cId="30085567" sldId="833"/>
            <ac:picMk id="3" creationId="{6DDE7DBD-2EBF-8DBA-4ACA-24EF75315E8B}"/>
          </ac:picMkLst>
        </pc:picChg>
        <pc:picChg chg="add">
          <ac:chgData name="DEWE, HAYLEY L." userId="5cada80b-0f7b-49a5-96b2-656b100ca6c6" providerId="ADAL" clId="{632DF7FE-9916-4FAF-8457-3521400FFCEA}" dt="2025-11-12T11:41:08.599" v="42097" actId="22"/>
          <ac:picMkLst>
            <pc:docMk/>
            <pc:sldMk cId="30085567" sldId="833"/>
            <ac:picMk id="5" creationId="{DC5F0283-5899-48C0-B56E-82A030670962}"/>
          </ac:picMkLst>
        </pc:picChg>
      </pc:sldChg>
      <pc:sldChg chg="addSp delSp modSp add del mod">
        <pc:chgData name="DEWE, HAYLEY L." userId="5cada80b-0f7b-49a5-96b2-656b100ca6c6" providerId="ADAL" clId="{632DF7FE-9916-4FAF-8457-3521400FFCEA}" dt="2025-11-12T12:30:04.705" v="43306" actId="47"/>
        <pc:sldMkLst>
          <pc:docMk/>
          <pc:sldMk cId="2766479119" sldId="833"/>
        </pc:sldMkLst>
        <pc:spChg chg="del">
          <ac:chgData name="DEWE, HAYLEY L." userId="5cada80b-0f7b-49a5-96b2-656b100ca6c6" providerId="ADAL" clId="{632DF7FE-9916-4FAF-8457-3521400FFCEA}" dt="2025-11-12T12:24:56.588" v="43242" actId="478"/>
          <ac:spMkLst>
            <pc:docMk/>
            <pc:sldMk cId="2766479119" sldId="833"/>
            <ac:spMk id="4" creationId="{4D848F73-A40A-F5BB-1F27-E84D6748895E}"/>
          </ac:spMkLst>
        </pc:spChg>
        <pc:spChg chg="add mod">
          <ac:chgData name="DEWE, HAYLEY L." userId="5cada80b-0f7b-49a5-96b2-656b100ca6c6" providerId="ADAL" clId="{632DF7FE-9916-4FAF-8457-3521400FFCEA}" dt="2025-11-12T12:29:54.296" v="43301" actId="21"/>
          <ac:spMkLst>
            <pc:docMk/>
            <pc:sldMk cId="2766479119" sldId="833"/>
            <ac:spMk id="5" creationId="{FAB82224-5384-6F22-CE1D-9FBF83A1DBF3}"/>
          </ac:spMkLst>
        </pc:spChg>
        <pc:spChg chg="mod">
          <ac:chgData name="DEWE, HAYLEY L." userId="5cada80b-0f7b-49a5-96b2-656b100ca6c6" providerId="ADAL" clId="{632DF7FE-9916-4FAF-8457-3521400FFCEA}" dt="2025-11-12T12:24:58.669" v="43243" actId="1076"/>
          <ac:spMkLst>
            <pc:docMk/>
            <pc:sldMk cId="2766479119" sldId="833"/>
            <ac:spMk id="10" creationId="{5E656F82-810F-CFB3-A857-9A464EA6CCD5}"/>
          </ac:spMkLst>
        </pc:spChg>
        <pc:spChg chg="mod">
          <ac:chgData name="DEWE, HAYLEY L." userId="5cada80b-0f7b-49a5-96b2-656b100ca6c6" providerId="ADAL" clId="{632DF7FE-9916-4FAF-8457-3521400FFCEA}" dt="2025-11-12T12:24:54.423" v="43241" actId="113"/>
          <ac:spMkLst>
            <pc:docMk/>
            <pc:sldMk cId="2766479119" sldId="833"/>
            <ac:spMk id="11" creationId="{EE2FB3DC-293F-C868-E2F2-A42C442A5E45}"/>
          </ac:spMkLst>
        </pc:spChg>
        <pc:spChg chg="del">
          <ac:chgData name="DEWE, HAYLEY L." userId="5cada80b-0f7b-49a5-96b2-656b100ca6c6" providerId="ADAL" clId="{632DF7FE-9916-4FAF-8457-3521400FFCEA}" dt="2025-11-12T12:24:59.965" v="43244" actId="478"/>
          <ac:spMkLst>
            <pc:docMk/>
            <pc:sldMk cId="2766479119" sldId="833"/>
            <ac:spMk id="15" creationId="{CC2CE7AE-45B0-83B5-6F75-0ED809D7F3B3}"/>
          </ac:spMkLst>
        </pc:spChg>
        <pc:picChg chg="add del mod">
          <ac:chgData name="DEWE, HAYLEY L." userId="5cada80b-0f7b-49a5-96b2-656b100ca6c6" providerId="ADAL" clId="{632DF7FE-9916-4FAF-8457-3521400FFCEA}" dt="2025-11-12T12:29:54.296" v="43301" actId="21"/>
          <ac:picMkLst>
            <pc:docMk/>
            <pc:sldMk cId="2766479119" sldId="833"/>
            <ac:picMk id="2" creationId="{DB254B05-82CA-A425-45C6-83F601B7A20F}"/>
          </ac:picMkLst>
        </pc:picChg>
        <pc:picChg chg="del">
          <ac:chgData name="DEWE, HAYLEY L." userId="5cada80b-0f7b-49a5-96b2-656b100ca6c6" providerId="ADAL" clId="{632DF7FE-9916-4FAF-8457-3521400FFCEA}" dt="2025-11-12T12:24:44.790" v="43217" actId="478"/>
          <ac:picMkLst>
            <pc:docMk/>
            <pc:sldMk cId="2766479119" sldId="833"/>
            <ac:picMk id="3" creationId="{16F7DB65-6353-5195-5B92-D98892A00DC7}"/>
          </ac:picMkLst>
        </pc:picChg>
      </pc:sldChg>
      <pc:sldChg chg="add del ord">
        <pc:chgData name="DEWE, HAYLEY L." userId="5cada80b-0f7b-49a5-96b2-656b100ca6c6" providerId="ADAL" clId="{632DF7FE-9916-4FAF-8457-3521400FFCEA}" dt="2025-11-12T12:03:46.803" v="43064" actId="47"/>
        <pc:sldMkLst>
          <pc:docMk/>
          <pc:sldMk cId="103328062" sldId="834"/>
        </pc:sldMkLst>
      </pc:sldChg>
      <pc:sldChg chg="addSp delSp modSp add mod ord delAnim modAnim modNotesTx">
        <pc:chgData name="DEWE, HAYLEY L." userId="5cada80b-0f7b-49a5-96b2-656b100ca6c6" providerId="ADAL" clId="{632DF7FE-9916-4FAF-8457-3521400FFCEA}" dt="2025-11-13T02:39:39.425" v="60209" actId="20577"/>
        <pc:sldMkLst>
          <pc:docMk/>
          <pc:sldMk cId="1287916347" sldId="834"/>
        </pc:sldMkLst>
        <pc:spChg chg="add del mod">
          <ac:chgData name="DEWE, HAYLEY L." userId="5cada80b-0f7b-49a5-96b2-656b100ca6c6" providerId="ADAL" clId="{632DF7FE-9916-4FAF-8457-3521400FFCEA}" dt="2025-11-12T13:26:05.290" v="47398" actId="478"/>
          <ac:spMkLst>
            <pc:docMk/>
            <pc:sldMk cId="1287916347" sldId="834"/>
            <ac:spMk id="3" creationId="{A7416814-2032-0E82-7B4C-D8FE869ECE63}"/>
          </ac:spMkLst>
        </pc:spChg>
        <pc:spChg chg="mod">
          <ac:chgData name="DEWE, HAYLEY L." userId="5cada80b-0f7b-49a5-96b2-656b100ca6c6" providerId="ADAL" clId="{632DF7FE-9916-4FAF-8457-3521400FFCEA}" dt="2025-11-13T02:02:42.211" v="59072" actId="20577"/>
          <ac:spMkLst>
            <pc:docMk/>
            <pc:sldMk cId="1287916347" sldId="834"/>
            <ac:spMk id="4" creationId="{AD8849C7-A932-C651-538D-F8551BF7610A}"/>
          </ac:spMkLst>
        </pc:spChg>
        <pc:spChg chg="mod">
          <ac:chgData name="DEWE, HAYLEY L." userId="5cada80b-0f7b-49a5-96b2-656b100ca6c6" providerId="ADAL" clId="{632DF7FE-9916-4FAF-8457-3521400FFCEA}" dt="2025-11-12T13:38:30.416" v="48699" actId="20577"/>
          <ac:spMkLst>
            <pc:docMk/>
            <pc:sldMk cId="1287916347" sldId="834"/>
            <ac:spMk id="7" creationId="{360FFB8F-076E-D312-7AFD-E69B94F69031}"/>
          </ac:spMkLst>
        </pc:spChg>
        <pc:spChg chg="del">
          <ac:chgData name="DEWE, HAYLEY L." userId="5cada80b-0f7b-49a5-96b2-656b100ca6c6" providerId="ADAL" clId="{632DF7FE-9916-4FAF-8457-3521400FFCEA}" dt="2025-11-12T12:29:33.761" v="43272" actId="478"/>
          <ac:spMkLst>
            <pc:docMk/>
            <pc:sldMk cId="1287916347" sldId="834"/>
            <ac:spMk id="13" creationId="{9039761F-7EF8-3D3D-C510-F69F48465062}"/>
          </ac:spMkLst>
        </pc:spChg>
        <pc:picChg chg="add del mod">
          <ac:chgData name="DEWE, HAYLEY L." userId="5cada80b-0f7b-49a5-96b2-656b100ca6c6" providerId="ADAL" clId="{632DF7FE-9916-4FAF-8457-3521400FFCEA}" dt="2025-11-12T13:26:02.348" v="47397" actId="478"/>
          <ac:picMkLst>
            <pc:docMk/>
            <pc:sldMk cId="1287916347" sldId="834"/>
            <ac:picMk id="2" creationId="{DB254B05-82CA-A425-45C6-83F601B7A20F}"/>
          </ac:picMkLst>
        </pc:picChg>
      </pc:sldChg>
      <pc:sldChg chg="add del">
        <pc:chgData name="DEWE, HAYLEY L." userId="5cada80b-0f7b-49a5-96b2-656b100ca6c6" providerId="ADAL" clId="{632DF7FE-9916-4FAF-8457-3521400FFCEA}" dt="2025-11-12T12:30:15.353" v="43308"/>
        <pc:sldMkLst>
          <pc:docMk/>
          <pc:sldMk cId="346949277" sldId="835"/>
        </pc:sldMkLst>
      </pc:sldChg>
      <pc:sldChg chg="addSp delSp modSp add mod delAnim modAnim modNotesTx">
        <pc:chgData name="DEWE, HAYLEY L." userId="5cada80b-0f7b-49a5-96b2-656b100ca6c6" providerId="ADAL" clId="{632DF7FE-9916-4FAF-8457-3521400FFCEA}" dt="2025-11-13T02:40:19.996" v="60214" actId="20577"/>
        <pc:sldMkLst>
          <pc:docMk/>
          <pc:sldMk cId="2560445687" sldId="835"/>
        </pc:sldMkLst>
        <pc:spChg chg="add del mod">
          <ac:chgData name="DEWE, HAYLEY L." userId="5cada80b-0f7b-49a5-96b2-656b100ca6c6" providerId="ADAL" clId="{632DF7FE-9916-4FAF-8457-3521400FFCEA}" dt="2025-11-12T12:40:22.703" v="43852" actId="478"/>
          <ac:spMkLst>
            <pc:docMk/>
            <pc:sldMk cId="2560445687" sldId="835"/>
            <ac:spMk id="2" creationId="{BD57209E-A206-B361-F537-E7F3F2C4B04B}"/>
          </ac:spMkLst>
        </pc:spChg>
        <pc:spChg chg="del">
          <ac:chgData name="DEWE, HAYLEY L." userId="5cada80b-0f7b-49a5-96b2-656b100ca6c6" providerId="ADAL" clId="{632DF7FE-9916-4FAF-8457-3521400FFCEA}" dt="2025-11-12T12:40:19.678" v="43849" actId="478"/>
          <ac:spMkLst>
            <pc:docMk/>
            <pc:sldMk cId="2560445687" sldId="835"/>
            <ac:spMk id="4" creationId="{A7047086-F8BA-30CC-72E5-ED90D1EBA455}"/>
          </ac:spMkLst>
        </pc:spChg>
        <pc:spChg chg="add mod">
          <ac:chgData name="DEWE, HAYLEY L." userId="5cada80b-0f7b-49a5-96b2-656b100ca6c6" providerId="ADAL" clId="{632DF7FE-9916-4FAF-8457-3521400FFCEA}" dt="2025-11-12T17:24:56.022" v="53570" actId="6549"/>
          <ac:spMkLst>
            <pc:docMk/>
            <pc:sldMk cId="2560445687" sldId="835"/>
            <ac:spMk id="6" creationId="{2DD8E5B5-DCCA-1F0E-3F03-22D4DFC7FB46}"/>
          </ac:spMkLst>
        </pc:spChg>
        <pc:spChg chg="mod">
          <ac:chgData name="DEWE, HAYLEY L." userId="5cada80b-0f7b-49a5-96b2-656b100ca6c6" providerId="ADAL" clId="{632DF7FE-9916-4FAF-8457-3521400FFCEA}" dt="2025-11-12T13:01:34.338" v="46222" actId="113"/>
          <ac:spMkLst>
            <pc:docMk/>
            <pc:sldMk cId="2560445687" sldId="835"/>
            <ac:spMk id="7" creationId="{A42D34F8-0436-82F6-33D8-A53E81F7A523}"/>
          </ac:spMkLst>
        </pc:spChg>
        <pc:spChg chg="del">
          <ac:chgData name="DEWE, HAYLEY L." userId="5cada80b-0f7b-49a5-96b2-656b100ca6c6" providerId="ADAL" clId="{632DF7FE-9916-4FAF-8457-3521400FFCEA}" dt="2025-11-12T12:40:20.893" v="43850" actId="478"/>
          <ac:spMkLst>
            <pc:docMk/>
            <pc:sldMk cId="2560445687" sldId="835"/>
            <ac:spMk id="12" creationId="{110C07A0-3D94-FE81-50AE-D3D9A5DDFFE2}"/>
          </ac:spMkLst>
        </pc:spChg>
        <pc:spChg chg="del mod">
          <ac:chgData name="DEWE, HAYLEY L." userId="5cada80b-0f7b-49a5-96b2-656b100ca6c6" providerId="ADAL" clId="{632DF7FE-9916-4FAF-8457-3521400FFCEA}" dt="2025-11-12T12:46:30.751" v="44222" actId="478"/>
          <ac:spMkLst>
            <pc:docMk/>
            <pc:sldMk cId="2560445687" sldId="835"/>
            <ac:spMk id="13" creationId="{8EC46D6C-0981-CDB1-A76C-3867C0A1D772}"/>
          </ac:spMkLst>
        </pc:spChg>
        <pc:spChg chg="del mod">
          <ac:chgData name="DEWE, HAYLEY L." userId="5cada80b-0f7b-49a5-96b2-656b100ca6c6" providerId="ADAL" clId="{632DF7FE-9916-4FAF-8457-3521400FFCEA}" dt="2025-11-12T12:46:29.137" v="44220" actId="478"/>
          <ac:spMkLst>
            <pc:docMk/>
            <pc:sldMk cId="2560445687" sldId="835"/>
            <ac:spMk id="15" creationId="{07F46D00-0E8B-B0C2-8D0E-15A6DD9B4A22}"/>
          </ac:spMkLst>
        </pc:spChg>
        <pc:picChg chg="add del mod modCrop">
          <ac:chgData name="DEWE, HAYLEY L." userId="5cada80b-0f7b-49a5-96b2-656b100ca6c6" providerId="ADAL" clId="{632DF7FE-9916-4FAF-8457-3521400FFCEA}" dt="2025-11-12T12:46:28.428" v="44219" actId="478"/>
          <ac:picMkLst>
            <pc:docMk/>
            <pc:sldMk cId="2560445687" sldId="835"/>
            <ac:picMk id="5" creationId="{7279B958-91E5-C887-66CD-11A7C30D2B55}"/>
          </ac:picMkLst>
        </pc:picChg>
        <pc:picChg chg="del">
          <ac:chgData name="DEWE, HAYLEY L." userId="5cada80b-0f7b-49a5-96b2-656b100ca6c6" providerId="ADAL" clId="{632DF7FE-9916-4FAF-8457-3521400FFCEA}" dt="2025-11-12T12:40:21.502" v="43851" actId="478"/>
          <ac:picMkLst>
            <pc:docMk/>
            <pc:sldMk cId="2560445687" sldId="835"/>
            <ac:picMk id="11" creationId="{E3EE6BFF-079C-0B75-F117-01F1EF4F4BCB}"/>
          </ac:picMkLst>
        </pc:picChg>
      </pc:sldChg>
      <pc:sldChg chg="addSp delSp modSp add mod delAnim modAnim">
        <pc:chgData name="DEWE, HAYLEY L." userId="5cada80b-0f7b-49a5-96b2-656b100ca6c6" providerId="ADAL" clId="{632DF7FE-9916-4FAF-8457-3521400FFCEA}" dt="2025-11-12T23:56:11.709" v="56751" actId="113"/>
        <pc:sldMkLst>
          <pc:docMk/>
          <pc:sldMk cId="4032138130" sldId="836"/>
        </pc:sldMkLst>
        <pc:spChg chg="add mod">
          <ac:chgData name="DEWE, HAYLEY L." userId="5cada80b-0f7b-49a5-96b2-656b100ca6c6" providerId="ADAL" clId="{632DF7FE-9916-4FAF-8457-3521400FFCEA}" dt="2025-11-12T13:54:58.814" v="49441" actId="5793"/>
          <ac:spMkLst>
            <pc:docMk/>
            <pc:sldMk cId="4032138130" sldId="836"/>
            <ac:spMk id="3" creationId="{97234625-86C5-DF86-F1E4-CB548331F2DE}"/>
          </ac:spMkLst>
        </pc:spChg>
        <pc:spChg chg="del mod">
          <ac:chgData name="DEWE, HAYLEY L." userId="5cada80b-0f7b-49a5-96b2-656b100ca6c6" providerId="ADAL" clId="{632DF7FE-9916-4FAF-8457-3521400FFCEA}" dt="2025-11-12T13:11:42.893" v="46833" actId="478"/>
          <ac:spMkLst>
            <pc:docMk/>
            <pc:sldMk cId="4032138130" sldId="836"/>
            <ac:spMk id="6" creationId="{15BB8AAA-04E3-5E03-511A-C1B3AEAE36F6}"/>
          </ac:spMkLst>
        </pc:spChg>
        <pc:spChg chg="mod">
          <ac:chgData name="DEWE, HAYLEY L." userId="5cada80b-0f7b-49a5-96b2-656b100ca6c6" providerId="ADAL" clId="{632DF7FE-9916-4FAF-8457-3521400FFCEA}" dt="2025-11-12T23:56:11.709" v="56751" actId="113"/>
          <ac:spMkLst>
            <pc:docMk/>
            <pc:sldMk cId="4032138130" sldId="836"/>
            <ac:spMk id="7" creationId="{6FE61112-8EE1-5240-990B-625872B88F85}"/>
          </ac:spMkLst>
        </pc:spChg>
        <pc:spChg chg="add mod">
          <ac:chgData name="DEWE, HAYLEY L." userId="5cada80b-0f7b-49a5-96b2-656b100ca6c6" providerId="ADAL" clId="{632DF7FE-9916-4FAF-8457-3521400FFCEA}" dt="2025-11-12T13:55:22.805" v="49481" actId="14100"/>
          <ac:spMkLst>
            <pc:docMk/>
            <pc:sldMk cId="4032138130" sldId="836"/>
            <ac:spMk id="8" creationId="{4B92C871-50A8-2F99-06B3-305297EB9722}"/>
          </ac:spMkLst>
        </pc:spChg>
        <pc:spChg chg="add del mod">
          <ac:chgData name="DEWE, HAYLEY L." userId="5cada80b-0f7b-49a5-96b2-656b100ca6c6" providerId="ADAL" clId="{632DF7FE-9916-4FAF-8457-3521400FFCEA}" dt="2025-11-12T13:54:48.588" v="49437" actId="478"/>
          <ac:spMkLst>
            <pc:docMk/>
            <pc:sldMk cId="4032138130" sldId="836"/>
            <ac:spMk id="9" creationId="{8CF0D078-2806-5290-8615-1F17740FF0D4}"/>
          </ac:spMkLst>
        </pc:spChg>
        <pc:spChg chg="add del mod">
          <ac:chgData name="DEWE, HAYLEY L." userId="5cada80b-0f7b-49a5-96b2-656b100ca6c6" providerId="ADAL" clId="{632DF7FE-9916-4FAF-8457-3521400FFCEA}" dt="2025-11-12T13:54:47.645" v="49436" actId="478"/>
          <ac:spMkLst>
            <pc:docMk/>
            <pc:sldMk cId="4032138130" sldId="836"/>
            <ac:spMk id="10" creationId="{CC679BCC-E1CE-309F-1609-17A66BED08D0}"/>
          </ac:spMkLst>
        </pc:spChg>
        <pc:spChg chg="add mod">
          <ac:chgData name="DEWE, HAYLEY L." userId="5cada80b-0f7b-49a5-96b2-656b100ca6c6" providerId="ADAL" clId="{632DF7FE-9916-4FAF-8457-3521400FFCEA}" dt="2025-11-12T13:53:17.427" v="49325" actId="164"/>
          <ac:spMkLst>
            <pc:docMk/>
            <pc:sldMk cId="4032138130" sldId="836"/>
            <ac:spMk id="16" creationId="{B80C30CE-8121-71CE-80A8-0C27B6D2E19F}"/>
          </ac:spMkLst>
        </pc:spChg>
        <pc:spChg chg="add del mod">
          <ac:chgData name="DEWE, HAYLEY L." userId="5cada80b-0f7b-49a5-96b2-656b100ca6c6" providerId="ADAL" clId="{632DF7FE-9916-4FAF-8457-3521400FFCEA}" dt="2025-11-12T13:51:24.418" v="49288" actId="478"/>
          <ac:spMkLst>
            <pc:docMk/>
            <pc:sldMk cId="4032138130" sldId="836"/>
            <ac:spMk id="17" creationId="{CF3CD9AA-7FFB-6AB9-E696-724B8D1D4627}"/>
          </ac:spMkLst>
        </pc:spChg>
        <pc:spChg chg="add mod">
          <ac:chgData name="DEWE, HAYLEY L." userId="5cada80b-0f7b-49a5-96b2-656b100ca6c6" providerId="ADAL" clId="{632DF7FE-9916-4FAF-8457-3521400FFCEA}" dt="2025-11-12T13:53:17.427" v="49325" actId="164"/>
          <ac:spMkLst>
            <pc:docMk/>
            <pc:sldMk cId="4032138130" sldId="836"/>
            <ac:spMk id="19" creationId="{44B957BC-0973-8B32-C22D-32A1B2705B1D}"/>
          </ac:spMkLst>
        </pc:spChg>
        <pc:spChg chg="add mod">
          <ac:chgData name="DEWE, HAYLEY L." userId="5cada80b-0f7b-49a5-96b2-656b100ca6c6" providerId="ADAL" clId="{632DF7FE-9916-4FAF-8457-3521400FFCEA}" dt="2025-11-12T13:53:17.427" v="49325" actId="164"/>
          <ac:spMkLst>
            <pc:docMk/>
            <pc:sldMk cId="4032138130" sldId="836"/>
            <ac:spMk id="23" creationId="{F10DF615-B145-4174-485C-A38C2C050B58}"/>
          </ac:spMkLst>
        </pc:spChg>
        <pc:spChg chg="add del mod">
          <ac:chgData name="DEWE, HAYLEY L." userId="5cada80b-0f7b-49a5-96b2-656b100ca6c6" providerId="ADAL" clId="{632DF7FE-9916-4FAF-8457-3521400FFCEA}" dt="2025-11-12T13:55:15.497" v="49477" actId="478"/>
          <ac:spMkLst>
            <pc:docMk/>
            <pc:sldMk cId="4032138130" sldId="836"/>
            <ac:spMk id="25" creationId="{3079D026-DBA3-72F8-1C20-61A9B1390EB9}"/>
          </ac:spMkLst>
        </pc:spChg>
        <pc:spChg chg="add mod">
          <ac:chgData name="DEWE, HAYLEY L." userId="5cada80b-0f7b-49a5-96b2-656b100ca6c6" providerId="ADAL" clId="{632DF7FE-9916-4FAF-8457-3521400FFCEA}" dt="2025-11-12T16:43:27.067" v="51440" actId="20577"/>
          <ac:spMkLst>
            <pc:docMk/>
            <pc:sldMk cId="4032138130" sldId="836"/>
            <ac:spMk id="26" creationId="{82548F7F-7F31-8DA5-F031-5EB3CB9E067B}"/>
          </ac:spMkLst>
        </pc:spChg>
        <pc:spChg chg="mod">
          <ac:chgData name="DEWE, HAYLEY L." userId="5cada80b-0f7b-49a5-96b2-656b100ca6c6" providerId="ADAL" clId="{632DF7FE-9916-4FAF-8457-3521400FFCEA}" dt="2025-11-12T13:55:29.466" v="49482"/>
          <ac:spMkLst>
            <pc:docMk/>
            <pc:sldMk cId="4032138130" sldId="836"/>
            <ac:spMk id="28" creationId="{53F92575-A16F-0FCF-D0F8-305AB8B8B49D}"/>
          </ac:spMkLst>
        </pc:spChg>
        <pc:spChg chg="mod">
          <ac:chgData name="DEWE, HAYLEY L." userId="5cada80b-0f7b-49a5-96b2-656b100ca6c6" providerId="ADAL" clId="{632DF7FE-9916-4FAF-8457-3521400FFCEA}" dt="2025-11-12T16:44:37.902" v="51469" actId="20577"/>
          <ac:spMkLst>
            <pc:docMk/>
            <pc:sldMk cId="4032138130" sldId="836"/>
            <ac:spMk id="29" creationId="{DA1323A6-3901-9F42-9841-530E01989ADF}"/>
          </ac:spMkLst>
        </pc:spChg>
        <pc:spChg chg="mod">
          <ac:chgData name="DEWE, HAYLEY L." userId="5cada80b-0f7b-49a5-96b2-656b100ca6c6" providerId="ADAL" clId="{632DF7FE-9916-4FAF-8457-3521400FFCEA}" dt="2025-11-12T13:56:14.444" v="49496" actId="20577"/>
          <ac:spMkLst>
            <pc:docMk/>
            <pc:sldMk cId="4032138130" sldId="836"/>
            <ac:spMk id="31" creationId="{D9666775-272F-1E98-2C67-DCA133C631D5}"/>
          </ac:spMkLst>
        </pc:spChg>
        <pc:spChg chg="add del">
          <ac:chgData name="DEWE, HAYLEY L." userId="5cada80b-0f7b-49a5-96b2-656b100ca6c6" providerId="ADAL" clId="{632DF7FE-9916-4FAF-8457-3521400FFCEA}" dt="2025-11-12T13:57:13.290" v="49507" actId="478"/>
          <ac:spMkLst>
            <pc:docMk/>
            <pc:sldMk cId="4032138130" sldId="836"/>
            <ac:spMk id="33" creationId="{89A074DA-7662-E6C1-EB38-BCC4464E5C52}"/>
          </ac:spMkLst>
        </pc:spChg>
        <pc:grpChg chg="add mod">
          <ac:chgData name="DEWE, HAYLEY L." userId="5cada80b-0f7b-49a5-96b2-656b100ca6c6" providerId="ADAL" clId="{632DF7FE-9916-4FAF-8457-3521400FFCEA}" dt="2025-11-12T13:54:50.708" v="49438" actId="1076"/>
          <ac:grpSpMkLst>
            <pc:docMk/>
            <pc:sldMk cId="4032138130" sldId="836"/>
            <ac:grpSpMk id="24" creationId="{9EA76167-F79D-4077-D82C-50215F83DA7A}"/>
          </ac:grpSpMkLst>
        </pc:grpChg>
        <pc:grpChg chg="add mod">
          <ac:chgData name="DEWE, HAYLEY L." userId="5cada80b-0f7b-49a5-96b2-656b100ca6c6" providerId="ADAL" clId="{632DF7FE-9916-4FAF-8457-3521400FFCEA}" dt="2025-11-12T16:45:17.211" v="51480" actId="1076"/>
          <ac:grpSpMkLst>
            <pc:docMk/>
            <pc:sldMk cId="4032138130" sldId="836"/>
            <ac:grpSpMk id="27" creationId="{B2C6F367-15BF-4A74-053C-192E891A1EBD}"/>
          </ac:grpSpMkLst>
        </pc:grpChg>
        <pc:picChg chg="add del mod">
          <ac:chgData name="DEWE, HAYLEY L." userId="5cada80b-0f7b-49a5-96b2-656b100ca6c6" providerId="ADAL" clId="{632DF7FE-9916-4FAF-8457-3521400FFCEA}" dt="2025-11-12T13:12:01.393" v="46837" actId="478"/>
          <ac:picMkLst>
            <pc:docMk/>
            <pc:sldMk cId="4032138130" sldId="836"/>
            <ac:picMk id="2" creationId="{347B496C-7982-6E9B-E639-7C66F38768F1}"/>
          </ac:picMkLst>
        </pc:picChg>
        <pc:picChg chg="add del mod">
          <ac:chgData name="DEWE, HAYLEY L." userId="5cada80b-0f7b-49a5-96b2-656b100ca6c6" providerId="ADAL" clId="{632DF7FE-9916-4FAF-8457-3521400FFCEA}" dt="2025-11-12T13:49:36.654" v="49221" actId="478"/>
          <ac:picMkLst>
            <pc:docMk/>
            <pc:sldMk cId="4032138130" sldId="836"/>
            <ac:picMk id="4" creationId="{BB233372-9BEA-BA44-8B83-0F8AA38EB89F}"/>
          </ac:picMkLst>
        </pc:picChg>
        <pc:picChg chg="add del mod">
          <ac:chgData name="DEWE, HAYLEY L." userId="5cada80b-0f7b-49a5-96b2-656b100ca6c6" providerId="ADAL" clId="{632DF7FE-9916-4FAF-8457-3521400FFCEA}" dt="2025-11-12T13:54:45.229" v="49435" actId="478"/>
          <ac:picMkLst>
            <pc:docMk/>
            <pc:sldMk cId="4032138130" sldId="836"/>
            <ac:picMk id="5" creationId="{EA7B9BF9-DABC-3167-9FFB-34B17154F6C9}"/>
          </ac:picMkLst>
        </pc:picChg>
        <pc:picChg chg="add del mod">
          <ac:chgData name="DEWE, HAYLEY L." userId="5cada80b-0f7b-49a5-96b2-656b100ca6c6" providerId="ADAL" clId="{632DF7FE-9916-4FAF-8457-3521400FFCEA}" dt="2025-11-12T13:53:20.050" v="49326" actId="478"/>
          <ac:picMkLst>
            <pc:docMk/>
            <pc:sldMk cId="4032138130" sldId="836"/>
            <ac:picMk id="12" creationId="{07B89706-47DC-AFA8-434D-4C8844F990A4}"/>
          </ac:picMkLst>
        </pc:picChg>
        <pc:picChg chg="add del">
          <ac:chgData name="DEWE, HAYLEY L." userId="5cada80b-0f7b-49a5-96b2-656b100ca6c6" providerId="ADAL" clId="{632DF7FE-9916-4FAF-8457-3521400FFCEA}" dt="2025-11-12T13:50:08.291" v="49253" actId="478"/>
          <ac:picMkLst>
            <pc:docMk/>
            <pc:sldMk cId="4032138130" sldId="836"/>
            <ac:picMk id="14" creationId="{D20DA1D1-F740-ED6C-172C-B77B28506D44}"/>
          </ac:picMkLst>
        </pc:picChg>
        <pc:cxnChg chg="add del mod">
          <ac:chgData name="DEWE, HAYLEY L." userId="5cada80b-0f7b-49a5-96b2-656b100ca6c6" providerId="ADAL" clId="{632DF7FE-9916-4FAF-8457-3521400FFCEA}" dt="2025-11-12T16:44:40.051" v="51470" actId="478"/>
          <ac:cxnSpMkLst>
            <pc:docMk/>
            <pc:sldMk cId="4032138130" sldId="836"/>
            <ac:cxnSpMk id="4" creationId="{63F7CA9A-166C-BC56-6BBE-C0291F2E4FE1}"/>
          </ac:cxnSpMkLst>
        </pc:cxnChg>
        <pc:cxnChg chg="add mod">
          <ac:chgData name="DEWE, HAYLEY L." userId="5cada80b-0f7b-49a5-96b2-656b100ca6c6" providerId="ADAL" clId="{632DF7FE-9916-4FAF-8457-3521400FFCEA}" dt="2025-11-12T13:53:17.427" v="49325" actId="164"/>
          <ac:cxnSpMkLst>
            <pc:docMk/>
            <pc:sldMk cId="4032138130" sldId="836"/>
            <ac:cxnSpMk id="21" creationId="{8D79F820-DF0F-EEEF-5784-13CD0D6C5E50}"/>
          </ac:cxnSpMkLst>
        </pc:cxnChg>
        <pc:cxnChg chg="mod">
          <ac:chgData name="DEWE, HAYLEY L." userId="5cada80b-0f7b-49a5-96b2-656b100ca6c6" providerId="ADAL" clId="{632DF7FE-9916-4FAF-8457-3521400FFCEA}" dt="2025-11-12T13:55:29.466" v="49482"/>
          <ac:cxnSpMkLst>
            <pc:docMk/>
            <pc:sldMk cId="4032138130" sldId="836"/>
            <ac:cxnSpMk id="30" creationId="{FCA9DC9F-779F-E573-2D73-5930CF1FEE47}"/>
          </ac:cxnSpMkLst>
        </pc:cxnChg>
      </pc:sldChg>
      <pc:sldChg chg="addSp delSp modSp add mod">
        <pc:chgData name="DEWE, HAYLEY L." userId="5cada80b-0f7b-49a5-96b2-656b100ca6c6" providerId="ADAL" clId="{632DF7FE-9916-4FAF-8457-3521400FFCEA}" dt="2025-11-13T01:33:55.637" v="58019" actId="255"/>
        <pc:sldMkLst>
          <pc:docMk/>
          <pc:sldMk cId="190480808" sldId="837"/>
        </pc:sldMkLst>
        <pc:spChg chg="add del mod">
          <ac:chgData name="DEWE, HAYLEY L." userId="5cada80b-0f7b-49a5-96b2-656b100ca6c6" providerId="ADAL" clId="{632DF7FE-9916-4FAF-8457-3521400FFCEA}" dt="2025-11-12T12:58:16.025" v="45945" actId="21"/>
          <ac:spMkLst>
            <pc:docMk/>
            <pc:sldMk cId="190480808" sldId="837"/>
            <ac:spMk id="4" creationId="{FB90AC19-09C0-B867-211A-4FF4ADA55E47}"/>
          </ac:spMkLst>
        </pc:spChg>
        <pc:spChg chg="del">
          <ac:chgData name="DEWE, HAYLEY L." userId="5cada80b-0f7b-49a5-96b2-656b100ca6c6" providerId="ADAL" clId="{632DF7FE-9916-4FAF-8457-3521400FFCEA}" dt="2025-11-12T12:57:13.629" v="45917" actId="478"/>
          <ac:spMkLst>
            <pc:docMk/>
            <pc:sldMk cId="190480808" sldId="837"/>
            <ac:spMk id="6" creationId="{4B626461-2D4A-8B69-357F-D04B8B24D541}"/>
          </ac:spMkLst>
        </pc:spChg>
        <pc:spChg chg="mod">
          <ac:chgData name="DEWE, HAYLEY L." userId="5cada80b-0f7b-49a5-96b2-656b100ca6c6" providerId="ADAL" clId="{632DF7FE-9916-4FAF-8457-3521400FFCEA}" dt="2025-11-12T13:01:30.563" v="46221" actId="113"/>
          <ac:spMkLst>
            <pc:docMk/>
            <pc:sldMk cId="190480808" sldId="837"/>
            <ac:spMk id="7" creationId="{96B4B70C-E1DF-2038-D58B-B37E487539B9}"/>
          </ac:spMkLst>
        </pc:spChg>
        <pc:spChg chg="add mod">
          <ac:chgData name="DEWE, HAYLEY L." userId="5cada80b-0f7b-49a5-96b2-656b100ca6c6" providerId="ADAL" clId="{632DF7FE-9916-4FAF-8457-3521400FFCEA}" dt="2025-11-13T01:33:55.637" v="58019" actId="255"/>
          <ac:spMkLst>
            <pc:docMk/>
            <pc:sldMk cId="190480808" sldId="837"/>
            <ac:spMk id="10" creationId="{FB90AC19-09C0-B867-211A-4FF4ADA55E47}"/>
          </ac:spMkLst>
        </pc:spChg>
        <pc:picChg chg="add mod">
          <ac:chgData name="DEWE, HAYLEY L." userId="5cada80b-0f7b-49a5-96b2-656b100ca6c6" providerId="ADAL" clId="{632DF7FE-9916-4FAF-8457-3521400FFCEA}" dt="2025-11-12T12:57:42.654" v="45925" actId="1076"/>
          <ac:picMkLst>
            <pc:docMk/>
            <pc:sldMk cId="190480808" sldId="837"/>
            <ac:picMk id="3" creationId="{2C6ECC51-D052-5135-6BB8-95B6C41B7201}"/>
          </ac:picMkLst>
        </pc:picChg>
        <pc:cxnChg chg="add del mod">
          <ac:chgData name="DEWE, HAYLEY L." userId="5cada80b-0f7b-49a5-96b2-656b100ca6c6" providerId="ADAL" clId="{632DF7FE-9916-4FAF-8457-3521400FFCEA}" dt="2025-11-12T12:58:51.772" v="46010" actId="478"/>
          <ac:cxnSpMkLst>
            <pc:docMk/>
            <pc:sldMk cId="190480808" sldId="837"/>
            <ac:cxnSpMk id="5" creationId="{C16356BE-0F73-7F23-BCCF-B2A31E5849E2}"/>
          </ac:cxnSpMkLst>
        </pc:cxnChg>
      </pc:sldChg>
      <pc:sldChg chg="modSp add del mod">
        <pc:chgData name="DEWE, HAYLEY L." userId="5cada80b-0f7b-49a5-96b2-656b100ca6c6" providerId="ADAL" clId="{632DF7FE-9916-4FAF-8457-3521400FFCEA}" dt="2025-11-12T23:53:34.727" v="56692" actId="2696"/>
        <pc:sldMkLst>
          <pc:docMk/>
          <pc:sldMk cId="1419812896" sldId="838"/>
        </pc:sldMkLst>
        <pc:spChg chg="mod">
          <ac:chgData name="DEWE, HAYLEY L." userId="5cada80b-0f7b-49a5-96b2-656b100ca6c6" providerId="ADAL" clId="{632DF7FE-9916-4FAF-8457-3521400FFCEA}" dt="2025-11-12T22:32:39.676" v="53969" actId="113"/>
          <ac:spMkLst>
            <pc:docMk/>
            <pc:sldMk cId="1419812896" sldId="838"/>
            <ac:spMk id="7" creationId="{095ADA02-C595-8B98-B5CB-575B38F4B57D}"/>
          </ac:spMkLst>
        </pc:spChg>
      </pc:sldChg>
      <pc:sldChg chg="modSp add del mod ord">
        <pc:chgData name="DEWE, HAYLEY L." userId="5cada80b-0f7b-49a5-96b2-656b100ca6c6" providerId="ADAL" clId="{632DF7FE-9916-4FAF-8457-3521400FFCEA}" dt="2025-11-12T23:54:29.273" v="56726" actId="2696"/>
        <pc:sldMkLst>
          <pc:docMk/>
          <pc:sldMk cId="2069950322" sldId="838"/>
        </pc:sldMkLst>
        <pc:spChg chg="mod">
          <ac:chgData name="DEWE, HAYLEY L." userId="5cada80b-0f7b-49a5-96b2-656b100ca6c6" providerId="ADAL" clId="{632DF7FE-9916-4FAF-8457-3521400FFCEA}" dt="2025-11-12T23:54:26.697" v="56725" actId="20577"/>
          <ac:spMkLst>
            <pc:docMk/>
            <pc:sldMk cId="2069950322" sldId="838"/>
            <ac:spMk id="7" creationId="{095ADA02-C595-8B98-B5CB-575B38F4B57D}"/>
          </ac:spMkLst>
        </pc:spChg>
      </pc:sldChg>
      <pc:sldChg chg="addSp delSp modSp add mod">
        <pc:chgData name="DEWE, HAYLEY L." userId="5cada80b-0f7b-49a5-96b2-656b100ca6c6" providerId="ADAL" clId="{632DF7FE-9916-4FAF-8457-3521400FFCEA}" dt="2025-11-13T02:43:14.991" v="60244" actId="478"/>
        <pc:sldMkLst>
          <pc:docMk/>
          <pc:sldMk cId="2521258886" sldId="838"/>
        </pc:sldMkLst>
        <pc:spChg chg="mod">
          <ac:chgData name="DEWE, HAYLEY L." userId="5cada80b-0f7b-49a5-96b2-656b100ca6c6" providerId="ADAL" clId="{632DF7FE-9916-4FAF-8457-3521400FFCEA}" dt="2025-11-13T02:05:14.087" v="59135" actId="14100"/>
          <ac:spMkLst>
            <pc:docMk/>
            <pc:sldMk cId="2521258886" sldId="838"/>
            <ac:spMk id="2" creationId="{1D6D9839-7081-0FD3-3D9E-CD580E10C80D}"/>
          </ac:spMkLst>
        </pc:spChg>
        <pc:picChg chg="add del mod">
          <ac:chgData name="DEWE, HAYLEY L." userId="5cada80b-0f7b-49a5-96b2-656b100ca6c6" providerId="ADAL" clId="{632DF7FE-9916-4FAF-8457-3521400FFCEA}" dt="2025-11-13T02:43:14.991" v="60244" actId="478"/>
          <ac:picMkLst>
            <pc:docMk/>
            <pc:sldMk cId="2521258886" sldId="838"/>
            <ac:picMk id="1026" creationId="{AD90A2FB-BB4F-3365-F718-82DA985E596B}"/>
          </ac:picMkLst>
        </pc:picChg>
      </pc:sldChg>
      <pc:sldChg chg="addSp delSp modSp add del mod setBg setFolMasterObjs modAnim">
        <pc:chgData name="DEWE, HAYLEY L." userId="5cada80b-0f7b-49a5-96b2-656b100ca6c6" providerId="ADAL" clId="{632DF7FE-9916-4FAF-8457-3521400FFCEA}" dt="2025-11-12T16:38:47.962" v="51078" actId="2696"/>
        <pc:sldMkLst>
          <pc:docMk/>
          <pc:sldMk cId="3415805272" sldId="838"/>
        </pc:sldMkLst>
        <pc:spChg chg="add mod ord">
          <ac:chgData name="DEWE, HAYLEY L." userId="5cada80b-0f7b-49a5-96b2-656b100ca6c6" providerId="ADAL" clId="{632DF7FE-9916-4FAF-8457-3521400FFCEA}" dt="2025-11-12T16:23:49.596" v="50649" actId="20577"/>
          <ac:spMkLst>
            <pc:docMk/>
            <pc:sldMk cId="3415805272" sldId="838"/>
            <ac:spMk id="2" creationId="{1D6D9839-7081-0FD3-3D9E-CD580E10C80D}"/>
          </ac:spMkLst>
        </pc:spChg>
        <pc:spChg chg="add del mod">
          <ac:chgData name="DEWE, HAYLEY L." userId="5cada80b-0f7b-49a5-96b2-656b100ca6c6" providerId="ADAL" clId="{632DF7FE-9916-4FAF-8457-3521400FFCEA}" dt="2025-11-12T16:17:17.787" v="50539" actId="478"/>
          <ac:spMkLst>
            <pc:docMk/>
            <pc:sldMk cId="3415805272" sldId="838"/>
            <ac:spMk id="4" creationId="{5DB1BF55-C4F4-E64E-3126-9CB61E6ADFBB}"/>
          </ac:spMkLst>
        </pc:spChg>
        <pc:spChg chg="del mod">
          <ac:chgData name="DEWE, HAYLEY L." userId="5cada80b-0f7b-49a5-96b2-656b100ca6c6" providerId="ADAL" clId="{632DF7FE-9916-4FAF-8457-3521400FFCEA}" dt="2025-11-12T13:11:33.943" v="46830" actId="478"/>
          <ac:spMkLst>
            <pc:docMk/>
            <pc:sldMk cId="3415805272" sldId="838"/>
            <ac:spMk id="6" creationId="{E3E88C02-76C8-2C5C-EA86-119DFF3DD8C2}"/>
          </ac:spMkLst>
        </pc:spChg>
        <pc:spChg chg="mod">
          <ac:chgData name="DEWE, HAYLEY L." userId="5cada80b-0f7b-49a5-96b2-656b100ca6c6" providerId="ADAL" clId="{632DF7FE-9916-4FAF-8457-3521400FFCEA}" dt="2025-11-12T16:15:30.492" v="50396" actId="26606"/>
          <ac:spMkLst>
            <pc:docMk/>
            <pc:sldMk cId="3415805272" sldId="838"/>
            <ac:spMk id="7" creationId="{095ADA02-C595-8B98-B5CB-575B38F4B57D}"/>
          </ac:spMkLst>
        </pc:spChg>
        <pc:spChg chg="add del">
          <ac:chgData name="DEWE, HAYLEY L." userId="5cada80b-0f7b-49a5-96b2-656b100ca6c6" providerId="ADAL" clId="{632DF7FE-9916-4FAF-8457-3521400FFCEA}" dt="2025-11-12T16:15:11.666" v="50389" actId="26606"/>
          <ac:spMkLst>
            <pc:docMk/>
            <pc:sldMk cId="3415805272" sldId="838"/>
            <ac:spMk id="1029" creationId="{8BAD894E-0868-44E3-A66D-61256D6C5854}"/>
          </ac:spMkLst>
        </pc:spChg>
        <pc:spChg chg="add del">
          <ac:chgData name="DEWE, HAYLEY L." userId="5cada80b-0f7b-49a5-96b2-656b100ca6c6" providerId="ADAL" clId="{632DF7FE-9916-4FAF-8457-3521400FFCEA}" dt="2025-11-12T16:15:11.666" v="50389" actId="26606"/>
          <ac:spMkLst>
            <pc:docMk/>
            <pc:sldMk cId="3415805272" sldId="838"/>
            <ac:spMk id="1030" creationId="{82BCDE19-2810-4337-9C49-8589C421767D}"/>
          </ac:spMkLst>
        </pc:spChg>
        <pc:spChg chg="add del">
          <ac:chgData name="DEWE, HAYLEY L." userId="5cada80b-0f7b-49a5-96b2-656b100ca6c6" providerId="ADAL" clId="{632DF7FE-9916-4FAF-8457-3521400FFCEA}" dt="2025-11-12T16:14:47.300" v="50387" actId="26606"/>
          <ac:spMkLst>
            <pc:docMk/>
            <pc:sldMk cId="3415805272" sldId="838"/>
            <ac:spMk id="1031" creationId="{39B4056F-1959-4627-A683-77F6C0603FCD}"/>
          </ac:spMkLst>
        </pc:spChg>
        <pc:spChg chg="add del">
          <ac:chgData name="DEWE, HAYLEY L." userId="5cada80b-0f7b-49a5-96b2-656b100ca6c6" providerId="ADAL" clId="{632DF7FE-9916-4FAF-8457-3521400FFCEA}" dt="2025-11-12T16:15:30.492" v="50396" actId="26606"/>
          <ac:spMkLst>
            <pc:docMk/>
            <pc:sldMk cId="3415805272" sldId="838"/>
            <ac:spMk id="1032" creationId="{873ECEC8-0F24-45B8-950F-35FC94BCEAC8}"/>
          </ac:spMkLst>
        </pc:spChg>
        <pc:spChg chg="add del">
          <ac:chgData name="DEWE, HAYLEY L." userId="5cada80b-0f7b-49a5-96b2-656b100ca6c6" providerId="ADAL" clId="{632DF7FE-9916-4FAF-8457-3521400FFCEA}" dt="2025-11-12T16:14:47.300" v="50387" actId="26606"/>
          <ac:spMkLst>
            <pc:docMk/>
            <pc:sldMk cId="3415805272" sldId="838"/>
            <ac:spMk id="1033" creationId="{D8D7349B-C9FA-4FCE-A1FF-948F460A3A9A}"/>
          </ac:spMkLst>
        </pc:spChg>
        <pc:spChg chg="add del">
          <ac:chgData name="DEWE, HAYLEY L." userId="5cada80b-0f7b-49a5-96b2-656b100ca6c6" providerId="ADAL" clId="{632DF7FE-9916-4FAF-8457-3521400FFCEA}" dt="2025-11-12T16:14:47.300" v="50387" actId="26606"/>
          <ac:spMkLst>
            <pc:docMk/>
            <pc:sldMk cId="3415805272" sldId="838"/>
            <ac:spMk id="1035" creationId="{4AF746F9-E85F-4BED-9D7E-562262E8B3D2}"/>
          </ac:spMkLst>
        </pc:spChg>
        <pc:spChg chg="add del">
          <ac:chgData name="DEWE, HAYLEY L." userId="5cada80b-0f7b-49a5-96b2-656b100ca6c6" providerId="ADAL" clId="{632DF7FE-9916-4FAF-8457-3521400FFCEA}" dt="2025-11-12T16:15:30.492" v="50396" actId="26606"/>
          <ac:spMkLst>
            <pc:docMk/>
            <pc:sldMk cId="3415805272" sldId="838"/>
            <ac:spMk id="1036" creationId="{7D417315-0A35-4882-ABD2-ABE3C89E5DCF}"/>
          </ac:spMkLst>
        </pc:spChg>
        <pc:spChg chg="add del">
          <ac:chgData name="DEWE, HAYLEY L." userId="5cada80b-0f7b-49a5-96b2-656b100ca6c6" providerId="ADAL" clId="{632DF7FE-9916-4FAF-8457-3521400FFCEA}" dt="2025-11-12T16:15:30.492" v="50396" actId="26606"/>
          <ac:spMkLst>
            <pc:docMk/>
            <pc:sldMk cId="3415805272" sldId="838"/>
            <ac:spMk id="1038" creationId="{8B53612E-ADB2-4457-9688-89506397AF28}"/>
          </ac:spMkLst>
        </pc:spChg>
        <pc:picChg chg="add mod ord">
          <ac:chgData name="DEWE, HAYLEY L." userId="5cada80b-0f7b-49a5-96b2-656b100ca6c6" providerId="ADAL" clId="{632DF7FE-9916-4FAF-8457-3521400FFCEA}" dt="2025-11-12T16:19:02.009" v="50605" actId="1076"/>
          <ac:picMkLst>
            <pc:docMk/>
            <pc:sldMk cId="3415805272" sldId="838"/>
            <ac:picMk id="1026" creationId="{AD90A2FB-BB4F-3365-F718-82DA985E596B}"/>
          </ac:picMkLst>
        </pc:picChg>
        <pc:cxnChg chg="add del">
          <ac:chgData name="DEWE, HAYLEY L." userId="5cada80b-0f7b-49a5-96b2-656b100ca6c6" providerId="ADAL" clId="{632DF7FE-9916-4FAF-8457-3521400FFCEA}" dt="2025-11-12T16:15:11.666" v="50389" actId="26606"/>
          <ac:cxnSpMkLst>
            <pc:docMk/>
            <pc:sldMk cId="3415805272" sldId="838"/>
            <ac:cxnSpMk id="1028" creationId="{38A34772-9011-42B5-AA63-FD6DEC92EE72}"/>
          </ac:cxnSpMkLst>
        </pc:cxnChg>
        <pc:cxnChg chg="add del">
          <ac:chgData name="DEWE, HAYLEY L." userId="5cada80b-0f7b-49a5-96b2-656b100ca6c6" providerId="ADAL" clId="{632DF7FE-9916-4FAF-8457-3521400FFCEA}" dt="2025-11-12T16:15:30.492" v="50396" actId="26606"/>
          <ac:cxnSpMkLst>
            <pc:docMk/>
            <pc:sldMk cId="3415805272" sldId="838"/>
            <ac:cxnSpMk id="1034" creationId="{89EB8C68-FF1B-4849-867B-32D29B19F102}"/>
          </ac:cxnSpMkLst>
        </pc:cxnChg>
        <pc:cxnChg chg="add del">
          <ac:chgData name="DEWE, HAYLEY L." userId="5cada80b-0f7b-49a5-96b2-656b100ca6c6" providerId="ADAL" clId="{632DF7FE-9916-4FAF-8457-3521400FFCEA}" dt="2025-11-12T16:14:47.300" v="50387" actId="26606"/>
          <ac:cxnSpMkLst>
            <pc:docMk/>
            <pc:sldMk cId="3415805272" sldId="838"/>
            <ac:cxnSpMk id="1037" creationId="{55646586-8E5D-4A2B-BDA9-01CE28AC89A1}"/>
          </ac:cxnSpMkLst>
        </pc:cxnChg>
      </pc:sldChg>
      <pc:sldChg chg="addSp delSp modSp add del mod">
        <pc:chgData name="DEWE, HAYLEY L." userId="5cada80b-0f7b-49a5-96b2-656b100ca6c6" providerId="ADAL" clId="{632DF7FE-9916-4FAF-8457-3521400FFCEA}" dt="2025-11-12T13:38:44.236" v="48742" actId="47"/>
        <pc:sldMkLst>
          <pc:docMk/>
          <pc:sldMk cId="481057357" sldId="839"/>
        </pc:sldMkLst>
        <pc:spChg chg="add del">
          <ac:chgData name="DEWE, HAYLEY L." userId="5cada80b-0f7b-49a5-96b2-656b100ca6c6" providerId="ADAL" clId="{632DF7FE-9916-4FAF-8457-3521400FFCEA}" dt="2025-11-12T13:33:44.227" v="48304" actId="22"/>
          <ac:spMkLst>
            <pc:docMk/>
            <pc:sldMk cId="481057357" sldId="839"/>
            <ac:spMk id="3" creationId="{AC56C30B-7B31-9A9C-3365-6ABF3928664A}"/>
          </ac:spMkLst>
        </pc:spChg>
        <pc:spChg chg="mod">
          <ac:chgData name="DEWE, HAYLEY L." userId="5cada80b-0f7b-49a5-96b2-656b100ca6c6" providerId="ADAL" clId="{632DF7FE-9916-4FAF-8457-3521400FFCEA}" dt="2025-11-12T13:33:32.940" v="48302" actId="21"/>
          <ac:spMkLst>
            <pc:docMk/>
            <pc:sldMk cId="481057357" sldId="839"/>
            <ac:spMk id="4" creationId="{4762EA6A-A003-0603-EB74-68D5E97EF831}"/>
          </ac:spMkLst>
        </pc:spChg>
      </pc:sldChg>
      <pc:sldChg chg="add del">
        <pc:chgData name="DEWE, HAYLEY L." userId="5cada80b-0f7b-49a5-96b2-656b100ca6c6" providerId="ADAL" clId="{632DF7FE-9916-4FAF-8457-3521400FFCEA}" dt="2025-11-12T13:27:28.536" v="47421"/>
        <pc:sldMkLst>
          <pc:docMk/>
          <pc:sldMk cId="677241589" sldId="839"/>
        </pc:sldMkLst>
      </pc:sldChg>
      <pc:sldChg chg="modSp add mod modAnim modNotesTx">
        <pc:chgData name="DEWE, HAYLEY L." userId="5cada80b-0f7b-49a5-96b2-656b100ca6c6" providerId="ADAL" clId="{632DF7FE-9916-4FAF-8457-3521400FFCEA}" dt="2025-11-13T02:39:22.235" v="60207" actId="20577"/>
        <pc:sldMkLst>
          <pc:docMk/>
          <pc:sldMk cId="3122760086" sldId="839"/>
        </pc:sldMkLst>
        <pc:spChg chg="mod">
          <ac:chgData name="DEWE, HAYLEY L." userId="5cada80b-0f7b-49a5-96b2-656b100ca6c6" providerId="ADAL" clId="{632DF7FE-9916-4FAF-8457-3521400FFCEA}" dt="2025-11-12T16:31:02.463" v="50719" actId="6549"/>
          <ac:spMkLst>
            <pc:docMk/>
            <pc:sldMk cId="3122760086" sldId="839"/>
            <ac:spMk id="2" creationId="{01A8435A-70FC-82A5-88EE-BAAC23256FCC}"/>
          </ac:spMkLst>
        </pc:spChg>
        <pc:spChg chg="mod">
          <ac:chgData name="DEWE, HAYLEY L." userId="5cada80b-0f7b-49a5-96b2-656b100ca6c6" providerId="ADAL" clId="{632DF7FE-9916-4FAF-8457-3521400FFCEA}" dt="2025-11-12T17:04:03.239" v="51884" actId="6549"/>
          <ac:spMkLst>
            <pc:docMk/>
            <pc:sldMk cId="3122760086" sldId="839"/>
            <ac:spMk id="6" creationId="{D7A3C5DA-3E16-DEC7-7F54-102F69485B03}"/>
          </ac:spMkLst>
        </pc:spChg>
      </pc:sldChg>
      <pc:sldChg chg="addSp delSp modSp add mod delAnim modAnim modNotesTx">
        <pc:chgData name="DEWE, HAYLEY L." userId="5cada80b-0f7b-49a5-96b2-656b100ca6c6" providerId="ADAL" clId="{632DF7FE-9916-4FAF-8457-3521400FFCEA}" dt="2025-11-13T02:41:33.305" v="60227"/>
        <pc:sldMkLst>
          <pc:docMk/>
          <pc:sldMk cId="2168229095" sldId="840"/>
        </pc:sldMkLst>
        <pc:spChg chg="add mod">
          <ac:chgData name="DEWE, HAYLEY L." userId="5cada80b-0f7b-49a5-96b2-656b100ca6c6" providerId="ADAL" clId="{632DF7FE-9916-4FAF-8457-3521400FFCEA}" dt="2025-11-12T16:48:19.693" v="51637" actId="20577"/>
          <ac:spMkLst>
            <pc:docMk/>
            <pc:sldMk cId="2168229095" sldId="840"/>
            <ac:spMk id="2" creationId="{208618F1-CD16-45C9-F876-A0A916B691CD}"/>
          </ac:spMkLst>
        </pc:spChg>
        <pc:spChg chg="del">
          <ac:chgData name="DEWE, HAYLEY L." userId="5cada80b-0f7b-49a5-96b2-656b100ca6c6" providerId="ADAL" clId="{632DF7FE-9916-4FAF-8457-3521400FFCEA}" dt="2025-11-12T16:40:09.955" v="51097" actId="478"/>
          <ac:spMkLst>
            <pc:docMk/>
            <pc:sldMk cId="2168229095" sldId="840"/>
            <ac:spMk id="3" creationId="{96C40845-72E9-7CF2-2AA0-DE7345E6FBE5}"/>
          </ac:spMkLst>
        </pc:spChg>
        <pc:spChg chg="mod">
          <ac:chgData name="DEWE, HAYLEY L." userId="5cada80b-0f7b-49a5-96b2-656b100ca6c6" providerId="ADAL" clId="{632DF7FE-9916-4FAF-8457-3521400FFCEA}" dt="2025-11-12T16:45:59.748" v="51503" actId="1076"/>
          <ac:spMkLst>
            <pc:docMk/>
            <pc:sldMk cId="2168229095" sldId="840"/>
            <ac:spMk id="5" creationId="{18208306-FC90-2DDA-35AA-06D9956D5127}"/>
          </ac:spMkLst>
        </pc:spChg>
        <pc:spChg chg="mod">
          <ac:chgData name="DEWE, HAYLEY L." userId="5cada80b-0f7b-49a5-96b2-656b100ca6c6" providerId="ADAL" clId="{632DF7FE-9916-4FAF-8457-3521400FFCEA}" dt="2025-11-12T16:46:22.769" v="51505" actId="1076"/>
          <ac:spMkLst>
            <pc:docMk/>
            <pc:sldMk cId="2168229095" sldId="840"/>
            <ac:spMk id="6" creationId="{06B0EACE-6173-561E-CDC4-6C328A0C8A22}"/>
          </ac:spMkLst>
        </pc:spChg>
        <pc:spChg chg="mod">
          <ac:chgData name="DEWE, HAYLEY L." userId="5cada80b-0f7b-49a5-96b2-656b100ca6c6" providerId="ADAL" clId="{632DF7FE-9916-4FAF-8457-3521400FFCEA}" dt="2025-11-12T23:56:14.852" v="56752" actId="113"/>
          <ac:spMkLst>
            <pc:docMk/>
            <pc:sldMk cId="2168229095" sldId="840"/>
            <ac:spMk id="7" creationId="{9088DBF9-956B-CFBC-5AEB-E21F8B895E8D}"/>
          </ac:spMkLst>
        </pc:spChg>
        <pc:spChg chg="mod">
          <ac:chgData name="DEWE, HAYLEY L." userId="5cada80b-0f7b-49a5-96b2-656b100ca6c6" providerId="ADAL" clId="{632DF7FE-9916-4FAF-8457-3521400FFCEA}" dt="2025-11-12T22:34:30.397" v="53972" actId="1076"/>
          <ac:spMkLst>
            <pc:docMk/>
            <pc:sldMk cId="2168229095" sldId="840"/>
            <ac:spMk id="8" creationId="{BBF26C23-FC21-6C34-8B76-D6ADF825EF8A}"/>
          </ac:spMkLst>
        </pc:spChg>
        <pc:spChg chg="mod">
          <ac:chgData name="DEWE, HAYLEY L." userId="5cada80b-0f7b-49a5-96b2-656b100ca6c6" providerId="ADAL" clId="{632DF7FE-9916-4FAF-8457-3521400FFCEA}" dt="2025-11-12T16:46:37.640" v="51509" actId="113"/>
          <ac:spMkLst>
            <pc:docMk/>
            <pc:sldMk cId="2168229095" sldId="840"/>
            <ac:spMk id="10" creationId="{F4D843B6-2BE0-B975-E2A5-A81F10D96845}"/>
          </ac:spMkLst>
        </pc:spChg>
        <pc:spChg chg="mod">
          <ac:chgData name="DEWE, HAYLEY L." userId="5cada80b-0f7b-49a5-96b2-656b100ca6c6" providerId="ADAL" clId="{632DF7FE-9916-4FAF-8457-3521400FFCEA}" dt="2025-11-12T16:44:48.672" v="51472"/>
          <ac:spMkLst>
            <pc:docMk/>
            <pc:sldMk cId="2168229095" sldId="840"/>
            <ac:spMk id="12" creationId="{0392B1C5-762D-7EDF-E813-E3FFA8867D2E}"/>
          </ac:spMkLst>
        </pc:spChg>
        <pc:spChg chg="mod">
          <ac:chgData name="DEWE, HAYLEY L." userId="5cada80b-0f7b-49a5-96b2-656b100ca6c6" providerId="ADAL" clId="{632DF7FE-9916-4FAF-8457-3521400FFCEA}" dt="2025-11-12T16:44:54.350" v="51474" actId="21"/>
          <ac:spMkLst>
            <pc:docMk/>
            <pc:sldMk cId="2168229095" sldId="840"/>
            <ac:spMk id="13" creationId="{4BD09A4E-4EE4-C6FB-4528-48695D1FCC29}"/>
          </ac:spMkLst>
        </pc:spChg>
        <pc:spChg chg="mod">
          <ac:chgData name="DEWE, HAYLEY L." userId="5cada80b-0f7b-49a5-96b2-656b100ca6c6" providerId="ADAL" clId="{632DF7FE-9916-4FAF-8457-3521400FFCEA}" dt="2025-11-12T16:44:48.672" v="51472"/>
          <ac:spMkLst>
            <pc:docMk/>
            <pc:sldMk cId="2168229095" sldId="840"/>
            <ac:spMk id="15" creationId="{9302876B-A7AC-648E-3111-0EAE50899CDF}"/>
          </ac:spMkLst>
        </pc:spChg>
        <pc:spChg chg="mod">
          <ac:chgData name="DEWE, HAYLEY L." userId="5cada80b-0f7b-49a5-96b2-656b100ca6c6" providerId="ADAL" clId="{632DF7FE-9916-4FAF-8457-3521400FFCEA}" dt="2025-11-12T16:45:20.942" v="51482"/>
          <ac:spMkLst>
            <pc:docMk/>
            <pc:sldMk cId="2168229095" sldId="840"/>
            <ac:spMk id="18" creationId="{B0313D7C-108F-1B38-E33B-845891E0694F}"/>
          </ac:spMkLst>
        </pc:spChg>
        <pc:spChg chg="mod">
          <ac:chgData name="DEWE, HAYLEY L." userId="5cada80b-0f7b-49a5-96b2-656b100ca6c6" providerId="ADAL" clId="{632DF7FE-9916-4FAF-8457-3521400FFCEA}" dt="2025-11-12T16:45:20.942" v="51482"/>
          <ac:spMkLst>
            <pc:docMk/>
            <pc:sldMk cId="2168229095" sldId="840"/>
            <ac:spMk id="20" creationId="{76C48FDA-22FF-F986-D0C4-9CAB6ED0FD4E}"/>
          </ac:spMkLst>
        </pc:spChg>
        <pc:spChg chg="mod">
          <ac:chgData name="DEWE, HAYLEY L." userId="5cada80b-0f7b-49a5-96b2-656b100ca6c6" providerId="ADAL" clId="{632DF7FE-9916-4FAF-8457-3521400FFCEA}" dt="2025-11-12T16:45:20.942" v="51482"/>
          <ac:spMkLst>
            <pc:docMk/>
            <pc:sldMk cId="2168229095" sldId="840"/>
            <ac:spMk id="25" creationId="{E06EB50C-8CF5-FD17-329F-25DE06E9F734}"/>
          </ac:spMkLst>
        </pc:spChg>
        <pc:spChg chg="del">
          <ac:chgData name="DEWE, HAYLEY L." userId="5cada80b-0f7b-49a5-96b2-656b100ca6c6" providerId="ADAL" clId="{632DF7FE-9916-4FAF-8457-3521400FFCEA}" dt="2025-11-12T16:40:43.164" v="51156" actId="478"/>
          <ac:spMkLst>
            <pc:docMk/>
            <pc:sldMk cId="2168229095" sldId="840"/>
            <ac:spMk id="26" creationId="{09004F01-653D-1062-B0BA-BA63C7A78025}"/>
          </ac:spMkLst>
        </pc:spChg>
        <pc:spChg chg="mod">
          <ac:chgData name="DEWE, HAYLEY L." userId="5cada80b-0f7b-49a5-96b2-656b100ca6c6" providerId="ADAL" clId="{632DF7FE-9916-4FAF-8457-3521400FFCEA}" dt="2025-11-12T16:46:41.643" v="51510"/>
          <ac:spMkLst>
            <pc:docMk/>
            <pc:sldMk cId="2168229095" sldId="840"/>
            <ac:spMk id="33" creationId="{68D5275C-2B42-57C8-DB41-BD8A210ACC16}"/>
          </ac:spMkLst>
        </pc:spChg>
        <pc:spChg chg="del mod">
          <ac:chgData name="DEWE, HAYLEY L." userId="5cada80b-0f7b-49a5-96b2-656b100ca6c6" providerId="ADAL" clId="{632DF7FE-9916-4FAF-8457-3521400FFCEA}" dt="2025-11-12T16:46:44.692" v="51512" actId="21"/>
          <ac:spMkLst>
            <pc:docMk/>
            <pc:sldMk cId="2168229095" sldId="840"/>
            <ac:spMk id="34" creationId="{25F3A8D6-12B5-35FE-1AD4-100A37393BD7}"/>
          </ac:spMkLst>
        </pc:spChg>
        <pc:spChg chg="mod">
          <ac:chgData name="DEWE, HAYLEY L." userId="5cada80b-0f7b-49a5-96b2-656b100ca6c6" providerId="ADAL" clId="{632DF7FE-9916-4FAF-8457-3521400FFCEA}" dt="2025-11-12T16:46:41.643" v="51510"/>
          <ac:spMkLst>
            <pc:docMk/>
            <pc:sldMk cId="2168229095" sldId="840"/>
            <ac:spMk id="36" creationId="{457FF0DC-5029-420A-CFEB-546F349D3D76}"/>
          </ac:spMkLst>
        </pc:spChg>
        <pc:spChg chg="add mod">
          <ac:chgData name="DEWE, HAYLEY L." userId="5cada80b-0f7b-49a5-96b2-656b100ca6c6" providerId="ADAL" clId="{632DF7FE-9916-4FAF-8457-3521400FFCEA}" dt="2025-11-12T16:46:56.211" v="51520" actId="1076"/>
          <ac:spMkLst>
            <pc:docMk/>
            <pc:sldMk cId="2168229095" sldId="840"/>
            <ac:spMk id="37" creationId="{25F3A8D6-12B5-35FE-1AD4-100A37393BD7}"/>
          </ac:spMkLst>
        </pc:spChg>
        <pc:spChg chg="add mod">
          <ac:chgData name="DEWE, HAYLEY L." userId="5cada80b-0f7b-49a5-96b2-656b100ca6c6" providerId="ADAL" clId="{632DF7FE-9916-4FAF-8457-3521400FFCEA}" dt="2025-11-12T22:34:39.963" v="53977" actId="20577"/>
          <ac:spMkLst>
            <pc:docMk/>
            <pc:sldMk cId="2168229095" sldId="840"/>
            <ac:spMk id="39" creationId="{82777D60-D907-3B29-79C6-B3EF134A2164}"/>
          </ac:spMkLst>
        </pc:spChg>
        <pc:grpChg chg="add mod">
          <ac:chgData name="DEWE, HAYLEY L." userId="5cada80b-0f7b-49a5-96b2-656b100ca6c6" providerId="ADAL" clId="{632DF7FE-9916-4FAF-8457-3521400FFCEA}" dt="2025-11-12T16:46:28.028" v="51506" actId="1076"/>
          <ac:grpSpMkLst>
            <pc:docMk/>
            <pc:sldMk cId="2168229095" sldId="840"/>
            <ac:grpSpMk id="4" creationId="{BA09C5A0-7F42-8067-1457-3FE526FA69FC}"/>
          </ac:grpSpMkLst>
        </pc:grpChg>
        <pc:grpChg chg="add del mod">
          <ac:chgData name="DEWE, HAYLEY L." userId="5cada80b-0f7b-49a5-96b2-656b100ca6c6" providerId="ADAL" clId="{632DF7FE-9916-4FAF-8457-3521400FFCEA}" dt="2025-11-12T16:45:20.221" v="51481" actId="478"/>
          <ac:grpSpMkLst>
            <pc:docMk/>
            <pc:sldMk cId="2168229095" sldId="840"/>
            <ac:grpSpMk id="11" creationId="{4EA57B1B-661E-F8B8-D8A7-E8469D07DB56}"/>
          </ac:grpSpMkLst>
        </pc:grpChg>
        <pc:grpChg chg="add mod">
          <ac:chgData name="DEWE, HAYLEY L." userId="5cada80b-0f7b-49a5-96b2-656b100ca6c6" providerId="ADAL" clId="{632DF7FE-9916-4FAF-8457-3521400FFCEA}" dt="2025-11-12T16:46:34.236" v="51508" actId="1076"/>
          <ac:grpSpMkLst>
            <pc:docMk/>
            <pc:sldMk cId="2168229095" sldId="840"/>
            <ac:grpSpMk id="17" creationId="{FE5C79FD-99A1-CA2E-CF66-968D1DA6643D}"/>
          </ac:grpSpMkLst>
        </pc:grpChg>
        <pc:grpChg chg="del mod">
          <ac:chgData name="DEWE, HAYLEY L." userId="5cada80b-0f7b-49a5-96b2-656b100ca6c6" providerId="ADAL" clId="{632DF7FE-9916-4FAF-8457-3521400FFCEA}" dt="2025-11-12T16:44:47.491" v="51471" actId="478"/>
          <ac:grpSpMkLst>
            <pc:docMk/>
            <pc:sldMk cId="2168229095" sldId="840"/>
            <ac:grpSpMk id="24" creationId="{B277FA75-4CDA-C146-D919-060246AE23EE}"/>
          </ac:grpSpMkLst>
        </pc:grpChg>
        <pc:grpChg chg="del mod">
          <ac:chgData name="DEWE, HAYLEY L." userId="5cada80b-0f7b-49a5-96b2-656b100ca6c6" providerId="ADAL" clId="{632DF7FE-9916-4FAF-8457-3521400FFCEA}" dt="2025-11-12T16:43:06.978" v="51429" actId="478"/>
          <ac:grpSpMkLst>
            <pc:docMk/>
            <pc:sldMk cId="2168229095" sldId="840"/>
            <ac:grpSpMk id="27" creationId="{78A03A43-EAFA-8BC7-04C2-B4E073BACE1A}"/>
          </ac:grpSpMkLst>
        </pc:grpChg>
        <pc:grpChg chg="add del mod">
          <ac:chgData name="DEWE, HAYLEY L." userId="5cada80b-0f7b-49a5-96b2-656b100ca6c6" providerId="ADAL" clId="{632DF7FE-9916-4FAF-8457-3521400FFCEA}" dt="2025-11-12T16:46:57.836" v="51521" actId="478"/>
          <ac:grpSpMkLst>
            <pc:docMk/>
            <pc:sldMk cId="2168229095" sldId="840"/>
            <ac:grpSpMk id="32" creationId="{A3982878-B5A5-4468-CAF0-596AA7250B15}"/>
          </ac:grpSpMkLst>
        </pc:grpChg>
        <pc:picChg chg="add mod modCrop">
          <ac:chgData name="DEWE, HAYLEY L." userId="5cada80b-0f7b-49a5-96b2-656b100ca6c6" providerId="ADAL" clId="{632DF7FE-9916-4FAF-8457-3521400FFCEA}" dt="2025-11-12T23:51:49.484" v="56683" actId="732"/>
          <ac:picMkLst>
            <pc:docMk/>
            <pc:sldMk cId="2168229095" sldId="840"/>
            <ac:picMk id="11" creationId="{2979AF7A-04E6-2F7B-4934-BF9767917587}"/>
          </ac:picMkLst>
        </pc:picChg>
        <pc:picChg chg="add mod">
          <ac:chgData name="DEWE, HAYLEY L." userId="5cada80b-0f7b-49a5-96b2-656b100ca6c6" providerId="ADAL" clId="{632DF7FE-9916-4FAF-8457-3521400FFCEA}" dt="2025-11-13T02:41:11.772" v="60218" actId="1076"/>
          <ac:picMkLst>
            <pc:docMk/>
            <pc:sldMk cId="2168229095" sldId="840"/>
            <ac:picMk id="12" creationId="{955B5665-B8EC-726F-8CD2-82CB9579C3DF}"/>
          </ac:picMkLst>
        </pc:picChg>
        <pc:cxnChg chg="mod">
          <ac:chgData name="DEWE, HAYLEY L." userId="5cada80b-0f7b-49a5-96b2-656b100ca6c6" providerId="ADAL" clId="{632DF7FE-9916-4FAF-8457-3521400FFCEA}" dt="2025-11-12T16:44:04.054" v="51461"/>
          <ac:cxnSpMkLst>
            <pc:docMk/>
            <pc:sldMk cId="2168229095" sldId="840"/>
            <ac:cxnSpMk id="9" creationId="{5011A01D-DA95-F1D6-9727-EE99B2970F7F}"/>
          </ac:cxnSpMkLst>
        </pc:cxnChg>
        <pc:cxnChg chg="mod">
          <ac:chgData name="DEWE, HAYLEY L." userId="5cada80b-0f7b-49a5-96b2-656b100ca6c6" providerId="ADAL" clId="{632DF7FE-9916-4FAF-8457-3521400FFCEA}" dt="2025-11-12T16:44:48.672" v="51472"/>
          <ac:cxnSpMkLst>
            <pc:docMk/>
            <pc:sldMk cId="2168229095" sldId="840"/>
            <ac:cxnSpMk id="14" creationId="{EFC0B4D0-9621-C2E5-9416-B4707D6E921A}"/>
          </ac:cxnSpMkLst>
        </pc:cxnChg>
        <pc:cxnChg chg="mod">
          <ac:chgData name="DEWE, HAYLEY L." userId="5cada80b-0f7b-49a5-96b2-656b100ca6c6" providerId="ADAL" clId="{632DF7FE-9916-4FAF-8457-3521400FFCEA}" dt="2025-11-12T16:45:20.942" v="51482"/>
          <ac:cxnSpMkLst>
            <pc:docMk/>
            <pc:sldMk cId="2168229095" sldId="840"/>
            <ac:cxnSpMk id="22" creationId="{926E17F8-14EF-2CDD-C89E-A386BDFD79F8}"/>
          </ac:cxnSpMkLst>
        </pc:cxnChg>
        <pc:cxnChg chg="mod">
          <ac:chgData name="DEWE, HAYLEY L." userId="5cada80b-0f7b-49a5-96b2-656b100ca6c6" providerId="ADAL" clId="{632DF7FE-9916-4FAF-8457-3521400FFCEA}" dt="2025-11-12T16:46:41.643" v="51510"/>
          <ac:cxnSpMkLst>
            <pc:docMk/>
            <pc:sldMk cId="2168229095" sldId="840"/>
            <ac:cxnSpMk id="35" creationId="{21D4DBED-F944-5B94-EAD1-A4B7DFA2CC96}"/>
          </ac:cxnSpMkLst>
        </pc:cxnChg>
      </pc:sldChg>
      <pc:sldChg chg="modSp add mod ord modAnim modNotesTx">
        <pc:chgData name="DEWE, HAYLEY L." userId="5cada80b-0f7b-49a5-96b2-656b100ca6c6" providerId="ADAL" clId="{632DF7FE-9916-4FAF-8457-3521400FFCEA}" dt="2025-11-13T02:39:42.644" v="60210" actId="20577"/>
        <pc:sldMkLst>
          <pc:docMk/>
          <pc:sldMk cId="2565012503" sldId="841"/>
        </pc:sldMkLst>
        <pc:spChg chg="mod">
          <ac:chgData name="DEWE, HAYLEY L." userId="5cada80b-0f7b-49a5-96b2-656b100ca6c6" providerId="ADAL" clId="{632DF7FE-9916-4FAF-8457-3521400FFCEA}" dt="2025-11-13T02:03:16.009" v="59119" actId="20577"/>
          <ac:spMkLst>
            <pc:docMk/>
            <pc:sldMk cId="2565012503" sldId="841"/>
            <ac:spMk id="4" creationId="{A75EE57B-6433-4603-B759-CCFA8BBE501E}"/>
          </ac:spMkLst>
        </pc:spChg>
        <pc:spChg chg="mod">
          <ac:chgData name="DEWE, HAYLEY L." userId="5cada80b-0f7b-49a5-96b2-656b100ca6c6" providerId="ADAL" clId="{632DF7FE-9916-4FAF-8457-3521400FFCEA}" dt="2025-11-12T17:07:40.770" v="52042" actId="20577"/>
          <ac:spMkLst>
            <pc:docMk/>
            <pc:sldMk cId="2565012503" sldId="841"/>
            <ac:spMk id="7" creationId="{C303060F-C929-DD63-1003-85DE833351F2}"/>
          </ac:spMkLst>
        </pc:spChg>
      </pc:sldChg>
      <pc:sldChg chg="addSp delSp modSp add mod ord delAnim modAnim modNotesTx">
        <pc:chgData name="DEWE, HAYLEY L." userId="5cada80b-0f7b-49a5-96b2-656b100ca6c6" providerId="ADAL" clId="{632DF7FE-9916-4FAF-8457-3521400FFCEA}" dt="2025-11-13T02:42:19.532" v="60230" actId="20577"/>
        <pc:sldMkLst>
          <pc:docMk/>
          <pc:sldMk cId="400950028" sldId="842"/>
        </pc:sldMkLst>
        <pc:spChg chg="add mod">
          <ac:chgData name="DEWE, HAYLEY L." userId="5cada80b-0f7b-49a5-96b2-656b100ca6c6" providerId="ADAL" clId="{632DF7FE-9916-4FAF-8457-3521400FFCEA}" dt="2025-11-12T23:20:57.820" v="55933" actId="114"/>
          <ac:spMkLst>
            <pc:docMk/>
            <pc:sldMk cId="400950028" sldId="842"/>
            <ac:spMk id="2" creationId="{16EBD61B-712D-780D-733A-D8DBCD127345}"/>
          </ac:spMkLst>
        </pc:spChg>
        <pc:spChg chg="mod">
          <ac:chgData name="DEWE, HAYLEY L." userId="5cada80b-0f7b-49a5-96b2-656b100ca6c6" providerId="ADAL" clId="{632DF7FE-9916-4FAF-8457-3521400FFCEA}" dt="2025-11-13T02:04:46.088" v="59131" actId="20577"/>
          <ac:spMkLst>
            <pc:docMk/>
            <pc:sldMk cId="400950028" sldId="842"/>
            <ac:spMk id="4" creationId="{1E805A04-8A60-AD08-B135-CBBC54D01B96}"/>
          </ac:spMkLst>
        </pc:spChg>
        <pc:spChg chg="add del mod">
          <ac:chgData name="DEWE, HAYLEY L." userId="5cada80b-0f7b-49a5-96b2-656b100ca6c6" providerId="ADAL" clId="{632DF7FE-9916-4FAF-8457-3521400FFCEA}" dt="2025-11-12T23:08:02.981" v="55532" actId="478"/>
          <ac:spMkLst>
            <pc:docMk/>
            <pc:sldMk cId="400950028" sldId="842"/>
            <ac:spMk id="6" creationId="{7D8D70D1-0BA9-8998-93D1-06E0E1752ADF}"/>
          </ac:spMkLst>
        </pc:spChg>
        <pc:spChg chg="add del mod">
          <ac:chgData name="DEWE, HAYLEY L." userId="5cada80b-0f7b-49a5-96b2-656b100ca6c6" providerId="ADAL" clId="{632DF7FE-9916-4FAF-8457-3521400FFCEA}" dt="2025-11-12T23:08:03.751" v="55533" actId="478"/>
          <ac:spMkLst>
            <pc:docMk/>
            <pc:sldMk cId="400950028" sldId="842"/>
            <ac:spMk id="7" creationId="{A0732DBF-85DE-64B4-EAF5-85D8DF2051CD}"/>
          </ac:spMkLst>
        </pc:spChg>
        <pc:spChg chg="add mod">
          <ac:chgData name="DEWE, HAYLEY L." userId="5cada80b-0f7b-49a5-96b2-656b100ca6c6" providerId="ADAL" clId="{632DF7FE-9916-4FAF-8457-3521400FFCEA}" dt="2025-11-12T17:29:46.928" v="53967"/>
          <ac:spMkLst>
            <pc:docMk/>
            <pc:sldMk cId="400950028" sldId="842"/>
            <ac:spMk id="8" creationId="{8AA65D6F-F87A-8261-01CE-63B516A7A2A7}"/>
          </ac:spMkLst>
        </pc:spChg>
        <pc:spChg chg="del">
          <ac:chgData name="DEWE, HAYLEY L." userId="5cada80b-0f7b-49a5-96b2-656b100ca6c6" providerId="ADAL" clId="{632DF7FE-9916-4FAF-8457-3521400FFCEA}" dt="2025-11-12T17:27:05.208" v="53766" actId="478"/>
          <ac:spMkLst>
            <pc:docMk/>
            <pc:sldMk cId="400950028" sldId="842"/>
            <ac:spMk id="10" creationId="{98C01FED-06E8-120F-7678-6F669701F52D}"/>
          </ac:spMkLst>
        </pc:spChg>
        <pc:spChg chg="del mod">
          <ac:chgData name="DEWE, HAYLEY L." userId="5cada80b-0f7b-49a5-96b2-656b100ca6c6" providerId="ADAL" clId="{632DF7FE-9916-4FAF-8457-3521400FFCEA}" dt="2025-11-12T17:29:46.172" v="53966" actId="478"/>
          <ac:spMkLst>
            <pc:docMk/>
            <pc:sldMk cId="400950028" sldId="842"/>
            <ac:spMk id="11" creationId="{31165067-8D76-17D1-E585-BA6698D24B8F}"/>
          </ac:spMkLst>
        </pc:spChg>
        <pc:picChg chg="del">
          <ac:chgData name="DEWE, HAYLEY L." userId="5cada80b-0f7b-49a5-96b2-656b100ca6c6" providerId="ADAL" clId="{632DF7FE-9916-4FAF-8457-3521400FFCEA}" dt="2025-11-12T17:27:55.301" v="53886" actId="478"/>
          <ac:picMkLst>
            <pc:docMk/>
            <pc:sldMk cId="400950028" sldId="842"/>
            <ac:picMk id="3" creationId="{70FD6841-41CB-CCB3-B91A-C4B64539E7FB}"/>
          </ac:picMkLst>
        </pc:picChg>
        <pc:picChg chg="add mod">
          <ac:chgData name="DEWE, HAYLEY L." userId="5cada80b-0f7b-49a5-96b2-656b100ca6c6" providerId="ADAL" clId="{632DF7FE-9916-4FAF-8457-3521400FFCEA}" dt="2025-11-12T22:34:56.415" v="53981" actId="1076"/>
          <ac:picMkLst>
            <pc:docMk/>
            <pc:sldMk cId="400950028" sldId="842"/>
            <ac:picMk id="5" creationId="{7347E276-F909-1B54-5BF5-0FC2F3190B06}"/>
          </ac:picMkLst>
        </pc:picChg>
      </pc:sldChg>
      <pc:sldChg chg="modSp add mod">
        <pc:chgData name="DEWE, HAYLEY L." userId="5cada80b-0f7b-49a5-96b2-656b100ca6c6" providerId="ADAL" clId="{632DF7FE-9916-4FAF-8457-3521400FFCEA}" dt="2025-11-13T02:13:30.827" v="59283" actId="20577"/>
        <pc:sldMkLst>
          <pc:docMk/>
          <pc:sldMk cId="4061204570" sldId="843"/>
        </pc:sldMkLst>
        <pc:spChg chg="mod">
          <ac:chgData name="DEWE, HAYLEY L." userId="5cada80b-0f7b-49a5-96b2-656b100ca6c6" providerId="ADAL" clId="{632DF7FE-9916-4FAF-8457-3521400FFCEA}" dt="2025-11-12T23:58:37.460" v="56887" actId="1076"/>
          <ac:spMkLst>
            <pc:docMk/>
            <pc:sldMk cId="4061204570" sldId="843"/>
            <ac:spMk id="3" creationId="{ECCE2F57-F59F-80F1-8E76-E7A661FDE249}"/>
          </ac:spMkLst>
        </pc:spChg>
        <pc:spChg chg="mod">
          <ac:chgData name="DEWE, HAYLEY L." userId="5cada80b-0f7b-49a5-96b2-656b100ca6c6" providerId="ADAL" clId="{632DF7FE-9916-4FAF-8457-3521400FFCEA}" dt="2025-11-12T23:58:43.796" v="56891" actId="403"/>
          <ac:spMkLst>
            <pc:docMk/>
            <pc:sldMk cId="4061204570" sldId="843"/>
            <ac:spMk id="4" creationId="{543D92AD-8823-3AD8-86A6-3C7E131DFF02}"/>
          </ac:spMkLst>
        </pc:spChg>
        <pc:spChg chg="mod">
          <ac:chgData name="DEWE, HAYLEY L." userId="5cada80b-0f7b-49a5-96b2-656b100ca6c6" providerId="ADAL" clId="{632DF7FE-9916-4FAF-8457-3521400FFCEA}" dt="2025-11-12T23:58:53.706" v="56898" actId="1076"/>
          <ac:spMkLst>
            <pc:docMk/>
            <pc:sldMk cId="4061204570" sldId="843"/>
            <ac:spMk id="5" creationId="{1F956064-6275-AC27-4DB8-EDDF505ABB5B}"/>
          </ac:spMkLst>
        </pc:spChg>
        <pc:spChg chg="mod">
          <ac:chgData name="DEWE, HAYLEY L." userId="5cada80b-0f7b-49a5-96b2-656b100ca6c6" providerId="ADAL" clId="{632DF7FE-9916-4FAF-8457-3521400FFCEA}" dt="2025-11-12T23:58:49.097" v="56897" actId="20577"/>
          <ac:spMkLst>
            <pc:docMk/>
            <pc:sldMk cId="4061204570" sldId="843"/>
            <ac:spMk id="6" creationId="{424B37F0-C288-11E6-227E-CC63D7E48118}"/>
          </ac:spMkLst>
        </pc:spChg>
        <pc:spChg chg="mod">
          <ac:chgData name="DEWE, HAYLEY L." userId="5cada80b-0f7b-49a5-96b2-656b100ca6c6" providerId="ADAL" clId="{632DF7FE-9916-4FAF-8457-3521400FFCEA}" dt="2025-11-13T02:13:30.827" v="59283" actId="20577"/>
          <ac:spMkLst>
            <pc:docMk/>
            <pc:sldMk cId="4061204570" sldId="843"/>
            <ac:spMk id="7" creationId="{924E3180-5584-1D8E-DA07-D950DF018D52}"/>
          </ac:spMkLst>
        </pc:spChg>
        <pc:picChg chg="mod">
          <ac:chgData name="DEWE, HAYLEY L." userId="5cada80b-0f7b-49a5-96b2-656b100ca6c6" providerId="ADAL" clId="{632DF7FE-9916-4FAF-8457-3521400FFCEA}" dt="2025-11-12T23:58:33.852" v="56886" actId="1076"/>
          <ac:picMkLst>
            <pc:docMk/>
            <pc:sldMk cId="4061204570" sldId="843"/>
            <ac:picMk id="2" creationId="{8AF96F8D-0D4E-A3DA-5424-8BFC34D5D4E6}"/>
          </ac:picMkLst>
        </pc:picChg>
      </pc:sldChg>
      <pc:sldChg chg="addSp delSp modSp add mod addAnim delAnim modAnim modNotesTx">
        <pc:chgData name="DEWE, HAYLEY L." userId="5cada80b-0f7b-49a5-96b2-656b100ca6c6" providerId="ADAL" clId="{632DF7FE-9916-4FAF-8457-3521400FFCEA}" dt="2025-11-13T02:43:26.054" v="60248"/>
        <pc:sldMkLst>
          <pc:docMk/>
          <pc:sldMk cId="1878691589" sldId="844"/>
        </pc:sldMkLst>
        <pc:spChg chg="add mod">
          <ac:chgData name="DEWE, HAYLEY L." userId="5cada80b-0f7b-49a5-96b2-656b100ca6c6" providerId="ADAL" clId="{632DF7FE-9916-4FAF-8457-3521400FFCEA}" dt="2025-11-12T23:52:19.059" v="56691" actId="1076"/>
          <ac:spMkLst>
            <pc:docMk/>
            <pc:sldMk cId="1878691589" sldId="844"/>
            <ac:spMk id="5" creationId="{E4375F87-C432-EE7B-65BB-7EAD422A26CC}"/>
          </ac:spMkLst>
        </pc:spChg>
        <pc:spChg chg="mod">
          <ac:chgData name="DEWE, HAYLEY L." userId="5cada80b-0f7b-49a5-96b2-656b100ca6c6" providerId="ADAL" clId="{632DF7FE-9916-4FAF-8457-3521400FFCEA}" dt="2025-11-13T01:34:40.440" v="58020" actId="1076"/>
          <ac:spMkLst>
            <pc:docMk/>
            <pc:sldMk cId="1878691589" sldId="844"/>
            <ac:spMk id="6" creationId="{580997AD-3CBF-DCAD-2DC3-F8B7E54DB27D}"/>
          </ac:spMkLst>
        </pc:spChg>
        <pc:spChg chg="mod">
          <ac:chgData name="DEWE, HAYLEY L." userId="5cada80b-0f7b-49a5-96b2-656b100ca6c6" providerId="ADAL" clId="{632DF7FE-9916-4FAF-8457-3521400FFCEA}" dt="2025-11-12T22:52:23.287" v="55031" actId="20577"/>
          <ac:spMkLst>
            <pc:docMk/>
            <pc:sldMk cId="1878691589" sldId="844"/>
            <ac:spMk id="7" creationId="{7951C431-B985-832A-9D65-5E71628D7E10}"/>
          </ac:spMkLst>
        </pc:spChg>
        <pc:picChg chg="add mod">
          <ac:chgData name="DEWE, HAYLEY L." userId="5cada80b-0f7b-49a5-96b2-656b100ca6c6" providerId="ADAL" clId="{632DF7FE-9916-4FAF-8457-3521400FFCEA}" dt="2025-11-12T23:02:37.498" v="55220" actId="14100"/>
          <ac:picMkLst>
            <pc:docMk/>
            <pc:sldMk cId="1878691589" sldId="844"/>
            <ac:picMk id="3" creationId="{3A94CE4E-2910-5E1A-6BC1-21FC9AB1BA64}"/>
          </ac:picMkLst>
        </pc:picChg>
        <pc:picChg chg="add del mod">
          <ac:chgData name="DEWE, HAYLEY L." userId="5cada80b-0f7b-49a5-96b2-656b100ca6c6" providerId="ADAL" clId="{632DF7FE-9916-4FAF-8457-3521400FFCEA}" dt="2025-11-13T02:43:20.627" v="60246" actId="478"/>
          <ac:picMkLst>
            <pc:docMk/>
            <pc:sldMk cId="1878691589" sldId="844"/>
            <ac:picMk id="8" creationId="{E72EFAF8-57EF-5B98-4EB1-49D85189E700}"/>
          </ac:picMkLst>
        </pc:picChg>
        <pc:picChg chg="add del mod">
          <ac:chgData name="DEWE, HAYLEY L." userId="5cada80b-0f7b-49a5-96b2-656b100ca6c6" providerId="ADAL" clId="{632DF7FE-9916-4FAF-8457-3521400FFCEA}" dt="2025-11-13T02:43:19.849" v="60245" actId="478"/>
          <ac:picMkLst>
            <pc:docMk/>
            <pc:sldMk cId="1878691589" sldId="844"/>
            <ac:picMk id="1026" creationId="{DC7F42B5-C2CD-4868-838C-956087F7BD5C}"/>
          </ac:picMkLst>
        </pc:picChg>
      </pc:sldChg>
      <pc:sldChg chg="addSp delSp modSp add mod delAnim modNotesTx">
        <pc:chgData name="DEWE, HAYLEY L." userId="5cada80b-0f7b-49a5-96b2-656b100ca6c6" providerId="ADAL" clId="{632DF7FE-9916-4FAF-8457-3521400FFCEA}" dt="2025-11-13T02:42:39.345" v="60237" actId="478"/>
        <pc:sldMkLst>
          <pc:docMk/>
          <pc:sldMk cId="1836696863" sldId="845"/>
        </pc:sldMkLst>
        <pc:spChg chg="del">
          <ac:chgData name="DEWE, HAYLEY L." userId="5cada80b-0f7b-49a5-96b2-656b100ca6c6" providerId="ADAL" clId="{632DF7FE-9916-4FAF-8457-3521400FFCEA}" dt="2025-11-12T23:15:56.028" v="55590" actId="478"/>
          <ac:spMkLst>
            <pc:docMk/>
            <pc:sldMk cId="1836696863" sldId="845"/>
            <ac:spMk id="2" creationId="{0BA8CC22-915F-7579-FA49-677E37B2D8A2}"/>
          </ac:spMkLst>
        </pc:spChg>
        <pc:spChg chg="add del mod">
          <ac:chgData name="DEWE, HAYLEY L." userId="5cada80b-0f7b-49a5-96b2-656b100ca6c6" providerId="ADAL" clId="{632DF7FE-9916-4FAF-8457-3521400FFCEA}" dt="2025-11-13T02:42:39.345" v="60237" actId="478"/>
          <ac:spMkLst>
            <pc:docMk/>
            <pc:sldMk cId="1836696863" sldId="845"/>
            <ac:spMk id="2" creationId="{696C4DB2-FC80-2DE0-E17F-ABAE38790F50}"/>
          </ac:spMkLst>
        </pc:spChg>
        <pc:spChg chg="mod">
          <ac:chgData name="DEWE, HAYLEY L." userId="5cada80b-0f7b-49a5-96b2-656b100ca6c6" providerId="ADAL" clId="{632DF7FE-9916-4FAF-8457-3521400FFCEA}" dt="2025-11-12T23:15:53.912" v="55589" actId="20577"/>
          <ac:spMkLst>
            <pc:docMk/>
            <pc:sldMk cId="1836696863" sldId="845"/>
            <ac:spMk id="4" creationId="{D7496B71-3224-C560-9A25-669C24699699}"/>
          </ac:spMkLst>
        </pc:spChg>
        <pc:spChg chg="add mod">
          <ac:chgData name="DEWE, HAYLEY L." userId="5cada80b-0f7b-49a5-96b2-656b100ca6c6" providerId="ADAL" clId="{632DF7FE-9916-4FAF-8457-3521400FFCEA}" dt="2025-11-13T00:09:43.956" v="56915" actId="115"/>
          <ac:spMkLst>
            <pc:docMk/>
            <pc:sldMk cId="1836696863" sldId="845"/>
            <ac:spMk id="6" creationId="{987C67CD-F106-6931-3E11-29163626F6AD}"/>
          </ac:spMkLst>
        </pc:spChg>
        <pc:spChg chg="add del mod">
          <ac:chgData name="DEWE, HAYLEY L." userId="5cada80b-0f7b-49a5-96b2-656b100ca6c6" providerId="ADAL" clId="{632DF7FE-9916-4FAF-8457-3521400FFCEA}" dt="2025-11-12T23:42:00.412" v="56666" actId="478"/>
          <ac:spMkLst>
            <pc:docMk/>
            <pc:sldMk cId="1836696863" sldId="845"/>
            <ac:spMk id="7" creationId="{CB292201-662F-2381-4495-28101217A38D}"/>
          </ac:spMkLst>
        </pc:spChg>
        <pc:spChg chg="add mod">
          <ac:chgData name="DEWE, HAYLEY L." userId="5cada80b-0f7b-49a5-96b2-656b100ca6c6" providerId="ADAL" clId="{632DF7FE-9916-4FAF-8457-3521400FFCEA}" dt="2025-11-12T23:29:08.120" v="56036" actId="14100"/>
          <ac:spMkLst>
            <pc:docMk/>
            <pc:sldMk cId="1836696863" sldId="845"/>
            <ac:spMk id="10" creationId="{1EA5FEDD-207B-7278-7EF3-A676F7F2B424}"/>
          </ac:spMkLst>
        </pc:spChg>
        <pc:spChg chg="add mod">
          <ac:chgData name="DEWE, HAYLEY L." userId="5cada80b-0f7b-49a5-96b2-656b100ca6c6" providerId="ADAL" clId="{632DF7FE-9916-4FAF-8457-3521400FFCEA}" dt="2025-11-12T23:29:00.748" v="56034" actId="14100"/>
          <ac:spMkLst>
            <pc:docMk/>
            <pc:sldMk cId="1836696863" sldId="845"/>
            <ac:spMk id="11" creationId="{C6B6AF73-F083-4448-6B52-31DD5745B34E}"/>
          </ac:spMkLst>
        </pc:spChg>
        <pc:spChg chg="add del mod">
          <ac:chgData name="DEWE, HAYLEY L." userId="5cada80b-0f7b-49a5-96b2-656b100ca6c6" providerId="ADAL" clId="{632DF7FE-9916-4FAF-8457-3521400FFCEA}" dt="2025-11-12T23:29:22.291" v="56041" actId="478"/>
          <ac:spMkLst>
            <pc:docMk/>
            <pc:sldMk cId="1836696863" sldId="845"/>
            <ac:spMk id="12" creationId="{13190E9B-93E8-8CC3-C6C0-76EFF03FDF5B}"/>
          </ac:spMkLst>
        </pc:spChg>
        <pc:picChg chg="add del mod">
          <ac:chgData name="DEWE, HAYLEY L." userId="5cada80b-0f7b-49a5-96b2-656b100ca6c6" providerId="ADAL" clId="{632DF7FE-9916-4FAF-8457-3521400FFCEA}" dt="2025-11-12T23:27:15.374" v="56011" actId="21"/>
          <ac:picMkLst>
            <pc:docMk/>
            <pc:sldMk cId="1836696863" sldId="845"/>
            <ac:picMk id="3" creationId="{3FF7FCF6-C02D-9811-1AE8-C03F4C5D1B0E}"/>
          </ac:picMkLst>
        </pc:picChg>
        <pc:picChg chg="del mod">
          <ac:chgData name="DEWE, HAYLEY L." userId="5cada80b-0f7b-49a5-96b2-656b100ca6c6" providerId="ADAL" clId="{632DF7FE-9916-4FAF-8457-3521400FFCEA}" dt="2025-11-12T23:25:46.524" v="55935" actId="478"/>
          <ac:picMkLst>
            <pc:docMk/>
            <pc:sldMk cId="1836696863" sldId="845"/>
            <ac:picMk id="5" creationId="{322CECB1-4331-94AC-7393-B6FB3DA8C66A}"/>
          </ac:picMkLst>
        </pc:picChg>
        <pc:picChg chg="add mod ord">
          <ac:chgData name="DEWE, HAYLEY L." userId="5cada80b-0f7b-49a5-96b2-656b100ca6c6" providerId="ADAL" clId="{632DF7FE-9916-4FAF-8457-3521400FFCEA}" dt="2025-11-12T23:29:14.107" v="56038" actId="1076"/>
          <ac:picMkLst>
            <pc:docMk/>
            <pc:sldMk cId="1836696863" sldId="845"/>
            <ac:picMk id="9" creationId="{31474D1A-016A-F9F2-CD1F-9C0C7FA319D6}"/>
          </ac:picMkLst>
        </pc:picChg>
      </pc:sldChg>
      <pc:sldChg chg="addSp delSp modSp add mod">
        <pc:chgData name="DEWE, HAYLEY L." userId="5cada80b-0f7b-49a5-96b2-656b100ca6c6" providerId="ADAL" clId="{632DF7FE-9916-4FAF-8457-3521400FFCEA}" dt="2025-11-13T02:42:38.732" v="60236" actId="478"/>
        <pc:sldMkLst>
          <pc:docMk/>
          <pc:sldMk cId="1891171936" sldId="846"/>
        </pc:sldMkLst>
        <pc:spChg chg="add del mod">
          <ac:chgData name="DEWE, HAYLEY L." userId="5cada80b-0f7b-49a5-96b2-656b100ca6c6" providerId="ADAL" clId="{632DF7FE-9916-4FAF-8457-3521400FFCEA}" dt="2025-11-13T02:42:38.732" v="60236" actId="478"/>
          <ac:spMkLst>
            <pc:docMk/>
            <pc:sldMk cId="1891171936" sldId="846"/>
            <ac:spMk id="2" creationId="{116921DC-04AD-9596-B259-3AF7E5694F7A}"/>
          </ac:spMkLst>
        </pc:spChg>
        <pc:spChg chg="mod">
          <ac:chgData name="DEWE, HAYLEY L." userId="5cada80b-0f7b-49a5-96b2-656b100ca6c6" providerId="ADAL" clId="{632DF7FE-9916-4FAF-8457-3521400FFCEA}" dt="2025-11-13T01:01:27.279" v="56959" actId="14100"/>
          <ac:spMkLst>
            <pc:docMk/>
            <pc:sldMk cId="1891171936" sldId="846"/>
            <ac:spMk id="6" creationId="{645D2CCC-01B1-4CCF-E3EB-9A364CC96589}"/>
          </ac:spMkLst>
        </pc:spChg>
        <pc:spChg chg="del">
          <ac:chgData name="DEWE, HAYLEY L." userId="5cada80b-0f7b-49a5-96b2-656b100ca6c6" providerId="ADAL" clId="{632DF7FE-9916-4FAF-8457-3521400FFCEA}" dt="2025-11-12T23:31:50.342" v="56099" actId="478"/>
          <ac:spMkLst>
            <pc:docMk/>
            <pc:sldMk cId="1891171936" sldId="846"/>
            <ac:spMk id="7" creationId="{2D3BECB7-1EDE-7492-6203-6742A89CFEA1}"/>
          </ac:spMkLst>
        </pc:spChg>
        <pc:spChg chg="mod">
          <ac:chgData name="DEWE, HAYLEY L." userId="5cada80b-0f7b-49a5-96b2-656b100ca6c6" providerId="ADAL" clId="{632DF7FE-9916-4FAF-8457-3521400FFCEA}" dt="2025-11-12T23:34:17.871" v="56385" actId="1076"/>
          <ac:spMkLst>
            <pc:docMk/>
            <pc:sldMk cId="1891171936" sldId="846"/>
            <ac:spMk id="10" creationId="{722C4C1F-5235-3A62-1F66-00918A712A77}"/>
          </ac:spMkLst>
        </pc:spChg>
        <pc:spChg chg="mod">
          <ac:chgData name="DEWE, HAYLEY L." userId="5cada80b-0f7b-49a5-96b2-656b100ca6c6" providerId="ADAL" clId="{632DF7FE-9916-4FAF-8457-3521400FFCEA}" dt="2025-11-12T23:31:29.325" v="56089" actId="14100"/>
          <ac:spMkLst>
            <pc:docMk/>
            <pc:sldMk cId="1891171936" sldId="846"/>
            <ac:spMk id="11" creationId="{E11CCF22-6828-746E-55A9-081B497A103E}"/>
          </ac:spMkLst>
        </pc:spChg>
        <pc:picChg chg="mod">
          <ac:chgData name="DEWE, HAYLEY L." userId="5cada80b-0f7b-49a5-96b2-656b100ca6c6" providerId="ADAL" clId="{632DF7FE-9916-4FAF-8457-3521400FFCEA}" dt="2025-11-13T02:42:34.631" v="60234" actId="1076"/>
          <ac:picMkLst>
            <pc:docMk/>
            <pc:sldMk cId="1891171936" sldId="846"/>
            <ac:picMk id="9" creationId="{2A24F259-F1A4-B648-F641-7878B754CD60}"/>
          </ac:picMkLst>
        </pc:picChg>
      </pc:sldChg>
      <pc:sldChg chg="addSp delSp modSp add mod modAnim">
        <pc:chgData name="DEWE, HAYLEY L." userId="5cada80b-0f7b-49a5-96b2-656b100ca6c6" providerId="ADAL" clId="{632DF7FE-9916-4FAF-8457-3521400FFCEA}" dt="2025-11-13T01:55:56.036" v="58643" actId="20577"/>
        <pc:sldMkLst>
          <pc:docMk/>
          <pc:sldMk cId="3104340359" sldId="847"/>
        </pc:sldMkLst>
        <pc:spChg chg="add mod">
          <ac:chgData name="DEWE, HAYLEY L." userId="5cada80b-0f7b-49a5-96b2-656b100ca6c6" providerId="ADAL" clId="{632DF7FE-9916-4FAF-8457-3521400FFCEA}" dt="2025-11-13T00:11:32.061" v="56956" actId="208"/>
          <ac:spMkLst>
            <pc:docMk/>
            <pc:sldMk cId="3104340359" sldId="847"/>
            <ac:spMk id="2" creationId="{2B64BDC4-E00B-7B54-BAD9-662021432F11}"/>
          </ac:spMkLst>
        </pc:spChg>
        <pc:spChg chg="add del mod">
          <ac:chgData name="DEWE, HAYLEY L." userId="5cada80b-0f7b-49a5-96b2-656b100ca6c6" providerId="ADAL" clId="{632DF7FE-9916-4FAF-8457-3521400FFCEA}" dt="2025-11-13T01:55:56.036" v="58643" actId="20577"/>
          <ac:spMkLst>
            <pc:docMk/>
            <pc:sldMk cId="3104340359" sldId="847"/>
            <ac:spMk id="6" creationId="{52B70AF7-9859-3217-C8F3-9C5EC4CAC67A}"/>
          </ac:spMkLst>
        </pc:spChg>
        <pc:spChg chg="del mod">
          <ac:chgData name="DEWE, HAYLEY L." userId="5cada80b-0f7b-49a5-96b2-656b100ca6c6" providerId="ADAL" clId="{632DF7FE-9916-4FAF-8457-3521400FFCEA}" dt="2025-11-12T23:32:39.588" v="56173" actId="478"/>
          <ac:spMkLst>
            <pc:docMk/>
            <pc:sldMk cId="3104340359" sldId="847"/>
            <ac:spMk id="10" creationId="{D037BB39-B12B-D090-159E-41D4C9734185}"/>
          </ac:spMkLst>
        </pc:spChg>
        <pc:spChg chg="del">
          <ac:chgData name="DEWE, HAYLEY L." userId="5cada80b-0f7b-49a5-96b2-656b100ca6c6" providerId="ADAL" clId="{632DF7FE-9916-4FAF-8457-3521400FFCEA}" dt="2025-11-12T23:32:40.694" v="56174" actId="478"/>
          <ac:spMkLst>
            <pc:docMk/>
            <pc:sldMk cId="3104340359" sldId="847"/>
            <ac:spMk id="11" creationId="{A7865C12-3313-8FC3-80B8-A64F0152EF76}"/>
          </ac:spMkLst>
        </pc:spChg>
        <pc:picChg chg="add del mod">
          <ac:chgData name="DEWE, HAYLEY L." userId="5cada80b-0f7b-49a5-96b2-656b100ca6c6" providerId="ADAL" clId="{632DF7FE-9916-4FAF-8457-3521400FFCEA}" dt="2025-11-13T01:45:42.058" v="58540" actId="478"/>
          <ac:picMkLst>
            <pc:docMk/>
            <pc:sldMk cId="3104340359" sldId="847"/>
            <ac:picMk id="2050" creationId="{55BDFDC0-6479-6BEC-5DAD-4E1EFF623605}"/>
          </ac:picMkLst>
        </pc:picChg>
      </pc:sldChg>
      <pc:sldChg chg="add del">
        <pc:chgData name="DEWE, HAYLEY L." userId="5cada80b-0f7b-49a5-96b2-656b100ca6c6" providerId="ADAL" clId="{632DF7FE-9916-4FAF-8457-3521400FFCEA}" dt="2025-11-12T23:56:06.596" v="56750" actId="2696"/>
        <pc:sldMkLst>
          <pc:docMk/>
          <pc:sldMk cId="1809562384" sldId="848"/>
        </pc:sldMkLst>
      </pc:sldChg>
      <pc:sldChg chg="modSp add mod">
        <pc:chgData name="DEWE, HAYLEY L." userId="5cada80b-0f7b-49a5-96b2-656b100ca6c6" providerId="ADAL" clId="{632DF7FE-9916-4FAF-8457-3521400FFCEA}" dt="2025-11-12T23:56:33.089" v="56800" actId="20577"/>
        <pc:sldMkLst>
          <pc:docMk/>
          <pc:sldMk cId="3376970889" sldId="848"/>
        </pc:sldMkLst>
        <pc:spChg chg="mod">
          <ac:chgData name="DEWE, HAYLEY L." userId="5cada80b-0f7b-49a5-96b2-656b100ca6c6" providerId="ADAL" clId="{632DF7FE-9916-4FAF-8457-3521400FFCEA}" dt="2025-11-12T23:56:33.089" v="56800" actId="20577"/>
          <ac:spMkLst>
            <pc:docMk/>
            <pc:sldMk cId="3376970889" sldId="848"/>
            <ac:spMk id="4" creationId="{CB746088-593F-B8F6-8918-E07CF7B38F46}"/>
          </ac:spMkLst>
        </pc:spChg>
      </pc:sldChg>
      <pc:sldChg chg="modSp add mod">
        <pc:chgData name="DEWE, HAYLEY L." userId="5cada80b-0f7b-49a5-96b2-656b100ca6c6" providerId="ADAL" clId="{632DF7FE-9916-4FAF-8457-3521400FFCEA}" dt="2025-11-12T23:57:53.908" v="56853" actId="20577"/>
        <pc:sldMkLst>
          <pc:docMk/>
          <pc:sldMk cId="415047172" sldId="849"/>
        </pc:sldMkLst>
        <pc:spChg chg="mod">
          <ac:chgData name="DEWE, HAYLEY L." userId="5cada80b-0f7b-49a5-96b2-656b100ca6c6" providerId="ADAL" clId="{632DF7FE-9916-4FAF-8457-3521400FFCEA}" dt="2025-11-12T23:57:53.908" v="56853" actId="20577"/>
          <ac:spMkLst>
            <pc:docMk/>
            <pc:sldMk cId="415047172" sldId="849"/>
            <ac:spMk id="4" creationId="{25C2FCB7-F3B2-99AF-CBCF-47F880C6DE44}"/>
          </ac:spMkLst>
        </pc:spChg>
      </pc:sldChg>
      <pc:sldChg chg="addSp delSp modSp add del mod modAnim">
        <pc:chgData name="DEWE, HAYLEY L." userId="5cada80b-0f7b-49a5-96b2-656b100ca6c6" providerId="ADAL" clId="{632DF7FE-9916-4FAF-8457-3521400FFCEA}" dt="2025-11-13T01:45:33.717" v="58539" actId="47"/>
        <pc:sldMkLst>
          <pc:docMk/>
          <pc:sldMk cId="4094470537" sldId="850"/>
        </pc:sldMkLst>
        <pc:spChg chg="mod">
          <ac:chgData name="DEWE, HAYLEY L." userId="5cada80b-0f7b-49a5-96b2-656b100ca6c6" providerId="ADAL" clId="{632DF7FE-9916-4FAF-8457-3521400FFCEA}" dt="2025-11-13T01:41:36.138" v="58341" actId="6549"/>
          <ac:spMkLst>
            <pc:docMk/>
            <pc:sldMk cId="4094470537" sldId="850"/>
            <ac:spMk id="2" creationId="{4E4D08DE-070F-0E9C-EFF4-21EC212337AE}"/>
          </ac:spMkLst>
        </pc:spChg>
        <pc:spChg chg="mod">
          <ac:chgData name="DEWE, HAYLEY L." userId="5cada80b-0f7b-49a5-96b2-656b100ca6c6" providerId="ADAL" clId="{632DF7FE-9916-4FAF-8457-3521400FFCEA}" dt="2025-11-13T01:37:18.755" v="58197" actId="20577"/>
          <ac:spMkLst>
            <pc:docMk/>
            <pc:sldMk cId="4094470537" sldId="850"/>
            <ac:spMk id="7" creationId="{3F9553A6-D2DA-7A98-4A1E-6010DB96CF8F}"/>
          </ac:spMkLst>
        </pc:spChg>
        <pc:picChg chg="add del mod">
          <ac:chgData name="DEWE, HAYLEY L." userId="5cada80b-0f7b-49a5-96b2-656b100ca6c6" providerId="ADAL" clId="{632DF7FE-9916-4FAF-8457-3521400FFCEA}" dt="2025-11-13T01:42:05.096" v="58344" actId="478"/>
          <ac:picMkLst>
            <pc:docMk/>
            <pc:sldMk cId="4094470537" sldId="850"/>
            <ac:picMk id="3" creationId="{4BF8BB9F-CB6F-131B-860C-99D5E22B761A}"/>
          </ac:picMkLst>
        </pc:picChg>
        <pc:picChg chg="del">
          <ac:chgData name="DEWE, HAYLEY L." userId="5cada80b-0f7b-49a5-96b2-656b100ca6c6" providerId="ADAL" clId="{632DF7FE-9916-4FAF-8457-3521400FFCEA}" dt="2025-11-13T01:37:10.698" v="58181" actId="478"/>
          <ac:picMkLst>
            <pc:docMk/>
            <pc:sldMk cId="4094470537" sldId="850"/>
            <ac:picMk id="1026" creationId="{C88FA58C-5100-0F3A-6B7C-FE9874B6ACF9}"/>
          </ac:picMkLst>
        </pc:picChg>
      </pc:sldChg>
      <pc:sldChg chg="addSp delSp modSp add mod ord delAnim modAnim modNotesTx">
        <pc:chgData name="DEWE, HAYLEY L." userId="5cada80b-0f7b-49a5-96b2-656b100ca6c6" providerId="ADAL" clId="{632DF7FE-9916-4FAF-8457-3521400FFCEA}" dt="2025-11-13T02:43:47.416" v="60253" actId="478"/>
        <pc:sldMkLst>
          <pc:docMk/>
          <pc:sldMk cId="1650421637" sldId="851"/>
        </pc:sldMkLst>
        <pc:spChg chg="add del mod ord">
          <ac:chgData name="DEWE, HAYLEY L." userId="5cada80b-0f7b-49a5-96b2-656b100ca6c6" providerId="ADAL" clId="{632DF7FE-9916-4FAF-8457-3521400FFCEA}" dt="2025-11-13T02:43:46.314" v="60251" actId="478"/>
          <ac:spMkLst>
            <pc:docMk/>
            <pc:sldMk cId="1650421637" sldId="851"/>
            <ac:spMk id="4" creationId="{96CDABAD-F1EB-3360-EA7C-81CC35DB1BE8}"/>
          </ac:spMkLst>
        </pc:spChg>
        <pc:spChg chg="add del mod">
          <ac:chgData name="DEWE, HAYLEY L." userId="5cada80b-0f7b-49a5-96b2-656b100ca6c6" providerId="ADAL" clId="{632DF7FE-9916-4FAF-8457-3521400FFCEA}" dt="2025-11-13T02:43:47.416" v="60253" actId="478"/>
          <ac:spMkLst>
            <pc:docMk/>
            <pc:sldMk cId="1650421637" sldId="851"/>
            <ac:spMk id="6" creationId="{B952F4DB-97E4-5338-B13A-2ADBBA81742A}"/>
          </ac:spMkLst>
        </pc:spChg>
        <pc:picChg chg="del">
          <ac:chgData name="DEWE, HAYLEY L." userId="5cada80b-0f7b-49a5-96b2-656b100ca6c6" providerId="ADAL" clId="{632DF7FE-9916-4FAF-8457-3521400FFCEA}" dt="2025-11-13T01:42:17.108" v="58346" actId="478"/>
          <ac:picMkLst>
            <pc:docMk/>
            <pc:sldMk cId="1650421637" sldId="851"/>
            <ac:picMk id="3" creationId="{A3B6F89B-3DBA-DE23-E759-ABA3D3C129F7}"/>
          </ac:picMkLst>
        </pc:picChg>
        <pc:picChg chg="add del mod">
          <ac:chgData name="DEWE, HAYLEY L." userId="5cada80b-0f7b-49a5-96b2-656b100ca6c6" providerId="ADAL" clId="{632DF7FE-9916-4FAF-8457-3521400FFCEA}" dt="2025-11-13T02:43:46.802" v="60252" actId="478"/>
          <ac:picMkLst>
            <pc:docMk/>
            <pc:sldMk cId="1650421637" sldId="851"/>
            <ac:picMk id="5" creationId="{639F3815-B8F9-E024-EEDC-4963FABC6D84}"/>
          </ac:picMkLst>
        </pc:picChg>
      </pc:sldChg>
      <pc:sldChg chg="delSp modSp add mod modAnim">
        <pc:chgData name="DEWE, HAYLEY L." userId="5cada80b-0f7b-49a5-96b2-656b100ca6c6" providerId="ADAL" clId="{632DF7FE-9916-4FAF-8457-3521400FFCEA}" dt="2025-11-13T02:17:25.789" v="60069" actId="1076"/>
        <pc:sldMkLst>
          <pc:docMk/>
          <pc:sldMk cId="777281333" sldId="852"/>
        </pc:sldMkLst>
        <pc:spChg chg="del">
          <ac:chgData name="DEWE, HAYLEY L." userId="5cada80b-0f7b-49a5-96b2-656b100ca6c6" providerId="ADAL" clId="{632DF7FE-9916-4FAF-8457-3521400FFCEA}" dt="2025-11-13T02:14:04.570" v="59323" actId="478"/>
          <ac:spMkLst>
            <pc:docMk/>
            <pc:sldMk cId="777281333" sldId="852"/>
            <ac:spMk id="3" creationId="{61AB77A6-0775-CB2F-F634-9EA3D36F341B}"/>
          </ac:spMkLst>
        </pc:spChg>
        <pc:spChg chg="del">
          <ac:chgData name="DEWE, HAYLEY L." userId="5cada80b-0f7b-49a5-96b2-656b100ca6c6" providerId="ADAL" clId="{632DF7FE-9916-4FAF-8457-3521400FFCEA}" dt="2025-11-13T02:14:09.471" v="59325" actId="478"/>
          <ac:spMkLst>
            <pc:docMk/>
            <pc:sldMk cId="777281333" sldId="852"/>
            <ac:spMk id="4" creationId="{343B6A3F-F83A-F604-8485-E5704E7EAB96}"/>
          </ac:spMkLst>
        </pc:spChg>
        <pc:spChg chg="del">
          <ac:chgData name="DEWE, HAYLEY L." userId="5cada80b-0f7b-49a5-96b2-656b100ca6c6" providerId="ADAL" clId="{632DF7FE-9916-4FAF-8457-3521400FFCEA}" dt="2025-11-13T02:14:02.155" v="59321" actId="478"/>
          <ac:spMkLst>
            <pc:docMk/>
            <pc:sldMk cId="777281333" sldId="852"/>
            <ac:spMk id="5" creationId="{8047F43F-46E6-F302-14A0-BE0510BBF602}"/>
          </ac:spMkLst>
        </pc:spChg>
        <pc:spChg chg="mod">
          <ac:chgData name="DEWE, HAYLEY L." userId="5cada80b-0f7b-49a5-96b2-656b100ca6c6" providerId="ADAL" clId="{632DF7FE-9916-4FAF-8457-3521400FFCEA}" dt="2025-11-13T02:17:25.789" v="60069" actId="1076"/>
          <ac:spMkLst>
            <pc:docMk/>
            <pc:sldMk cId="777281333" sldId="852"/>
            <ac:spMk id="6" creationId="{C5CBC64E-36F6-0E17-9325-D300D51ACD6A}"/>
          </ac:spMkLst>
        </pc:spChg>
        <pc:spChg chg="mod">
          <ac:chgData name="DEWE, HAYLEY L." userId="5cada80b-0f7b-49a5-96b2-656b100ca6c6" providerId="ADAL" clId="{632DF7FE-9916-4FAF-8457-3521400FFCEA}" dt="2025-11-13T02:13:55.143" v="59320" actId="20577"/>
          <ac:spMkLst>
            <pc:docMk/>
            <pc:sldMk cId="777281333" sldId="852"/>
            <ac:spMk id="7" creationId="{F79B58AE-C889-D1AC-F7E6-6ED6822315E1}"/>
          </ac:spMkLst>
        </pc:spChg>
        <pc:picChg chg="del">
          <ac:chgData name="DEWE, HAYLEY L." userId="5cada80b-0f7b-49a5-96b2-656b100ca6c6" providerId="ADAL" clId="{632DF7FE-9916-4FAF-8457-3521400FFCEA}" dt="2025-11-13T02:14:03.891" v="59322" actId="478"/>
          <ac:picMkLst>
            <pc:docMk/>
            <pc:sldMk cId="777281333" sldId="852"/>
            <ac:picMk id="2" creationId="{32513776-890A-7326-9FF6-1287AE434BD3}"/>
          </ac:picMkLst>
        </pc:picChg>
      </pc:sldChg>
      <pc:sldChg chg="add del">
        <pc:chgData name="DEWE, HAYLEY L." userId="5cada80b-0f7b-49a5-96b2-656b100ca6c6" providerId="ADAL" clId="{632DF7FE-9916-4FAF-8457-3521400FFCEA}" dt="2025-11-13T02:05:35.777" v="59137" actId="47"/>
        <pc:sldMkLst>
          <pc:docMk/>
          <pc:sldMk cId="3137822176" sldId="852"/>
        </pc:sldMkLst>
      </pc:sldChg>
      <pc:sldChg chg="delSp add setBg modAnim delDesignElem">
        <pc:chgData name="DEWE, HAYLEY L." userId="5cada80b-0f7b-49a5-96b2-656b100ca6c6" providerId="ADAL" clId="{632DF7FE-9916-4FAF-8457-3521400FFCEA}" dt="2025-11-13T02:43:53.887" v="60256"/>
        <pc:sldMkLst>
          <pc:docMk/>
          <pc:sldMk cId="3089547138" sldId="853"/>
        </pc:sldMkLst>
        <pc:spChg chg="del">
          <ac:chgData name="DEWE, HAYLEY L." userId="5cada80b-0f7b-49a5-96b2-656b100ca6c6" providerId="ADAL" clId="{632DF7FE-9916-4FAF-8457-3521400FFCEA}" dt="2025-11-13T02:34:02.220" v="60111"/>
          <ac:spMkLst>
            <pc:docMk/>
            <pc:sldMk cId="3089547138" sldId="853"/>
            <ac:spMk id="13" creationId="{D40791F6-715D-481A-9C4A-3645AECFD5A0}"/>
          </ac:spMkLst>
        </pc:spChg>
        <pc:spChg chg="del">
          <ac:chgData name="DEWE, HAYLEY L." userId="5cada80b-0f7b-49a5-96b2-656b100ca6c6" providerId="ADAL" clId="{632DF7FE-9916-4FAF-8457-3521400FFCEA}" dt="2025-11-13T02:34:02.220" v="60111"/>
          <ac:spMkLst>
            <pc:docMk/>
            <pc:sldMk cId="3089547138" sldId="853"/>
            <ac:spMk id="17" creationId="{CADA4CA0-9A57-4FBE-A9E5-24DFC23C3F1A}"/>
          </ac:spMkLst>
        </pc:spChg>
        <pc:spChg chg="del">
          <ac:chgData name="DEWE, HAYLEY L." userId="5cada80b-0f7b-49a5-96b2-656b100ca6c6" providerId="ADAL" clId="{632DF7FE-9916-4FAF-8457-3521400FFCEA}" dt="2025-11-13T02:34:02.220" v="60111"/>
          <ac:spMkLst>
            <pc:docMk/>
            <pc:sldMk cId="3089547138" sldId="853"/>
            <ac:spMk id="19" creationId="{811CBAFA-D7E0-40A7-BB94-2C05304B407B}"/>
          </ac:spMkLst>
        </pc:spChg>
        <pc:cxnChg chg="del">
          <ac:chgData name="DEWE, HAYLEY L." userId="5cada80b-0f7b-49a5-96b2-656b100ca6c6" providerId="ADAL" clId="{632DF7FE-9916-4FAF-8457-3521400FFCEA}" dt="2025-11-13T02:34:02.220" v="60111"/>
          <ac:cxnSpMkLst>
            <pc:docMk/>
            <pc:sldMk cId="3089547138" sldId="853"/>
            <ac:cxnSpMk id="15" creationId="{740F83A4-FAC4-4867-95A5-BBFD280C7BF5}"/>
          </ac:cxnSpMkLst>
        </pc:cxnChg>
      </pc:sldChg>
      <pc:sldMasterChg chg="delSldLayout">
        <pc:chgData name="DEWE, HAYLEY L." userId="5cada80b-0f7b-49a5-96b2-656b100ca6c6" providerId="ADAL" clId="{632DF7FE-9916-4FAF-8457-3521400FFCEA}" dt="2025-11-04T12:58:34.545" v="16549" actId="47"/>
        <pc:sldMasterMkLst>
          <pc:docMk/>
          <pc:sldMasterMk cId="2172761751" sldId="2147483786"/>
        </pc:sldMasterMkLst>
        <pc:sldLayoutChg chg="del">
          <pc:chgData name="DEWE, HAYLEY L." userId="5cada80b-0f7b-49a5-96b2-656b100ca6c6" providerId="ADAL" clId="{632DF7FE-9916-4FAF-8457-3521400FFCEA}" dt="2025-11-04T12:58:34.545" v="16549" actId="47"/>
          <pc:sldLayoutMkLst>
            <pc:docMk/>
            <pc:sldMasterMk cId="2172761751" sldId="2147483786"/>
            <pc:sldLayoutMk cId="1581712644" sldId="21474837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A1A1-9ECD-4E0D-C60B-6F4E2E6D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9C435-ABC6-6133-C325-CE254FDEB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0D2B-C7DA-55F4-8F34-62A9A48F6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84C2B-5EA1-2F0F-70DE-492CA2C78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63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2B80-937E-F278-9BC4-FC19C0F9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6675C-F415-1FB0-03A4-734EAF67B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2082B-3AAA-8CC4-0A4F-5ECD13279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51570-5B3C-5A34-A7C2-DBA827228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52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035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126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A8D9-5280-4B9B-9965-BFF095BE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9080B-DC19-44B8-4152-4BE62BA99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343ED-B4C4-4FED-650E-5204FC6DE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sz="12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5FE8D-41E6-540F-D00A-B0C914D6A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898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05FB9-18D7-620C-38B9-E0DE83D1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93940-32D3-1B97-4782-5250824D1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F31F7-0CB8-2FDD-0D55-9FD3A9FA1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B1F9A-D765-9240-1EEB-C86CE421F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77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83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51F0-718C-45DF-E600-56E8232C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4A771-224A-4409-A21A-84A3EC864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55802-982D-EB2E-20B8-10D8E98D8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FE102-6B9F-E7B6-2D6B-475E021CF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098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8F36-2162-6E64-1576-D8E4E819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4E0DE-3AE9-2D90-63EB-55E603F74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5670B-AFE2-ACD5-770E-58A1035AF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9E03E-1356-4A61-D51A-C95E61910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80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D493-5A75-59FF-53BB-9042D5DA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930C7-18E2-7F70-2A13-25B483FFF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E7972-C6BA-2B0F-D18D-5EFEB4F75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53F5D-8B2A-3A91-92EF-5A0647F17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030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9F79-AD64-C875-DE10-9C032524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55A54-B876-5722-C2A5-2B4F4B35C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469F3-5433-D867-9F27-C0D98FDF3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1AC79-F65E-74DD-DC79-3163BE540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52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report </a:t>
                </a:r>
                <a:r>
                  <a:rPr lang="en-GB" b="1" dirty="0"/>
                  <a:t>excess kurtosis</a:t>
                </a:r>
                <a:r>
                  <a:rPr lang="en-GB" dirty="0"/>
                  <a:t>, which is: </a:t>
                </a:r>
                <a:r>
                  <a:rPr lang="en-GB" b="0" i="0">
                    <a:latin typeface="Cambria Math" panose="02040503050406030204" pitchFamily="18" charset="0"/>
                  </a:rPr>
                  <a:t>"Excess Kurtosis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"Kurtosis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"−3</a:t>
                </a:r>
                <a:endParaRPr lang="en-GB" sz="1200" b="0" kern="1200" dirty="0">
                  <a:solidFill>
                    <a:schemeClr val="tx1"/>
                  </a:solidFill>
                  <a:ea typeface="+mn-ea"/>
                  <a:cs typeface="+mn-cs"/>
                </a:endParaRPr>
              </a:p>
              <a:p>
                <a:r>
                  <a:rPr lang="en-GB" dirty="0"/>
                  <a:t>So for a normal distribution: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3−3=0</a:t>
                </a:r>
                <a:endParaRPr lang="en-GB" dirty="0"/>
              </a:p>
              <a:p>
                <a:r>
                  <a:rPr lang="en-GB" dirty="0"/>
                  <a:t>Platykurtic distributions have </a:t>
                </a:r>
                <a:r>
                  <a:rPr lang="en-GB" b="1" dirty="0"/>
                  <a:t>kurtosis &lt; 3</a:t>
                </a:r>
                <a:r>
                  <a:rPr lang="en-GB" dirty="0"/>
                  <a:t>, so: </a:t>
                </a:r>
                <a:r>
                  <a:rPr lang="en-GB" b="0" i="0">
                    <a:latin typeface="Cambria Math" panose="02040503050406030204" pitchFamily="18" charset="0"/>
                  </a:rPr>
                  <a:t>"Excess Kurtosis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"&lt;0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.  </a:t>
                </a:r>
                <a:r>
                  <a:rPr lang="en-GB" b="1" dirty="0"/>
                  <a:t>They show</a:t>
                </a:r>
                <a:r>
                  <a:rPr lang="en-GB" b="1" baseline="0" dirty="0"/>
                  <a:t> </a:t>
                </a:r>
                <a:r>
                  <a:rPr lang="en-GB" b="1" dirty="0"/>
                  <a:t>negative excess kurtosis</a:t>
                </a:r>
                <a:r>
                  <a:rPr lang="en-GB" dirty="0"/>
                  <a:t> </a:t>
                </a:r>
                <a:endParaRPr lang="en-GB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1632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F6EC-7E28-F025-F2B5-1A2B1A1C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79283-370F-E691-7811-ED0D3FB04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3392E-5940-220B-7A54-F9BE05DC5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D45FA-8CA1-CCF6-5F13-AB4CA6521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056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4DF9-E25A-83FC-EB7C-ECCFB8C0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A7DB1-4B5B-1051-B233-0FC5DAF1A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958E2-96A0-32A7-42DA-1072F00EF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DCBA5-4FA0-10D2-1CD3-2A9B14FC5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642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1F39-C8BF-4815-5810-725C557C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C6B30-EF5F-5896-72F2-DF749F433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B8D4E-67D3-6189-632F-C235317CF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55143-687B-42AC-7FBF-960BF0B2D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79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A26F-BCA1-212C-AE56-28AC92B2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2D31F-F79C-B75A-E1EA-8073ECA73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982CA-9CC0-BD07-E7DA-2B369063F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91DAB-B643-554B-7EB3-5853E98CA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596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072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035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3AB1A-7364-BB06-4482-1254715E8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D6AE5-C0A3-EC5B-8AED-6FABAFFD9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5F97B-DDDB-6546-5F11-51A62F164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732ED-DA9C-4DF3-08B2-CCF5C1729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80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50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FFD1-9CA4-D832-94C4-BBEFC8CD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BDFBD-8F34-657E-75C2-DF96160B4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4989D-4315-DF14-D40D-CCC559B4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4611-C609-A360-4F9C-9A90D7860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0282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24302-99D5-C8DE-3A6B-03B0E86B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F3B76-D962-52C8-EA0A-9D2667F97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2F44F-64CA-8C93-D056-B14975206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BD14D-2610-DEE7-EC7E-82944B126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3432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57613-AE92-614E-6A49-E7432A66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FC291-4DF4-DE00-869C-85B60BA48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C6483-3631-BB29-6ADE-3D3E888E1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A4CBD-27E4-FFB2-F46C-3889389E3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9647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002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6413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99EF-AC2D-2F37-FDE0-3829BDB1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313C5-849F-DFA5-ED54-6DA5A5781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8A547-EC8C-D5B5-FA97-41B1D9959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B4E22-451F-EBDE-AB1D-52F4F7997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9618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05CF-9ACF-6C36-3625-52F4A802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AA313-4024-76C2-53A9-BCA96B6F9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75C61-A5C1-8E56-7CF1-7514AAB1A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9E711-59F7-92E9-8887-942BA6B23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5038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E86D1-7C98-E4F5-028D-108E3CAC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F6CFF-7716-4B44-EAF1-8346D6E1A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04A1A-9A30-8CB2-D56D-4DEA1E8AC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6DFB4-5C91-5EDC-1193-081688F75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0399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5E9F-B9EB-5FE9-0997-FFEE4ABD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3D2B7-E26C-5B25-A7EE-3CC88FF7E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40904-6BF5-5785-72D9-D0448A998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5A549-3AC5-7A22-12D1-4AEAB98DC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436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BA21-2748-32E9-D3B5-1F3E8F55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62B30-1405-380B-7086-1E926BCCF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009AF-4123-A3BF-F265-1137FD780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584D4-D3A7-6EEE-3EA2-043E5644E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0817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7C9A-EB44-5F68-55AF-F82AABDB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0EADB-DFDE-F16F-EA9D-2A0B76940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D2D09-28B6-426E-AC4C-4102A3564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8132B-1268-68C5-E28C-311FBE9D3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166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1395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0FA6-D6D5-CA49-5815-E7786C1E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02D22-8C28-0E18-2E64-76F3CB800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46F97-0787-0D2B-3D68-BF02694C5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E1629-5B09-38E4-9531-7C851DB98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2453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F55C-5372-C109-6C3F-A5D40BD2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1B81C-8768-2CBC-1D4A-4332F08C3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EFD76-25CC-23AB-5464-57B91202E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7E067-3C08-7656-4DC8-2FD8328A5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2324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2362-9A69-9C68-F2D8-DE898CF8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91986-7AC9-E4D0-7746-1F8BAD91E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C686F-2C0E-70F5-3E48-3731EFDC6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17581-13E6-C5BF-BC69-7BB3A705E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954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C249-7730-379D-7E3D-5BC7CC17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7BA2D-4A70-DF5B-AFA0-DB7D00752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16C45-2EA6-2F3F-93F8-B22FA1A37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D0114-78A1-2260-D213-77F022F3E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8723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3764-A2E9-F48D-E8BF-26DC3907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B4271-4FC4-7658-7681-A53C2F17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A04A-510F-EBA4-E46A-569858A41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58D6F-A5D4-EE7E-A4E9-7591B0A6E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5210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F8D4-F840-0CFB-F96D-406AF3E5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A8FA5-6D4E-C09E-B838-552EB73B9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F5AFD-598A-580A-639F-7A96A747A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90384-D62C-38E8-4925-2A4F77A96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503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2420-6ECF-A9EE-D946-606A8B0C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4E7C9-1D31-8715-06E0-9B9A2CCBA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6080C-C740-8395-709F-0B8E033C8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43E2D-0521-387B-D517-8C8BDE068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2196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01593-F289-5693-F400-6879D772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A8E31-5E48-2E9B-B2F4-686859149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AE329-4FD0-0BBD-7B24-F86FA91FE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671FA-AF77-B08C-660B-02B78EEC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0874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390E-3467-7D98-270D-620566D1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453DB-ED23-C447-12BA-15FAF7E77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F6B27-EEBF-7D7D-273F-F1603386E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87DB9-666A-501A-E70A-062B3F6C9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907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8AF9B-ABF6-9A00-B07C-C5EF0C8F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26800-56B7-AC5A-957F-CDC94B96F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E452A-B4F9-2210-A623-DAE0D194F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0DFE6-E057-F512-E40B-E19BCF962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6389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91E52-850D-C7A8-5F3E-8C230D30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4FABE-0AE5-85E4-D493-C29A7F840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62760-65B2-1B09-D32E-34CDB7ECA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4CCB9-B775-ADA6-BE02-B35B743EB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0286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9951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831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BC0B-CCF4-8ACD-C96E-4C5ABF0B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0EDB3-66D0-88B4-D17E-49ABFC95A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7A785-63F9-0DC1-65F6-F563FB83A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11691-CD93-3B3B-83D7-641F9EAF7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1624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5222-9CDE-73A7-AB9E-B72C265D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53DF3-695F-01D8-A8E8-530519C18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E288D-A41E-D389-7AEC-4DA681CEB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4841-A3BF-2E6C-C433-499696DFF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06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3.jpe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microsoft.com/office/2007/relationships/hdphoto" Target="../media/hdphoto2.wdp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32.png"/><Relationship Id="rId4" Type="http://schemas.openxmlformats.org/officeDocument/2006/relationships/hyperlink" Target="https://www.ztable.net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3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5" Type="http://schemas.openxmlformats.org/officeDocument/2006/relationships/image" Target="../media/image37.png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1 Week 6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Normal distribution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&amp; Z-scores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AEBD-01BB-F9F4-BC94-58DFEB53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4245C3-45E4-59AA-074B-3FE100DDBD4A}"/>
              </a:ext>
            </a:extLst>
          </p:cNvPr>
          <p:cNvSpPr txBox="1">
            <a:spLocks/>
          </p:cNvSpPr>
          <p:nvPr/>
        </p:nvSpPr>
        <p:spPr>
          <a:xfrm>
            <a:off x="1864394" y="543922"/>
            <a:ext cx="5806526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Announcements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7DA80F-64D5-246B-6BB0-B05A9698EA09}"/>
              </a:ext>
            </a:extLst>
          </p:cNvPr>
          <p:cNvSpPr txBox="1">
            <a:spLocks/>
          </p:cNvSpPr>
          <p:nvPr/>
        </p:nvSpPr>
        <p:spPr>
          <a:xfrm>
            <a:off x="939787" y="1462238"/>
            <a:ext cx="7985272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1477B4"/>
                </a:solidFill>
                <a:latin typeface="+mn-lt"/>
              </a:rPr>
              <a:t>Practical 3 </a:t>
            </a:r>
            <a:r>
              <a:rPr lang="en-GB" sz="2400" dirty="0">
                <a:latin typeface="+mn-lt"/>
              </a:rPr>
              <a:t>is underway – you need this data for your Formative Assessment</a:t>
            </a:r>
          </a:p>
          <a:p>
            <a:pPr algn="l">
              <a:buClrTx/>
            </a:pPr>
            <a:r>
              <a:rPr lang="en-GB" sz="2400" b="1" dirty="0">
                <a:latin typeface="+mn-lt"/>
              </a:rPr>
              <a:t>Formative Assessment</a:t>
            </a:r>
            <a:endParaRPr lang="en-GB" sz="2400" dirty="0">
              <a:latin typeface="+mn-lt"/>
            </a:endParaRP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Due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GB" sz="2400" b="1" baseline="30000" dirty="0">
                <a:solidFill>
                  <a:srgbClr val="FF0000"/>
                </a:solidFill>
                <a:latin typeface="+mn-lt"/>
              </a:rPr>
              <a:t>rd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 December 2025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70C0"/>
                </a:solidFill>
                <a:latin typeface="+mn-lt"/>
              </a:rPr>
              <a:t>UPDATED</a:t>
            </a:r>
            <a:r>
              <a:rPr lang="en-GB" sz="2400" dirty="0">
                <a:latin typeface="+mn-lt"/>
              </a:rPr>
              <a:t> information is now on ultra including a template, and marking rubric (exact criteria that we’re looking for)</a:t>
            </a:r>
          </a:p>
          <a:p>
            <a:pPr algn="l">
              <a:buClrTx/>
            </a:pPr>
            <a:r>
              <a:rPr lang="en-GB" sz="2400" b="1" dirty="0">
                <a:latin typeface="+mn-lt"/>
              </a:rPr>
              <a:t>Summative Assessment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Class test (in person)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11</a:t>
            </a:r>
            <a:r>
              <a:rPr lang="en-GB" sz="2400" b="1" baseline="30000" dirty="0">
                <a:solidFill>
                  <a:srgbClr val="FF0000"/>
                </a:solidFill>
                <a:latin typeface="+mn-lt"/>
              </a:rPr>
              <a:t>th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 December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Compulsory, bring a </a:t>
            </a:r>
            <a:r>
              <a:rPr lang="en-GB" sz="2400" u="sng" dirty="0">
                <a:latin typeface="+mn-lt"/>
              </a:rPr>
              <a:t>charged</a:t>
            </a:r>
            <a:r>
              <a:rPr lang="en-GB" sz="2400" dirty="0">
                <a:latin typeface="+mn-lt"/>
              </a:rPr>
              <a:t> laptop (need Ultra access)</a:t>
            </a:r>
            <a:endParaRPr lang="en-GB" sz="2400" b="1" dirty="0">
              <a:solidFill>
                <a:srgbClr val="FF0000"/>
              </a:solidFill>
              <a:latin typeface="+mn-lt"/>
            </a:endParaRP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endParaRPr lang="en-GB" sz="24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371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864394" y="543922"/>
            <a:ext cx="5806526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0070C0"/>
                </a:solidFill>
                <a:latin typeface="Gill Sans MT" panose="020B0502020104020203" pitchFamily="34" charset="0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939787" y="1559774"/>
            <a:ext cx="7947539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Describe different types of data distributions (e.g. normal vs skewed)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Explain the characteristics of a normal distribution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Explain why the distribution and normality are important for statistical inference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what Z-scores are, how they’re calculated, and how to interpret them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Relate Z-scores to probability, the normal curve and predicting 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331" y="796898"/>
            <a:ext cx="7812148" cy="4575202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Distribution of Data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Z-scores &amp; the Normal Distribution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Probability and Predicting Data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Non-Normal Distributions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Calculate and interpret Z-scores (Online Content)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415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EF997-E6F6-5D52-CAFF-0045BB76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0AD7DCC-6318-34B0-29DB-AF9A889AB0D4}"/>
              </a:ext>
            </a:extLst>
          </p:cNvPr>
          <p:cNvSpPr txBox="1"/>
          <p:nvPr/>
        </p:nvSpPr>
        <p:spPr>
          <a:xfrm>
            <a:off x="662567" y="2065911"/>
            <a:ext cx="3650689" cy="5788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800" b="1" dirty="0">
                <a:solidFill>
                  <a:schemeClr val="tx1"/>
                </a:solidFill>
              </a:rPr>
              <a:t>Descriptive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b="1" dirty="0">
                <a:solidFill>
                  <a:schemeClr val="tx1"/>
                </a:solidFill>
              </a:rPr>
              <a:t>statistics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4D0ED3-855F-1DAB-78EF-436A633D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rgbClr val="0070C0"/>
                </a:solidFill>
                <a:latin typeface="+mj-lt"/>
              </a:rPr>
              <a:t>RECAP: </a:t>
            </a:r>
            <a:r>
              <a:rPr lang="en-GB" sz="4000" dirty="0">
                <a:solidFill>
                  <a:schemeClr val="tx1"/>
                </a:solidFill>
                <a:latin typeface="+mj-lt"/>
              </a:rPr>
              <a:t>Descriptives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E23B3-6C85-B66F-7908-7A1B0DFB1C00}"/>
              </a:ext>
            </a:extLst>
          </p:cNvPr>
          <p:cNvSpPr txBox="1"/>
          <p:nvPr/>
        </p:nvSpPr>
        <p:spPr>
          <a:xfrm>
            <a:off x="573379" y="2771068"/>
            <a:ext cx="8162899" cy="338816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400" b="1" dirty="0">
                <a:solidFill>
                  <a:schemeClr val="tx1"/>
                </a:solidFill>
              </a:rPr>
              <a:t>Definition</a:t>
            </a:r>
            <a:r>
              <a:rPr lang="en-GB" sz="2400" dirty="0">
                <a:solidFill>
                  <a:schemeClr val="tx1"/>
                </a:solidFill>
              </a:rPr>
              <a:t>: Summarises and organizes data to describe what is observed (i.e. describing your sample)</a:t>
            </a:r>
          </a:p>
          <a:p>
            <a:pPr>
              <a:spcBef>
                <a:spcPts val="600"/>
              </a:spcBef>
              <a:buClrTx/>
            </a:pPr>
            <a:r>
              <a:rPr lang="en-GB" sz="2400" b="1" dirty="0">
                <a:solidFill>
                  <a:schemeClr val="tx1"/>
                </a:solidFill>
              </a:rPr>
              <a:t>Purpose</a:t>
            </a:r>
            <a:r>
              <a:rPr lang="en-GB" sz="2400" dirty="0">
                <a:solidFill>
                  <a:schemeClr val="tx1"/>
                </a:solidFill>
              </a:rPr>
              <a:t>: Provides a snapshot of the dataset</a:t>
            </a:r>
          </a:p>
          <a:p>
            <a:pPr>
              <a:spcBef>
                <a:spcPts val="600"/>
              </a:spcBef>
              <a:buClrTx/>
            </a:pPr>
            <a:r>
              <a:rPr lang="en-GB" sz="2400" b="1" dirty="0">
                <a:solidFill>
                  <a:schemeClr val="tx1"/>
                </a:solidFill>
              </a:rPr>
              <a:t>Common Measures</a:t>
            </a:r>
            <a:r>
              <a:rPr lang="en-GB" sz="2400" dirty="0">
                <a:solidFill>
                  <a:schemeClr val="tx1"/>
                </a:solidFill>
              </a:rPr>
              <a:t>: </a:t>
            </a:r>
          </a:p>
          <a:p>
            <a:pPr>
              <a:spcBef>
                <a:spcPts val="600"/>
              </a:spcBef>
              <a:buClrTx/>
            </a:pPr>
            <a:r>
              <a:rPr lang="en-GB" sz="2400" dirty="0">
                <a:solidFill>
                  <a:schemeClr val="tx1"/>
                </a:solidFill>
              </a:rPr>
              <a:t>- Central tendency (mean, median, mode)</a:t>
            </a:r>
          </a:p>
          <a:p>
            <a:pPr>
              <a:spcBef>
                <a:spcPts val="600"/>
              </a:spcBef>
              <a:buClrTx/>
            </a:pPr>
            <a:r>
              <a:rPr lang="en-GB" sz="2400" dirty="0">
                <a:solidFill>
                  <a:schemeClr val="tx1"/>
                </a:solidFill>
              </a:rPr>
              <a:t>- Variability (range, standard deviation)</a:t>
            </a:r>
          </a:p>
          <a:p>
            <a:pPr>
              <a:spcBef>
                <a:spcPts val="600"/>
              </a:spcBef>
              <a:buClrTx/>
            </a:pPr>
            <a:r>
              <a:rPr lang="en-GB" sz="2400" dirty="0">
                <a:solidFill>
                  <a:schemeClr val="tx1"/>
                </a:solidFill>
              </a:rPr>
              <a:t>- Graphs (histograms, bar charts, pie charts)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7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CF4B-03AF-4162-8592-FB7893D2F228}"/>
              </a:ext>
            </a:extLst>
          </p:cNvPr>
          <p:cNvSpPr txBox="1">
            <a:spLocks/>
          </p:cNvSpPr>
          <p:nvPr/>
        </p:nvSpPr>
        <p:spPr>
          <a:xfrm>
            <a:off x="457201" y="176762"/>
            <a:ext cx="843034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600" dirty="0">
                <a:solidFill>
                  <a:srgbClr val="0070C0"/>
                </a:solidFill>
              </a:rPr>
              <a:t>RECAP: </a:t>
            </a:r>
            <a:r>
              <a:rPr lang="en-GB" sz="3600" dirty="0">
                <a:solidFill>
                  <a:schemeClr val="tx1"/>
                </a:solidFill>
              </a:rPr>
              <a:t>Why Descriptives matter?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7F97C-5516-1064-ECE6-140ABF9FBBFC}"/>
              </a:ext>
            </a:extLst>
          </p:cNvPr>
          <p:cNvSpPr txBox="1"/>
          <p:nvPr/>
        </p:nvSpPr>
        <p:spPr>
          <a:xfrm>
            <a:off x="596931" y="1156378"/>
            <a:ext cx="843034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/>
              <a:t>Descriptive measures of central tendency </a:t>
            </a:r>
            <a:r>
              <a:rPr lang="en-GB" sz="2200" dirty="0"/>
              <a:t>are important to summarise the data (typical value / centre of the data) and </a:t>
            </a:r>
            <a:r>
              <a:rPr lang="en-GB" sz="2200" b="1" dirty="0"/>
              <a:t>measures of dispersion</a:t>
            </a:r>
            <a:r>
              <a:rPr lang="en-GB" sz="2200" dirty="0"/>
              <a:t> are important to show the spread / variability in the data points (distance from the mean)</a:t>
            </a:r>
          </a:p>
          <a:p>
            <a:endParaRPr lang="en-GB" sz="2200" b="1" dirty="0"/>
          </a:p>
          <a:p>
            <a:endParaRPr lang="en-GB" sz="2200" b="1" dirty="0"/>
          </a:p>
          <a:p>
            <a:r>
              <a:rPr lang="en-GB" sz="2200" dirty="0"/>
              <a:t>Last week - discussed why it’s so important to </a:t>
            </a:r>
            <a:r>
              <a:rPr lang="en-GB" sz="2200" b="1" dirty="0"/>
              <a:t>visualise </a:t>
            </a:r>
            <a:r>
              <a:rPr lang="en-GB" sz="2200" dirty="0"/>
              <a:t>your data! </a:t>
            </a:r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And to use the correct descriptives and type of graph to display the data most appropriately and accurately</a:t>
            </a:r>
          </a:p>
        </p:txBody>
      </p:sp>
    </p:spTree>
    <p:extLst>
      <p:ext uri="{BB962C8B-B14F-4D97-AF65-F5344CB8AC3E}">
        <p14:creationId xmlns:p14="http://schemas.microsoft.com/office/powerpoint/2010/main" val="395094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3351" y="1088645"/>
            <a:ext cx="34206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Distribution of Data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7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4668F2-5926-D557-77DA-355C527B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23D422-5927-ED8D-9947-F9148CA328D1}"/>
              </a:ext>
            </a:extLst>
          </p:cNvPr>
          <p:cNvSpPr txBox="1">
            <a:spLocks/>
          </p:cNvSpPr>
          <p:nvPr/>
        </p:nvSpPr>
        <p:spPr>
          <a:xfrm>
            <a:off x="665926" y="237215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Distribution of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08613-9F87-0997-6E1D-653D992F4C02}"/>
              </a:ext>
            </a:extLst>
          </p:cNvPr>
          <p:cNvSpPr txBox="1"/>
          <p:nvPr/>
        </p:nvSpPr>
        <p:spPr>
          <a:xfrm>
            <a:off x="335084" y="1265473"/>
            <a:ext cx="869461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Visual representation </a:t>
            </a:r>
            <a:r>
              <a:rPr lang="en-GB" sz="2400" dirty="0"/>
              <a:t>of the data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Distribution of data: </a:t>
            </a:r>
            <a:r>
              <a:rPr lang="en-GB" sz="2400" dirty="0"/>
              <a:t>overall </a:t>
            </a:r>
            <a:r>
              <a:rPr lang="en-GB" sz="2400" u="sng" dirty="0"/>
              <a:t>shape</a:t>
            </a:r>
            <a:r>
              <a:rPr lang="en-GB" sz="2400" dirty="0"/>
              <a:t> and </a:t>
            </a:r>
            <a:r>
              <a:rPr lang="en-GB" sz="2400" u="sng" dirty="0"/>
              <a:t>pattern</a:t>
            </a:r>
            <a:r>
              <a:rPr lang="en-GB" sz="2400" dirty="0"/>
              <a:t> of the data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How the data looks overall, how data are arranged or spread across values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GB" sz="2400" dirty="0"/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400" dirty="0"/>
              <a:t>Looks at: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Shape</a:t>
            </a:r>
            <a:r>
              <a:rPr lang="en-GB" sz="2400" dirty="0"/>
              <a:t>: overall pattern, tells us where most data points cluster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Symmetry</a:t>
            </a:r>
            <a:r>
              <a:rPr lang="en-GB" sz="2400" dirty="0"/>
              <a:t>: if the left and right sides mirror each other around the centre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Tails</a:t>
            </a:r>
            <a:r>
              <a:rPr lang="en-GB" sz="2400" dirty="0"/>
              <a:t>: thin ends of the distribution curve (extreme values). 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400" dirty="0"/>
              <a:t>	Long tails = more outliers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400" dirty="0"/>
              <a:t>	Heavy tails = higher chance of extreme values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400" dirty="0"/>
              <a:t>	Influence testing = rare events fall in the tails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6631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075A-387C-4996-16EA-7963B87B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673961-579F-777A-1B2D-8D6323D8C12E}"/>
              </a:ext>
            </a:extLst>
          </p:cNvPr>
          <p:cNvSpPr txBox="1">
            <a:spLocks/>
          </p:cNvSpPr>
          <p:nvPr/>
        </p:nvSpPr>
        <p:spPr>
          <a:xfrm>
            <a:off x="665926" y="167201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Distribution of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9E3F9-88A5-3A8F-4E57-F66A8EDEEBE8}"/>
              </a:ext>
            </a:extLst>
          </p:cNvPr>
          <p:cNvSpPr txBox="1"/>
          <p:nvPr/>
        </p:nvSpPr>
        <p:spPr>
          <a:xfrm>
            <a:off x="335084" y="1277642"/>
            <a:ext cx="8694615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400" b="1" dirty="0"/>
              <a:t>Common Distributions</a:t>
            </a:r>
            <a:endParaRPr lang="en-GB" sz="24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Normal</a:t>
            </a:r>
            <a:r>
              <a:rPr lang="en-GB" sz="2400" dirty="0"/>
              <a:t> (bell-shaped, symmetric)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Skewed</a:t>
            </a:r>
            <a:r>
              <a:rPr lang="en-GB" sz="2400" dirty="0"/>
              <a:t> (tail longer on one side)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Bimodal</a:t>
            </a:r>
            <a:r>
              <a:rPr lang="en-GB" sz="2400" dirty="0"/>
              <a:t> (two high points)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Uniform</a:t>
            </a:r>
            <a:r>
              <a:rPr lang="en-GB" sz="2400" dirty="0"/>
              <a:t> (flat, values spread evenly)</a:t>
            </a:r>
          </a:p>
          <a:p>
            <a:pPr marL="800100" lvl="2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Courier New" panose="02070309020205020404" pitchFamily="49" charset="0"/>
              <a:buChar char="o"/>
            </a:pPr>
            <a:endParaRPr lang="en-GB" sz="2400" dirty="0"/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GB" sz="2400" dirty="0"/>
          </a:p>
        </p:txBody>
      </p:sp>
      <p:pic>
        <p:nvPicPr>
          <p:cNvPr id="2" name="Picture 2" descr="&quot;Paranormal Distribution And Normal Distribution curves Funny ...">
            <a:extLst>
              <a:ext uri="{FF2B5EF4-FFF2-40B4-BE49-F238E27FC236}">
                <a16:creationId xmlns:a16="http://schemas.microsoft.com/office/drawing/2014/main" id="{078FF948-FAA8-7B59-C0B1-FD9A5AFFE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4" t="18840" r="15217" b="19420"/>
          <a:stretch/>
        </p:blipFill>
        <p:spPr bwMode="auto">
          <a:xfrm>
            <a:off x="5540115" y="2311958"/>
            <a:ext cx="3140213" cy="367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29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B0D94-F472-0E08-99A6-4A15FBC3B529}"/>
              </a:ext>
            </a:extLst>
          </p:cNvPr>
          <p:cNvSpPr txBox="1"/>
          <p:nvPr/>
        </p:nvSpPr>
        <p:spPr>
          <a:xfrm>
            <a:off x="1361662" y="861512"/>
            <a:ext cx="6947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GB" sz="2000" i="1" dirty="0"/>
              <a:t>(also known as the bell curve or Gaussian distribution)</a:t>
            </a:r>
          </a:p>
        </p:txBody>
      </p:sp>
      <p:pic>
        <p:nvPicPr>
          <p:cNvPr id="2" name="Picture 2" descr="\\FPS10\Ac-Edit\HE\WEB TEAM\WIP\Nick\ORC\Bourne\Figures\ch05f11.jpg">
            <a:extLst>
              <a:ext uri="{FF2B5EF4-FFF2-40B4-BE49-F238E27FC236}">
                <a16:creationId xmlns:a16="http://schemas.microsoft.com/office/drawing/2014/main" id="{B6F8B657-5274-5F64-A163-1316916C7E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r="16229"/>
          <a:stretch/>
        </p:blipFill>
        <p:spPr bwMode="auto">
          <a:xfrm>
            <a:off x="422413" y="1565267"/>
            <a:ext cx="4412974" cy="32403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ZoneTexte 4">
            <a:extLst>
              <a:ext uri="{FF2B5EF4-FFF2-40B4-BE49-F238E27FC236}">
                <a16:creationId xmlns:a16="http://schemas.microsoft.com/office/drawing/2014/main" id="{739948FA-1AB0-CF8A-D13C-E8FE137BD600}"/>
              </a:ext>
            </a:extLst>
          </p:cNvPr>
          <p:cNvSpPr txBox="1"/>
          <p:nvPr/>
        </p:nvSpPr>
        <p:spPr>
          <a:xfrm>
            <a:off x="705933" y="4923401"/>
            <a:ext cx="3535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*these are ‘idealised’ or ‘in-theory’ examples – real data look similar, but not exact!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14E12F-3B03-8584-0F7E-6F1671993405}"/>
              </a:ext>
            </a:extLst>
          </p:cNvPr>
          <p:cNvSpPr txBox="1">
            <a:spLocks/>
          </p:cNvSpPr>
          <p:nvPr/>
        </p:nvSpPr>
        <p:spPr>
          <a:xfrm>
            <a:off x="929313" y="157757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Normal</a:t>
            </a:r>
            <a:r>
              <a:rPr lang="en-GB" sz="4000" dirty="0"/>
              <a:t>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87B1D-15EB-AB85-2D0F-3B464D640E1F}"/>
              </a:ext>
            </a:extLst>
          </p:cNvPr>
          <p:cNvSpPr txBox="1"/>
          <p:nvPr/>
        </p:nvSpPr>
        <p:spPr>
          <a:xfrm>
            <a:off x="4957762" y="1516036"/>
            <a:ext cx="3783699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Bell-shaped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Cluster around the centre (one peak)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Symmetric on both sides of the peak (the mean)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Tails = fewer values as you move away from the centre (extremes)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A perfectly normal distribution: 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	</a:t>
            </a:r>
            <a:r>
              <a:rPr lang="en-GB" sz="2200" i="1" dirty="0"/>
              <a:t>Mean = Median = Mode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Most common: many variables follow this typical* pattern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1140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8E4A18-A9CA-893E-ACB0-AB558FB9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2568F3-F123-9FFC-CC87-8630641A57E9}"/>
              </a:ext>
            </a:extLst>
          </p:cNvPr>
          <p:cNvSpPr txBox="1"/>
          <p:nvPr/>
        </p:nvSpPr>
        <p:spPr>
          <a:xfrm>
            <a:off x="1366803" y="765200"/>
            <a:ext cx="6947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GB" sz="2000" i="1" dirty="0"/>
              <a:t>(or the asymmetric distribution)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177E71-F028-4D8F-0C56-5A77E9AC1E3C}"/>
              </a:ext>
            </a:extLst>
          </p:cNvPr>
          <p:cNvSpPr txBox="1">
            <a:spLocks/>
          </p:cNvSpPr>
          <p:nvPr/>
        </p:nvSpPr>
        <p:spPr>
          <a:xfrm>
            <a:off x="797621" y="157757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Skewed</a:t>
            </a:r>
            <a:r>
              <a:rPr lang="en-GB" sz="4000" dirty="0"/>
              <a:t>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B7C79-42EF-5680-4D43-61ABA290BC2E}"/>
              </a:ext>
            </a:extLst>
          </p:cNvPr>
          <p:cNvSpPr txBox="1"/>
          <p:nvPr/>
        </p:nvSpPr>
        <p:spPr>
          <a:xfrm>
            <a:off x="380357" y="1204162"/>
            <a:ext cx="8547031" cy="31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The asymmetrical nature of a distribution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Tail stretched more on one side 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Left and right sides are not mirror images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One peak, most values cluster on one side of the peak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1477B4"/>
                </a:solidFill>
              </a:rPr>
              <a:t>Positively skewed: </a:t>
            </a:r>
            <a:r>
              <a:rPr lang="en-GB" sz="2200" dirty="0"/>
              <a:t>right-skewed, tail is longer on the </a:t>
            </a:r>
            <a:r>
              <a:rPr lang="en-GB" sz="2200" b="1" dirty="0">
                <a:solidFill>
                  <a:srgbClr val="1477B4"/>
                </a:solidFill>
              </a:rPr>
              <a:t>right </a:t>
            </a:r>
            <a:r>
              <a:rPr lang="en-GB" sz="2200" dirty="0"/>
              <a:t>of the peak, most data is on the left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accent5"/>
                </a:solidFill>
              </a:rPr>
              <a:t>Negatively skewed: </a:t>
            </a:r>
            <a:r>
              <a:rPr lang="en-GB" sz="2200" dirty="0"/>
              <a:t>left-skewed, tail is longer on the </a:t>
            </a:r>
            <a:r>
              <a:rPr lang="en-GB" sz="2200" b="1" dirty="0">
                <a:solidFill>
                  <a:schemeClr val="accent5"/>
                </a:solidFill>
              </a:rPr>
              <a:t>left</a:t>
            </a:r>
            <a:r>
              <a:rPr lang="en-GB" sz="2200" dirty="0"/>
              <a:t> of the peak, most data on the right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pic>
        <p:nvPicPr>
          <p:cNvPr id="7" name="Picture 2" descr="\\FPS10\Ac-Edit\HE\WEB TEAM\WIP\Nick\ORC\Bourne\Figures\ch05f11.jpg">
            <a:extLst>
              <a:ext uri="{FF2B5EF4-FFF2-40B4-BE49-F238E27FC236}">
                <a16:creationId xmlns:a16="http://schemas.microsoft.com/office/drawing/2014/main" id="{3D7C19A1-9D94-C249-10AE-9181FD4F26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7" r="-754"/>
          <a:stretch/>
        </p:blipFill>
        <p:spPr bwMode="auto">
          <a:xfrm>
            <a:off x="1086774" y="3984920"/>
            <a:ext cx="6624737" cy="25202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ZoneTexte 2">
            <a:extLst>
              <a:ext uri="{FF2B5EF4-FFF2-40B4-BE49-F238E27FC236}">
                <a16:creationId xmlns:a16="http://schemas.microsoft.com/office/drawing/2014/main" id="{C4377054-9DE7-7D43-BFD0-01188C41605F}"/>
              </a:ext>
            </a:extLst>
          </p:cNvPr>
          <p:cNvSpPr txBox="1"/>
          <p:nvPr/>
        </p:nvSpPr>
        <p:spPr>
          <a:xfrm>
            <a:off x="1993066" y="4089388"/>
            <a:ext cx="1615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1477B4"/>
                </a:solidFill>
              </a:rPr>
              <a:t>Positive skew</a:t>
            </a:r>
          </a:p>
        </p:txBody>
      </p:sp>
      <p:sp>
        <p:nvSpPr>
          <p:cNvPr id="10" name="ZoneTexte 8">
            <a:extLst>
              <a:ext uri="{FF2B5EF4-FFF2-40B4-BE49-F238E27FC236}">
                <a16:creationId xmlns:a16="http://schemas.microsoft.com/office/drawing/2014/main" id="{830F671A-7294-3C7C-E307-AC80E3863090}"/>
              </a:ext>
            </a:extLst>
          </p:cNvPr>
          <p:cNvSpPr txBox="1"/>
          <p:nvPr/>
        </p:nvSpPr>
        <p:spPr>
          <a:xfrm>
            <a:off x="5430335" y="4098027"/>
            <a:ext cx="1720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5"/>
                </a:solidFill>
              </a:rPr>
              <a:t>Negative skew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2AAF58-E721-159E-61E0-9FA9DF7AC144}"/>
              </a:ext>
            </a:extLst>
          </p:cNvPr>
          <p:cNvSpPr/>
          <p:nvPr/>
        </p:nvSpPr>
        <p:spPr>
          <a:xfrm>
            <a:off x="2996825" y="5741163"/>
            <a:ext cx="1224136" cy="764037"/>
          </a:xfrm>
          <a:prstGeom prst="rect">
            <a:avLst/>
          </a:prstGeom>
          <a:noFill/>
          <a:ln w="57150">
            <a:solidFill>
              <a:srgbClr val="1477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477B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AAEF47-7E4A-E153-9A59-6BC459D7B209}"/>
              </a:ext>
            </a:extLst>
          </p:cNvPr>
          <p:cNvSpPr/>
          <p:nvPr/>
        </p:nvSpPr>
        <p:spPr>
          <a:xfrm>
            <a:off x="4653873" y="5741163"/>
            <a:ext cx="1224136" cy="764037"/>
          </a:xfrm>
          <a:prstGeom prst="rect">
            <a:avLst/>
          </a:prstGeom>
          <a:noFill/>
          <a:ln w="571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952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CD0883-248C-385D-5BDF-8EA3CDE8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4A13FC-3B28-12C0-BC8F-827A7CAA2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83" y="2979167"/>
            <a:ext cx="8392696" cy="273405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2A7284-C6F2-E83E-C5E3-88936DE99A51}"/>
              </a:ext>
            </a:extLst>
          </p:cNvPr>
          <p:cNvSpPr txBox="1">
            <a:spLocks/>
          </p:cNvSpPr>
          <p:nvPr/>
        </p:nvSpPr>
        <p:spPr>
          <a:xfrm>
            <a:off x="797621" y="157757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Skewed</a:t>
            </a:r>
            <a:r>
              <a:rPr lang="en-GB" sz="4000" dirty="0"/>
              <a:t>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F3A3F-B1E9-25B7-08DE-34C09C13C277}"/>
              </a:ext>
            </a:extLst>
          </p:cNvPr>
          <p:cNvSpPr txBox="1"/>
          <p:nvPr/>
        </p:nvSpPr>
        <p:spPr>
          <a:xfrm>
            <a:off x="380357" y="1204162"/>
            <a:ext cx="8547031" cy="1689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1477B4"/>
                </a:solidFill>
              </a:rPr>
              <a:t>Positively skewed: </a:t>
            </a:r>
            <a:r>
              <a:rPr lang="en-GB" sz="2200" dirty="0"/>
              <a:t>data is concentrated towards higher values (most data on the left)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accent5"/>
                </a:solidFill>
              </a:rPr>
              <a:t>Negatively skewed: </a:t>
            </a:r>
            <a:r>
              <a:rPr lang="en-GB" sz="2200" dirty="0"/>
              <a:t>data is concentrated towards lower values (most data on the right)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9" name="ZoneTexte 2">
            <a:extLst>
              <a:ext uri="{FF2B5EF4-FFF2-40B4-BE49-F238E27FC236}">
                <a16:creationId xmlns:a16="http://schemas.microsoft.com/office/drawing/2014/main" id="{6D283906-6EA9-7C50-83B2-90B272849809}"/>
              </a:ext>
            </a:extLst>
          </p:cNvPr>
          <p:cNvSpPr txBox="1"/>
          <p:nvPr/>
        </p:nvSpPr>
        <p:spPr>
          <a:xfrm>
            <a:off x="1828671" y="2569583"/>
            <a:ext cx="1615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1477B4"/>
                </a:solidFill>
              </a:rPr>
              <a:t>Positive skew</a:t>
            </a:r>
          </a:p>
        </p:txBody>
      </p:sp>
      <p:sp>
        <p:nvSpPr>
          <p:cNvPr id="10" name="ZoneTexte 8">
            <a:extLst>
              <a:ext uri="{FF2B5EF4-FFF2-40B4-BE49-F238E27FC236}">
                <a16:creationId xmlns:a16="http://schemas.microsoft.com/office/drawing/2014/main" id="{52897A6F-4E7A-B33F-0F18-500FE795DDDB}"/>
              </a:ext>
            </a:extLst>
          </p:cNvPr>
          <p:cNvSpPr txBox="1"/>
          <p:nvPr/>
        </p:nvSpPr>
        <p:spPr>
          <a:xfrm>
            <a:off x="5699504" y="2516689"/>
            <a:ext cx="1720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5"/>
                </a:solidFill>
              </a:rPr>
              <a:t>Negative skew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323EB7-0E9C-B761-76C2-2A8B4AC3229C}"/>
              </a:ext>
            </a:extLst>
          </p:cNvPr>
          <p:cNvSpPr/>
          <p:nvPr/>
        </p:nvSpPr>
        <p:spPr>
          <a:xfrm>
            <a:off x="2965252" y="5011555"/>
            <a:ext cx="1224136" cy="764037"/>
          </a:xfrm>
          <a:prstGeom prst="rect">
            <a:avLst/>
          </a:prstGeom>
          <a:noFill/>
          <a:ln w="57150">
            <a:solidFill>
              <a:srgbClr val="1477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477B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13E9D4-9BEC-E767-F2DF-6B68BC846094}"/>
              </a:ext>
            </a:extLst>
          </p:cNvPr>
          <p:cNvSpPr/>
          <p:nvPr/>
        </p:nvSpPr>
        <p:spPr>
          <a:xfrm>
            <a:off x="4954613" y="5011555"/>
            <a:ext cx="1224136" cy="764037"/>
          </a:xfrm>
          <a:prstGeom prst="rect">
            <a:avLst/>
          </a:prstGeom>
          <a:noFill/>
          <a:ln w="571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A5EC14-4AFC-7312-424D-7E3DE9D2C093}"/>
              </a:ext>
            </a:extLst>
          </p:cNvPr>
          <p:cNvSpPr txBox="1"/>
          <p:nvPr/>
        </p:nvSpPr>
        <p:spPr>
          <a:xfrm>
            <a:off x="138409" y="6100078"/>
            <a:ext cx="886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Values are more stretched to one side of the Mean (Mode and Median fall at different points)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787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16DEF1-DFA0-F594-E7C8-51E88C01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CDFE01-DF95-C80D-A425-D43304242CFC}"/>
              </a:ext>
            </a:extLst>
          </p:cNvPr>
          <p:cNvSpPr txBox="1">
            <a:spLocks/>
          </p:cNvSpPr>
          <p:nvPr/>
        </p:nvSpPr>
        <p:spPr>
          <a:xfrm>
            <a:off x="797621" y="226331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Skewed</a:t>
            </a:r>
            <a:r>
              <a:rPr lang="en-GB" sz="4000" dirty="0"/>
              <a:t> Distribution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9B18A6-98D0-B817-4C4D-4A48290611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77"/>
          <a:stretch>
            <a:fillRect/>
          </a:stretch>
        </p:blipFill>
        <p:spPr>
          <a:xfrm>
            <a:off x="647341" y="1044553"/>
            <a:ext cx="3147391" cy="22482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999FF-2961-92BD-A1BE-3845F517E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010" y="4232884"/>
            <a:ext cx="3688759" cy="22482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076FFD-3097-CF8F-5C87-E4DCFC04A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513" y="1117096"/>
            <a:ext cx="3932912" cy="25757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9EB308D-BAD3-AE48-AD32-F90B0411699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436" b="2210"/>
          <a:stretch>
            <a:fillRect/>
          </a:stretch>
        </p:blipFill>
        <p:spPr>
          <a:xfrm>
            <a:off x="330619" y="4357688"/>
            <a:ext cx="4241381" cy="1771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625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850A87-4CAB-7100-24FF-BA7606BD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3A1466-819E-B566-C184-0A35A678A2C6}"/>
              </a:ext>
            </a:extLst>
          </p:cNvPr>
          <p:cNvSpPr txBox="1">
            <a:spLocks/>
          </p:cNvSpPr>
          <p:nvPr/>
        </p:nvSpPr>
        <p:spPr>
          <a:xfrm>
            <a:off x="797621" y="226331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Skewed</a:t>
            </a:r>
            <a:r>
              <a:rPr lang="en-GB" sz="4000" dirty="0"/>
              <a:t> Distribution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2590D5-256A-006A-D4BA-C07AC69A1E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628"/>
          <a:stretch>
            <a:fillRect/>
          </a:stretch>
        </p:blipFill>
        <p:spPr>
          <a:xfrm>
            <a:off x="4828958" y="1228543"/>
            <a:ext cx="3115110" cy="20642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C570F3-3905-FD72-0349-11976316A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118" y="4379676"/>
            <a:ext cx="4110611" cy="1848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9E5BC1-3159-37D0-7F1F-7251BA3C74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321"/>
          <a:stretch>
            <a:fillRect/>
          </a:stretch>
        </p:blipFill>
        <p:spPr>
          <a:xfrm>
            <a:off x="5171859" y="3692877"/>
            <a:ext cx="3014879" cy="2953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194BF8-7E8D-CFA3-A8FA-FF47993D8B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648" y="1151826"/>
            <a:ext cx="3731550" cy="26529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777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\\FPS10\Ac-Edit\HE\WEB TEAM\WIP\Nick\ORC\Bourne\Figures\ch05f11.jpg">
            <a:extLst>
              <a:ext uri="{FF2B5EF4-FFF2-40B4-BE49-F238E27FC236}">
                <a16:creationId xmlns:a16="http://schemas.microsoft.com/office/drawing/2014/main" id="{3BE68903-3AF8-723B-42A7-A4CF74C216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4" r="-754" b="-1862"/>
          <a:stretch>
            <a:fillRect/>
          </a:stretch>
        </p:blipFill>
        <p:spPr bwMode="auto">
          <a:xfrm>
            <a:off x="5987405" y="2396450"/>
            <a:ext cx="2954986" cy="218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B0D94-F472-0E08-99A6-4A15FBC3B529}"/>
              </a:ext>
            </a:extLst>
          </p:cNvPr>
          <p:cNvSpPr txBox="1"/>
          <p:nvPr/>
        </p:nvSpPr>
        <p:spPr>
          <a:xfrm>
            <a:off x="349248" y="780620"/>
            <a:ext cx="84455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b="1" dirty="0"/>
              <a:t>The shape aka the ‘</a:t>
            </a:r>
            <a:r>
              <a:rPr lang="en-GB" b="1" u="sng" dirty="0" err="1"/>
              <a:t>tailedness</a:t>
            </a:r>
            <a:r>
              <a:rPr lang="en-GB" b="1" dirty="0"/>
              <a:t>’ </a:t>
            </a:r>
            <a:r>
              <a:rPr lang="en-GB" dirty="0"/>
              <a:t>(i.e., tails and outliers) of a distribution</a:t>
            </a:r>
          </a:p>
          <a:p>
            <a:pPr>
              <a:spcBef>
                <a:spcPts val="600"/>
              </a:spcBef>
            </a:pPr>
            <a:r>
              <a:rPr lang="en-GB" dirty="0"/>
              <a:t> (e.g. heavier or lighter tails)</a:t>
            </a:r>
          </a:p>
          <a:p>
            <a:pPr>
              <a:spcBef>
                <a:spcPts val="600"/>
              </a:spcBef>
            </a:pPr>
            <a:r>
              <a:rPr lang="en-GB" dirty="0"/>
              <a:t>You can also look at how much the data ‘peak’ in comparison to a normal distribution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01F420-3D3B-0095-1E40-63E594DFA136}"/>
              </a:ext>
            </a:extLst>
          </p:cNvPr>
          <p:cNvSpPr txBox="1">
            <a:spLocks/>
          </p:cNvSpPr>
          <p:nvPr/>
        </p:nvSpPr>
        <p:spPr>
          <a:xfrm>
            <a:off x="713960" y="78982"/>
            <a:ext cx="7716075" cy="70375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Kurtosis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078EF379-8918-B5A0-9048-AE56E7C25221}"/>
              </a:ext>
            </a:extLst>
          </p:cNvPr>
          <p:cNvSpPr txBox="1"/>
          <p:nvPr/>
        </p:nvSpPr>
        <p:spPr>
          <a:xfrm>
            <a:off x="376902" y="1968414"/>
            <a:ext cx="2445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High Kurtosis (Leptokurtic)</a:t>
            </a:r>
          </a:p>
        </p:txBody>
      </p:sp>
      <p:sp>
        <p:nvSpPr>
          <p:cNvPr id="8" name="ZoneTexte 8">
            <a:extLst>
              <a:ext uri="{FF2B5EF4-FFF2-40B4-BE49-F238E27FC236}">
                <a16:creationId xmlns:a16="http://schemas.microsoft.com/office/drawing/2014/main" id="{D393495E-0E07-45AD-2ACE-51A325C1FCD5}"/>
              </a:ext>
            </a:extLst>
          </p:cNvPr>
          <p:cNvSpPr txBox="1"/>
          <p:nvPr/>
        </p:nvSpPr>
        <p:spPr>
          <a:xfrm>
            <a:off x="6412927" y="1968414"/>
            <a:ext cx="2354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Low Kurtosis (Platykurtic)</a:t>
            </a:r>
          </a:p>
        </p:txBody>
      </p:sp>
      <p:sp>
        <p:nvSpPr>
          <p:cNvPr id="11" name="ZoneTexte 2">
            <a:extLst>
              <a:ext uri="{FF2B5EF4-FFF2-40B4-BE49-F238E27FC236}">
                <a16:creationId xmlns:a16="http://schemas.microsoft.com/office/drawing/2014/main" id="{475A1B46-1EA1-47DA-D390-BFF220671A7D}"/>
              </a:ext>
            </a:extLst>
          </p:cNvPr>
          <p:cNvSpPr txBox="1"/>
          <p:nvPr/>
        </p:nvSpPr>
        <p:spPr>
          <a:xfrm>
            <a:off x="503098" y="4722557"/>
            <a:ext cx="1896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&gt; 3, sharp peak, heavier tails, more extreme outliers</a:t>
            </a:r>
          </a:p>
        </p:txBody>
      </p:sp>
      <p:sp>
        <p:nvSpPr>
          <p:cNvPr id="12" name="ZoneTexte 8">
            <a:extLst>
              <a:ext uri="{FF2B5EF4-FFF2-40B4-BE49-F238E27FC236}">
                <a16:creationId xmlns:a16="http://schemas.microsoft.com/office/drawing/2014/main" id="{03BAF763-864E-C5DA-50A4-FFA02E768960}"/>
              </a:ext>
            </a:extLst>
          </p:cNvPr>
          <p:cNvSpPr txBox="1"/>
          <p:nvPr/>
        </p:nvSpPr>
        <p:spPr>
          <a:xfrm>
            <a:off x="6744726" y="4722558"/>
            <a:ext cx="1896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&lt; 3 = flatter peak, fewer outliers and lighter tails.</a:t>
            </a:r>
          </a:p>
        </p:txBody>
      </p:sp>
      <p:pic>
        <p:nvPicPr>
          <p:cNvPr id="4" name="Picture 2" descr="\\FPS10\Ac-Edit\HE\WEB TEAM\WIP\Nick\ORC\Bourne\Figures\ch05f11.jpg">
            <a:extLst>
              <a:ext uri="{FF2B5EF4-FFF2-40B4-BE49-F238E27FC236}">
                <a16:creationId xmlns:a16="http://schemas.microsoft.com/office/drawing/2014/main" id="{46003553-EFCB-1C84-DDBD-7B47D8E0B3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7" r="50176" b="-1862"/>
          <a:stretch>
            <a:fillRect/>
          </a:stretch>
        </p:blipFill>
        <p:spPr bwMode="auto">
          <a:xfrm>
            <a:off x="24209" y="2367105"/>
            <a:ext cx="2966641" cy="21927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\\FPS10\Ac-Edit\HE\WEB TEAM\WIP\Nick\ORC\Bourne\Figures\ch05f11.jpg">
            <a:extLst>
              <a:ext uri="{FF2B5EF4-FFF2-40B4-BE49-F238E27FC236}">
                <a16:creationId xmlns:a16="http://schemas.microsoft.com/office/drawing/2014/main" id="{C8A05BDB-35E4-C308-ED31-B9681E2FE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5" r="16229"/>
          <a:stretch>
            <a:fillRect/>
          </a:stretch>
        </p:blipFill>
        <p:spPr bwMode="auto">
          <a:xfrm>
            <a:off x="2979592" y="2418218"/>
            <a:ext cx="2954986" cy="217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oneTexte 8">
            <a:extLst>
              <a:ext uri="{FF2B5EF4-FFF2-40B4-BE49-F238E27FC236}">
                <a16:creationId xmlns:a16="http://schemas.microsoft.com/office/drawing/2014/main" id="{3085C1AC-8027-8D97-0E3F-E5C36553D3DF}"/>
              </a:ext>
            </a:extLst>
          </p:cNvPr>
          <p:cNvSpPr txBox="1"/>
          <p:nvPr/>
        </p:nvSpPr>
        <p:spPr>
          <a:xfrm>
            <a:off x="3457839" y="4722558"/>
            <a:ext cx="1896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Peak isn’t too sharp; tails are average normal thickness.</a:t>
            </a: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CC8F8390-5F03-2F17-BC2A-8A61C16FDE4B}"/>
              </a:ext>
            </a:extLst>
          </p:cNvPr>
          <p:cNvSpPr txBox="1"/>
          <p:nvPr/>
        </p:nvSpPr>
        <p:spPr>
          <a:xfrm>
            <a:off x="3213448" y="1968414"/>
            <a:ext cx="2689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Normal Kurtosis (Mesokurtic)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03A48-8829-F755-66E6-FCF0B2EC2B1E}"/>
              </a:ext>
            </a:extLst>
          </p:cNvPr>
          <p:cNvSpPr txBox="1"/>
          <p:nvPr/>
        </p:nvSpPr>
        <p:spPr>
          <a:xfrm>
            <a:off x="503098" y="6061385"/>
            <a:ext cx="8439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70C0"/>
                </a:solidFill>
              </a:rPr>
              <a:t>Excess Kurtosis</a:t>
            </a:r>
            <a:r>
              <a:rPr lang="en-GB" sz="1800" dirty="0">
                <a:solidFill>
                  <a:srgbClr val="0070C0"/>
                </a:solidFill>
              </a:rPr>
              <a:t> often reported rather than Raw</a:t>
            </a:r>
            <a:r>
              <a:rPr lang="en-GB" dirty="0">
                <a:solidFill>
                  <a:srgbClr val="0070C0"/>
                </a:solidFill>
              </a:rPr>
              <a:t> = </a:t>
            </a:r>
            <a:r>
              <a:rPr lang="en-GB" sz="1800" i="1" dirty="0">
                <a:solidFill>
                  <a:srgbClr val="0070C0"/>
                </a:solidFill>
              </a:rPr>
              <a:t>difference</a:t>
            </a:r>
            <a:r>
              <a:rPr lang="en-GB" sz="1800" dirty="0">
                <a:solidFill>
                  <a:srgbClr val="0070C0"/>
                </a:solidFill>
              </a:rPr>
              <a:t> between the kurtosis of your distribution and the kurtosis of a normal distribution (3 – 3 = 0).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89E6FD-44E1-5178-99B7-A2590004FADB}"/>
              </a:ext>
            </a:extLst>
          </p:cNvPr>
          <p:cNvSpPr txBox="1"/>
          <p:nvPr/>
        </p:nvSpPr>
        <p:spPr>
          <a:xfrm>
            <a:off x="3457839" y="5553554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Raw Kurtosis = 3 </a:t>
            </a:r>
            <a:r>
              <a:rPr lang="en-GB" sz="1600" dirty="0">
                <a:solidFill>
                  <a:srgbClr val="0070C0"/>
                </a:solidFill>
              </a:rPr>
              <a:t>(or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7F747-AB63-D0ED-D09B-D08AC352CC02}"/>
              </a:ext>
            </a:extLst>
          </p:cNvPr>
          <p:cNvSpPr txBox="1"/>
          <p:nvPr/>
        </p:nvSpPr>
        <p:spPr>
          <a:xfrm>
            <a:off x="476484" y="5553554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Raw Kurtosis &gt; 3 </a:t>
            </a:r>
            <a:r>
              <a:rPr lang="en-GB" sz="1600" dirty="0">
                <a:solidFill>
                  <a:srgbClr val="0070C0"/>
                </a:solidFill>
              </a:rPr>
              <a:t>(or &gt; 0)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3347D8-32FB-132E-BC23-D7A0E79D74F6}"/>
              </a:ext>
            </a:extLst>
          </p:cNvPr>
          <p:cNvSpPr txBox="1"/>
          <p:nvPr/>
        </p:nvSpPr>
        <p:spPr>
          <a:xfrm>
            <a:off x="6611112" y="557151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Raw Kurtosis &lt; 3 </a:t>
            </a:r>
            <a:r>
              <a:rPr lang="en-GB" sz="1600" dirty="0">
                <a:solidFill>
                  <a:srgbClr val="0070C0"/>
                </a:solidFill>
              </a:rPr>
              <a:t>(or &lt; 0)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984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2" grpId="0"/>
      <p:bldP spid="10" grpId="0"/>
      <p:bldP spid="15" grpId="0"/>
      <p:bldP spid="19" grpId="0"/>
      <p:bldP spid="21" grpId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F7258E-74D5-CC3F-9B0D-3C246612C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CA21EC-D16B-4D04-38F7-FCE761F228C7}"/>
              </a:ext>
            </a:extLst>
          </p:cNvPr>
          <p:cNvSpPr txBox="1"/>
          <p:nvPr/>
        </p:nvSpPr>
        <p:spPr>
          <a:xfrm>
            <a:off x="1361662" y="861512"/>
            <a:ext cx="6947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GB" sz="2000" i="1" dirty="0"/>
              <a:t>(also known as the double-peak distribution)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B820AB-CDE8-632F-ABB0-662CEC9C57F8}"/>
              </a:ext>
            </a:extLst>
          </p:cNvPr>
          <p:cNvSpPr txBox="1">
            <a:spLocks/>
          </p:cNvSpPr>
          <p:nvPr/>
        </p:nvSpPr>
        <p:spPr>
          <a:xfrm>
            <a:off x="665926" y="157757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Bimodal</a:t>
            </a:r>
            <a:r>
              <a:rPr lang="en-GB" sz="4000" dirty="0"/>
              <a:t>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6E14E-9D86-8064-D3A3-0E6BADEA2D50}"/>
              </a:ext>
            </a:extLst>
          </p:cNvPr>
          <p:cNvSpPr txBox="1"/>
          <p:nvPr/>
        </p:nvSpPr>
        <p:spPr>
          <a:xfrm>
            <a:off x="4957762" y="1516036"/>
            <a:ext cx="4186238" cy="400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Two clear peaks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Or two clusters / dominant groups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Typically occurs when data come from two different groups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Or indicate sub-populations in the data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Requires careful interpretation e.g., average = 81 in top figure doesn’t accurately reflect the data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200" dirty="0"/>
          </a:p>
        </p:txBody>
      </p:sp>
      <p:pic>
        <p:nvPicPr>
          <p:cNvPr id="7" name="Picture 2" descr="C:\Users\Soazig\AppData\Local\JASP\temp\clipboard\resources\1\_3_t-1124360560.png">
            <a:extLst>
              <a:ext uri="{FF2B5EF4-FFF2-40B4-BE49-F238E27FC236}">
                <a16:creationId xmlns:a16="http://schemas.microsoft.com/office/drawing/2014/main" id="{46C39765-EF54-5EA5-6529-C41F19CE2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4199451"/>
            <a:ext cx="3675446" cy="245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What is a Bimodal Distribution?">
            <a:extLst>
              <a:ext uri="{FF2B5EF4-FFF2-40B4-BE49-F238E27FC236}">
                <a16:creationId xmlns:a16="http://schemas.microsoft.com/office/drawing/2014/main" id="{06CE6D65-BF5D-B251-BA0B-30B117CEC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588919"/>
            <a:ext cx="3856039" cy="229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175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28B6A4-07A4-2950-BA1E-B2513788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514363-16C9-8AC0-4424-78F4862F61E4}"/>
              </a:ext>
            </a:extLst>
          </p:cNvPr>
          <p:cNvSpPr txBox="1"/>
          <p:nvPr/>
        </p:nvSpPr>
        <p:spPr>
          <a:xfrm>
            <a:off x="1361662" y="714729"/>
            <a:ext cx="6947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GB" sz="2000" i="1" dirty="0"/>
              <a:t>(also known as the rectangular distribution)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23C630-F231-4E45-213A-216B43ED8162}"/>
              </a:ext>
            </a:extLst>
          </p:cNvPr>
          <p:cNvSpPr txBox="1">
            <a:spLocks/>
          </p:cNvSpPr>
          <p:nvPr/>
        </p:nvSpPr>
        <p:spPr>
          <a:xfrm>
            <a:off x="929313" y="80705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Uniform</a:t>
            </a:r>
            <a:r>
              <a:rPr lang="en-GB" sz="4000" dirty="0"/>
              <a:t>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77C58-1E15-3A1B-CDBA-16513E4182FA}"/>
              </a:ext>
            </a:extLst>
          </p:cNvPr>
          <p:cNvSpPr txBox="1"/>
          <p:nvPr/>
        </p:nvSpPr>
        <p:spPr>
          <a:xfrm>
            <a:off x="4957762" y="1516036"/>
            <a:ext cx="4186238" cy="372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Flat shape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No peak, more rectangle shape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All values equally or relatively likely to occur with similar frequency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Values are spread evenly across a fixed range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e.g., 1-6, for a roll of a fair die or random time of day (if every second in 24 hours is equally likely)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52C4B-9B0F-7670-A28D-0140BBFFF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1605">
            <a:off x="7139996" y="5457356"/>
            <a:ext cx="1034870" cy="1031781"/>
          </a:xfrm>
          <a:prstGeom prst="rect">
            <a:avLst/>
          </a:prstGeom>
        </p:spPr>
      </p:pic>
      <p:pic>
        <p:nvPicPr>
          <p:cNvPr id="6" name="Picture 2" descr="Uniform Distribution: Definition, Formula, Examples &amp; Solved Questions">
            <a:extLst>
              <a:ext uri="{FF2B5EF4-FFF2-40B4-BE49-F238E27FC236}">
                <a16:creationId xmlns:a16="http://schemas.microsoft.com/office/drawing/2014/main" id="{03FDCBC7-C396-0E8B-8BF8-E714152FE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7" t="10826" r="11007" b="50524"/>
          <a:stretch>
            <a:fillRect/>
          </a:stretch>
        </p:blipFill>
        <p:spPr bwMode="auto">
          <a:xfrm>
            <a:off x="292099" y="1261622"/>
            <a:ext cx="4279901" cy="201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073670-D1B7-2765-F3C1-5BB1AA50BD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535" r="3490"/>
          <a:stretch>
            <a:fillRect/>
          </a:stretch>
        </p:blipFill>
        <p:spPr>
          <a:xfrm>
            <a:off x="620613" y="3457128"/>
            <a:ext cx="3739260" cy="2195570"/>
          </a:xfrm>
          <a:prstGeom prst="rect">
            <a:avLst/>
          </a:prstGeom>
        </p:spPr>
      </p:pic>
      <p:sp>
        <p:nvSpPr>
          <p:cNvPr id="12" name="ZoneTexte 4">
            <a:extLst>
              <a:ext uri="{FF2B5EF4-FFF2-40B4-BE49-F238E27FC236}">
                <a16:creationId xmlns:a16="http://schemas.microsoft.com/office/drawing/2014/main" id="{4F89CE52-15BB-241E-97C9-ED5087E7E07B}"/>
              </a:ext>
            </a:extLst>
          </p:cNvPr>
          <p:cNvSpPr txBox="1"/>
          <p:nvPr/>
        </p:nvSpPr>
        <p:spPr>
          <a:xfrm>
            <a:off x="702051" y="5734878"/>
            <a:ext cx="3657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This second figure is more like real data. Where it often looks roughly uniform – rather than perfectly flat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8931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66709C-F4E6-87D9-EB64-D4C0A1B9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D399B8-49F3-1EF5-F90B-5CAD602E1223}"/>
              </a:ext>
            </a:extLst>
          </p:cNvPr>
          <p:cNvSpPr txBox="1">
            <a:spLocks/>
          </p:cNvSpPr>
          <p:nvPr/>
        </p:nvSpPr>
        <p:spPr>
          <a:xfrm>
            <a:off x="665926" y="223677"/>
            <a:ext cx="7812148" cy="70375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Distribution of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6FC83-BB5A-F5DC-DE63-29195ECD2D50}"/>
              </a:ext>
            </a:extLst>
          </p:cNvPr>
          <p:cNvSpPr txBox="1"/>
          <p:nvPr/>
        </p:nvSpPr>
        <p:spPr>
          <a:xfrm>
            <a:off x="335084" y="1154650"/>
            <a:ext cx="8638228" cy="2428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b="1" dirty="0"/>
              <a:t>Distribution of data </a:t>
            </a:r>
            <a:r>
              <a:rPr lang="en-GB" sz="2200" dirty="0"/>
              <a:t>answers “</a:t>
            </a:r>
            <a:r>
              <a:rPr lang="en-GB" sz="2200" i="1" dirty="0"/>
              <a:t>what does the data look like overall?” 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Different to </a:t>
            </a:r>
            <a:r>
              <a:rPr lang="en-GB" sz="2200" dirty="0">
                <a:solidFill>
                  <a:srgbClr val="1477B4"/>
                </a:solidFill>
              </a:rPr>
              <a:t>measures of dispersion (variability) </a:t>
            </a:r>
            <a:r>
              <a:rPr lang="en-GB" sz="2200" dirty="0"/>
              <a:t>which answers, </a:t>
            </a:r>
            <a:r>
              <a:rPr lang="en-GB" sz="2200" i="1" dirty="0"/>
              <a:t>“how wide or narrow is that distribution?” </a:t>
            </a:r>
            <a:r>
              <a:rPr lang="en-GB" sz="2200" dirty="0"/>
              <a:t>i.e., the </a:t>
            </a:r>
            <a:r>
              <a:rPr lang="en-GB" sz="2200" i="1" dirty="0"/>
              <a:t>width / spread </a:t>
            </a:r>
            <a:r>
              <a:rPr lang="en-GB" sz="2200" dirty="0"/>
              <a:t>of the data. 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They are distinct e.g.; two datasets can have similar distributions but different variability (or vice versa)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200" dirty="0"/>
          </a:p>
        </p:txBody>
      </p:sp>
      <p:pic>
        <p:nvPicPr>
          <p:cNvPr id="5" name="Picture 4" descr="A green and black graph&#10;&#10;AI-generated content may be incorrect.">
            <a:extLst>
              <a:ext uri="{FF2B5EF4-FFF2-40B4-BE49-F238E27FC236}">
                <a16:creationId xmlns:a16="http://schemas.microsoft.com/office/drawing/2014/main" id="{F9C255B8-5F52-6D24-3EAD-7BEA7C72A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2837"/>
            <a:ext cx="9144000" cy="274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8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D77565-246A-07FF-9462-500E4A47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a16="http://schemas.microsoft.com/office/drawing/2014/main" id="{9881B509-6462-4345-5EE6-AE5A34AB3DE9}"/>
              </a:ext>
            </a:extLst>
          </p:cNvPr>
          <p:cNvSpPr txBox="1"/>
          <p:nvPr/>
        </p:nvSpPr>
        <p:spPr>
          <a:xfrm>
            <a:off x="650302" y="1030709"/>
            <a:ext cx="788889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All figures here show </a:t>
            </a:r>
            <a:r>
              <a:rPr lang="en-GB" sz="2000" u="sng" dirty="0"/>
              <a:t>normal distributions</a:t>
            </a:r>
          </a:p>
          <a:p>
            <a:r>
              <a:rPr lang="en-GB" sz="2000" dirty="0"/>
              <a:t>(different mean and SD)</a:t>
            </a:r>
          </a:p>
        </p:txBody>
      </p:sp>
      <p:sp>
        <p:nvSpPr>
          <p:cNvPr id="10" name="ZoneTexte 4">
            <a:extLst>
              <a:ext uri="{FF2B5EF4-FFF2-40B4-BE49-F238E27FC236}">
                <a16:creationId xmlns:a16="http://schemas.microsoft.com/office/drawing/2014/main" id="{5F3FB7BC-F400-4072-CEA4-E50EAFE479DA}"/>
              </a:ext>
            </a:extLst>
          </p:cNvPr>
          <p:cNvSpPr txBox="1"/>
          <p:nvPr/>
        </p:nvSpPr>
        <p:spPr>
          <a:xfrm>
            <a:off x="4193317" y="2805894"/>
            <a:ext cx="4572001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Remember: variance measures the spread of the data / distribution </a:t>
            </a:r>
          </a:p>
          <a:p>
            <a:endParaRPr lang="en-GB" sz="2000" dirty="0"/>
          </a:p>
          <a:p>
            <a:r>
              <a:rPr lang="en-GB" sz="2000" b="1" dirty="0"/>
              <a:t>High or low mean = </a:t>
            </a:r>
            <a:r>
              <a:rPr lang="en-GB" sz="2000" dirty="0"/>
              <a:t>determines</a:t>
            </a:r>
            <a:r>
              <a:rPr lang="en-GB" sz="2000" b="1" dirty="0"/>
              <a:t> </a:t>
            </a:r>
            <a:r>
              <a:rPr lang="en-GB" sz="2000" dirty="0"/>
              <a:t>the centre position (shifts position left or right along x-axis)</a:t>
            </a:r>
          </a:p>
          <a:p>
            <a:endParaRPr lang="en-GB" sz="2000" dirty="0"/>
          </a:p>
          <a:p>
            <a:r>
              <a:rPr lang="en-GB" sz="2000" b="1" dirty="0"/>
              <a:t>Small SD </a:t>
            </a:r>
            <a:r>
              <a:rPr lang="en-GB" sz="2000" dirty="0"/>
              <a:t>= data is clustered around the mean; curve becomes narrower and taller</a:t>
            </a:r>
          </a:p>
          <a:p>
            <a:endParaRPr lang="en-GB" sz="2000" dirty="0"/>
          </a:p>
          <a:p>
            <a:r>
              <a:rPr lang="en-GB" sz="2000" b="1" dirty="0"/>
              <a:t>Large SD </a:t>
            </a:r>
            <a:r>
              <a:rPr lang="en-GB" sz="2000" dirty="0"/>
              <a:t>= data is more spread out; curve becomes wider and flatter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711CF-0F5F-3824-3C3E-705C5FB8A2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276" b="10965"/>
          <a:stretch>
            <a:fillRect/>
          </a:stretch>
        </p:blipFill>
        <p:spPr>
          <a:xfrm>
            <a:off x="603169" y="2030077"/>
            <a:ext cx="3404107" cy="2968604"/>
          </a:xfrm>
          <a:prstGeom prst="rect">
            <a:avLst/>
          </a:prstGeom>
        </p:spPr>
      </p:pic>
      <p:sp>
        <p:nvSpPr>
          <p:cNvPr id="6" name="ZoneTexte 4">
            <a:extLst>
              <a:ext uri="{FF2B5EF4-FFF2-40B4-BE49-F238E27FC236}">
                <a16:creationId xmlns:a16="http://schemas.microsoft.com/office/drawing/2014/main" id="{60230974-9265-92FB-FAE0-11CD6A476DFC}"/>
              </a:ext>
            </a:extLst>
          </p:cNvPr>
          <p:cNvSpPr txBox="1"/>
          <p:nvPr/>
        </p:nvSpPr>
        <p:spPr>
          <a:xfrm>
            <a:off x="603169" y="2563096"/>
            <a:ext cx="851235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SD = 5</a:t>
            </a:r>
          </a:p>
        </p:txBody>
      </p:sp>
      <p:sp>
        <p:nvSpPr>
          <p:cNvPr id="7" name="ZoneTexte 4">
            <a:extLst>
              <a:ext uri="{FF2B5EF4-FFF2-40B4-BE49-F238E27FC236}">
                <a16:creationId xmlns:a16="http://schemas.microsoft.com/office/drawing/2014/main" id="{7EFB221A-F9DE-FC57-738D-DFD925A80612}"/>
              </a:ext>
            </a:extLst>
          </p:cNvPr>
          <p:cNvSpPr txBox="1"/>
          <p:nvPr/>
        </p:nvSpPr>
        <p:spPr>
          <a:xfrm>
            <a:off x="2909153" y="3634478"/>
            <a:ext cx="1098123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SD = 10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C76843-10EB-80CE-5411-80E0D7D74BF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633472" y="4003810"/>
            <a:ext cx="824743" cy="21462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E1718B-C453-7A98-EBC9-5544BA281A07}"/>
              </a:ext>
            </a:extLst>
          </p:cNvPr>
          <p:cNvCxnSpPr>
            <a:cxnSpLocks/>
          </p:cNvCxnSpPr>
          <p:nvPr/>
        </p:nvCxnSpPr>
        <p:spPr>
          <a:xfrm>
            <a:off x="1188849" y="2932428"/>
            <a:ext cx="531109" cy="4554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2E75EA5-D6D5-86E8-57C1-F2D0D7D58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936" y="297186"/>
            <a:ext cx="2781688" cy="226726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106B98C-269B-2149-9A3D-966F76487E4E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Normal</a:t>
            </a:r>
            <a:r>
              <a:rPr lang="en-GB" sz="4000" dirty="0"/>
              <a:t> Distributions</a:t>
            </a:r>
            <a:endParaRPr lang="en-GB" sz="4000" dirty="0">
              <a:solidFill>
                <a:srgbClr val="1477B4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832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C202DC-79B0-6604-FCD6-23149DA14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44604"/>
              </p:ext>
            </p:extLst>
          </p:nvPr>
        </p:nvGraphicFramePr>
        <p:xfrm>
          <a:off x="126999" y="626107"/>
          <a:ext cx="8890000" cy="601982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44626">
                  <a:extLst>
                    <a:ext uri="{9D8B030D-6E8A-4147-A177-3AD203B41FA5}">
                      <a16:colId xmlns:a16="http://schemas.microsoft.com/office/drawing/2014/main" val="1426100273"/>
                    </a:ext>
                  </a:extLst>
                </a:gridCol>
                <a:gridCol w="1817751">
                  <a:extLst>
                    <a:ext uri="{9D8B030D-6E8A-4147-A177-3AD203B41FA5}">
                      <a16:colId xmlns:a16="http://schemas.microsoft.com/office/drawing/2014/main" val="1292486317"/>
                    </a:ext>
                  </a:extLst>
                </a:gridCol>
                <a:gridCol w="1730078">
                  <a:extLst>
                    <a:ext uri="{9D8B030D-6E8A-4147-A177-3AD203B41FA5}">
                      <a16:colId xmlns:a16="http://schemas.microsoft.com/office/drawing/2014/main" val="740359102"/>
                    </a:ext>
                  </a:extLst>
                </a:gridCol>
                <a:gridCol w="3897545">
                  <a:extLst>
                    <a:ext uri="{9D8B030D-6E8A-4147-A177-3AD203B41FA5}">
                      <a16:colId xmlns:a16="http://schemas.microsoft.com/office/drawing/2014/main" val="3798621487"/>
                    </a:ext>
                  </a:extLst>
                </a:gridCol>
              </a:tblGrid>
              <a:tr h="55758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1" cap="all" dirty="0">
                          <a:solidFill>
                            <a:schemeClr val="bg1"/>
                          </a:solidFill>
                          <a:effectLst/>
                        </a:rPr>
                        <a:t>Distribution </a:t>
                      </a:r>
                      <a:r>
                        <a:rPr lang="en-US" sz="1600" b="1" i="0" cap="all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  <a:endParaRPr lang="en-US" sz="16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effectLst/>
                        </a:rPr>
                        <a:t>KEY </a:t>
                      </a: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effectLst/>
                        </a:rPr>
                        <a:t>CHARACTERISTICS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1" cap="all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US" sz="16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1" cap="all" dirty="0">
                          <a:solidFill>
                            <a:schemeClr val="bg1"/>
                          </a:solidFill>
                          <a:effectLst/>
                        </a:rPr>
                        <a:t>EXAMPLE EXPLAINED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en-US" sz="16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744896"/>
                  </a:ext>
                </a:extLst>
              </a:tr>
              <a:tr h="126190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Normal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</a:rPr>
                        <a:t>Bell-shaped, one peak, 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</a:rPr>
                        <a:t>IQ</a:t>
                      </a: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</a:rPr>
                        <a:t>(or height)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Most people cluster around the average IQ, with fewer very high or very low scores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172627"/>
                  </a:ext>
                </a:extLst>
              </a:tr>
              <a:tr h="1027132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Skewed Positive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</a:rPr>
                        <a:t>Stretched tail to the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Income </a:t>
                      </a: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(or reaction times)</a:t>
                      </a: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Most people earn a modest amount, but a few earn extremely high incomes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85609"/>
                  </a:ext>
                </a:extLst>
              </a:tr>
              <a:tr h="126190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Skewed Negative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Stretched tail to the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1600" b="0" i="0" dirty="0">
                          <a:solidFill>
                            <a:schemeClr val="tx1"/>
                          </a:solidFill>
                          <a:effectLst/>
                        </a:rPr>
                        <a:t>Retirement Age</a:t>
                      </a: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1600" b="0" i="0" dirty="0">
                          <a:solidFill>
                            <a:schemeClr val="tx1"/>
                          </a:solidFill>
                          <a:effectLst/>
                        </a:rPr>
                        <a:t>(or exam completion times)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Most people retire around 65 years – but some retire very early, creating a long tail on the left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483358"/>
                  </a:ext>
                </a:extLst>
              </a:tr>
              <a:tr h="35215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Bimodal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Two peaks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Scores on a mixed-ability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If a class has two distinct groups (e.g., revised or didn’t revise) scores cluster around two different points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3537"/>
                  </a:ext>
                </a:extLst>
              </a:tr>
              <a:tr h="61627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</a:rPr>
                        <a:t>Uniform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Rolling a fair die</a:t>
                      </a: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(or randomly picking a day of the week)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Each outcome (1-6) is equally likely, so the distribution is flat across the 1 - 6 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51981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A42188D-37E2-762B-2228-FD62FD5CB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559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5C64A5-949E-B81E-C962-EAA6C3556355}"/>
              </a:ext>
            </a:extLst>
          </p:cNvPr>
          <p:cNvSpPr txBox="1">
            <a:spLocks/>
          </p:cNvSpPr>
          <p:nvPr/>
        </p:nvSpPr>
        <p:spPr>
          <a:xfrm>
            <a:off x="1251201" y="19107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Bringing it all together</a:t>
            </a:r>
          </a:p>
        </p:txBody>
      </p:sp>
    </p:spTree>
    <p:extLst>
      <p:ext uri="{BB962C8B-B14F-4D97-AF65-F5344CB8AC3E}">
        <p14:creationId xmlns:p14="http://schemas.microsoft.com/office/powerpoint/2010/main" val="31641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D7F97C-5516-1064-ECE6-140ABF9FBBFC}"/>
              </a:ext>
            </a:extLst>
          </p:cNvPr>
          <p:cNvSpPr txBox="1"/>
          <p:nvPr/>
        </p:nvSpPr>
        <p:spPr>
          <a:xfrm>
            <a:off x="596931" y="1156378"/>
            <a:ext cx="8430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Understanding the shape of a distribution – e.g., whether the data are normally distributed (or skewed) is crucial data for </a:t>
            </a:r>
            <a:r>
              <a:rPr lang="en-GB" sz="2200" b="1" dirty="0"/>
              <a:t>inference</a:t>
            </a:r>
            <a:r>
              <a:rPr lang="en-GB" sz="22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F2179-4196-E818-975B-FC5A882C6C2A}"/>
              </a:ext>
            </a:extLst>
          </p:cNvPr>
          <p:cNvSpPr txBox="1"/>
          <p:nvPr/>
        </p:nvSpPr>
        <p:spPr>
          <a:xfrm>
            <a:off x="813836" y="2490581"/>
            <a:ext cx="3650689" cy="5788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800" b="1" dirty="0">
                <a:solidFill>
                  <a:schemeClr val="tx1"/>
                </a:solidFill>
              </a:rPr>
              <a:t>Inferential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b="1" dirty="0">
                <a:solidFill>
                  <a:schemeClr val="tx1"/>
                </a:solidFill>
              </a:rPr>
              <a:t>statistics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29AD3-3160-8471-CEFD-E7461D9179E3}"/>
              </a:ext>
            </a:extLst>
          </p:cNvPr>
          <p:cNvSpPr txBox="1"/>
          <p:nvPr/>
        </p:nvSpPr>
        <p:spPr>
          <a:xfrm>
            <a:off x="724648" y="3195738"/>
            <a:ext cx="8162899" cy="22303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400" b="1" dirty="0">
                <a:solidFill>
                  <a:schemeClr val="tx1"/>
                </a:solidFill>
              </a:rPr>
              <a:t>Definition</a:t>
            </a:r>
            <a:r>
              <a:rPr lang="en-GB" sz="2400" dirty="0">
                <a:solidFill>
                  <a:schemeClr val="tx1"/>
                </a:solidFill>
              </a:rPr>
              <a:t>: Uses sample data to make predictions, decisions or generalisations about a </a:t>
            </a:r>
            <a:r>
              <a:rPr lang="en-GB" sz="2400" u="sng" dirty="0">
                <a:solidFill>
                  <a:schemeClr val="tx1"/>
                </a:solidFill>
              </a:rPr>
              <a:t>population</a:t>
            </a:r>
            <a:r>
              <a:rPr lang="en-GB" sz="2400" dirty="0">
                <a:solidFill>
                  <a:schemeClr val="tx1"/>
                </a:solidFill>
              </a:rPr>
              <a:t> (i.e., moving beyond describing your sample)</a:t>
            </a:r>
          </a:p>
          <a:p>
            <a:pPr>
              <a:spcBef>
                <a:spcPts val="600"/>
              </a:spcBef>
              <a:buClrTx/>
            </a:pPr>
            <a:r>
              <a:rPr lang="en-GB" sz="2400" b="1" dirty="0">
                <a:solidFill>
                  <a:schemeClr val="tx1"/>
                </a:solidFill>
              </a:rPr>
              <a:t>Purpose</a:t>
            </a:r>
            <a:r>
              <a:rPr lang="en-GB" sz="2400" dirty="0">
                <a:solidFill>
                  <a:schemeClr val="tx1"/>
                </a:solidFill>
              </a:rPr>
              <a:t>: Tests hypotheses, identify patterns or infer about the data.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2D8004-1417-2AE6-C982-65DF13FD3954}"/>
              </a:ext>
            </a:extLst>
          </p:cNvPr>
          <p:cNvSpPr txBox="1">
            <a:spLocks/>
          </p:cNvSpPr>
          <p:nvPr/>
        </p:nvSpPr>
        <p:spPr>
          <a:xfrm>
            <a:off x="457201" y="176762"/>
            <a:ext cx="843034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4000" dirty="0">
                <a:solidFill>
                  <a:schemeClr val="tx1"/>
                </a:solidFill>
              </a:rPr>
              <a:t>Why Distribution matters</a:t>
            </a:r>
          </a:p>
        </p:txBody>
      </p:sp>
    </p:spTree>
    <p:extLst>
      <p:ext uri="{BB962C8B-B14F-4D97-AF65-F5344CB8AC3E}">
        <p14:creationId xmlns:p14="http://schemas.microsoft.com/office/powerpoint/2010/main" val="263091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011E1B-1BCD-C479-80AF-BC6B506B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435A-70FC-82A5-88EE-BAAC23256FCC}"/>
              </a:ext>
            </a:extLst>
          </p:cNvPr>
          <p:cNvSpPr txBox="1">
            <a:spLocks/>
          </p:cNvSpPr>
          <p:nvPr/>
        </p:nvSpPr>
        <p:spPr>
          <a:xfrm>
            <a:off x="457201" y="176762"/>
            <a:ext cx="843034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4000" dirty="0">
                <a:solidFill>
                  <a:schemeClr val="tx1"/>
                </a:solidFill>
              </a:rPr>
              <a:t>Why Distribution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3C5DA-3E16-DEC7-7F54-102F69485B03}"/>
              </a:ext>
            </a:extLst>
          </p:cNvPr>
          <p:cNvSpPr txBox="1"/>
          <p:nvPr/>
        </p:nvSpPr>
        <p:spPr>
          <a:xfrm>
            <a:off x="570427" y="1076865"/>
            <a:ext cx="84303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The </a:t>
            </a:r>
            <a:r>
              <a:rPr lang="en-GB" sz="2200" b="1" dirty="0"/>
              <a:t>shape of a distribution </a:t>
            </a:r>
            <a:r>
              <a:rPr lang="en-GB" sz="2200" dirty="0"/>
              <a:t>is important for </a:t>
            </a:r>
            <a:r>
              <a:rPr lang="en-GB" sz="2200" b="1" dirty="0"/>
              <a:t>inference</a:t>
            </a:r>
            <a:r>
              <a:rPr lang="en-GB" sz="22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For accurate predictions and hypothesis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Many inferential tests assume data have a normal distribution (known as </a:t>
            </a:r>
            <a:r>
              <a:rPr lang="en-GB" sz="2200" b="1" dirty="0">
                <a:solidFill>
                  <a:srgbClr val="1477B4"/>
                </a:solidFill>
              </a:rPr>
              <a:t>parametric tests</a:t>
            </a:r>
            <a:r>
              <a:rPr lang="en-GB" sz="2200" dirty="0"/>
              <a:t>)</a:t>
            </a:r>
          </a:p>
          <a:p>
            <a:pPr lvl="1"/>
            <a:r>
              <a:rPr lang="en-GB" sz="2000" dirty="0">
                <a:solidFill>
                  <a:srgbClr val="C00000"/>
                </a:solidFill>
              </a:rPr>
              <a:t>If the distribution is non-normal (e.g. skewed) you may need to: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C00000"/>
                </a:solidFill>
              </a:rPr>
              <a:t>Transform the data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C00000"/>
                </a:solidFill>
              </a:rPr>
              <a:t>Use a </a:t>
            </a:r>
            <a:r>
              <a:rPr lang="en-GB" sz="2000" b="1" dirty="0">
                <a:solidFill>
                  <a:srgbClr val="C00000"/>
                </a:solidFill>
              </a:rPr>
              <a:t>non-parametric test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Many inferential tests assume the variance (or dispersion) is similar across groups (known as </a:t>
            </a:r>
            <a:r>
              <a:rPr lang="en-GB" sz="2200" b="1" dirty="0">
                <a:solidFill>
                  <a:srgbClr val="1477B4"/>
                </a:solidFill>
              </a:rPr>
              <a:t>homogeneity of variance</a:t>
            </a:r>
            <a:r>
              <a:rPr lang="en-GB" sz="2200" dirty="0"/>
              <a:t>)</a:t>
            </a:r>
          </a:p>
          <a:p>
            <a:pPr lvl="1"/>
            <a:r>
              <a:rPr lang="en-GB" sz="2000" dirty="0">
                <a:solidFill>
                  <a:srgbClr val="C00000"/>
                </a:solidFill>
              </a:rPr>
              <a:t>If the variance is greatly different between groups: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C00000"/>
                </a:solidFill>
              </a:rPr>
              <a:t>Your tests may not be valid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C00000"/>
                </a:solidFill>
              </a:rPr>
              <a:t>You may have to use adjusted / corrected tests or non-parametric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Normal distribution acts as a foundation: to understand how scores relate to one another within a distribution (e.g. a sample) and across distributions – to predict and standardise scores, so we can compare different populations, or different measures etc.</a:t>
            </a:r>
          </a:p>
        </p:txBody>
      </p:sp>
    </p:spTree>
    <p:extLst>
      <p:ext uri="{BB962C8B-B14F-4D97-AF65-F5344CB8AC3E}">
        <p14:creationId xmlns:p14="http://schemas.microsoft.com/office/powerpoint/2010/main" val="312276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a16="http://schemas.microsoft.com/office/drawing/2014/main" id="{739948FA-1AB0-CF8A-D13C-E8FE137BD600}"/>
              </a:ext>
            </a:extLst>
          </p:cNvPr>
          <p:cNvSpPr txBox="1"/>
          <p:nvPr/>
        </p:nvSpPr>
        <p:spPr>
          <a:xfrm>
            <a:off x="743780" y="1351002"/>
            <a:ext cx="8044620" cy="48320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200" dirty="0"/>
              <a:t>Having a normal distribution is central to hypothesis testing </a:t>
            </a:r>
          </a:p>
          <a:p>
            <a:endParaRPr lang="en-GB" sz="2200" dirty="0"/>
          </a:p>
          <a:p>
            <a:r>
              <a:rPr lang="en-GB" sz="2200" dirty="0"/>
              <a:t>i.e., it’s called an ‘</a:t>
            </a:r>
            <a:r>
              <a:rPr lang="en-GB" sz="2200" u="sng" dirty="0"/>
              <a:t>assumption of normality</a:t>
            </a:r>
            <a:r>
              <a:rPr lang="en-GB" sz="2200" dirty="0"/>
              <a:t>’ </a:t>
            </a:r>
          </a:p>
          <a:p>
            <a:endParaRPr lang="en-GB" sz="2200" dirty="0"/>
          </a:p>
          <a:p>
            <a:r>
              <a:rPr lang="en-GB" sz="2200" dirty="0"/>
              <a:t>There are other assumptions you will learn about soon – that all must be met* (achieved) in order for you to run a specific test</a:t>
            </a:r>
          </a:p>
          <a:p>
            <a:endParaRPr lang="en-GB" sz="2200" dirty="0"/>
          </a:p>
          <a:p>
            <a:endParaRPr lang="en-GB" sz="2200" i="1" dirty="0"/>
          </a:p>
          <a:p>
            <a:r>
              <a:rPr lang="en-GB" sz="2200" i="1" dirty="0"/>
              <a:t>*However, as you will come to learn – some of the assumptions (including the one of normality) are more flexible / tolerant than others</a:t>
            </a:r>
          </a:p>
          <a:p>
            <a:endParaRPr lang="en-GB" sz="2200" i="1" dirty="0"/>
          </a:p>
          <a:p>
            <a:endParaRPr lang="en-GB" sz="2200" i="1" dirty="0"/>
          </a:p>
          <a:p>
            <a:pPr marL="342900" indent="-342900">
              <a:buFont typeface="+mj-lt"/>
              <a:buAutoNum type="arabicPeriod"/>
            </a:pPr>
            <a:endParaRPr lang="en-GB" sz="22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FB6792-B793-113B-C76D-0569F1E8A6EB}"/>
              </a:ext>
            </a:extLst>
          </p:cNvPr>
          <p:cNvSpPr txBox="1">
            <a:spLocks/>
          </p:cNvSpPr>
          <p:nvPr/>
        </p:nvSpPr>
        <p:spPr>
          <a:xfrm>
            <a:off x="457201" y="176762"/>
            <a:ext cx="843034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4000" dirty="0">
                <a:solidFill>
                  <a:schemeClr val="tx1"/>
                </a:solidFill>
              </a:rPr>
              <a:t>Why Distribution matters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5055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4AFC8-CE01-FD39-C090-1949C917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1DD94FF-7B83-94F8-64B0-69EFCE5C3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2. Z-scores &amp; the Normal Distribution 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01A3399A-1671-D0D3-6F3C-DE8FA5FE9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51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25FBC1-8592-FAF9-D02E-7DC5FB8B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0FFB8F-076E-D312-7AFD-E69B94F69031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Standardising Scores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AD8849C7-A932-C651-538D-F8551BF7610A}"/>
              </a:ext>
            </a:extLst>
          </p:cNvPr>
          <p:cNvSpPr txBox="1"/>
          <p:nvPr/>
        </p:nvSpPr>
        <p:spPr>
          <a:xfrm>
            <a:off x="424180" y="1143912"/>
            <a:ext cx="8587351" cy="44627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200" dirty="0"/>
              <a:t>We know measures of central tendency (e.g. </a:t>
            </a:r>
            <a:r>
              <a:rPr lang="en-GB" sz="2200" b="1" dirty="0"/>
              <a:t>mean</a:t>
            </a:r>
            <a:r>
              <a:rPr lang="en-GB" sz="2200" dirty="0"/>
              <a:t>) and dispersion (e.g. </a:t>
            </a:r>
            <a:r>
              <a:rPr lang="en-GB" sz="2200" b="1" dirty="0"/>
              <a:t>standard deviation</a:t>
            </a:r>
            <a:r>
              <a:rPr lang="en-GB" sz="2200" dirty="0"/>
              <a:t>) are important.</a:t>
            </a:r>
          </a:p>
          <a:p>
            <a:endParaRPr lang="en-GB" sz="2200" dirty="0"/>
          </a:p>
          <a:p>
            <a:r>
              <a:rPr lang="en-GB" sz="2200" dirty="0"/>
              <a:t>SD = on average how far are values from the mean - it gives us a sense of variability (spread) within one dataset.</a:t>
            </a:r>
          </a:p>
          <a:p>
            <a:endParaRPr lang="en-GB" sz="2200" dirty="0"/>
          </a:p>
          <a:p>
            <a:r>
              <a:rPr lang="en-GB" sz="2200" dirty="0"/>
              <a:t>But it doesn’t let you compare against different datasets (or scales)</a:t>
            </a:r>
          </a:p>
          <a:p>
            <a:endParaRPr lang="en-GB" sz="2200" dirty="0"/>
          </a:p>
          <a:p>
            <a:r>
              <a:rPr lang="en-GB" sz="2200" dirty="0"/>
              <a:t>Or if two datasets have different means or SDs – then comparing data values directly can be misleading.</a:t>
            </a:r>
          </a:p>
          <a:p>
            <a:endParaRPr lang="en-GB" sz="2200" dirty="0"/>
          </a:p>
          <a:p>
            <a:r>
              <a:rPr lang="en-GB" sz="2200" dirty="0"/>
              <a:t>So, we standardise our data into</a:t>
            </a:r>
            <a:r>
              <a:rPr lang="en-GB" sz="2200" b="1" dirty="0">
                <a:solidFill>
                  <a:srgbClr val="1477B4"/>
                </a:solidFill>
              </a:rPr>
              <a:t> Z-scores</a:t>
            </a:r>
            <a:r>
              <a:rPr lang="en-GB" sz="2200" dirty="0"/>
              <a:t>…</a:t>
            </a:r>
          </a:p>
          <a:p>
            <a:endParaRPr lang="en-GB" sz="2000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791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D102-0AA7-5694-BA43-BD0725A5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03060F-C929-DD63-1003-85DE833351F2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Standardising Scores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A75EE57B-6433-4603-B759-CCFA8BBE501E}"/>
              </a:ext>
            </a:extLst>
          </p:cNvPr>
          <p:cNvSpPr txBox="1"/>
          <p:nvPr/>
        </p:nvSpPr>
        <p:spPr>
          <a:xfrm>
            <a:off x="378683" y="1146700"/>
            <a:ext cx="8182222" cy="48936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Z-scores use the Mean and SD</a:t>
            </a:r>
          </a:p>
          <a:p>
            <a:endParaRPr lang="en-GB" sz="2400" dirty="0"/>
          </a:p>
          <a:p>
            <a:r>
              <a:rPr lang="en-GB" sz="2400" dirty="0"/>
              <a:t>Allow comparisons within datasets – the sample distribution (i.e., your sample) to help interpret values or detect unusual values</a:t>
            </a:r>
          </a:p>
          <a:p>
            <a:endParaRPr lang="en-GB" sz="2400" b="1" dirty="0"/>
          </a:p>
          <a:p>
            <a:r>
              <a:rPr lang="en-GB" sz="2400" b="1" dirty="0"/>
              <a:t>OR </a:t>
            </a:r>
            <a:r>
              <a:rPr lang="en-GB" sz="2400" dirty="0"/>
              <a:t>they</a:t>
            </a:r>
            <a:r>
              <a:rPr lang="en-GB" sz="2400" b="1" dirty="0"/>
              <a:t> </a:t>
            </a:r>
            <a:r>
              <a:rPr lang="en-GB" sz="2400" dirty="0"/>
              <a:t>allow comparisons across different datasets (e.g. different groups or scales) </a:t>
            </a:r>
          </a:p>
          <a:p>
            <a:endParaRPr lang="en-GB" sz="2400" b="1" dirty="0"/>
          </a:p>
          <a:p>
            <a:r>
              <a:rPr lang="en-GB" sz="2400" b="1" dirty="0"/>
              <a:t>OR </a:t>
            </a:r>
            <a:r>
              <a:rPr lang="en-GB" sz="2400" dirty="0"/>
              <a:t>to a theoretical population distribution (e.g., the normal distribution)</a:t>
            </a:r>
          </a:p>
          <a:p>
            <a:endParaRPr lang="en-GB" sz="2400" dirty="0"/>
          </a:p>
          <a:p>
            <a:r>
              <a:rPr lang="en-GB" sz="2400" dirty="0"/>
              <a:t>Z-scores are calculated assuming a normal distribution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501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4F00-652D-72A8-7A00-9CFF2883D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165" y="1426001"/>
            <a:ext cx="4456043" cy="5120573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Measuring anxiety to threat stimuli</a:t>
            </a: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Test 2 people, taking ‘threat’ response as their highest score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It might not be the most accurate reflection of their anxiety/threat response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I must compare </a:t>
            </a:r>
            <a:r>
              <a:rPr lang="en-US" sz="2200" u="sng" dirty="0">
                <a:solidFill>
                  <a:schemeClr val="tx1"/>
                </a:solidFill>
              </a:rPr>
              <a:t>their</a:t>
            </a:r>
            <a:r>
              <a:rPr lang="en-US" sz="2200" dirty="0">
                <a:solidFill>
                  <a:schemeClr val="tx1"/>
                </a:solidFill>
              </a:rPr>
              <a:t> ‘peak’ threat response to </a:t>
            </a:r>
            <a:r>
              <a:rPr lang="en-US" sz="2200" u="sng" dirty="0">
                <a:solidFill>
                  <a:schemeClr val="tx1"/>
                </a:solidFill>
              </a:rPr>
              <a:t>their individual</a:t>
            </a:r>
            <a:r>
              <a:rPr lang="en-US" sz="2200" dirty="0">
                <a:solidFill>
                  <a:schemeClr val="tx1"/>
                </a:solidFill>
              </a:rPr>
              <a:t> average ‘anxiety’ levels (</a:t>
            </a:r>
            <a:r>
              <a:rPr lang="en-US" sz="2200" dirty="0">
                <a:solidFill>
                  <a:srgbClr val="0070C0"/>
                </a:solidFill>
              </a:rPr>
              <a:t>Z-scores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  <a:effectLst/>
              </a:rPr>
              <a:t>Accounts for individual differences and allows comparisons across participants to be made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1026" name="Picture 2" descr="Biopac MP160 base station and wearable remote Bio-Nomadix amplifiers ...">
            <a:extLst>
              <a:ext uri="{FF2B5EF4-FFF2-40B4-BE49-F238E27FC236}">
                <a16:creationId xmlns:a16="http://schemas.microsoft.com/office/drawing/2014/main" id="{DF76A017-930A-878D-6F78-64892FBAF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429" y="2329697"/>
            <a:ext cx="4088720" cy="318920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961154-6976-136F-BB93-CC04BD13A6B6}"/>
              </a:ext>
            </a:extLst>
          </p:cNvPr>
          <p:cNvSpPr txBox="1">
            <a:spLocks/>
          </p:cNvSpPr>
          <p:nvPr/>
        </p:nvSpPr>
        <p:spPr>
          <a:xfrm>
            <a:off x="397564" y="11132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My (Cog Neuro) Research </a:t>
            </a:r>
            <a:r>
              <a:rPr lang="en-GB" sz="4000" dirty="0">
                <a:solidFill>
                  <a:srgbClr val="1477B4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40709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1A9722-5DEF-DDD2-5A81-88DD858F36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4" t="31829" r="928" b="40280"/>
          <a:stretch>
            <a:fillRect/>
          </a:stretch>
        </p:blipFill>
        <p:spPr bwMode="auto">
          <a:xfrm>
            <a:off x="232485" y="1670579"/>
            <a:ext cx="8794338" cy="14018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BB517D-D3FD-DDE6-A85E-DF9DD10D6071}"/>
              </a:ext>
            </a:extLst>
          </p:cNvPr>
          <p:cNvSpPr txBox="1">
            <a:spLocks/>
          </p:cNvSpPr>
          <p:nvPr/>
        </p:nvSpPr>
        <p:spPr>
          <a:xfrm>
            <a:off x="397564" y="11132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My (Cog Neuro) Research </a:t>
            </a:r>
            <a:r>
              <a:rPr lang="en-GB" sz="4000" dirty="0">
                <a:solidFill>
                  <a:srgbClr val="1477B4"/>
                </a:solidFill>
              </a:rPr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D208CE-3930-756C-AD61-BD5D5D6887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7" t="27634" r="1348" b="41917"/>
          <a:stretch>
            <a:fillRect/>
          </a:stretch>
        </p:blipFill>
        <p:spPr bwMode="auto">
          <a:xfrm>
            <a:off x="232485" y="4240968"/>
            <a:ext cx="8794338" cy="15327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517866-D1E6-9A70-A881-22371768F72B}"/>
              </a:ext>
            </a:extLst>
          </p:cNvPr>
          <p:cNvSpPr txBox="1">
            <a:spLocks/>
          </p:cNvSpPr>
          <p:nvPr/>
        </p:nvSpPr>
        <p:spPr>
          <a:xfrm>
            <a:off x="63421" y="1296336"/>
            <a:ext cx="2016539" cy="3742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2200" b="1" dirty="0"/>
              <a:t>Participant 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68225F-02A7-98B5-8D8A-188121BEC9F8}"/>
              </a:ext>
            </a:extLst>
          </p:cNvPr>
          <p:cNvSpPr txBox="1">
            <a:spLocks/>
          </p:cNvSpPr>
          <p:nvPr/>
        </p:nvSpPr>
        <p:spPr>
          <a:xfrm>
            <a:off x="57654" y="3866725"/>
            <a:ext cx="2016539" cy="3742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2200" b="1" dirty="0"/>
              <a:t>Participant B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560019-43B2-1DBA-9379-75F78CADE0F6}"/>
              </a:ext>
            </a:extLst>
          </p:cNvPr>
          <p:cNvSpPr txBox="1">
            <a:spLocks/>
          </p:cNvSpPr>
          <p:nvPr/>
        </p:nvSpPr>
        <p:spPr>
          <a:xfrm>
            <a:off x="397564" y="3095357"/>
            <a:ext cx="8688781" cy="74848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GB" sz="1800" dirty="0"/>
              <a:t>Comparing an increase of 2 (threat) against and average background of 4 microsiemens (ranges 3 to 5)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A353AA7-0BB8-46AE-E1AF-D0E5B0F18709}"/>
              </a:ext>
            </a:extLst>
          </p:cNvPr>
          <p:cNvSpPr txBox="1">
            <a:spLocks/>
          </p:cNvSpPr>
          <p:nvPr/>
        </p:nvSpPr>
        <p:spPr>
          <a:xfrm>
            <a:off x="2016539" y="903864"/>
            <a:ext cx="5709478" cy="5141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sz="1800" b="1" dirty="0">
                <a:solidFill>
                  <a:srgbClr val="0070C0"/>
                </a:solidFill>
              </a:rPr>
              <a:t>Two participants have a threat score of 2 (microsiemens)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CE3858-9515-B637-3587-02F0A5E32564}"/>
              </a:ext>
            </a:extLst>
          </p:cNvPr>
          <p:cNvSpPr txBox="1">
            <a:spLocks/>
          </p:cNvSpPr>
          <p:nvPr/>
        </p:nvSpPr>
        <p:spPr>
          <a:xfrm>
            <a:off x="285263" y="5926469"/>
            <a:ext cx="8688781" cy="74848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GB" sz="1800" dirty="0"/>
              <a:t>Comparing an increase of 2 (threat) against and average background of 14 microsiemens (range 8 to 20)</a:t>
            </a:r>
          </a:p>
        </p:txBody>
      </p:sp>
    </p:spTree>
    <p:extLst>
      <p:ext uri="{BB962C8B-B14F-4D97-AF65-F5344CB8AC3E}">
        <p14:creationId xmlns:p14="http://schemas.microsoft.com/office/powerpoint/2010/main" val="196513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6160A2-3498-6227-0766-70E61B88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C7ECB0-0D1E-E36A-7BE4-D58D99478691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b="1" dirty="0"/>
              <a:t>Normal</a:t>
            </a:r>
            <a:r>
              <a:rPr lang="en-GB" sz="4000" dirty="0"/>
              <a:t> Distribution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0BABC450-A4AF-5608-45AC-454F9BC9645E}"/>
              </a:ext>
            </a:extLst>
          </p:cNvPr>
          <p:cNvSpPr txBox="1"/>
          <p:nvPr/>
        </p:nvSpPr>
        <p:spPr>
          <a:xfrm>
            <a:off x="424180" y="896841"/>
            <a:ext cx="834113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How does a normal distribution help predict where most scores will fall (i.e., estimating population parameters)?</a:t>
            </a:r>
            <a:endParaRPr lang="en-GB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2412F1-D28D-5215-E6CB-A223F36D9109}"/>
              </a:ext>
            </a:extLst>
          </p:cNvPr>
          <p:cNvSpPr txBox="1"/>
          <p:nvPr/>
        </p:nvSpPr>
        <p:spPr>
          <a:xfrm rot="171116">
            <a:off x="219735" y="4689790"/>
            <a:ext cx="3708916" cy="13234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/>
              <a:t>When talking about population parameters use:</a:t>
            </a:r>
          </a:p>
          <a:p>
            <a:r>
              <a:rPr lang="en-GB" sz="2000" dirty="0"/>
              <a:t>Population mean = </a:t>
            </a:r>
            <a:r>
              <a:rPr lang="el-GR" sz="2000" b="1" dirty="0"/>
              <a:t>μ</a:t>
            </a:r>
            <a:endParaRPr lang="en-GB" sz="2000" b="1" dirty="0"/>
          </a:p>
          <a:p>
            <a:r>
              <a:rPr lang="en-GB" sz="2000" dirty="0"/>
              <a:t>Population standard deviation = </a:t>
            </a:r>
            <a:r>
              <a:rPr lang="el-GR" sz="2000" b="1" dirty="0"/>
              <a:t>σ</a:t>
            </a:r>
            <a:endParaRPr lang="en-GB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BC30A7-80F6-00C2-179E-166B6A9278AB}"/>
              </a:ext>
            </a:extLst>
          </p:cNvPr>
          <p:cNvSpPr txBox="1"/>
          <p:nvPr/>
        </p:nvSpPr>
        <p:spPr>
          <a:xfrm>
            <a:off x="4169664" y="1852588"/>
            <a:ext cx="4974336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000" dirty="0"/>
              <a:t>We know they are: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Bell-shaped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Cluster around the centre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Symmetric 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Mean = Median = Mode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000" dirty="0">
                <a:solidFill>
                  <a:srgbClr val="1477B4"/>
                </a:solidFill>
              </a:rPr>
              <a:t>But also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 normal curve represents probabilities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Area under the curve = 1   (or 100%)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Centred at 0 (increments of 1)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 tails are </a:t>
            </a:r>
            <a:r>
              <a:rPr lang="en-GB" sz="2000" b="1" dirty="0"/>
              <a:t>rare events </a:t>
            </a:r>
            <a:r>
              <a:rPr lang="en-GB" sz="2000" dirty="0"/>
              <a:t>(extreme values)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On the standard normal distribution, the x-axis shows </a:t>
            </a:r>
            <a:r>
              <a:rPr lang="en-GB" sz="2000" b="1" dirty="0">
                <a:solidFill>
                  <a:srgbClr val="0070C0"/>
                </a:solidFill>
              </a:rPr>
              <a:t>Z-scores</a:t>
            </a:r>
            <a:endParaRPr lang="en-GB" sz="20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477B4"/>
                </a:solidFill>
              </a:rPr>
              <a:t>Z-scores</a:t>
            </a:r>
            <a:r>
              <a:rPr lang="en-GB" sz="2000" dirty="0"/>
              <a:t> are standardised values showing how many SDs a data point is from the mean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2B1E6A-62FB-AE37-4959-75417835686B}"/>
              </a:ext>
            </a:extLst>
          </p:cNvPr>
          <p:cNvSpPr txBox="1"/>
          <p:nvPr/>
        </p:nvSpPr>
        <p:spPr>
          <a:xfrm>
            <a:off x="1144553" y="3728170"/>
            <a:ext cx="185928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l-GR" sz="1800" b="1" dirty="0"/>
              <a:t>μ</a:t>
            </a:r>
            <a:r>
              <a:rPr lang="en-GB" sz="1800" b="1" dirty="0"/>
              <a:t> = 0, </a:t>
            </a:r>
            <a:r>
              <a:rPr lang="el-GR" sz="1800" b="1" dirty="0"/>
              <a:t>σ</a:t>
            </a:r>
            <a:r>
              <a:rPr lang="en-GB" sz="1800" b="1" dirty="0"/>
              <a:t> = 1</a:t>
            </a:r>
            <a:endParaRPr lang="en-GB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EA681A-3B88-84C2-58B0-43E2B32A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0481"/>
          <a:stretch>
            <a:fillRect/>
          </a:stretch>
        </p:blipFill>
        <p:spPr>
          <a:xfrm>
            <a:off x="217449" y="1852588"/>
            <a:ext cx="3713488" cy="17985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799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3C5565-F092-8F56-AA4A-EAA51BF1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2D34F8-0436-82F6-33D8-A53E81F7A523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What are Z-scores?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8E5B5-DCCA-1F0E-3F03-22D4DFC7FB46}"/>
              </a:ext>
            </a:extLst>
          </p:cNvPr>
          <p:cNvSpPr txBox="1"/>
          <p:nvPr/>
        </p:nvSpPr>
        <p:spPr>
          <a:xfrm>
            <a:off x="591575" y="1099930"/>
            <a:ext cx="75717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Z-scores are calculated by the mean/centre of the distribution (the location) and the width/spread of the data.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Tells us exactly where in the standard normal distribution a value is located - how far away the score is from the mean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000" dirty="0"/>
              <a:t>Z-scores tell you the following about a raw score: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Magnitude</a:t>
            </a:r>
            <a:r>
              <a:rPr lang="en-GB" sz="2000" dirty="0"/>
              <a:t> value – size in standardised units of the difference / distance from the mean/centre</a:t>
            </a:r>
          </a:p>
          <a:p>
            <a:pPr marL="800100" lvl="2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Larger the Z-score = more rare (smaller probability)</a:t>
            </a:r>
          </a:p>
          <a:p>
            <a:pPr marL="800100" lvl="2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Generally, fall between -3 and 3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000" dirty="0"/>
              <a:t>	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Location</a:t>
            </a:r>
            <a:r>
              <a:rPr lang="en-GB" sz="2000" dirty="0"/>
              <a:t> – which half of the distribution is the raw score sitting. Denoted by a sign (positive or negative) </a:t>
            </a:r>
          </a:p>
          <a:p>
            <a:pPr marL="800100" lvl="2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-"/>
            </a:pPr>
            <a:r>
              <a:rPr lang="en-GB" sz="2000" dirty="0"/>
              <a:t>Positive Z-score = above the mean, to the </a:t>
            </a:r>
            <a:r>
              <a:rPr lang="en-GB" sz="2000" b="1" dirty="0"/>
              <a:t>right</a:t>
            </a:r>
            <a:r>
              <a:rPr lang="en-GB" sz="2000" dirty="0"/>
              <a:t> </a:t>
            </a:r>
          </a:p>
          <a:p>
            <a:pPr marL="800100" lvl="2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-"/>
            </a:pPr>
            <a:r>
              <a:rPr lang="en-GB" sz="2000" dirty="0"/>
              <a:t>Negative Z-score = below the mean, to the </a:t>
            </a:r>
            <a:r>
              <a:rPr lang="en-GB" sz="2000" b="1" dirty="0"/>
              <a:t>left</a:t>
            </a:r>
          </a:p>
          <a:p>
            <a:pPr marL="800100" lvl="2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-"/>
            </a:pPr>
            <a:endParaRPr lang="en-GB" sz="20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Also sometimes used to report the actual results of analysis tests (known as Z statistic) – more in future weeks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044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817ED1-6FBE-18F7-5DE5-326DD1B4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6B4B70C-E1DF-2038-D58B-B37E487539B9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What are Z-scores?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6ECC51-D052-5135-6BB8-95B6C41B7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6553" y="1635832"/>
            <a:ext cx="4326491" cy="1982011"/>
          </a:xfrm>
          <a:prstGeom prst="rect">
            <a:avLst/>
          </a:prstGeom>
        </p:spPr>
      </p:pic>
      <p:sp>
        <p:nvSpPr>
          <p:cNvPr id="10" name="ZoneTexte 4">
            <a:extLst>
              <a:ext uri="{FF2B5EF4-FFF2-40B4-BE49-F238E27FC236}">
                <a16:creationId xmlns:a16="http://schemas.microsoft.com/office/drawing/2014/main" id="{FB90AC19-09C0-B867-211A-4FF4ADA55E47}"/>
              </a:ext>
            </a:extLst>
          </p:cNvPr>
          <p:cNvSpPr txBox="1"/>
          <p:nvPr/>
        </p:nvSpPr>
        <p:spPr>
          <a:xfrm>
            <a:off x="5626450" y="1635832"/>
            <a:ext cx="3138867" cy="517064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200" b="1" dirty="0"/>
              <a:t>Z-score = -1</a:t>
            </a:r>
          </a:p>
          <a:p>
            <a:endParaRPr lang="en-GB" sz="2200" dirty="0"/>
          </a:p>
          <a:p>
            <a:r>
              <a:rPr lang="en-GB" sz="2200" dirty="0"/>
              <a:t>Tells us that a score is 1 standard deviation away from the mean</a:t>
            </a:r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The sign is negative – so it’s below the mean (direction is to the left)</a:t>
            </a:r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480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FC1AB4-9159-2F34-275A-1D1A3AFB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E61112-8EE1-5240-990B-625872B88F85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Calculating Z-scores</a:t>
            </a:r>
          </a:p>
        </p:txBody>
      </p:sp>
      <p:sp>
        <p:nvSpPr>
          <p:cNvPr id="3" name="ZoneTexte 17">
            <a:extLst>
              <a:ext uri="{FF2B5EF4-FFF2-40B4-BE49-F238E27FC236}">
                <a16:creationId xmlns:a16="http://schemas.microsoft.com/office/drawing/2014/main" id="{97234625-86C5-DF86-F1E4-CB548331F2DE}"/>
              </a:ext>
            </a:extLst>
          </p:cNvPr>
          <p:cNvSpPr txBox="1"/>
          <p:nvPr/>
        </p:nvSpPr>
        <p:spPr>
          <a:xfrm>
            <a:off x="698500" y="1102763"/>
            <a:ext cx="81026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We can calculate them ourselves with a formula:</a:t>
            </a:r>
          </a:p>
        </p:txBody>
      </p:sp>
      <p:sp>
        <p:nvSpPr>
          <p:cNvPr id="8" name="ZoneTexte 4">
            <a:extLst>
              <a:ext uri="{FF2B5EF4-FFF2-40B4-BE49-F238E27FC236}">
                <a16:creationId xmlns:a16="http://schemas.microsoft.com/office/drawing/2014/main" id="{4B92C871-50A8-2F99-06B3-305297EB9722}"/>
              </a:ext>
            </a:extLst>
          </p:cNvPr>
          <p:cNvSpPr txBox="1"/>
          <p:nvPr/>
        </p:nvSpPr>
        <p:spPr>
          <a:xfrm>
            <a:off x="4445222" y="2043331"/>
            <a:ext cx="39036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Population Z-score</a:t>
            </a:r>
            <a:endParaRPr lang="en-GB" sz="2000" dirty="0"/>
          </a:p>
          <a:p>
            <a:r>
              <a:rPr lang="en-GB" sz="2000" dirty="0"/>
              <a:t>X = Raw data / observed score</a:t>
            </a:r>
          </a:p>
          <a:p>
            <a:r>
              <a:rPr lang="el-GR" sz="2000" dirty="0"/>
              <a:t>μ</a:t>
            </a:r>
            <a:r>
              <a:rPr lang="en-GB" sz="2000" dirty="0"/>
              <a:t> = population mean</a:t>
            </a:r>
          </a:p>
          <a:p>
            <a:r>
              <a:rPr lang="el-GR" sz="2000" dirty="0"/>
              <a:t>σ</a:t>
            </a:r>
            <a:r>
              <a:rPr lang="en-GB" sz="2000" dirty="0"/>
              <a:t> = population standard deviation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A76167-F79D-4077-D82C-50215F83DA7A}"/>
              </a:ext>
            </a:extLst>
          </p:cNvPr>
          <p:cNvGrpSpPr/>
          <p:nvPr/>
        </p:nvGrpSpPr>
        <p:grpSpPr>
          <a:xfrm>
            <a:off x="1449785" y="2058721"/>
            <a:ext cx="2347846" cy="1226570"/>
            <a:chOff x="4080342" y="4381388"/>
            <a:chExt cx="2347846" cy="122657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0C30CE-8121-71CE-80A8-0C27B6D2E19F}"/>
                </a:ext>
              </a:extLst>
            </p:cNvPr>
            <p:cNvSpPr txBox="1"/>
            <p:nvPr/>
          </p:nvSpPr>
          <p:spPr>
            <a:xfrm>
              <a:off x="4080342" y="4673776"/>
              <a:ext cx="6882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Z =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B957BC-0973-8B32-C22D-32A1B2705B1D}"/>
                </a:ext>
              </a:extLst>
            </p:cNvPr>
            <p:cNvSpPr txBox="1"/>
            <p:nvPr/>
          </p:nvSpPr>
          <p:spPr>
            <a:xfrm>
              <a:off x="5117112" y="4381388"/>
              <a:ext cx="1311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X - </a:t>
              </a:r>
              <a:r>
                <a:rPr lang="el-GR" sz="3200" b="1" dirty="0"/>
                <a:t>μ</a:t>
              </a:r>
              <a:endParaRPr lang="en-GB" sz="3200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D79F820-DF0F-EEEF-5784-13CD0D6C5E50}"/>
                </a:ext>
              </a:extLst>
            </p:cNvPr>
            <p:cNvCxnSpPr>
              <a:cxnSpLocks/>
            </p:cNvCxnSpPr>
            <p:nvPr/>
          </p:nvCxnSpPr>
          <p:spPr>
            <a:xfrm>
              <a:off x="4875467" y="5049991"/>
              <a:ext cx="1445820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10DF615-B145-4174-485C-A38C2C050B58}"/>
                </a:ext>
              </a:extLst>
            </p:cNvPr>
            <p:cNvSpPr txBox="1"/>
            <p:nvPr/>
          </p:nvSpPr>
          <p:spPr>
            <a:xfrm>
              <a:off x="4942839" y="5023183"/>
              <a:ext cx="1311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3200" b="1" dirty="0"/>
                <a:t>σ</a:t>
              </a:r>
              <a:endParaRPr lang="en-GB" sz="3200" dirty="0"/>
            </a:p>
          </p:txBody>
        </p:sp>
      </p:grpSp>
      <p:sp>
        <p:nvSpPr>
          <p:cNvPr id="26" name="ZoneTexte 4">
            <a:extLst>
              <a:ext uri="{FF2B5EF4-FFF2-40B4-BE49-F238E27FC236}">
                <a16:creationId xmlns:a16="http://schemas.microsoft.com/office/drawing/2014/main" id="{82548F7F-7F31-8DA5-F031-5EB3CB9E067B}"/>
              </a:ext>
            </a:extLst>
          </p:cNvPr>
          <p:cNvSpPr txBox="1"/>
          <p:nvPr/>
        </p:nvSpPr>
        <p:spPr>
          <a:xfrm>
            <a:off x="4445222" y="4214505"/>
            <a:ext cx="3903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Sample Z-score</a:t>
            </a:r>
            <a:endParaRPr lang="en-GB" sz="2000" dirty="0"/>
          </a:p>
          <a:p>
            <a:r>
              <a:rPr lang="en-GB" sz="2000" dirty="0"/>
              <a:t>X = Raw data / observed score</a:t>
            </a:r>
          </a:p>
          <a:p>
            <a:r>
              <a:rPr lang="el-GR" sz="2000" dirty="0"/>
              <a:t>μ</a:t>
            </a:r>
            <a:r>
              <a:rPr lang="en-GB" sz="2000" dirty="0"/>
              <a:t> = population mean</a:t>
            </a:r>
          </a:p>
          <a:p>
            <a:r>
              <a:rPr lang="el-GR" sz="2000" dirty="0"/>
              <a:t>σ</a:t>
            </a:r>
            <a:r>
              <a:rPr lang="en-GB" sz="2000" dirty="0"/>
              <a:t> = population standard deviation</a:t>
            </a:r>
          </a:p>
          <a:p>
            <a:endParaRPr lang="en-GB" sz="2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C6F367-15BF-4A74-053C-192E891A1EBD}"/>
              </a:ext>
            </a:extLst>
          </p:cNvPr>
          <p:cNvGrpSpPr/>
          <p:nvPr/>
        </p:nvGrpSpPr>
        <p:grpSpPr>
          <a:xfrm>
            <a:off x="1449785" y="4102750"/>
            <a:ext cx="2347846" cy="1226570"/>
            <a:chOff x="4080342" y="4381388"/>
            <a:chExt cx="2347846" cy="122657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F92575-A16F-0FCF-D0F8-305AB8B8B49D}"/>
                </a:ext>
              </a:extLst>
            </p:cNvPr>
            <p:cNvSpPr txBox="1"/>
            <p:nvPr/>
          </p:nvSpPr>
          <p:spPr>
            <a:xfrm>
              <a:off x="4080342" y="4673776"/>
              <a:ext cx="6882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Z =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1323A6-3901-9F42-9841-530E01989ADF}"/>
                </a:ext>
              </a:extLst>
            </p:cNvPr>
            <p:cNvSpPr txBox="1"/>
            <p:nvPr/>
          </p:nvSpPr>
          <p:spPr>
            <a:xfrm>
              <a:off x="5117112" y="4381388"/>
              <a:ext cx="1311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X -  x̅  </a:t>
              </a:r>
              <a:endParaRPr lang="en-GB" sz="3200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CA9DC9F-779F-E573-2D73-5930CF1FEE47}"/>
                </a:ext>
              </a:extLst>
            </p:cNvPr>
            <p:cNvCxnSpPr>
              <a:cxnSpLocks/>
            </p:cNvCxnSpPr>
            <p:nvPr/>
          </p:nvCxnSpPr>
          <p:spPr>
            <a:xfrm>
              <a:off x="4875467" y="5049991"/>
              <a:ext cx="1445820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666775-272F-1E98-2C67-DCA133C631D5}"/>
                </a:ext>
              </a:extLst>
            </p:cNvPr>
            <p:cNvSpPr txBox="1"/>
            <p:nvPr/>
          </p:nvSpPr>
          <p:spPr>
            <a:xfrm>
              <a:off x="4942839" y="5023183"/>
              <a:ext cx="1311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/>
                <a:t>S</a:t>
              </a:r>
              <a:endParaRPr lang="en-GB" sz="3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3213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75EDF0-E26D-AF39-E6E4-BD1F1451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88DBF9-956B-CFBC-5AEB-E21F8B895E8D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Calculating Z-scores - </a:t>
            </a:r>
            <a:r>
              <a:rPr lang="en-GB" sz="4000" dirty="0">
                <a:solidFill>
                  <a:srgbClr val="1477B4"/>
                </a:solidFill>
              </a:rPr>
              <a:t>Example</a:t>
            </a:r>
          </a:p>
        </p:txBody>
      </p:sp>
      <p:sp>
        <p:nvSpPr>
          <p:cNvPr id="8" name="ZoneTexte 4">
            <a:extLst>
              <a:ext uri="{FF2B5EF4-FFF2-40B4-BE49-F238E27FC236}">
                <a16:creationId xmlns:a16="http://schemas.microsoft.com/office/drawing/2014/main" id="{BBF26C23-FC21-6C34-8B76-D6ADF825EF8A}"/>
              </a:ext>
            </a:extLst>
          </p:cNvPr>
          <p:cNvSpPr txBox="1"/>
          <p:nvPr/>
        </p:nvSpPr>
        <p:spPr>
          <a:xfrm>
            <a:off x="687337" y="1711231"/>
            <a:ext cx="50238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IQ scores</a:t>
            </a:r>
          </a:p>
          <a:p>
            <a:r>
              <a:rPr lang="en-GB" sz="2400" dirty="0"/>
              <a:t>I’m measuring average IQ scores among a group of celebrities</a:t>
            </a:r>
          </a:p>
          <a:p>
            <a:endParaRPr lang="en-GB" sz="2400" dirty="0"/>
          </a:p>
          <a:p>
            <a:r>
              <a:rPr lang="en-GB" sz="2400" dirty="0"/>
              <a:t>Ryan Reynolds has an IQ of 130</a:t>
            </a:r>
          </a:p>
          <a:p>
            <a:r>
              <a:rPr lang="en-GB" sz="2400" dirty="0"/>
              <a:t>The average IQ score for my group is 100. The standard deviation is 15.</a:t>
            </a:r>
          </a:p>
          <a:p>
            <a:endParaRPr lang="en-GB" sz="2400" dirty="0"/>
          </a:p>
          <a:p>
            <a:r>
              <a:rPr lang="en-GB" sz="2400" dirty="0"/>
              <a:t>What is Ryan’s Z-score?</a:t>
            </a:r>
          </a:p>
          <a:p>
            <a:endParaRPr lang="en-GB" sz="2400" dirty="0"/>
          </a:p>
        </p:txBody>
      </p:sp>
      <p:sp>
        <p:nvSpPr>
          <p:cNvPr id="2" name="ZoneTexte 4">
            <a:extLst>
              <a:ext uri="{FF2B5EF4-FFF2-40B4-BE49-F238E27FC236}">
                <a16:creationId xmlns:a16="http://schemas.microsoft.com/office/drawing/2014/main" id="{208618F1-CD16-45C9-F876-A0A916B691CD}"/>
              </a:ext>
            </a:extLst>
          </p:cNvPr>
          <p:cNvSpPr txBox="1"/>
          <p:nvPr/>
        </p:nvSpPr>
        <p:spPr>
          <a:xfrm>
            <a:off x="6162933" y="1933198"/>
            <a:ext cx="1860832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X = 130</a:t>
            </a:r>
          </a:p>
          <a:p>
            <a:pPr algn="ctr"/>
            <a:r>
              <a:rPr lang="en-GB" sz="2000" b="1" dirty="0"/>
              <a:t>x̅ = 100</a:t>
            </a:r>
          </a:p>
          <a:p>
            <a:pPr algn="ctr"/>
            <a:r>
              <a:rPr lang="en-GB" sz="2000" b="1" dirty="0"/>
              <a:t>S = 15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09C5A0-7F42-8067-1457-3FE526FA69FC}"/>
              </a:ext>
            </a:extLst>
          </p:cNvPr>
          <p:cNvGrpSpPr/>
          <p:nvPr/>
        </p:nvGrpSpPr>
        <p:grpSpPr>
          <a:xfrm>
            <a:off x="5408902" y="4752866"/>
            <a:ext cx="2681801" cy="1199762"/>
            <a:chOff x="3958019" y="4408196"/>
            <a:chExt cx="2681801" cy="11997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208306-FC90-2DDA-35AA-06D9956D5127}"/>
                </a:ext>
              </a:extLst>
            </p:cNvPr>
            <p:cNvSpPr txBox="1"/>
            <p:nvPr/>
          </p:nvSpPr>
          <p:spPr>
            <a:xfrm>
              <a:off x="3958019" y="4567438"/>
              <a:ext cx="6882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Z =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B0EACE-6173-561E-CDC4-6C328A0C8A22}"/>
                </a:ext>
              </a:extLst>
            </p:cNvPr>
            <p:cNvSpPr txBox="1"/>
            <p:nvPr/>
          </p:nvSpPr>
          <p:spPr>
            <a:xfrm>
              <a:off x="4556933" y="4408196"/>
              <a:ext cx="208288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130 - 100</a:t>
              </a:r>
              <a:endParaRPr lang="en-GB" sz="3200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011A01D-DA95-F1D6-9727-EE99B2970F7F}"/>
                </a:ext>
              </a:extLst>
            </p:cNvPr>
            <p:cNvCxnSpPr>
              <a:cxnSpLocks/>
            </p:cNvCxnSpPr>
            <p:nvPr/>
          </p:nvCxnSpPr>
          <p:spPr>
            <a:xfrm>
              <a:off x="4875467" y="5049991"/>
              <a:ext cx="1445820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D843B6-2BE0-B975-E2A5-A81F10D96845}"/>
                </a:ext>
              </a:extLst>
            </p:cNvPr>
            <p:cNvSpPr txBox="1"/>
            <p:nvPr/>
          </p:nvSpPr>
          <p:spPr>
            <a:xfrm>
              <a:off x="4942839" y="5023183"/>
              <a:ext cx="1311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/>
                <a:t>15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5C79FD-99A1-CA2E-CF66-968D1DA6643D}"/>
              </a:ext>
            </a:extLst>
          </p:cNvPr>
          <p:cNvGrpSpPr/>
          <p:nvPr/>
        </p:nvGrpSpPr>
        <p:grpSpPr>
          <a:xfrm>
            <a:off x="5408902" y="3415879"/>
            <a:ext cx="2347846" cy="1226570"/>
            <a:chOff x="4080342" y="4381388"/>
            <a:chExt cx="2347846" cy="122657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313D7C-108F-1B38-E33B-845891E0694F}"/>
                </a:ext>
              </a:extLst>
            </p:cNvPr>
            <p:cNvSpPr txBox="1"/>
            <p:nvPr/>
          </p:nvSpPr>
          <p:spPr>
            <a:xfrm>
              <a:off x="4080342" y="4673776"/>
              <a:ext cx="6882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Z =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C48FDA-22FF-F986-D0C4-9CAB6ED0FD4E}"/>
                </a:ext>
              </a:extLst>
            </p:cNvPr>
            <p:cNvSpPr txBox="1"/>
            <p:nvPr/>
          </p:nvSpPr>
          <p:spPr>
            <a:xfrm>
              <a:off x="5117112" y="4381388"/>
              <a:ext cx="1311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/>
                <a:t>X -  x̅  </a:t>
              </a:r>
              <a:endParaRPr lang="en-GB" sz="3200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26E17F8-14EF-2CDD-C89E-A386BDFD79F8}"/>
                </a:ext>
              </a:extLst>
            </p:cNvPr>
            <p:cNvCxnSpPr>
              <a:cxnSpLocks/>
            </p:cNvCxnSpPr>
            <p:nvPr/>
          </p:nvCxnSpPr>
          <p:spPr>
            <a:xfrm>
              <a:off x="4875467" y="5049991"/>
              <a:ext cx="1445820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06EB50C-8CF5-FD17-329F-25DE06E9F734}"/>
                </a:ext>
              </a:extLst>
            </p:cNvPr>
            <p:cNvSpPr txBox="1"/>
            <p:nvPr/>
          </p:nvSpPr>
          <p:spPr>
            <a:xfrm>
              <a:off x="4942839" y="5023183"/>
              <a:ext cx="1311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/>
                <a:t>S</a:t>
              </a:r>
              <a:endParaRPr lang="en-GB" sz="32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5F3A8D6-12B5-35FE-1AD4-100A37393BD7}"/>
              </a:ext>
            </a:extLst>
          </p:cNvPr>
          <p:cNvSpPr txBox="1"/>
          <p:nvPr/>
        </p:nvSpPr>
        <p:spPr>
          <a:xfrm>
            <a:off x="8072070" y="4767972"/>
            <a:ext cx="1235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= 2</a:t>
            </a:r>
            <a:endParaRPr lang="en-GB" sz="3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777D60-D907-3B29-79C6-B3EF134A2164}"/>
              </a:ext>
            </a:extLst>
          </p:cNvPr>
          <p:cNvSpPr txBox="1"/>
          <p:nvPr/>
        </p:nvSpPr>
        <p:spPr>
          <a:xfrm>
            <a:off x="757390" y="5552518"/>
            <a:ext cx="4651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What does this score mean?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79AF7A-04E6-2F7B-4934-BF9767917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44"/>
          <a:stretch>
            <a:fillRect/>
          </a:stretch>
        </p:blipFill>
        <p:spPr>
          <a:xfrm>
            <a:off x="7893137" y="116849"/>
            <a:ext cx="1139220" cy="11371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5B5665-B8EC-726F-8CD2-82CB9579C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8"/>
            <a:ext cx="1183695" cy="17050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822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  <p:bldP spid="37" grpId="0"/>
      <p:bldP spid="3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636F9-95FC-3EFB-B070-5A83CCF5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B746088-593F-B8F6-8918-E07CF7B38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3. Probability and predicting data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401A9BCA-5283-6E4A-1FF9-1147BEEC6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97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01F420-3D3B-0095-1E40-63E594DFA136}"/>
              </a:ext>
            </a:extLst>
          </p:cNvPr>
          <p:cNvSpPr txBox="1">
            <a:spLocks/>
          </p:cNvSpPr>
          <p:nvPr/>
        </p:nvSpPr>
        <p:spPr>
          <a:xfrm>
            <a:off x="401431" y="301648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3600" dirty="0"/>
              <a:t>What does a Z-score value mean?</a:t>
            </a: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B1D5FF6A-0E34-47A5-3877-E8A3363A4561}"/>
              </a:ext>
            </a:extLst>
          </p:cNvPr>
          <p:cNvSpPr txBox="1"/>
          <p:nvPr/>
        </p:nvSpPr>
        <p:spPr>
          <a:xfrm>
            <a:off x="682786" y="1289239"/>
            <a:ext cx="8059783" cy="44935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1477B4"/>
                </a:solidFill>
              </a:rPr>
              <a:t>You’ve calculated your z-score from a raw data point, great! </a:t>
            </a:r>
          </a:p>
          <a:p>
            <a:endParaRPr lang="en-GB" sz="2200" dirty="0"/>
          </a:p>
          <a:p>
            <a:r>
              <a:rPr lang="en-GB" sz="2200" dirty="0"/>
              <a:t>But what does it </a:t>
            </a:r>
            <a:r>
              <a:rPr lang="en-GB" sz="2200" i="1" dirty="0"/>
              <a:t>actually</a:t>
            </a:r>
            <a:r>
              <a:rPr lang="en-GB" sz="2200" dirty="0"/>
              <a:t> mean / when would you use it?</a:t>
            </a:r>
          </a:p>
          <a:p>
            <a:endParaRPr lang="en-GB" sz="2200" dirty="0"/>
          </a:p>
          <a:p>
            <a:r>
              <a:rPr lang="en-GB" sz="2200" dirty="0"/>
              <a:t>You can interpret the data in terms of </a:t>
            </a:r>
            <a:r>
              <a:rPr lang="en-GB" sz="2200" b="1" dirty="0"/>
              <a:t>probability</a:t>
            </a:r>
            <a:r>
              <a:rPr lang="en-GB" sz="2200" dirty="0"/>
              <a:t> </a:t>
            </a:r>
          </a:p>
          <a:p>
            <a:endParaRPr lang="en-GB" sz="2200" dirty="0"/>
          </a:p>
          <a:p>
            <a:r>
              <a:rPr lang="en-GB" sz="2200" dirty="0"/>
              <a:t>e.g. what is the proportion of values that fall below my z-score in a standard normal distribution (e.g., how unique / typical is it?)</a:t>
            </a:r>
          </a:p>
          <a:p>
            <a:endParaRPr lang="en-GB" sz="2200" dirty="0"/>
          </a:p>
          <a:p>
            <a:r>
              <a:rPr lang="en-GB" sz="2200" u="sng" dirty="0"/>
              <a:t>Why is it useful?</a:t>
            </a:r>
          </a:p>
          <a:p>
            <a:pPr marL="285750" indent="-285750">
              <a:buFontTx/>
              <a:buChar char="-"/>
            </a:pPr>
            <a:r>
              <a:rPr lang="en-GB" sz="2200" dirty="0"/>
              <a:t>To know what percentage of scores are below yours</a:t>
            </a:r>
          </a:p>
          <a:p>
            <a:pPr marL="285750" indent="-285750">
              <a:buFontTx/>
              <a:buChar char="-"/>
            </a:pPr>
            <a:r>
              <a:rPr lang="en-GB" sz="2200" dirty="0"/>
              <a:t>Gives you a probability that a value falls between two points</a:t>
            </a:r>
          </a:p>
          <a:p>
            <a:pPr marL="285750" indent="-285750">
              <a:buFontTx/>
              <a:buChar char="-"/>
            </a:pPr>
            <a:r>
              <a:rPr lang="en-GB" sz="2200" dirty="0"/>
              <a:t>For hypothesis testing – how extreme is this result?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518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5B209F-DF05-3EB3-8950-97F65557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a16="http://schemas.microsoft.com/office/drawing/2014/main" id="{05C6BD09-C08C-3613-BE2C-490C32963034}"/>
              </a:ext>
            </a:extLst>
          </p:cNvPr>
          <p:cNvSpPr txBox="1"/>
          <p:nvPr/>
        </p:nvSpPr>
        <p:spPr>
          <a:xfrm>
            <a:off x="627553" y="990717"/>
            <a:ext cx="7888893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200" dirty="0"/>
              <a:t>Applying standardisation and Z-scores</a:t>
            </a:r>
          </a:p>
          <a:p>
            <a:r>
              <a:rPr lang="en-GB" sz="2200" dirty="0"/>
              <a:t>To do this, we can use the ‘</a:t>
            </a:r>
            <a:r>
              <a:rPr lang="en-GB" sz="2200" b="1" dirty="0"/>
              <a:t>Empirical Rule’ </a:t>
            </a:r>
            <a:r>
              <a:rPr lang="en-GB" sz="2200" dirty="0"/>
              <a:t>(or the ‘68-95-99’ rule)</a:t>
            </a:r>
            <a:endParaRPr lang="en-GB" sz="2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985C2-6C42-D0C0-6539-FE274225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35" r="9553"/>
          <a:stretch>
            <a:fillRect/>
          </a:stretch>
        </p:blipFill>
        <p:spPr>
          <a:xfrm>
            <a:off x="93893" y="1845502"/>
            <a:ext cx="4587835" cy="4177140"/>
          </a:xfrm>
          <a:prstGeom prst="rect">
            <a:avLst/>
          </a:prstGeom>
        </p:spPr>
      </p:pic>
      <p:sp>
        <p:nvSpPr>
          <p:cNvPr id="10" name="ZoneTexte 4">
            <a:extLst>
              <a:ext uri="{FF2B5EF4-FFF2-40B4-BE49-F238E27FC236}">
                <a16:creationId xmlns:a16="http://schemas.microsoft.com/office/drawing/2014/main" id="{BD903F47-FEFC-1B21-4FAF-EA37A6A7E84A}"/>
              </a:ext>
            </a:extLst>
          </p:cNvPr>
          <p:cNvSpPr txBox="1"/>
          <p:nvPr/>
        </p:nvSpPr>
        <p:spPr>
          <a:xfrm>
            <a:off x="4681728" y="2400630"/>
            <a:ext cx="425885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29956"/>
                </a:solidFill>
              </a:rPr>
              <a:t>68% </a:t>
            </a:r>
            <a:r>
              <a:rPr lang="en-GB" sz="2000" dirty="0"/>
              <a:t>of the data falls within </a:t>
            </a:r>
            <a:r>
              <a:rPr lang="en-GB" sz="2000" b="1" dirty="0"/>
              <a:t>1 standard deviation </a:t>
            </a:r>
            <a:r>
              <a:rPr lang="en-GB" sz="2000" dirty="0"/>
              <a:t>of the mean</a:t>
            </a:r>
          </a:p>
          <a:p>
            <a:endParaRPr lang="en-GB" sz="2000" dirty="0"/>
          </a:p>
          <a:p>
            <a:r>
              <a:rPr lang="en-GB" sz="2000" b="1" dirty="0">
                <a:solidFill>
                  <a:srgbClr val="C4DF7E"/>
                </a:solidFill>
              </a:rPr>
              <a:t>95% </a:t>
            </a:r>
            <a:r>
              <a:rPr lang="en-GB" sz="2000" dirty="0"/>
              <a:t>of the data falls within </a:t>
            </a:r>
            <a:r>
              <a:rPr lang="en-GB" sz="2000" b="1" dirty="0"/>
              <a:t>2 standard deviations </a:t>
            </a:r>
            <a:r>
              <a:rPr lang="en-GB" sz="2000" dirty="0"/>
              <a:t>of the mean</a:t>
            </a:r>
          </a:p>
          <a:p>
            <a:endParaRPr lang="en-GB" sz="2000" dirty="0"/>
          </a:p>
          <a:p>
            <a:r>
              <a:rPr lang="en-GB" sz="2000" b="1" dirty="0">
                <a:solidFill>
                  <a:srgbClr val="A2F1A4"/>
                </a:solidFill>
              </a:rPr>
              <a:t>99.7% </a:t>
            </a:r>
            <a:r>
              <a:rPr lang="en-GB" sz="2000" dirty="0"/>
              <a:t>falls within </a:t>
            </a:r>
            <a:r>
              <a:rPr lang="en-GB" sz="2000" b="1" dirty="0"/>
              <a:t>3 standard deviations </a:t>
            </a:r>
            <a:r>
              <a:rPr lang="en-GB" sz="2000" dirty="0"/>
              <a:t>of the mean</a:t>
            </a:r>
          </a:p>
          <a:p>
            <a:endParaRPr lang="en-GB" sz="2000" dirty="0"/>
          </a:p>
          <a:p>
            <a:r>
              <a:rPr lang="en-GB" sz="2000" dirty="0"/>
              <a:t>The further out you go from the mean, the less typical the score</a:t>
            </a:r>
          </a:p>
          <a:p>
            <a:endParaRPr lang="en-GB" sz="2000" i="1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F24A003-0C02-3C45-29FC-E3B8B5F9457D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Z-scores &amp; the Distribution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659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A00FFD-078F-C363-5E8F-E9ED3657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a16="http://schemas.microsoft.com/office/drawing/2014/main" id="{32C84DE7-7DD7-389F-0961-16BBF6706CCF}"/>
              </a:ext>
            </a:extLst>
          </p:cNvPr>
          <p:cNvSpPr txBox="1"/>
          <p:nvPr/>
        </p:nvSpPr>
        <p:spPr>
          <a:xfrm>
            <a:off x="627553" y="990717"/>
            <a:ext cx="788889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Mean = 50  </a:t>
            </a:r>
          </a:p>
          <a:p>
            <a:r>
              <a:rPr lang="en-GB" b="1" dirty="0"/>
              <a:t>SD = 10     </a:t>
            </a:r>
            <a:r>
              <a:rPr lang="en-GB" dirty="0"/>
              <a:t>(remember SD is in units – so the unit is in 10s)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42DFD-C670-65FF-717F-3ABFF740B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22" y="1968055"/>
            <a:ext cx="4744112" cy="3715268"/>
          </a:xfrm>
          <a:prstGeom prst="rect">
            <a:avLst/>
          </a:prstGeom>
        </p:spPr>
      </p:pic>
      <p:sp>
        <p:nvSpPr>
          <p:cNvPr id="10" name="ZoneTexte 4">
            <a:extLst>
              <a:ext uri="{FF2B5EF4-FFF2-40B4-BE49-F238E27FC236}">
                <a16:creationId xmlns:a16="http://schemas.microsoft.com/office/drawing/2014/main" id="{725FA008-BEC2-4ADB-6D65-0A26D63D7DDA}"/>
              </a:ext>
            </a:extLst>
          </p:cNvPr>
          <p:cNvSpPr txBox="1"/>
          <p:nvPr/>
        </p:nvSpPr>
        <p:spPr>
          <a:xfrm>
            <a:off x="4571999" y="1959812"/>
            <a:ext cx="4572001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29956"/>
                </a:solidFill>
              </a:rPr>
              <a:t>68% </a:t>
            </a:r>
            <a:r>
              <a:rPr lang="en-GB" sz="2000" dirty="0"/>
              <a:t>of the data falls within </a:t>
            </a:r>
            <a:r>
              <a:rPr lang="en-GB" sz="2000" b="1" dirty="0"/>
              <a:t>1 standard deviation </a:t>
            </a:r>
            <a:r>
              <a:rPr lang="en-GB" sz="2000" dirty="0"/>
              <a:t>of the mean</a:t>
            </a:r>
          </a:p>
          <a:p>
            <a:pPr lvl="1"/>
            <a:r>
              <a:rPr lang="en-GB" sz="2000" b="1" dirty="0">
                <a:solidFill>
                  <a:srgbClr val="D29956"/>
                </a:solidFill>
              </a:rPr>
              <a:t>68% </a:t>
            </a:r>
            <a:r>
              <a:rPr lang="en-GB" sz="2000" dirty="0">
                <a:solidFill>
                  <a:srgbClr val="D29956"/>
                </a:solidFill>
              </a:rPr>
              <a:t>of the data falls between </a:t>
            </a:r>
            <a:r>
              <a:rPr lang="en-GB" sz="2000" b="1" dirty="0">
                <a:solidFill>
                  <a:srgbClr val="D29956"/>
                </a:solidFill>
              </a:rPr>
              <a:t>40 - 60 </a:t>
            </a:r>
            <a:r>
              <a:rPr lang="en-GB" sz="2000" dirty="0">
                <a:solidFill>
                  <a:srgbClr val="D29956"/>
                </a:solidFill>
              </a:rPr>
              <a:t>(Mean = 50, SD = </a:t>
            </a:r>
            <a:r>
              <a:rPr lang="en-GB" sz="2000" b="1" u="sng" dirty="0">
                <a:solidFill>
                  <a:srgbClr val="D29956"/>
                </a:solidFill>
              </a:rPr>
              <a:t>+</a:t>
            </a:r>
            <a:r>
              <a:rPr lang="en-GB" sz="2000" b="1" dirty="0">
                <a:solidFill>
                  <a:srgbClr val="D29956"/>
                </a:solidFill>
              </a:rPr>
              <a:t> 10</a:t>
            </a:r>
            <a:r>
              <a:rPr lang="en-GB" sz="2000" dirty="0">
                <a:solidFill>
                  <a:srgbClr val="D29956"/>
                </a:solidFill>
              </a:rPr>
              <a:t>)</a:t>
            </a:r>
          </a:p>
          <a:p>
            <a:endParaRPr lang="en-GB" sz="2000" dirty="0"/>
          </a:p>
          <a:p>
            <a:r>
              <a:rPr lang="en-GB" sz="2000" b="1" dirty="0">
                <a:solidFill>
                  <a:srgbClr val="C4DF7E"/>
                </a:solidFill>
              </a:rPr>
              <a:t>95% </a:t>
            </a:r>
            <a:r>
              <a:rPr lang="en-GB" sz="2000" dirty="0"/>
              <a:t>of the data falls within </a:t>
            </a:r>
            <a:r>
              <a:rPr lang="en-GB" sz="2000" b="1" dirty="0"/>
              <a:t>2 standard deviations </a:t>
            </a:r>
            <a:r>
              <a:rPr lang="en-GB" sz="2000" dirty="0"/>
              <a:t>of the mean</a:t>
            </a:r>
          </a:p>
          <a:p>
            <a:pPr lvl="1"/>
            <a:r>
              <a:rPr lang="en-GB" sz="2000" dirty="0">
                <a:solidFill>
                  <a:srgbClr val="C4DF7E"/>
                </a:solidFill>
              </a:rPr>
              <a:t>95% of the data falls between </a:t>
            </a:r>
            <a:r>
              <a:rPr lang="en-GB" sz="2000" b="1" dirty="0">
                <a:solidFill>
                  <a:srgbClr val="C4DF7E"/>
                </a:solidFill>
              </a:rPr>
              <a:t>30 - 70 </a:t>
            </a:r>
            <a:r>
              <a:rPr lang="en-GB" sz="2000" dirty="0">
                <a:solidFill>
                  <a:srgbClr val="C4DF7E"/>
                </a:solidFill>
              </a:rPr>
              <a:t>(Mean = 50, SD = </a:t>
            </a:r>
            <a:r>
              <a:rPr lang="en-GB" sz="2000" b="1" u="sng" dirty="0">
                <a:solidFill>
                  <a:srgbClr val="C4DF7E"/>
                </a:solidFill>
              </a:rPr>
              <a:t>+</a:t>
            </a:r>
            <a:r>
              <a:rPr lang="en-GB" sz="2000" b="1" dirty="0">
                <a:solidFill>
                  <a:srgbClr val="C4DF7E"/>
                </a:solidFill>
              </a:rPr>
              <a:t> 20</a:t>
            </a:r>
            <a:r>
              <a:rPr lang="en-GB" sz="2000" dirty="0">
                <a:solidFill>
                  <a:srgbClr val="C4DF7E"/>
                </a:solidFill>
              </a:rPr>
              <a:t>)</a:t>
            </a:r>
          </a:p>
          <a:p>
            <a:endParaRPr lang="en-GB" sz="2000" dirty="0"/>
          </a:p>
          <a:p>
            <a:r>
              <a:rPr lang="en-GB" sz="2000" b="1" dirty="0">
                <a:solidFill>
                  <a:srgbClr val="A2F1A4"/>
                </a:solidFill>
              </a:rPr>
              <a:t>99.7% </a:t>
            </a:r>
            <a:r>
              <a:rPr lang="en-GB" sz="2000" dirty="0"/>
              <a:t>falls within </a:t>
            </a:r>
            <a:r>
              <a:rPr lang="en-GB" sz="2000" b="1" dirty="0"/>
              <a:t>3 standard deviations </a:t>
            </a:r>
            <a:r>
              <a:rPr lang="en-GB" sz="2000" dirty="0"/>
              <a:t>of the mean</a:t>
            </a:r>
          </a:p>
          <a:p>
            <a:pPr lvl="1"/>
            <a:r>
              <a:rPr lang="en-GB" sz="2000" dirty="0">
                <a:solidFill>
                  <a:srgbClr val="A2F1A4"/>
                </a:solidFill>
              </a:rPr>
              <a:t>95% of the data falls between </a:t>
            </a:r>
            <a:r>
              <a:rPr lang="en-GB" sz="2000" b="1" dirty="0">
                <a:solidFill>
                  <a:srgbClr val="A2F1A4"/>
                </a:solidFill>
              </a:rPr>
              <a:t>20 - 80 </a:t>
            </a:r>
            <a:r>
              <a:rPr lang="en-GB" sz="2000" dirty="0">
                <a:solidFill>
                  <a:srgbClr val="A2F1A4"/>
                </a:solidFill>
              </a:rPr>
              <a:t>(Mean = 50, SD = </a:t>
            </a:r>
            <a:r>
              <a:rPr lang="en-GB" sz="2000" b="1" u="sng" dirty="0">
                <a:solidFill>
                  <a:srgbClr val="A2F1A4"/>
                </a:solidFill>
              </a:rPr>
              <a:t>+</a:t>
            </a:r>
            <a:r>
              <a:rPr lang="en-GB" sz="2000" b="1" dirty="0">
                <a:solidFill>
                  <a:srgbClr val="A2F1A4"/>
                </a:solidFill>
              </a:rPr>
              <a:t> 30)</a:t>
            </a:r>
          </a:p>
          <a:p>
            <a:endParaRPr lang="en-GB" sz="2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4619C5-146D-A689-DF0E-B5051B916922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Predicting Data - </a:t>
            </a:r>
            <a:r>
              <a:rPr lang="en-GB" sz="4000" dirty="0">
                <a:solidFill>
                  <a:srgbClr val="1477B4"/>
                </a:solidFill>
              </a:rPr>
              <a:t>Example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74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38D1DD-173B-AE71-45F1-B16A2CBA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a16="http://schemas.microsoft.com/office/drawing/2014/main" id="{1E805A04-8A60-AD08-B135-CBBC54D01B96}"/>
              </a:ext>
            </a:extLst>
          </p:cNvPr>
          <p:cNvSpPr txBox="1"/>
          <p:nvPr/>
        </p:nvSpPr>
        <p:spPr>
          <a:xfrm>
            <a:off x="627553" y="990717"/>
            <a:ext cx="8341138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Any area under  the curve is defined by a single Z-score or pair (range of Z-scores)</a:t>
            </a:r>
          </a:p>
          <a:p>
            <a:r>
              <a:rPr lang="en-GB" sz="2000" dirty="0"/>
              <a:t>Because the area under the curve = 1.0 (or 100)</a:t>
            </a:r>
          </a:p>
          <a:p>
            <a:r>
              <a:rPr lang="en-GB" sz="2000" dirty="0"/>
              <a:t>Chances of selecting a Z-score from all possible Z-scores </a:t>
            </a:r>
            <a:r>
              <a:rPr lang="en-GB" sz="2000" i="1" dirty="0"/>
              <a:t>outside</a:t>
            </a:r>
            <a:r>
              <a:rPr lang="en-GB" sz="2000" dirty="0"/>
              <a:t> of Z = -1 and Z = +1 are equal to 32% (16% each side, because its symmetrical)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7E276-F909-1B54-5BF5-0FC2F3190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890" y="2707277"/>
            <a:ext cx="6592220" cy="379147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A65D6F-F87A-8261-01CE-63B516A7A2A7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Z-scores &amp; the Distribution </a:t>
            </a:r>
          </a:p>
        </p:txBody>
      </p:sp>
      <p:sp>
        <p:nvSpPr>
          <p:cNvPr id="2" name="ZoneTexte 4">
            <a:extLst>
              <a:ext uri="{FF2B5EF4-FFF2-40B4-BE49-F238E27FC236}">
                <a16:creationId xmlns:a16="http://schemas.microsoft.com/office/drawing/2014/main" id="{16EBD61B-712D-780D-733A-D8DBCD127345}"/>
              </a:ext>
            </a:extLst>
          </p:cNvPr>
          <p:cNvSpPr txBox="1"/>
          <p:nvPr/>
        </p:nvSpPr>
        <p:spPr>
          <a:xfrm>
            <a:off x="6281700" y="2793851"/>
            <a:ext cx="223474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1477B4"/>
                </a:solidFill>
              </a:rPr>
              <a:t>Or, there’s a 68% chance it’ll fall </a:t>
            </a:r>
            <a:r>
              <a:rPr lang="en-GB" i="1" dirty="0">
                <a:solidFill>
                  <a:srgbClr val="1477B4"/>
                </a:solidFill>
              </a:rPr>
              <a:t>between</a:t>
            </a:r>
            <a:r>
              <a:rPr lang="en-GB" dirty="0">
                <a:solidFill>
                  <a:srgbClr val="1477B4"/>
                </a:solidFill>
              </a:rPr>
              <a:t> -1 and +1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5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99634-6E04-84DD-EF09-F9808B4D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474D1A-016A-F9F2-CD1F-9C0C7FA31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162" y="1418432"/>
            <a:ext cx="6704308" cy="5250361"/>
          </a:xfrm>
          <a:prstGeom prst="rect">
            <a:avLst/>
          </a:prstGeom>
        </p:spPr>
      </p:pic>
      <p:sp>
        <p:nvSpPr>
          <p:cNvPr id="4" name="ZoneTexte 4">
            <a:extLst>
              <a:ext uri="{FF2B5EF4-FFF2-40B4-BE49-F238E27FC236}">
                <a16:creationId xmlns:a16="http://schemas.microsoft.com/office/drawing/2014/main" id="{D7496B71-3224-C560-9A25-669C24699699}"/>
              </a:ext>
            </a:extLst>
          </p:cNvPr>
          <p:cNvSpPr txBox="1"/>
          <p:nvPr/>
        </p:nvSpPr>
        <p:spPr>
          <a:xfrm>
            <a:off x="627553" y="990717"/>
            <a:ext cx="788889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Or another way to think of it is like this: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6AE96E-820B-ADBE-A81A-E208E37BB269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Z-scores &amp; the Distribution </a:t>
            </a: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987C67CD-F106-6931-3E11-29163626F6AD}"/>
              </a:ext>
            </a:extLst>
          </p:cNvPr>
          <p:cNvSpPr txBox="1"/>
          <p:nvPr/>
        </p:nvSpPr>
        <p:spPr>
          <a:xfrm>
            <a:off x="3925387" y="1860786"/>
            <a:ext cx="1293224" cy="4401205"/>
          </a:xfrm>
          <a:prstGeom prst="rect">
            <a:avLst/>
          </a:prstGeom>
          <a:solidFill>
            <a:srgbClr val="D29956">
              <a:alpha val="69804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r>
              <a:rPr lang="en-GB" sz="2000" b="1" u="sng" dirty="0"/>
              <a:t>+</a:t>
            </a:r>
            <a:r>
              <a:rPr lang="en-GB" sz="2000" b="1" dirty="0"/>
              <a:t> 1 SD = Common</a:t>
            </a:r>
          </a:p>
          <a:p>
            <a:r>
              <a:rPr lang="en-GB" sz="2000" b="1" dirty="0"/>
              <a:t>Close to the Mean</a:t>
            </a:r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A5FEDD-207B-7278-7EF3-A676F7F2B424}"/>
              </a:ext>
            </a:extLst>
          </p:cNvPr>
          <p:cNvSpPr/>
          <p:nvPr/>
        </p:nvSpPr>
        <p:spPr>
          <a:xfrm>
            <a:off x="1593669" y="1860787"/>
            <a:ext cx="2277293" cy="4365650"/>
          </a:xfrm>
          <a:prstGeom prst="rect">
            <a:avLst/>
          </a:prstGeom>
          <a:solidFill>
            <a:srgbClr val="D9D9D9">
              <a:alpha val="80000"/>
            </a:srgbClr>
          </a:solidFill>
          <a:ln>
            <a:solidFill>
              <a:srgbClr val="000000">
                <a:alpha val="4902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6AF73-F083-4448-6B52-31DD5745B34E}"/>
              </a:ext>
            </a:extLst>
          </p:cNvPr>
          <p:cNvSpPr/>
          <p:nvPr/>
        </p:nvSpPr>
        <p:spPr>
          <a:xfrm>
            <a:off x="5273039" y="1860786"/>
            <a:ext cx="1999263" cy="4365651"/>
          </a:xfrm>
          <a:prstGeom prst="rect">
            <a:avLst/>
          </a:prstGeom>
          <a:solidFill>
            <a:srgbClr val="D9D9D9">
              <a:alpha val="80000"/>
            </a:srgbClr>
          </a:solidFill>
          <a:ln>
            <a:solidFill>
              <a:srgbClr val="000000">
                <a:alpha val="4902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ZoneTexte 4">
            <a:extLst>
              <a:ext uri="{FF2B5EF4-FFF2-40B4-BE49-F238E27FC236}">
                <a16:creationId xmlns:a16="http://schemas.microsoft.com/office/drawing/2014/main" id="{696C4DB2-FC80-2DE0-E17F-ABAE38790F50}"/>
              </a:ext>
            </a:extLst>
          </p:cNvPr>
          <p:cNvSpPr txBox="1"/>
          <p:nvPr/>
        </p:nvSpPr>
        <p:spPr>
          <a:xfrm>
            <a:off x="7550819" y="2706874"/>
            <a:ext cx="1500416" cy="400110"/>
          </a:xfrm>
          <a:prstGeom prst="rect">
            <a:avLst/>
          </a:prstGeom>
          <a:solidFill>
            <a:schemeClr val="bg1"/>
          </a:solidFill>
          <a:ln>
            <a:solidFill>
              <a:srgbClr val="D29956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“Common”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66968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7295EB-47E7-D57D-D2DA-2C52B04A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A24F259-F1A4-B648-F641-7878B754C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162" y="1418432"/>
            <a:ext cx="6704308" cy="5250361"/>
          </a:xfrm>
          <a:prstGeom prst="rect">
            <a:avLst/>
          </a:prstGeom>
        </p:spPr>
      </p:pic>
      <p:sp>
        <p:nvSpPr>
          <p:cNvPr id="4" name="ZoneTexte 4">
            <a:extLst>
              <a:ext uri="{FF2B5EF4-FFF2-40B4-BE49-F238E27FC236}">
                <a16:creationId xmlns:a16="http://schemas.microsoft.com/office/drawing/2014/main" id="{AB050B4D-BF18-4AA8-49F7-4978C09D1449}"/>
              </a:ext>
            </a:extLst>
          </p:cNvPr>
          <p:cNvSpPr txBox="1"/>
          <p:nvPr/>
        </p:nvSpPr>
        <p:spPr>
          <a:xfrm>
            <a:off x="627553" y="990717"/>
            <a:ext cx="788889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Or another way to think of it is like this: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EA496F-CADC-F19B-219D-A5FC20980A4A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Z-scores &amp; the Distribution </a:t>
            </a: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645D2CCC-01B1-4CCF-E3EB-9A364CC96589}"/>
              </a:ext>
            </a:extLst>
          </p:cNvPr>
          <p:cNvSpPr txBox="1"/>
          <p:nvPr/>
        </p:nvSpPr>
        <p:spPr>
          <a:xfrm>
            <a:off x="3154017" y="1860786"/>
            <a:ext cx="2939161" cy="4401205"/>
          </a:xfrm>
          <a:prstGeom prst="rect">
            <a:avLst/>
          </a:prstGeom>
          <a:solidFill>
            <a:srgbClr val="C4DF7E">
              <a:alpha val="69804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b="1" u="sng" dirty="0"/>
              <a:t>+</a:t>
            </a:r>
            <a:r>
              <a:rPr lang="en-GB" sz="2000" b="1" dirty="0"/>
              <a:t> 2 SD = Still common overall, but includes some unusual values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C4C1F-5235-3A62-1F66-00918A712A77}"/>
              </a:ext>
            </a:extLst>
          </p:cNvPr>
          <p:cNvSpPr/>
          <p:nvPr/>
        </p:nvSpPr>
        <p:spPr>
          <a:xfrm>
            <a:off x="1593669" y="1860787"/>
            <a:ext cx="1457155" cy="4365650"/>
          </a:xfrm>
          <a:prstGeom prst="rect">
            <a:avLst/>
          </a:prstGeom>
          <a:solidFill>
            <a:srgbClr val="D9D9D9">
              <a:alpha val="80000"/>
            </a:srgbClr>
          </a:solidFill>
          <a:ln>
            <a:solidFill>
              <a:srgbClr val="000000">
                <a:alpha val="4902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1CCF22-6828-746E-55A9-081B497A103E}"/>
              </a:ext>
            </a:extLst>
          </p:cNvPr>
          <p:cNvSpPr/>
          <p:nvPr/>
        </p:nvSpPr>
        <p:spPr>
          <a:xfrm>
            <a:off x="6204857" y="1860786"/>
            <a:ext cx="1067445" cy="4365651"/>
          </a:xfrm>
          <a:prstGeom prst="rect">
            <a:avLst/>
          </a:prstGeom>
          <a:solidFill>
            <a:srgbClr val="D9D9D9">
              <a:alpha val="80000"/>
            </a:srgbClr>
          </a:solidFill>
          <a:ln>
            <a:solidFill>
              <a:srgbClr val="000000">
                <a:alpha val="4902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ZoneTexte 4">
            <a:extLst>
              <a:ext uri="{FF2B5EF4-FFF2-40B4-BE49-F238E27FC236}">
                <a16:creationId xmlns:a16="http://schemas.microsoft.com/office/drawing/2014/main" id="{116921DC-04AD-9596-B259-3AF7E5694F7A}"/>
              </a:ext>
            </a:extLst>
          </p:cNvPr>
          <p:cNvSpPr txBox="1"/>
          <p:nvPr/>
        </p:nvSpPr>
        <p:spPr>
          <a:xfrm>
            <a:off x="7550819" y="2706874"/>
            <a:ext cx="1500416" cy="400110"/>
          </a:xfrm>
          <a:prstGeom prst="rect">
            <a:avLst/>
          </a:prstGeom>
          <a:solidFill>
            <a:schemeClr val="bg1"/>
          </a:solidFill>
          <a:ln>
            <a:solidFill>
              <a:srgbClr val="C4DF7E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“Unusual”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11719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49ACE5-F19E-6E3F-EF6B-B37DB270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1234CAA-2F35-5CCB-76AE-44990AB7D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162" y="1418432"/>
            <a:ext cx="6704308" cy="5250361"/>
          </a:xfrm>
          <a:prstGeom prst="rect">
            <a:avLst/>
          </a:prstGeom>
        </p:spPr>
      </p:pic>
      <p:sp>
        <p:nvSpPr>
          <p:cNvPr id="4" name="ZoneTexte 4">
            <a:extLst>
              <a:ext uri="{FF2B5EF4-FFF2-40B4-BE49-F238E27FC236}">
                <a16:creationId xmlns:a16="http://schemas.microsoft.com/office/drawing/2014/main" id="{1E0E7DDE-3355-ADA6-3289-4008937C501B}"/>
              </a:ext>
            </a:extLst>
          </p:cNvPr>
          <p:cNvSpPr txBox="1"/>
          <p:nvPr/>
        </p:nvSpPr>
        <p:spPr>
          <a:xfrm>
            <a:off x="627553" y="990717"/>
            <a:ext cx="788889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Or another way to think of it is like this: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694E3F5-A5A5-8D01-D72B-EED90443DFA6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Z-scores &amp; the Distribution </a:t>
            </a: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52B70AF7-9859-3217-C8F3-9C5EC4CAC67A}"/>
              </a:ext>
            </a:extLst>
          </p:cNvPr>
          <p:cNvSpPr txBox="1"/>
          <p:nvPr/>
        </p:nvSpPr>
        <p:spPr>
          <a:xfrm>
            <a:off x="2955236" y="1860786"/>
            <a:ext cx="3249622" cy="4401205"/>
          </a:xfrm>
          <a:prstGeom prst="rect">
            <a:avLst/>
          </a:prstGeom>
          <a:solidFill>
            <a:srgbClr val="A2F1A4">
              <a:alpha val="69804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r>
              <a:rPr lang="en-GB" sz="2000" b="1" u="sng" dirty="0"/>
              <a:t>+</a:t>
            </a:r>
            <a:r>
              <a:rPr lang="en-GB" sz="2000" b="1" dirty="0"/>
              <a:t> 3 SD = includes almost everything (99.7%). Values beyond </a:t>
            </a:r>
            <a:r>
              <a:rPr lang="en-GB" sz="2000" b="1" u="sng" dirty="0"/>
              <a:t>+</a:t>
            </a:r>
            <a:r>
              <a:rPr lang="en-GB" sz="2000" b="1" dirty="0"/>
              <a:t> 2 SD are rare. </a:t>
            </a:r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r>
              <a:rPr lang="en-GB" sz="2000" b="1" dirty="0"/>
              <a:t>Beyond </a:t>
            </a:r>
            <a:r>
              <a:rPr lang="en-GB" sz="2000" b="1" u="sng" dirty="0"/>
              <a:t>+</a:t>
            </a:r>
            <a:r>
              <a:rPr lang="en-GB" sz="2000" b="1" dirty="0"/>
              <a:t> 3 SD  (the remaining 0.3%) are extremely rare – more on that in future weeks</a:t>
            </a:r>
          </a:p>
          <a:p>
            <a:endParaRPr lang="en-GB" sz="2000" b="1" dirty="0"/>
          </a:p>
        </p:txBody>
      </p:sp>
      <p:sp>
        <p:nvSpPr>
          <p:cNvPr id="2" name="ZoneTexte 4">
            <a:extLst>
              <a:ext uri="{FF2B5EF4-FFF2-40B4-BE49-F238E27FC236}">
                <a16:creationId xmlns:a16="http://schemas.microsoft.com/office/drawing/2014/main" id="{2B64BDC4-E00B-7B54-BAD9-662021432F11}"/>
              </a:ext>
            </a:extLst>
          </p:cNvPr>
          <p:cNvSpPr txBox="1"/>
          <p:nvPr/>
        </p:nvSpPr>
        <p:spPr>
          <a:xfrm>
            <a:off x="7556450" y="4195220"/>
            <a:ext cx="959996" cy="403284"/>
          </a:xfrm>
          <a:prstGeom prst="rect">
            <a:avLst/>
          </a:prstGeom>
          <a:solidFill>
            <a:schemeClr val="bg1"/>
          </a:solidFill>
          <a:ln>
            <a:solidFill>
              <a:srgbClr val="42BA97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“Rare”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434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8EDFCE-3AC9-2274-BBE5-65722C68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51C431-B985-832A-9D65-5E71628D7E10}"/>
              </a:ext>
            </a:extLst>
          </p:cNvPr>
          <p:cNvSpPr txBox="1">
            <a:spLocks/>
          </p:cNvSpPr>
          <p:nvPr/>
        </p:nvSpPr>
        <p:spPr>
          <a:xfrm>
            <a:off x="401431" y="236334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3600" dirty="0"/>
              <a:t>What does a Z-score value mean?</a:t>
            </a: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580997AD-3CBF-DCAD-2DC3-F8B7E54DB27D}"/>
              </a:ext>
            </a:extLst>
          </p:cNvPr>
          <p:cNvSpPr txBox="1"/>
          <p:nvPr/>
        </p:nvSpPr>
        <p:spPr>
          <a:xfrm>
            <a:off x="783204" y="1094328"/>
            <a:ext cx="81773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How do you find these Z-score probabilities?</a:t>
            </a:r>
          </a:p>
          <a:p>
            <a:r>
              <a:rPr lang="en-GB" sz="2000" dirty="0"/>
              <a:t>Manually using Z-tables (e.g., </a:t>
            </a:r>
            <a:r>
              <a:rPr lang="en-GB" sz="2000" dirty="0">
                <a:hlinkClick r:id="rId4"/>
              </a:rPr>
              <a:t>Z TABLE</a:t>
            </a:r>
            <a:r>
              <a:rPr lang="en-GB" sz="2000" dirty="0"/>
              <a:t>) or there’s online databases/calculators</a:t>
            </a:r>
          </a:p>
          <a:p>
            <a:endParaRPr lang="en-GB" sz="2000" dirty="0"/>
          </a:p>
          <a:p>
            <a:pPr marL="285750" indent="-285750">
              <a:buFontTx/>
              <a:buChar char="-"/>
            </a:pP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94CE4E-2910-5E1A-6BC1-21FC9AB1B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68" y="2188101"/>
            <a:ext cx="5961204" cy="4356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375F87-C432-EE7B-65BB-7EAD422A26CC}"/>
              </a:ext>
            </a:extLst>
          </p:cNvPr>
          <p:cNvSpPr txBox="1"/>
          <p:nvPr/>
        </p:nvSpPr>
        <p:spPr>
          <a:xfrm rot="246772">
            <a:off x="6423089" y="3509669"/>
            <a:ext cx="2286000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/>
              <a:t>But don’t worry! Our friend JASP does it for us!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869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F74E39-838F-C80E-6F30-82A64D4B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5ADA02-C595-8B98-B5CB-575B38F4B57D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Summary: Why are Z-scores important?</a:t>
            </a:r>
          </a:p>
        </p:txBody>
      </p:sp>
      <p:pic>
        <p:nvPicPr>
          <p:cNvPr id="1026" name="Picture 2" descr="10 Funniest Moments In KPop Demon Hunters, Ranked">
            <a:extLst>
              <a:ext uri="{FF2B5EF4-FFF2-40B4-BE49-F238E27FC236}">
                <a16:creationId xmlns:a16="http://schemas.microsoft.com/office/drawing/2014/main" id="{AD90A2FB-BB4F-3365-F718-82DA985E59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" t="3046" r="10869"/>
          <a:stretch>
            <a:fillRect/>
          </a:stretch>
        </p:blipFill>
        <p:spPr bwMode="auto">
          <a:xfrm>
            <a:off x="4862492" y="2102231"/>
            <a:ext cx="4281508" cy="245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6D9839-7081-0FD3-3D9E-CD580E10C80D}"/>
              </a:ext>
            </a:extLst>
          </p:cNvPr>
          <p:cNvSpPr txBox="1"/>
          <p:nvPr/>
        </p:nvSpPr>
        <p:spPr>
          <a:xfrm>
            <a:off x="142129" y="1027173"/>
            <a:ext cx="4429871" cy="5526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Gives the relative location of the person’s score within its distribution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See if a score is unusual or typical, even if two datasets are very different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Make meaningful comparisons –across datasets (samples, groups, measures etc.)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Quantifies the difference between the raw data and what is expected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Transform non-normal distribution to a normal distribution – convert scores into z-scores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Detect outliers / extreme values, (e.g. z-scores &lt;-3 or &gt;+3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125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80E6-2EF6-A2F8-C8C7-7AD2FCE9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5C2FCB7-F3B2-99AF-CBCF-47F880C6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4. Non-normal distributions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B8671465-C246-5DA0-C962-EBAF31C7D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4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02719-76E8-10C2-40E0-01C02B1D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9B58AE-C889-D1AC-F7E6-6ED6822315E1}"/>
              </a:ext>
            </a:extLst>
          </p:cNvPr>
          <p:cNvSpPr txBox="1">
            <a:spLocks/>
          </p:cNvSpPr>
          <p:nvPr/>
        </p:nvSpPr>
        <p:spPr>
          <a:xfrm>
            <a:off x="595521" y="195915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3600" dirty="0"/>
              <a:t>What if you have Non-Normal Data?</a:t>
            </a: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C5CBC64E-36F6-0E17-9325-D300D51ACD6A}"/>
              </a:ext>
            </a:extLst>
          </p:cNvPr>
          <p:cNvSpPr txBox="1"/>
          <p:nvPr/>
        </p:nvSpPr>
        <p:spPr>
          <a:xfrm>
            <a:off x="945599" y="1794877"/>
            <a:ext cx="788504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You can technically still calculate Z-scores (the formula works for any dataset)</a:t>
            </a:r>
          </a:p>
          <a:p>
            <a:endParaRPr lang="en-GB" sz="2200" dirty="0"/>
          </a:p>
          <a:p>
            <a:r>
              <a:rPr lang="en-GB" sz="2200" dirty="0"/>
              <a:t>But interpreting them against a normal curve isn’t valid - unless the data are </a:t>
            </a:r>
            <a:r>
              <a:rPr lang="en-GB" sz="2200" i="1" u="sng" dirty="0"/>
              <a:t>approximately</a:t>
            </a:r>
            <a:r>
              <a:rPr lang="en-GB" sz="2200" dirty="0"/>
              <a:t> normal.</a:t>
            </a:r>
          </a:p>
          <a:p>
            <a:endParaRPr lang="en-GB" sz="2200" dirty="0"/>
          </a:p>
          <a:p>
            <a:r>
              <a:rPr lang="en-GB" sz="2200" dirty="0"/>
              <a:t>If data are completely ‘non-normal’…</a:t>
            </a:r>
          </a:p>
          <a:p>
            <a:pPr marL="342900" indent="-342900">
              <a:buFontTx/>
              <a:buChar char="-"/>
            </a:pPr>
            <a:r>
              <a:rPr lang="en-GB" sz="2200" dirty="0"/>
              <a:t>Transform the data to get approximate normality</a:t>
            </a:r>
          </a:p>
          <a:p>
            <a:pPr marL="342900" indent="-342900">
              <a:buFontTx/>
              <a:buChar char="-"/>
            </a:pPr>
            <a:r>
              <a:rPr lang="en-GB" sz="2200" dirty="0"/>
              <a:t>Instead, use specific analysis tests (non-parametric tests)</a:t>
            </a:r>
          </a:p>
          <a:p>
            <a:pPr marL="342900" indent="-342900">
              <a:buFontTx/>
              <a:buChar char="-"/>
            </a:pPr>
            <a:r>
              <a:rPr lang="en-GB" sz="2200" dirty="0"/>
              <a:t>Use percentile ranks instead of Z-scores for interpretation</a:t>
            </a:r>
          </a:p>
          <a:p>
            <a:pPr marL="342900" indent="-342900">
              <a:buFontTx/>
              <a:buChar char="-"/>
            </a:pPr>
            <a:r>
              <a:rPr lang="en-GB" sz="2200" dirty="0"/>
              <a:t>Remember: large samples often mean the distribution tends to be normal, even if the raw data aren’t.</a:t>
            </a:r>
          </a:p>
          <a:p>
            <a:pPr marL="342900" indent="-342900">
              <a:buFontTx/>
              <a:buChar char="-"/>
            </a:pPr>
            <a:endParaRPr lang="en-GB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728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391E1A-3B69-24B9-2B14-0FF6646B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4E3180-5584-1D8E-DA07-D950DF018D52}"/>
              </a:ext>
            </a:extLst>
          </p:cNvPr>
          <p:cNvSpPr txBox="1">
            <a:spLocks/>
          </p:cNvSpPr>
          <p:nvPr/>
        </p:nvSpPr>
        <p:spPr>
          <a:xfrm>
            <a:off x="595521" y="195915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3600" dirty="0"/>
              <a:t>Why could Data be Non-Normal?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543D92AD-8823-3AD8-86A6-3C7E131DFF02}"/>
              </a:ext>
            </a:extLst>
          </p:cNvPr>
          <p:cNvSpPr txBox="1"/>
          <p:nvPr/>
        </p:nvSpPr>
        <p:spPr>
          <a:xfrm>
            <a:off x="595521" y="1247350"/>
            <a:ext cx="8044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Outliers</a:t>
            </a:r>
            <a:r>
              <a:rPr lang="en-GB" sz="2000" dirty="0"/>
              <a:t>: data point that differs significantly from other observations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956064-6275-AC27-4DB8-EDDF505ABB5B}"/>
              </a:ext>
            </a:extLst>
          </p:cNvPr>
          <p:cNvSpPr txBox="1"/>
          <p:nvPr/>
        </p:nvSpPr>
        <p:spPr>
          <a:xfrm>
            <a:off x="2243428" y="809249"/>
            <a:ext cx="648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As I mentioned, it won’t always look pretty / perfect!</a:t>
            </a:r>
          </a:p>
        </p:txBody>
      </p:sp>
      <p:pic>
        <p:nvPicPr>
          <p:cNvPr id="2" name="Picture 2" descr="Passion Driven Statistics">
            <a:extLst>
              <a:ext uri="{FF2B5EF4-FFF2-40B4-BE49-F238E27FC236}">
                <a16:creationId xmlns:a16="http://schemas.microsoft.com/office/drawing/2014/main" id="{8AF96F8D-0D4E-A3DA-5424-8BFC34D5D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69" y="1985171"/>
            <a:ext cx="4042719" cy="288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ECCE2F57-F59F-80F1-8E76-E7A661FDE249}"/>
              </a:ext>
            </a:extLst>
          </p:cNvPr>
          <p:cNvSpPr/>
          <p:nvPr/>
        </p:nvSpPr>
        <p:spPr>
          <a:xfrm>
            <a:off x="3345293" y="3886523"/>
            <a:ext cx="860477" cy="737727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424B37F0-C288-11E6-227E-CC63D7E48118}"/>
              </a:ext>
            </a:extLst>
          </p:cNvPr>
          <p:cNvSpPr txBox="1"/>
          <p:nvPr/>
        </p:nvSpPr>
        <p:spPr>
          <a:xfrm>
            <a:off x="4264788" y="1900895"/>
            <a:ext cx="48792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Keep in or remove? </a:t>
            </a:r>
          </a:p>
          <a:p>
            <a:endParaRPr lang="en-GB" sz="2000" dirty="0"/>
          </a:p>
          <a:p>
            <a:r>
              <a:rPr lang="en-GB" sz="2000" dirty="0"/>
              <a:t>Either! But it must be justified theoretically and/or statistically</a:t>
            </a:r>
          </a:p>
          <a:p>
            <a:endParaRPr lang="en-GB" sz="2000" dirty="0"/>
          </a:p>
          <a:p>
            <a:r>
              <a:rPr lang="en-GB" sz="2000" dirty="0"/>
              <a:t>Remove if it’s due to measurement error or a data entry mistake</a:t>
            </a:r>
          </a:p>
          <a:p>
            <a:endParaRPr lang="en-GB" sz="2000" dirty="0"/>
          </a:p>
          <a:p>
            <a:r>
              <a:rPr lang="en-GB" sz="2000" dirty="0"/>
              <a:t>Or if disproportionately affects results (depends on research area/criteria)</a:t>
            </a:r>
          </a:p>
          <a:p>
            <a:endParaRPr lang="en-GB" sz="2000" dirty="0"/>
          </a:p>
          <a:p>
            <a:r>
              <a:rPr lang="en-GB" sz="2000" dirty="0"/>
              <a:t>But if it’s a genuine observation – its worth keeping in. Meaningful variability?</a:t>
            </a:r>
          </a:p>
          <a:p>
            <a:endParaRPr lang="en-GB" sz="2000" dirty="0"/>
          </a:p>
          <a:p>
            <a:r>
              <a:rPr lang="en-GB" sz="2000" dirty="0"/>
              <a:t>Key: be transparent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120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a16="http://schemas.microsoft.com/office/drawing/2014/main" id="{739948FA-1AB0-CF8A-D13C-E8FE137BD600}"/>
              </a:ext>
            </a:extLst>
          </p:cNvPr>
          <p:cNvSpPr txBox="1"/>
          <p:nvPr/>
        </p:nvSpPr>
        <p:spPr>
          <a:xfrm>
            <a:off x="743780" y="1252573"/>
            <a:ext cx="8044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Outliers</a:t>
            </a:r>
            <a:r>
              <a:rPr lang="en-GB" sz="2000" dirty="0"/>
              <a:t>: data point that differs significantly from other observations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Insufficient data</a:t>
            </a:r>
            <a:r>
              <a:rPr lang="en-GB" sz="2000" dirty="0"/>
              <a:t>: sample size too small</a:t>
            </a:r>
          </a:p>
        </p:txBody>
      </p:sp>
      <p:pic>
        <p:nvPicPr>
          <p:cNvPr id="8" name="Picture 2" descr="C:\Users\Soazig\AppData\Local\JASP\temp\clipboard\resources\0\_3_t-1123375175.png">
            <a:extLst>
              <a:ext uri="{FF2B5EF4-FFF2-40B4-BE49-F238E27FC236}">
                <a16:creationId xmlns:a16="http://schemas.microsoft.com/office/drawing/2014/main" id="{D8D60432-60A6-D6B5-4930-F7F33A7CD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090" y="1997333"/>
            <a:ext cx="3581900" cy="238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2">
            <a:extLst>
              <a:ext uri="{FF2B5EF4-FFF2-40B4-BE49-F238E27FC236}">
                <a16:creationId xmlns:a16="http://schemas.microsoft.com/office/drawing/2014/main" id="{CF3CB79E-954E-E078-EEFC-CEDEB2E2D345}"/>
              </a:ext>
            </a:extLst>
          </p:cNvPr>
          <p:cNvSpPr txBox="1"/>
          <p:nvPr/>
        </p:nvSpPr>
        <p:spPr>
          <a:xfrm>
            <a:off x="453983" y="2910100"/>
            <a:ext cx="3923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But…the central limit theorem: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7671E5-1C92-BFF3-1246-80BE2CA3BDDB}"/>
              </a:ext>
            </a:extLst>
          </p:cNvPr>
          <p:cNvSpPr/>
          <p:nvPr/>
        </p:nvSpPr>
        <p:spPr>
          <a:xfrm>
            <a:off x="273398" y="3473677"/>
            <a:ext cx="43542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i="1" dirty="0"/>
              <a:t>The sampling distribution of the mean approaches a normal distribution, as the sample size increase</a:t>
            </a:r>
          </a:p>
        </p:txBody>
      </p:sp>
      <p:pic>
        <p:nvPicPr>
          <p:cNvPr id="15" name="Image 11">
            <a:extLst>
              <a:ext uri="{FF2B5EF4-FFF2-40B4-BE49-F238E27FC236}">
                <a16:creationId xmlns:a16="http://schemas.microsoft.com/office/drawing/2014/main" id="{B3149C97-09D3-8D02-9CD0-A7B34E424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83" y="4397007"/>
            <a:ext cx="3581900" cy="186716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7F2B344-D08D-49CF-8B04-736A441C3349}"/>
              </a:ext>
            </a:extLst>
          </p:cNvPr>
          <p:cNvSpPr txBox="1">
            <a:spLocks/>
          </p:cNvSpPr>
          <p:nvPr/>
        </p:nvSpPr>
        <p:spPr>
          <a:xfrm>
            <a:off x="595521" y="195915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3600" dirty="0"/>
              <a:t>Why could Data be Non-Normal?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877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a16="http://schemas.microsoft.com/office/drawing/2014/main" id="{739948FA-1AB0-CF8A-D13C-E8FE137BD600}"/>
              </a:ext>
            </a:extLst>
          </p:cNvPr>
          <p:cNvSpPr txBox="1"/>
          <p:nvPr/>
        </p:nvSpPr>
        <p:spPr>
          <a:xfrm>
            <a:off x="743780" y="1351002"/>
            <a:ext cx="80446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200" b="1" dirty="0"/>
              <a:t>Outliers</a:t>
            </a:r>
            <a:r>
              <a:rPr lang="en-GB" sz="2200" dirty="0"/>
              <a:t>: data point that differs significantly from other observations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 b="1" dirty="0"/>
              <a:t>Insufficient data</a:t>
            </a:r>
            <a:r>
              <a:rPr lang="en-GB" sz="2200" dirty="0"/>
              <a:t>: sample size too small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 b="1" dirty="0"/>
              <a:t>Multiple distributions: </a:t>
            </a:r>
            <a:r>
              <a:rPr lang="en-GB" sz="2200" dirty="0"/>
              <a:t>bimodal (or multimodal)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 b="1" dirty="0"/>
              <a:t>Measurement issues</a:t>
            </a:r>
          </a:p>
        </p:txBody>
      </p:sp>
      <p:pic>
        <p:nvPicPr>
          <p:cNvPr id="3" name="Picture 2" descr="What is a Bimodal Distribution? - Statology">
            <a:extLst>
              <a:ext uri="{FF2B5EF4-FFF2-40B4-BE49-F238E27FC236}">
                <a16:creationId xmlns:a16="http://schemas.microsoft.com/office/drawing/2014/main" id="{144D83CA-BDE0-3E8C-D4B4-5149322DA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37" y="3534608"/>
            <a:ext cx="3741353" cy="222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Why you should measure tail latencies | Roberto Vitillo&amp;#39;s Blog">
            <a:extLst>
              <a:ext uri="{FF2B5EF4-FFF2-40B4-BE49-F238E27FC236}">
                <a16:creationId xmlns:a16="http://schemas.microsoft.com/office/drawing/2014/main" id="{A7718DB3-9A20-0ABC-6964-981A82E50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547" y="3268674"/>
            <a:ext cx="4199816" cy="259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69487E-3041-38FA-CE0B-BE0FB730685C}"/>
              </a:ext>
            </a:extLst>
          </p:cNvPr>
          <p:cNvSpPr txBox="1"/>
          <p:nvPr/>
        </p:nvSpPr>
        <p:spPr>
          <a:xfrm>
            <a:off x="5004094" y="5993129"/>
            <a:ext cx="3286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Or just some silly mistake!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0D9D83-3982-5CD0-B5EB-CD65EE6EBD8D}"/>
              </a:ext>
            </a:extLst>
          </p:cNvPr>
          <p:cNvSpPr txBox="1">
            <a:spLocks/>
          </p:cNvSpPr>
          <p:nvPr/>
        </p:nvSpPr>
        <p:spPr>
          <a:xfrm>
            <a:off x="595521" y="195915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3600" dirty="0"/>
              <a:t>Why could Data be Non-Normal?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871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A301-C039-B8A1-0308-44D6E20B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E2F225-03F5-B6F6-5081-B047ADDDEE9E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Summary / Take-home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BB8BF5-45F3-67AB-A25D-C6C74642C1BC}"/>
              </a:ext>
            </a:extLst>
          </p:cNvPr>
          <p:cNvSpPr txBox="1"/>
          <p:nvPr/>
        </p:nvSpPr>
        <p:spPr>
          <a:xfrm>
            <a:off x="424180" y="2190644"/>
            <a:ext cx="8216237" cy="363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Normal distributions are bell-shaped and symmetric, forming the basis for many statistical tests. 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Z-scores standardise data by showing how many standard deviations a value is from the mean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Z-scores allow us to compare scores across or within datasets and identify outliers or extreme/unusual values.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Most Z-scores fall within ±1 SD and ±3 SD, beyond ±3 SD is rare. Further from the mean = less typical the score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Understanding these concepts is essential for interpreting probabilities and preparing for hypothesis testing.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042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4CE1-0A07-7E9C-9185-E4F5E938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BA554B-86A0-8C9B-8E5E-9EE32FB2134C}"/>
              </a:ext>
            </a:extLst>
          </p:cNvPr>
          <p:cNvSpPr txBox="1">
            <a:spLocks/>
          </p:cNvSpPr>
          <p:nvPr/>
        </p:nvSpPr>
        <p:spPr>
          <a:xfrm>
            <a:off x="3731078" y="634947"/>
            <a:ext cx="4931229" cy="8625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8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Online Content!</a:t>
            </a:r>
          </a:p>
        </p:txBody>
      </p:sp>
      <p:pic>
        <p:nvPicPr>
          <p:cNvPr id="8" name="Picture 7" descr="A dog with a surprised expression&#10;&#10;AI-generated content may be incorrect.">
            <a:extLst>
              <a:ext uri="{FF2B5EF4-FFF2-40B4-BE49-F238E27FC236}">
                <a16:creationId xmlns:a16="http://schemas.microsoft.com/office/drawing/2014/main" id="{EF4BB1B2-BA7A-4BA3-EDB3-F2EC40D3AF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29" r="13686" b="2"/>
          <a:stretch>
            <a:fillRect/>
          </a:stretch>
        </p:blipFill>
        <p:spPr>
          <a:xfrm>
            <a:off x="475499" y="640081"/>
            <a:ext cx="3000986" cy="5314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BA8494-3E07-5EDB-5F6D-B1621E792816}"/>
              </a:ext>
            </a:extLst>
          </p:cNvPr>
          <p:cNvSpPr txBox="1"/>
          <p:nvPr/>
        </p:nvSpPr>
        <p:spPr>
          <a:xfrm>
            <a:off x="3731076" y="2198914"/>
            <a:ext cx="5267150" cy="36701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ysClr val="windowText" lastClr="000000"/>
                </a:solidFill>
              </a:rPr>
              <a:t>Don’t forget to do the Online content – calculate and interpret Z-scores</a:t>
            </a: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ysClr val="windowText" lastClr="000000"/>
              </a:solidFill>
            </a:endParaRP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ysClr val="windowText" lastClr="000000"/>
              </a:solidFill>
            </a:endParaRP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ysClr val="windowText" lastClr="000000"/>
                </a:solidFill>
              </a:rPr>
              <a:t>Next week: Formative lab report writing!  (it’s a bit lighter, have a break from theory)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95471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5372</TotalTime>
  <Words>3446</Words>
  <Application>Microsoft Office PowerPoint</Application>
  <PresentationFormat>On-screen Show (4:3)</PresentationFormat>
  <Paragraphs>498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Aptos</vt:lpstr>
      <vt:lpstr>Arial</vt:lpstr>
      <vt:lpstr>Calibri</vt:lpstr>
      <vt:lpstr>Calibri Light</vt:lpstr>
      <vt:lpstr>Courier New</vt:lpstr>
      <vt:lpstr>Gill Sans MT</vt:lpstr>
      <vt:lpstr>Times New Roman</vt:lpstr>
      <vt:lpstr>Wingdings</vt:lpstr>
      <vt:lpstr>Wingdings 3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2025-11-13T02:44:35Z</dcterms:modified>
</cp:coreProperties>
</file>