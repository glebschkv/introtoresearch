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9.xml" ContentType="application/vnd.openxmlformats-officedocument.presentationml.tags+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tags/tag11.xml" ContentType="application/vnd.openxmlformats-officedocument.presentationml.tags+xml"/>
  <Override PartName="/ppt/notesSlides/notesSlide27.xml" ContentType="application/vnd.openxmlformats-officedocument.presentationml.notesSlide+xml"/>
  <Override PartName="/ppt/tags/tag1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55"/>
  </p:notesMasterIdLst>
  <p:sldIdLst>
    <p:sldId id="256" r:id="rId2"/>
    <p:sldId id="397" r:id="rId3"/>
    <p:sldId id="335" r:id="rId4"/>
    <p:sldId id="887" r:id="rId5"/>
    <p:sldId id="288" r:id="rId6"/>
    <p:sldId id="1512" r:id="rId7"/>
    <p:sldId id="1536" r:id="rId8"/>
    <p:sldId id="1542" r:id="rId9"/>
    <p:sldId id="1073" r:id="rId10"/>
    <p:sldId id="1546" r:id="rId11"/>
    <p:sldId id="1544" r:id="rId12"/>
    <p:sldId id="379" r:id="rId13"/>
    <p:sldId id="380" r:id="rId14"/>
    <p:sldId id="381" r:id="rId15"/>
    <p:sldId id="382" r:id="rId16"/>
    <p:sldId id="1537" r:id="rId17"/>
    <p:sldId id="1547" r:id="rId18"/>
    <p:sldId id="1548" r:id="rId19"/>
    <p:sldId id="299" r:id="rId20"/>
    <p:sldId id="1549" r:id="rId21"/>
    <p:sldId id="1577" r:id="rId22"/>
    <p:sldId id="1579" r:id="rId23"/>
    <p:sldId id="1580" r:id="rId24"/>
    <p:sldId id="1538" r:id="rId25"/>
    <p:sldId id="1550" r:id="rId26"/>
    <p:sldId id="365" r:id="rId27"/>
    <p:sldId id="1552" r:id="rId28"/>
    <p:sldId id="1554" r:id="rId29"/>
    <p:sldId id="1555" r:id="rId30"/>
    <p:sldId id="1551" r:id="rId31"/>
    <p:sldId id="1539" r:id="rId32"/>
    <p:sldId id="1558" r:id="rId33"/>
    <p:sldId id="1556" r:id="rId34"/>
    <p:sldId id="1557" r:id="rId35"/>
    <p:sldId id="1559" r:id="rId36"/>
    <p:sldId id="1540" r:id="rId37"/>
    <p:sldId id="1562" r:id="rId38"/>
    <p:sldId id="1560" r:id="rId39"/>
    <p:sldId id="1565" r:id="rId40"/>
    <p:sldId id="1566" r:id="rId41"/>
    <p:sldId id="1563" r:id="rId42"/>
    <p:sldId id="1564" r:id="rId43"/>
    <p:sldId id="1541" r:id="rId44"/>
    <p:sldId id="1567" r:id="rId45"/>
    <p:sldId id="1568" r:id="rId46"/>
    <p:sldId id="1569" r:id="rId47"/>
    <p:sldId id="1570" r:id="rId48"/>
    <p:sldId id="1573" r:id="rId49"/>
    <p:sldId id="1575" r:id="rId50"/>
    <p:sldId id="1576" r:id="rId51"/>
    <p:sldId id="1574" r:id="rId52"/>
    <p:sldId id="1472" r:id="rId53"/>
    <p:sldId id="1572"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a:srgbClr val="D29956"/>
    <a:srgbClr val="FFB3B3"/>
    <a:srgbClr val="3E8853"/>
    <a:srgbClr val="1E9399"/>
    <a:srgbClr val="92D050"/>
    <a:srgbClr val="FF0000"/>
    <a:srgbClr val="00B0F0"/>
    <a:srgbClr val="FF5353"/>
    <a:srgbClr val="F03E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AF71A9-4611-4CA4-97AA-2308F34808E9}" v="6890" dt="2026-02-26T11:41:23.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8" autoAdjust="0"/>
    <p:restoredTop sz="83715" autoAdjust="0"/>
  </p:normalViewPr>
  <p:slideViewPr>
    <p:cSldViewPr snapToGrid="0">
      <p:cViewPr varScale="1">
        <p:scale>
          <a:sx n="69" d="100"/>
          <a:sy n="69" d="100"/>
        </p:scale>
        <p:origin x="408" y="5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WE, HAYLEY L." userId="5cada80b-0f7b-49a5-96b2-656b100ca6c6" providerId="ADAL" clId="{632DF7FE-9916-4FAF-8457-3521400FFCEA}"/>
    <pc:docChg chg="undo redo custSel addSld delSld modSld sldOrd">
      <pc:chgData name="DEWE, HAYLEY L." userId="5cada80b-0f7b-49a5-96b2-656b100ca6c6" providerId="ADAL" clId="{632DF7FE-9916-4FAF-8457-3521400FFCEA}" dt="2026-02-26T11:41:23.494" v="234976" actId="478"/>
      <pc:docMkLst>
        <pc:docMk/>
      </pc:docMkLst>
      <pc:sldChg chg="delSp modSp mod">
        <pc:chgData name="DEWE, HAYLEY L." userId="5cada80b-0f7b-49a5-96b2-656b100ca6c6" providerId="ADAL" clId="{632DF7FE-9916-4FAF-8457-3521400FFCEA}" dt="2026-02-26T11:39:09.266" v="234966" actId="478"/>
        <pc:sldMkLst>
          <pc:docMk/>
          <pc:sldMk cId="621895312" sldId="256"/>
        </pc:sldMkLst>
        <pc:spChg chg="del">
          <ac:chgData name="DEWE, HAYLEY L." userId="5cada80b-0f7b-49a5-96b2-656b100ca6c6" providerId="ADAL" clId="{632DF7FE-9916-4FAF-8457-3521400FFCEA}" dt="2026-02-26T11:39:09.266" v="234966" actId="478"/>
          <ac:spMkLst>
            <pc:docMk/>
            <pc:sldMk cId="621895312" sldId="256"/>
            <ac:spMk id="2" creationId="{64542607-0AE5-82BA-68ED-B915945C201B}"/>
          </ac:spMkLst>
        </pc:spChg>
        <pc:spChg chg="mod">
          <ac:chgData name="DEWE, HAYLEY L." userId="5cada80b-0f7b-49a5-96b2-656b100ca6c6" providerId="ADAL" clId="{632DF7FE-9916-4FAF-8457-3521400FFCEA}" dt="2026-02-25T16:52:27.361" v="195677" actId="20577"/>
          <ac:spMkLst>
            <pc:docMk/>
            <pc:sldMk cId="621895312" sldId="256"/>
            <ac:spMk id="4" creationId="{2011C802-73B3-2DD2-A025-1492767780BF}"/>
          </ac:spMkLst>
        </pc:spChg>
      </pc:sldChg>
      <pc:sldChg chg="modSp mod">
        <pc:chgData name="DEWE, HAYLEY L." userId="5cada80b-0f7b-49a5-96b2-656b100ca6c6" providerId="ADAL" clId="{632DF7FE-9916-4FAF-8457-3521400FFCEA}" dt="2026-02-25T22:11:59.431" v="196966" actId="20577"/>
        <pc:sldMkLst>
          <pc:docMk/>
          <pc:sldMk cId="1073770607" sldId="288"/>
        </pc:sldMkLst>
        <pc:spChg chg="mod">
          <ac:chgData name="DEWE, HAYLEY L." userId="5cada80b-0f7b-49a5-96b2-656b100ca6c6" providerId="ADAL" clId="{632DF7FE-9916-4FAF-8457-3521400FFCEA}" dt="2026-02-25T22:11:59.431" v="196966" actId="20577"/>
          <ac:spMkLst>
            <pc:docMk/>
            <pc:sldMk cId="1073770607" sldId="288"/>
            <ac:spMk id="4" creationId="{2011C802-73B3-2DD2-A025-1492767780BF}"/>
          </ac:spMkLst>
        </pc:spChg>
      </pc:sldChg>
      <pc:sldChg chg="addSp delSp modSp add mod modNotesTx">
        <pc:chgData name="DEWE, HAYLEY L." userId="5cada80b-0f7b-49a5-96b2-656b100ca6c6" providerId="ADAL" clId="{632DF7FE-9916-4FAF-8457-3521400FFCEA}" dt="2026-02-26T11:41:20.914" v="234975" actId="20577"/>
        <pc:sldMkLst>
          <pc:docMk/>
          <pc:sldMk cId="1643573833" sldId="299"/>
        </pc:sldMkLst>
        <pc:spChg chg="add del mod">
          <ac:chgData name="DEWE, HAYLEY L." userId="5cada80b-0f7b-49a5-96b2-656b100ca6c6" providerId="ADAL" clId="{632DF7FE-9916-4FAF-8457-3521400FFCEA}" dt="2026-02-26T00:26:25.886" v="203821" actId="478"/>
          <ac:spMkLst>
            <pc:docMk/>
            <pc:sldMk cId="1643573833" sldId="299"/>
            <ac:spMk id="2" creationId="{5408A597-B112-D84C-46C0-A16D318906C2}"/>
          </ac:spMkLst>
        </pc:spChg>
        <pc:spChg chg="add mod">
          <ac:chgData name="DEWE, HAYLEY L." userId="5cada80b-0f7b-49a5-96b2-656b100ca6c6" providerId="ADAL" clId="{632DF7FE-9916-4FAF-8457-3521400FFCEA}" dt="2026-02-26T00:26:26.422" v="203822"/>
          <ac:spMkLst>
            <pc:docMk/>
            <pc:sldMk cId="1643573833" sldId="299"/>
            <ac:spMk id="3" creationId="{19BC1366-112A-0457-21CF-8B89A26922D7}"/>
          </ac:spMkLst>
        </pc:spChg>
        <pc:spChg chg="del mod">
          <ac:chgData name="DEWE, HAYLEY L." userId="5cada80b-0f7b-49a5-96b2-656b100ca6c6" providerId="ADAL" clId="{632DF7FE-9916-4FAF-8457-3521400FFCEA}" dt="2026-02-26T00:24:45.988" v="203711" actId="478"/>
          <ac:spMkLst>
            <pc:docMk/>
            <pc:sldMk cId="1643573833" sldId="299"/>
            <ac:spMk id="6" creationId="{DB7D4253-2759-6072-3D15-B46733CB444D}"/>
          </ac:spMkLst>
        </pc:spChg>
        <pc:spChg chg="mod">
          <ac:chgData name="DEWE, HAYLEY L." userId="5cada80b-0f7b-49a5-96b2-656b100ca6c6" providerId="ADAL" clId="{632DF7FE-9916-4FAF-8457-3521400FFCEA}" dt="2026-02-26T00:24:24.098" v="203700" actId="1076"/>
          <ac:spMkLst>
            <pc:docMk/>
            <pc:sldMk cId="1643573833" sldId="299"/>
            <ac:spMk id="9" creationId="{8B8676F2-4335-7184-8F2C-C2727F9C78E9}"/>
          </ac:spMkLst>
        </pc:spChg>
        <pc:spChg chg="mod">
          <ac:chgData name="DEWE, HAYLEY L." userId="5cada80b-0f7b-49a5-96b2-656b100ca6c6" providerId="ADAL" clId="{632DF7FE-9916-4FAF-8457-3521400FFCEA}" dt="2026-02-26T00:24:50.816" v="203712" actId="1076"/>
          <ac:spMkLst>
            <pc:docMk/>
            <pc:sldMk cId="1643573833" sldId="299"/>
            <ac:spMk id="10" creationId="{60F43394-98CD-4A0D-C4F7-7B2337B34E88}"/>
          </ac:spMkLst>
        </pc:spChg>
        <pc:spChg chg="mod">
          <ac:chgData name="DEWE, HAYLEY L." userId="5cada80b-0f7b-49a5-96b2-656b100ca6c6" providerId="ADAL" clId="{632DF7FE-9916-4FAF-8457-3521400FFCEA}" dt="2026-02-26T00:24:50.816" v="203712" actId="1076"/>
          <ac:spMkLst>
            <pc:docMk/>
            <pc:sldMk cId="1643573833" sldId="299"/>
            <ac:spMk id="11" creationId="{60C5AAFA-6168-AF0B-6AB1-724A276EA4DF}"/>
          </ac:spMkLst>
        </pc:spChg>
        <pc:spChg chg="mod">
          <ac:chgData name="DEWE, HAYLEY L." userId="5cada80b-0f7b-49a5-96b2-656b100ca6c6" providerId="ADAL" clId="{632DF7FE-9916-4FAF-8457-3521400FFCEA}" dt="2026-02-26T00:25:09.162" v="203790" actId="6549"/>
          <ac:spMkLst>
            <pc:docMk/>
            <pc:sldMk cId="1643573833" sldId="299"/>
            <ac:spMk id="12" creationId="{FE01E71A-F8D2-D83F-CB76-44E530E6C998}"/>
          </ac:spMkLst>
        </pc:spChg>
        <pc:spChg chg="mod">
          <ac:chgData name="DEWE, HAYLEY L." userId="5cada80b-0f7b-49a5-96b2-656b100ca6c6" providerId="ADAL" clId="{632DF7FE-9916-4FAF-8457-3521400FFCEA}" dt="2026-02-26T00:24:52.475" v="203719" actId="5793"/>
          <ac:spMkLst>
            <pc:docMk/>
            <pc:sldMk cId="1643573833" sldId="299"/>
            <ac:spMk id="13" creationId="{3C243D27-46A6-99A9-2009-BCEB2C685E53}"/>
          </ac:spMkLst>
        </pc:spChg>
      </pc:sldChg>
      <pc:sldChg chg="addSp add del mod">
        <pc:chgData name="DEWE, HAYLEY L." userId="5cada80b-0f7b-49a5-96b2-656b100ca6c6" providerId="ADAL" clId="{632DF7FE-9916-4FAF-8457-3521400FFCEA}" dt="2026-02-26T01:02:08.306" v="208379" actId="47"/>
        <pc:sldMkLst>
          <pc:docMk/>
          <pc:sldMk cId="1342499330" sldId="303"/>
        </pc:sldMkLst>
        <pc:spChg chg="add">
          <ac:chgData name="DEWE, HAYLEY L." userId="5cada80b-0f7b-49a5-96b2-656b100ca6c6" providerId="ADAL" clId="{632DF7FE-9916-4FAF-8457-3521400FFCEA}" dt="2026-02-26T00:54:31.497" v="207227" actId="22"/>
          <ac:spMkLst>
            <pc:docMk/>
            <pc:sldMk cId="1342499330" sldId="303"/>
            <ac:spMk id="3" creationId="{6E1F6F53-E582-3211-996B-1D3B87B5E6A2}"/>
          </ac:spMkLst>
        </pc:spChg>
      </pc:sldChg>
      <pc:sldChg chg="add del">
        <pc:chgData name="DEWE, HAYLEY L." userId="5cada80b-0f7b-49a5-96b2-656b100ca6c6" providerId="ADAL" clId="{632DF7FE-9916-4FAF-8457-3521400FFCEA}" dt="2026-02-26T00:58:26.847" v="207604" actId="47"/>
        <pc:sldMkLst>
          <pc:docMk/>
          <pc:sldMk cId="2774187982" sldId="304"/>
        </pc:sldMkLst>
      </pc:sldChg>
      <pc:sldChg chg="addSp modSp mod modAnim">
        <pc:chgData name="DEWE, HAYLEY L." userId="5cada80b-0f7b-49a5-96b2-656b100ca6c6" providerId="ADAL" clId="{632DF7FE-9916-4FAF-8457-3521400FFCEA}" dt="2026-02-26T09:59:44.167" v="228517" actId="14100"/>
        <pc:sldMkLst>
          <pc:docMk/>
          <pc:sldMk cId="338365097" sldId="335"/>
        </pc:sldMkLst>
        <pc:spChg chg="add mod">
          <ac:chgData name="DEWE, HAYLEY L." userId="5cada80b-0f7b-49a5-96b2-656b100ca6c6" providerId="ADAL" clId="{632DF7FE-9916-4FAF-8457-3521400FFCEA}" dt="2026-02-26T09:59:44.167" v="228517" actId="14100"/>
          <ac:spMkLst>
            <pc:docMk/>
            <pc:sldMk cId="338365097" sldId="335"/>
            <ac:spMk id="2" creationId="{59E5787A-D128-9B5B-D2BB-448B105316BD}"/>
          </ac:spMkLst>
        </pc:spChg>
        <pc:spChg chg="mod">
          <ac:chgData name="DEWE, HAYLEY L." userId="5cada80b-0f7b-49a5-96b2-656b100ca6c6" providerId="ADAL" clId="{632DF7FE-9916-4FAF-8457-3521400FFCEA}" dt="2026-02-26T01:19:34.289" v="211294" actId="6549"/>
          <ac:spMkLst>
            <pc:docMk/>
            <pc:sldMk cId="338365097" sldId="335"/>
            <ac:spMk id="6" creationId="{20A6FCE1-807F-78AF-7A22-954415E2EDD2}"/>
          </ac:spMkLst>
        </pc:spChg>
      </pc:sldChg>
      <pc:sldChg chg="delSp add del">
        <pc:chgData name="DEWE, HAYLEY L." userId="5cada80b-0f7b-49a5-96b2-656b100ca6c6" providerId="ADAL" clId="{632DF7FE-9916-4FAF-8457-3521400FFCEA}" dt="2026-02-26T09:51:12.738" v="227956" actId="47"/>
        <pc:sldMkLst>
          <pc:docMk/>
          <pc:sldMk cId="635779875" sldId="340"/>
        </pc:sldMkLst>
        <pc:picChg chg="del">
          <ac:chgData name="DEWE, HAYLEY L." userId="5cada80b-0f7b-49a5-96b2-656b100ca6c6" providerId="ADAL" clId="{632DF7FE-9916-4FAF-8457-3521400FFCEA}" dt="2026-02-26T09:47:35.844" v="227599" actId="21"/>
          <ac:picMkLst>
            <pc:docMk/>
            <pc:sldMk cId="635779875" sldId="340"/>
            <ac:picMk id="1026" creationId="{3E1D8D14-F81B-214B-B23F-D4440BBFEA37}"/>
          </ac:picMkLst>
        </pc:picChg>
      </pc:sldChg>
      <pc:sldChg chg="addSp modSp add mod modAnim modNotesTx">
        <pc:chgData name="DEWE, HAYLEY L." userId="5cada80b-0f7b-49a5-96b2-656b100ca6c6" providerId="ADAL" clId="{632DF7FE-9916-4FAF-8457-3521400FFCEA}" dt="2026-02-26T11:41:20.411" v="234974" actId="20577"/>
        <pc:sldMkLst>
          <pc:docMk/>
          <pc:sldMk cId="649092883" sldId="365"/>
        </pc:sldMkLst>
        <pc:spChg chg="add mod">
          <ac:chgData name="DEWE, HAYLEY L." userId="5cada80b-0f7b-49a5-96b2-656b100ca6c6" providerId="ADAL" clId="{632DF7FE-9916-4FAF-8457-3521400FFCEA}" dt="2026-02-26T00:41:50.594" v="205692"/>
          <ac:spMkLst>
            <pc:docMk/>
            <pc:sldMk cId="649092883" sldId="365"/>
            <ac:spMk id="2" creationId="{956DE672-B307-4B3B-C151-57C2EB59332C}"/>
          </ac:spMkLst>
        </pc:spChg>
        <pc:spChg chg="mod">
          <ac:chgData name="DEWE, HAYLEY L." userId="5cada80b-0f7b-49a5-96b2-656b100ca6c6" providerId="ADAL" clId="{632DF7FE-9916-4FAF-8457-3521400FFCEA}" dt="2026-02-26T11:11:26.887" v="233248" actId="27636"/>
          <ac:spMkLst>
            <pc:docMk/>
            <pc:sldMk cId="649092883" sldId="365"/>
            <ac:spMk id="9" creationId="{8B8676F2-4335-7184-8F2C-C2727F9C78E9}"/>
          </ac:spMkLst>
        </pc:spChg>
      </pc:sldChg>
      <pc:sldChg chg="add del">
        <pc:chgData name="DEWE, HAYLEY L." userId="5cada80b-0f7b-49a5-96b2-656b100ca6c6" providerId="ADAL" clId="{632DF7FE-9916-4FAF-8457-3521400FFCEA}" dt="2026-02-26T00:58:23.597" v="207603" actId="47"/>
        <pc:sldMkLst>
          <pc:docMk/>
          <pc:sldMk cId="2836797034" sldId="366"/>
        </pc:sldMkLst>
      </pc:sldChg>
      <pc:sldChg chg="addSp delSp modSp add mod modAnim">
        <pc:chgData name="DEWE, HAYLEY L." userId="5cada80b-0f7b-49a5-96b2-656b100ca6c6" providerId="ADAL" clId="{632DF7FE-9916-4FAF-8457-3521400FFCEA}" dt="2026-02-26T10:57:37.421" v="232316"/>
        <pc:sldMkLst>
          <pc:docMk/>
          <pc:sldMk cId="1139943488" sldId="379"/>
        </pc:sldMkLst>
        <pc:spChg chg="mod">
          <ac:chgData name="DEWE, HAYLEY L." userId="5cada80b-0f7b-49a5-96b2-656b100ca6c6" providerId="ADAL" clId="{632DF7FE-9916-4FAF-8457-3521400FFCEA}" dt="2026-02-26T00:05:20.193" v="201592" actId="12"/>
          <ac:spMkLst>
            <pc:docMk/>
            <pc:sldMk cId="1139943488" sldId="379"/>
            <ac:spMk id="2" creationId="{2EAA02BE-2E3D-E045-83A5-56D9FEBAE9D0}"/>
          </ac:spMkLst>
        </pc:spChg>
        <pc:spChg chg="add del mod">
          <ac:chgData name="DEWE, HAYLEY L." userId="5cada80b-0f7b-49a5-96b2-656b100ca6c6" providerId="ADAL" clId="{632DF7FE-9916-4FAF-8457-3521400FFCEA}" dt="2026-02-26T00:03:11.404" v="201551" actId="478"/>
          <ac:spMkLst>
            <pc:docMk/>
            <pc:sldMk cId="1139943488" sldId="379"/>
            <ac:spMk id="4" creationId="{855DB71E-BAD2-24A7-8915-AC572B27985C}"/>
          </ac:spMkLst>
        </pc:spChg>
        <pc:spChg chg="add mod">
          <ac:chgData name="DEWE, HAYLEY L." userId="5cada80b-0f7b-49a5-96b2-656b100ca6c6" providerId="ADAL" clId="{632DF7FE-9916-4FAF-8457-3521400FFCEA}" dt="2026-02-26T00:03:18.333" v="201565" actId="20577"/>
          <ac:spMkLst>
            <pc:docMk/>
            <pc:sldMk cId="1139943488" sldId="379"/>
            <ac:spMk id="5" creationId="{78432638-154F-E673-EE5C-5C4FEAB3B00E}"/>
          </ac:spMkLst>
        </pc:spChg>
        <pc:spChg chg="del">
          <ac:chgData name="DEWE, HAYLEY L." userId="5cada80b-0f7b-49a5-96b2-656b100ca6c6" providerId="ADAL" clId="{632DF7FE-9916-4FAF-8457-3521400FFCEA}" dt="2026-02-26T00:03:07.834" v="201550" actId="478"/>
          <ac:spMkLst>
            <pc:docMk/>
            <pc:sldMk cId="1139943488" sldId="379"/>
            <ac:spMk id="9" creationId="{8B8676F2-4335-7184-8F2C-C2727F9C78E9}"/>
          </ac:spMkLst>
        </pc:spChg>
        <pc:picChg chg="mod">
          <ac:chgData name="DEWE, HAYLEY L." userId="5cada80b-0f7b-49a5-96b2-656b100ca6c6" providerId="ADAL" clId="{632DF7FE-9916-4FAF-8457-3521400FFCEA}" dt="2026-02-26T00:03:22.689" v="201566" actId="14100"/>
          <ac:picMkLst>
            <pc:docMk/>
            <pc:sldMk cId="1139943488" sldId="379"/>
            <ac:picMk id="8" creationId="{F1BFBA0E-539F-02BD-7C0A-99AD22F0AD33}"/>
          </ac:picMkLst>
        </pc:picChg>
      </pc:sldChg>
      <pc:sldChg chg="addSp delSp modSp add mod modAnim">
        <pc:chgData name="DEWE, HAYLEY L." userId="5cada80b-0f7b-49a5-96b2-656b100ca6c6" providerId="ADAL" clId="{632DF7FE-9916-4FAF-8457-3521400FFCEA}" dt="2026-02-26T10:57:46.297" v="232324"/>
        <pc:sldMkLst>
          <pc:docMk/>
          <pc:sldMk cId="3279743799" sldId="380"/>
        </pc:sldMkLst>
        <pc:spChg chg="mod">
          <ac:chgData name="DEWE, HAYLEY L." userId="5cada80b-0f7b-49a5-96b2-656b100ca6c6" providerId="ADAL" clId="{632DF7FE-9916-4FAF-8457-3521400FFCEA}" dt="2026-02-26T00:05:08.815" v="201590" actId="14100"/>
          <ac:spMkLst>
            <pc:docMk/>
            <pc:sldMk cId="3279743799" sldId="380"/>
            <ac:spMk id="3" creationId="{28C8BF81-E3B7-BAA2-85C3-08240029E8BE}"/>
          </ac:spMkLst>
        </pc:spChg>
        <pc:spChg chg="add del mod">
          <ac:chgData name="DEWE, HAYLEY L." userId="5cada80b-0f7b-49a5-96b2-656b100ca6c6" providerId="ADAL" clId="{632DF7FE-9916-4FAF-8457-3521400FFCEA}" dt="2026-02-26T00:04:13.999" v="201576" actId="478"/>
          <ac:spMkLst>
            <pc:docMk/>
            <pc:sldMk cId="3279743799" sldId="380"/>
            <ac:spMk id="6" creationId="{9EFE2248-0878-F62F-7BA7-3B192FC62D08}"/>
          </ac:spMkLst>
        </pc:spChg>
        <pc:spChg chg="add del mod">
          <ac:chgData name="DEWE, HAYLEY L." userId="5cada80b-0f7b-49a5-96b2-656b100ca6c6" providerId="ADAL" clId="{632DF7FE-9916-4FAF-8457-3521400FFCEA}" dt="2026-02-26T00:04:21.458" v="201578" actId="478"/>
          <ac:spMkLst>
            <pc:docMk/>
            <pc:sldMk cId="3279743799" sldId="380"/>
            <ac:spMk id="7" creationId="{D9619BF7-E474-8327-BBFF-D390A33E8751}"/>
          </ac:spMkLst>
        </pc:spChg>
        <pc:spChg chg="del">
          <ac:chgData name="DEWE, HAYLEY L." userId="5cada80b-0f7b-49a5-96b2-656b100ca6c6" providerId="ADAL" clId="{632DF7FE-9916-4FAF-8457-3521400FFCEA}" dt="2026-02-26T00:04:05.768" v="201573" actId="478"/>
          <ac:spMkLst>
            <pc:docMk/>
            <pc:sldMk cId="3279743799" sldId="380"/>
            <ac:spMk id="9" creationId="{90639449-69FE-D3F1-3284-FE65F2477444}"/>
          </ac:spMkLst>
        </pc:spChg>
        <pc:spChg chg="add del mod">
          <ac:chgData name="DEWE, HAYLEY L." userId="5cada80b-0f7b-49a5-96b2-656b100ca6c6" providerId="ADAL" clId="{632DF7FE-9916-4FAF-8457-3521400FFCEA}" dt="2026-02-26T00:04:23.702" v="201579" actId="478"/>
          <ac:spMkLst>
            <pc:docMk/>
            <pc:sldMk cId="3279743799" sldId="380"/>
            <ac:spMk id="10" creationId="{1FC580C1-6402-6B84-CE63-ED4F39F3087B}"/>
          </ac:spMkLst>
        </pc:spChg>
        <pc:spChg chg="add mod">
          <ac:chgData name="DEWE, HAYLEY L." userId="5cada80b-0f7b-49a5-96b2-656b100ca6c6" providerId="ADAL" clId="{632DF7FE-9916-4FAF-8457-3521400FFCEA}" dt="2026-02-26T00:04:24.476" v="201580"/>
          <ac:spMkLst>
            <pc:docMk/>
            <pc:sldMk cId="3279743799" sldId="380"/>
            <ac:spMk id="11" creationId="{7D3B7129-29E4-93CD-119D-33A3CA661B3B}"/>
          </ac:spMkLst>
        </pc:spChg>
        <pc:picChg chg="add del mod">
          <ac:chgData name="DEWE, HAYLEY L." userId="5cada80b-0f7b-49a5-96b2-656b100ca6c6" providerId="ADAL" clId="{632DF7FE-9916-4FAF-8457-3521400FFCEA}" dt="2026-02-26T00:04:30.320" v="201581" actId="14100"/>
          <ac:picMkLst>
            <pc:docMk/>
            <pc:sldMk cId="3279743799" sldId="380"/>
            <ac:picMk id="4" creationId="{03BA387A-E041-BF73-38A2-6844DB9E693A}"/>
          </ac:picMkLst>
        </pc:picChg>
      </pc:sldChg>
      <pc:sldChg chg="addSp delSp modSp add mod modAnim">
        <pc:chgData name="DEWE, HAYLEY L." userId="5cada80b-0f7b-49a5-96b2-656b100ca6c6" providerId="ADAL" clId="{632DF7FE-9916-4FAF-8457-3521400FFCEA}" dt="2026-02-26T10:57:56.777" v="232331"/>
        <pc:sldMkLst>
          <pc:docMk/>
          <pc:sldMk cId="1012777561" sldId="381"/>
        </pc:sldMkLst>
        <pc:spChg chg="mod">
          <ac:chgData name="DEWE, HAYLEY L." userId="5cada80b-0f7b-49a5-96b2-656b100ca6c6" providerId="ADAL" clId="{632DF7FE-9916-4FAF-8457-3521400FFCEA}" dt="2026-02-26T00:05:53.346" v="201603" actId="1076"/>
          <ac:spMkLst>
            <pc:docMk/>
            <pc:sldMk cId="1012777561" sldId="381"/>
            <ac:spMk id="3" creationId="{46F83A85-61AE-E96C-9534-27E67F7CB024}"/>
          </ac:spMkLst>
        </pc:spChg>
        <pc:spChg chg="add del mod">
          <ac:chgData name="DEWE, HAYLEY L." userId="5cada80b-0f7b-49a5-96b2-656b100ca6c6" providerId="ADAL" clId="{632DF7FE-9916-4FAF-8457-3521400FFCEA}" dt="2026-02-26T00:05:27.204" v="201595" actId="478"/>
          <ac:spMkLst>
            <pc:docMk/>
            <pc:sldMk cId="1012777561" sldId="381"/>
            <ac:spMk id="6" creationId="{A8B648FA-6F19-845F-FAD2-E2CDF904B314}"/>
          </ac:spMkLst>
        </pc:spChg>
        <pc:spChg chg="add mod">
          <ac:chgData name="DEWE, HAYLEY L." userId="5cada80b-0f7b-49a5-96b2-656b100ca6c6" providerId="ADAL" clId="{632DF7FE-9916-4FAF-8457-3521400FFCEA}" dt="2026-02-26T00:05:25.694" v="201594"/>
          <ac:spMkLst>
            <pc:docMk/>
            <pc:sldMk cId="1012777561" sldId="381"/>
            <ac:spMk id="7" creationId="{D4C7E7F6-19EE-214A-EC98-CE3434071949}"/>
          </ac:spMkLst>
        </pc:spChg>
        <pc:spChg chg="del">
          <ac:chgData name="DEWE, HAYLEY L." userId="5cada80b-0f7b-49a5-96b2-656b100ca6c6" providerId="ADAL" clId="{632DF7FE-9916-4FAF-8457-3521400FFCEA}" dt="2026-02-26T00:05:25.065" v="201593" actId="478"/>
          <ac:spMkLst>
            <pc:docMk/>
            <pc:sldMk cId="1012777561" sldId="381"/>
            <ac:spMk id="9" creationId="{39D9172E-541F-3EFE-8F62-483527EAEA5D}"/>
          </ac:spMkLst>
        </pc:spChg>
        <pc:picChg chg="mod">
          <ac:chgData name="DEWE, HAYLEY L." userId="5cada80b-0f7b-49a5-96b2-656b100ca6c6" providerId="ADAL" clId="{632DF7FE-9916-4FAF-8457-3521400FFCEA}" dt="2026-02-26T10:57:54.546" v="232330" actId="1076"/>
          <ac:picMkLst>
            <pc:docMk/>
            <pc:sldMk cId="1012777561" sldId="381"/>
            <ac:picMk id="2" creationId="{A0A662A5-E9E4-B461-C178-BB6721EB7EEC}"/>
          </ac:picMkLst>
        </pc:picChg>
        <pc:picChg chg="mod">
          <ac:chgData name="DEWE, HAYLEY L." userId="5cada80b-0f7b-49a5-96b2-656b100ca6c6" providerId="ADAL" clId="{632DF7FE-9916-4FAF-8457-3521400FFCEA}" dt="2026-02-26T00:05:33.997" v="201598" actId="1076"/>
          <ac:picMkLst>
            <pc:docMk/>
            <pc:sldMk cId="1012777561" sldId="381"/>
            <ac:picMk id="5" creationId="{2AB2C756-61A4-E266-80D0-565DB1D5FC41}"/>
          </ac:picMkLst>
        </pc:picChg>
      </pc:sldChg>
      <pc:sldChg chg="addSp delSp modSp add mod modAnim">
        <pc:chgData name="DEWE, HAYLEY L." userId="5cada80b-0f7b-49a5-96b2-656b100ca6c6" providerId="ADAL" clId="{632DF7FE-9916-4FAF-8457-3521400FFCEA}" dt="2026-02-26T10:58:04.005" v="232339"/>
        <pc:sldMkLst>
          <pc:docMk/>
          <pc:sldMk cId="344410094" sldId="382"/>
        </pc:sldMkLst>
        <pc:spChg chg="mod">
          <ac:chgData name="DEWE, HAYLEY L." userId="5cada80b-0f7b-49a5-96b2-656b100ca6c6" providerId="ADAL" clId="{632DF7FE-9916-4FAF-8457-3521400FFCEA}" dt="2026-02-26T00:06:21.785" v="201615" actId="12"/>
          <ac:spMkLst>
            <pc:docMk/>
            <pc:sldMk cId="344410094" sldId="382"/>
            <ac:spMk id="3" creationId="{AFBBA4E1-1095-37D2-1B78-07668AE9EC1D}"/>
          </ac:spMkLst>
        </pc:spChg>
        <pc:spChg chg="add del mod">
          <ac:chgData name="DEWE, HAYLEY L." userId="5cada80b-0f7b-49a5-96b2-656b100ca6c6" providerId="ADAL" clId="{632DF7FE-9916-4FAF-8457-3521400FFCEA}" dt="2026-02-26T00:05:58.703" v="201605" actId="478"/>
          <ac:spMkLst>
            <pc:docMk/>
            <pc:sldMk cId="344410094" sldId="382"/>
            <ac:spMk id="4" creationId="{ED1164ED-E22F-DAEE-8E8E-57F4AAF4701F}"/>
          </ac:spMkLst>
        </pc:spChg>
        <pc:spChg chg="add mod">
          <ac:chgData name="DEWE, HAYLEY L." userId="5cada80b-0f7b-49a5-96b2-656b100ca6c6" providerId="ADAL" clId="{632DF7FE-9916-4FAF-8457-3521400FFCEA}" dt="2026-02-26T00:05:59.491" v="201606"/>
          <ac:spMkLst>
            <pc:docMk/>
            <pc:sldMk cId="344410094" sldId="382"/>
            <ac:spMk id="5" creationId="{87FD2CD6-079C-D0DC-F7A2-6385A24F779B}"/>
          </ac:spMkLst>
        </pc:spChg>
        <pc:spChg chg="del">
          <ac:chgData name="DEWE, HAYLEY L." userId="5cada80b-0f7b-49a5-96b2-656b100ca6c6" providerId="ADAL" clId="{632DF7FE-9916-4FAF-8457-3521400FFCEA}" dt="2026-02-26T00:05:56.579" v="201604" actId="478"/>
          <ac:spMkLst>
            <pc:docMk/>
            <pc:sldMk cId="344410094" sldId="382"/>
            <ac:spMk id="9" creationId="{290A51DB-432C-CFB5-2256-7C8458422A1C}"/>
          </ac:spMkLst>
        </pc:spChg>
        <pc:picChg chg="mod">
          <ac:chgData name="DEWE, HAYLEY L." userId="5cada80b-0f7b-49a5-96b2-656b100ca6c6" providerId="ADAL" clId="{632DF7FE-9916-4FAF-8457-3521400FFCEA}" dt="2026-02-26T00:06:10.384" v="201608" actId="14100"/>
          <ac:picMkLst>
            <pc:docMk/>
            <pc:sldMk cId="344410094" sldId="382"/>
            <ac:picMk id="11" creationId="{6FAFB44E-46DE-1ACB-FD45-29DECD63B652}"/>
          </ac:picMkLst>
        </pc:picChg>
      </pc:sldChg>
      <pc:sldChg chg="addSp delSp modSp mod addAnim delAnim modAnim">
        <pc:chgData name="DEWE, HAYLEY L." userId="5cada80b-0f7b-49a5-96b2-656b100ca6c6" providerId="ADAL" clId="{632DF7FE-9916-4FAF-8457-3521400FFCEA}" dt="2026-02-26T09:59:29.886" v="228513" actId="20577"/>
        <pc:sldMkLst>
          <pc:docMk/>
          <pc:sldMk cId="2993719332" sldId="397"/>
        </pc:sldMkLst>
        <pc:spChg chg="mod">
          <ac:chgData name="DEWE, HAYLEY L." userId="5cada80b-0f7b-49a5-96b2-656b100ca6c6" providerId="ADAL" clId="{632DF7FE-9916-4FAF-8457-3521400FFCEA}" dt="2026-02-26T09:56:14.228" v="228466" actId="13926"/>
          <ac:spMkLst>
            <pc:docMk/>
            <pc:sldMk cId="2993719332" sldId="397"/>
            <ac:spMk id="5" creationId="{E54245C3-45E4-59AA-074B-3FE100DDBD4A}"/>
          </ac:spMkLst>
        </pc:spChg>
        <pc:spChg chg="mod">
          <ac:chgData name="DEWE, HAYLEY L." userId="5cada80b-0f7b-49a5-96b2-656b100ca6c6" providerId="ADAL" clId="{632DF7FE-9916-4FAF-8457-3521400FFCEA}" dt="2026-02-26T09:59:29.886" v="228513" actId="20577"/>
          <ac:spMkLst>
            <pc:docMk/>
            <pc:sldMk cId="2993719332" sldId="397"/>
            <ac:spMk id="6" creationId="{AA7DA80F-64D5-246B-6BB0-B05A9698EA09}"/>
          </ac:spMkLst>
        </pc:spChg>
        <pc:picChg chg="add del mod">
          <ac:chgData name="DEWE, HAYLEY L." userId="5cada80b-0f7b-49a5-96b2-656b100ca6c6" providerId="ADAL" clId="{632DF7FE-9916-4FAF-8457-3521400FFCEA}" dt="2026-02-25T16:52:34.570" v="195679" actId="478"/>
          <ac:picMkLst>
            <pc:docMk/>
            <pc:sldMk cId="2993719332" sldId="397"/>
            <ac:picMk id="4" creationId="{2EDCA44D-0F41-40A8-6DB5-4D4DCBDB0794}"/>
          </ac:picMkLst>
        </pc:picChg>
      </pc:sldChg>
      <pc:sldChg chg="modSp mod modAnim modNotesTx">
        <pc:chgData name="DEWE, HAYLEY L." userId="5cada80b-0f7b-49a5-96b2-656b100ca6c6" providerId="ADAL" clId="{632DF7FE-9916-4FAF-8457-3521400FFCEA}" dt="2026-02-26T03:14:08.545" v="226132" actId="27636"/>
        <pc:sldMkLst>
          <pc:docMk/>
          <pc:sldMk cId="711076235" sldId="887"/>
        </pc:sldMkLst>
        <pc:spChg chg="mod">
          <ac:chgData name="DEWE, HAYLEY L." userId="5cada80b-0f7b-49a5-96b2-656b100ca6c6" providerId="ADAL" clId="{632DF7FE-9916-4FAF-8457-3521400FFCEA}" dt="2026-02-26T03:14:08.545" v="226132" actId="27636"/>
          <ac:spMkLst>
            <pc:docMk/>
            <pc:sldMk cId="711076235" sldId="887"/>
            <ac:spMk id="9" creationId="{8B8676F2-4335-7184-8F2C-C2727F9C78E9}"/>
          </ac:spMkLst>
        </pc:spChg>
      </pc:sldChg>
      <pc:sldChg chg="addSp delSp modSp add del mod ord delAnim modAnim modNotesTx">
        <pc:chgData name="DEWE, HAYLEY L." userId="5cada80b-0f7b-49a5-96b2-656b100ca6c6" providerId="ADAL" clId="{632DF7FE-9916-4FAF-8457-3521400FFCEA}" dt="2026-02-25T22:56:10.238" v="197931" actId="47"/>
        <pc:sldMkLst>
          <pc:docMk/>
          <pc:sldMk cId="1061245591" sldId="1050"/>
        </pc:sldMkLst>
      </pc:sldChg>
      <pc:sldChg chg="modSp add mod">
        <pc:chgData name="DEWE, HAYLEY L." userId="5cada80b-0f7b-49a5-96b2-656b100ca6c6" providerId="ADAL" clId="{632DF7FE-9916-4FAF-8457-3521400FFCEA}" dt="2026-02-25T22:41:45.211" v="197824" actId="6549"/>
        <pc:sldMkLst>
          <pc:docMk/>
          <pc:sldMk cId="3880182856" sldId="1073"/>
        </pc:sldMkLst>
        <pc:spChg chg="mod">
          <ac:chgData name="DEWE, HAYLEY L." userId="5cada80b-0f7b-49a5-96b2-656b100ca6c6" providerId="ADAL" clId="{632DF7FE-9916-4FAF-8457-3521400FFCEA}" dt="2026-02-25T22:41:45.211" v="197824" actId="6549"/>
          <ac:spMkLst>
            <pc:docMk/>
            <pc:sldMk cId="3880182856" sldId="1073"/>
            <ac:spMk id="4" creationId="{9571509C-F1DC-E342-C32D-1CFE7AD9E736}"/>
          </ac:spMkLst>
        </pc:spChg>
      </pc:sldChg>
      <pc:sldChg chg="addSp delSp modSp add del mod modAnim modNotesTx">
        <pc:chgData name="DEWE, HAYLEY L." userId="5cada80b-0f7b-49a5-96b2-656b100ca6c6" providerId="ADAL" clId="{632DF7FE-9916-4FAF-8457-3521400FFCEA}" dt="2026-02-25T22:41:56.883" v="197826" actId="47"/>
        <pc:sldMkLst>
          <pc:docMk/>
          <pc:sldMk cId="3887434190" sldId="1390"/>
        </pc:sldMkLst>
      </pc:sldChg>
      <pc:sldChg chg="modSp add del mod ord modAnim modNotesTx">
        <pc:chgData name="DEWE, HAYLEY L." userId="5cada80b-0f7b-49a5-96b2-656b100ca6c6" providerId="ADAL" clId="{632DF7FE-9916-4FAF-8457-3521400FFCEA}" dt="2026-02-25T22:40:30.837" v="197790" actId="47"/>
        <pc:sldMkLst>
          <pc:docMk/>
          <pc:sldMk cId="3458783064" sldId="1463"/>
        </pc:sldMkLst>
      </pc:sldChg>
      <pc:sldChg chg="addSp delSp modSp add mod delAnim modAnim modNotesTx">
        <pc:chgData name="DEWE, HAYLEY L." userId="5cada80b-0f7b-49a5-96b2-656b100ca6c6" providerId="ADAL" clId="{632DF7FE-9916-4FAF-8457-3521400FFCEA}" dt="2026-02-26T11:32:48.832" v="234756" actId="5793"/>
        <pc:sldMkLst>
          <pc:docMk/>
          <pc:sldMk cId="3122850025" sldId="1472"/>
        </pc:sldMkLst>
        <pc:spChg chg="add mod">
          <ac:chgData name="DEWE, HAYLEY L." userId="5cada80b-0f7b-49a5-96b2-656b100ca6c6" providerId="ADAL" clId="{632DF7FE-9916-4FAF-8457-3521400FFCEA}" dt="2026-02-26T11:32:48.832" v="234756" actId="5793"/>
          <ac:spMkLst>
            <pc:docMk/>
            <pc:sldMk cId="3122850025" sldId="1472"/>
            <ac:spMk id="2" creationId="{A2174399-8FEA-5A03-718F-0B159AEF51D9}"/>
          </ac:spMkLst>
        </pc:spChg>
        <pc:picChg chg="add del mod">
          <ac:chgData name="DEWE, HAYLEY L." userId="5cada80b-0f7b-49a5-96b2-656b100ca6c6" providerId="ADAL" clId="{632DF7FE-9916-4FAF-8457-3521400FFCEA}" dt="2026-02-26T03:03:44.565" v="225711" actId="478"/>
          <ac:picMkLst>
            <pc:docMk/>
            <pc:sldMk cId="3122850025" sldId="1472"/>
            <ac:picMk id="6" creationId="{3299056D-BFB7-AF0F-0740-6858875C88AC}"/>
          </ac:picMkLst>
        </pc:picChg>
        <pc:picChg chg="add del mod">
          <ac:chgData name="DEWE, HAYLEY L." userId="5cada80b-0f7b-49a5-96b2-656b100ca6c6" providerId="ADAL" clId="{632DF7FE-9916-4FAF-8457-3521400FFCEA}" dt="2026-02-26T03:04:42.314" v="225714" actId="478"/>
          <ac:picMkLst>
            <pc:docMk/>
            <pc:sldMk cId="3122850025" sldId="1472"/>
            <ac:picMk id="5122" creationId="{E7C66085-A087-A425-07DF-A170899D1BEE}"/>
          </ac:picMkLst>
        </pc:picChg>
        <pc:picChg chg="add mod">
          <ac:chgData name="DEWE, HAYLEY L." userId="5cada80b-0f7b-49a5-96b2-656b100ca6c6" providerId="ADAL" clId="{632DF7FE-9916-4FAF-8457-3521400FFCEA}" dt="2026-02-26T03:04:48.940" v="225718" actId="1076"/>
          <ac:picMkLst>
            <pc:docMk/>
            <pc:sldMk cId="3122850025" sldId="1472"/>
            <ac:picMk id="5124" creationId="{63F8A9A1-5CFE-BBF1-FDFA-308AB103969F}"/>
          </ac:picMkLst>
        </pc:picChg>
      </pc:sldChg>
      <pc:sldChg chg="addSp delSp modSp add del mod modAnim modNotesTx">
        <pc:chgData name="DEWE, HAYLEY L." userId="5cada80b-0f7b-49a5-96b2-656b100ca6c6" providerId="ADAL" clId="{632DF7FE-9916-4FAF-8457-3521400FFCEA}" dt="2026-02-25T22:40:34.524" v="197791" actId="47"/>
        <pc:sldMkLst>
          <pc:docMk/>
          <pc:sldMk cId="575732180" sldId="1484"/>
        </pc:sldMkLst>
      </pc:sldChg>
      <pc:sldChg chg="addSp delSp modSp add del mod ord delAnim modAnim modNotesTx">
        <pc:chgData name="DEWE, HAYLEY L." userId="5cada80b-0f7b-49a5-96b2-656b100ca6c6" providerId="ADAL" clId="{632DF7FE-9916-4FAF-8457-3521400FFCEA}" dt="2026-02-25T22:41:55.798" v="197825" actId="47"/>
        <pc:sldMkLst>
          <pc:docMk/>
          <pc:sldMk cId="3425992365" sldId="1489"/>
        </pc:sldMkLst>
      </pc:sldChg>
      <pc:sldChg chg="addSp delSp modSp add del mod delAnim modAnim">
        <pc:chgData name="DEWE, HAYLEY L." userId="5cada80b-0f7b-49a5-96b2-656b100ca6c6" providerId="ADAL" clId="{632DF7FE-9916-4FAF-8457-3521400FFCEA}" dt="2026-02-25T22:45:23.512" v="197903" actId="47"/>
        <pc:sldMkLst>
          <pc:docMk/>
          <pc:sldMk cId="4049058850" sldId="1490"/>
        </pc:sldMkLst>
      </pc:sldChg>
      <pc:sldChg chg="addSp delSp modSp add del mod delAnim modAnim">
        <pc:chgData name="DEWE, HAYLEY L." userId="5cada80b-0f7b-49a5-96b2-656b100ca6c6" providerId="ADAL" clId="{632DF7FE-9916-4FAF-8457-3521400FFCEA}" dt="2026-02-26T01:47:57.503" v="214775" actId="47"/>
        <pc:sldMkLst>
          <pc:docMk/>
          <pc:sldMk cId="3090417356" sldId="1491"/>
        </pc:sldMkLst>
      </pc:sldChg>
      <pc:sldChg chg="addSp delSp modSp add del mod ord">
        <pc:chgData name="DEWE, HAYLEY L." userId="5cada80b-0f7b-49a5-96b2-656b100ca6c6" providerId="ADAL" clId="{632DF7FE-9916-4FAF-8457-3521400FFCEA}" dt="2026-02-26T01:47:56.590" v="214774" actId="47"/>
        <pc:sldMkLst>
          <pc:docMk/>
          <pc:sldMk cId="3164714281" sldId="1497"/>
        </pc:sldMkLst>
      </pc:sldChg>
      <pc:sldChg chg="modSp add del mod ord">
        <pc:chgData name="DEWE, HAYLEY L." userId="5cada80b-0f7b-49a5-96b2-656b100ca6c6" providerId="ADAL" clId="{632DF7FE-9916-4FAF-8457-3521400FFCEA}" dt="2026-02-25T22:45:22.512" v="197902" actId="47"/>
        <pc:sldMkLst>
          <pc:docMk/>
          <pc:sldMk cId="3632566567" sldId="1507"/>
        </pc:sldMkLst>
      </pc:sldChg>
      <pc:sldChg chg="delSp modSp add del mod modAnim">
        <pc:chgData name="DEWE, HAYLEY L." userId="5cada80b-0f7b-49a5-96b2-656b100ca6c6" providerId="ADAL" clId="{632DF7FE-9916-4FAF-8457-3521400FFCEA}" dt="2026-02-25T16:53:50.800" v="195688" actId="47"/>
        <pc:sldMkLst>
          <pc:docMk/>
          <pc:sldMk cId="717545441" sldId="1510"/>
        </pc:sldMkLst>
      </pc:sldChg>
      <pc:sldChg chg="addSp delSp modSp add mod modAnim">
        <pc:chgData name="DEWE, HAYLEY L." userId="5cada80b-0f7b-49a5-96b2-656b100ca6c6" providerId="ADAL" clId="{632DF7FE-9916-4FAF-8457-3521400FFCEA}" dt="2026-02-26T10:54:17.643" v="232275"/>
        <pc:sldMkLst>
          <pc:docMk/>
          <pc:sldMk cId="2502782043" sldId="1512"/>
        </pc:sldMkLst>
        <pc:spChg chg="add mod">
          <ac:chgData name="DEWE, HAYLEY L." userId="5cada80b-0f7b-49a5-96b2-656b100ca6c6" providerId="ADAL" clId="{632DF7FE-9916-4FAF-8457-3521400FFCEA}" dt="2026-02-25T22:25:13.013" v="197713" actId="1076"/>
          <ac:spMkLst>
            <pc:docMk/>
            <pc:sldMk cId="2502782043" sldId="1512"/>
            <ac:spMk id="2" creationId="{F641D26D-7D34-9E70-0E3A-5B5A9A5663EF}"/>
          </ac:spMkLst>
        </pc:spChg>
        <pc:spChg chg="mod">
          <ac:chgData name="DEWE, HAYLEY L." userId="5cada80b-0f7b-49a5-96b2-656b100ca6c6" providerId="ADAL" clId="{632DF7FE-9916-4FAF-8457-3521400FFCEA}" dt="2026-02-25T23:02:02.394" v="197970" actId="20577"/>
          <ac:spMkLst>
            <pc:docMk/>
            <pc:sldMk cId="2502782043" sldId="1512"/>
            <ac:spMk id="3" creationId="{14FD8327-66B7-6D3D-6D53-C121AC02507D}"/>
          </ac:spMkLst>
        </pc:spChg>
        <pc:picChg chg="add del mod">
          <ac:chgData name="DEWE, HAYLEY L." userId="5cada80b-0f7b-49a5-96b2-656b100ca6c6" providerId="ADAL" clId="{632DF7FE-9916-4FAF-8457-3521400FFCEA}" dt="2026-02-25T22:12:30.207" v="196996" actId="478"/>
          <ac:picMkLst>
            <pc:docMk/>
            <pc:sldMk cId="2502782043" sldId="1512"/>
            <ac:picMk id="5" creationId="{4EBE6D7F-0CB1-0C08-86F3-46A117BBCF03}"/>
          </ac:picMkLst>
        </pc:picChg>
      </pc:sldChg>
      <pc:sldChg chg="addSp delSp modSp add del mod delAnim modAnim">
        <pc:chgData name="DEWE, HAYLEY L." userId="5cada80b-0f7b-49a5-96b2-656b100ca6c6" providerId="ADAL" clId="{632DF7FE-9916-4FAF-8457-3521400FFCEA}" dt="2026-02-25T22:41:23.863" v="197794" actId="47"/>
        <pc:sldMkLst>
          <pc:docMk/>
          <pc:sldMk cId="2645537288" sldId="1513"/>
        </pc:sldMkLst>
      </pc:sldChg>
      <pc:sldChg chg="addSp delSp modSp add del mod delAnim modAnim">
        <pc:chgData name="DEWE, HAYLEY L." userId="5cada80b-0f7b-49a5-96b2-656b100ca6c6" providerId="ADAL" clId="{632DF7FE-9916-4FAF-8457-3521400FFCEA}" dt="2026-02-25T22:41:22.453" v="197793" actId="47"/>
        <pc:sldMkLst>
          <pc:docMk/>
          <pc:sldMk cId="2082886691" sldId="1514"/>
        </pc:sldMkLst>
      </pc:sldChg>
      <pc:sldChg chg="addSp delSp modSp add del mod delAnim modAnim">
        <pc:chgData name="DEWE, HAYLEY L." userId="5cada80b-0f7b-49a5-96b2-656b100ca6c6" providerId="ADAL" clId="{632DF7FE-9916-4FAF-8457-3521400FFCEA}" dt="2026-02-25T22:41:20.801" v="197792" actId="47"/>
        <pc:sldMkLst>
          <pc:docMk/>
          <pc:sldMk cId="93136576" sldId="1515"/>
        </pc:sldMkLst>
      </pc:sldChg>
      <pc:sldChg chg="addSp delSp modSp add del mod delAnim">
        <pc:chgData name="DEWE, HAYLEY L." userId="5cada80b-0f7b-49a5-96b2-656b100ca6c6" providerId="ADAL" clId="{632DF7FE-9916-4FAF-8457-3521400FFCEA}" dt="2026-02-25T22:41:25.015" v="197795" actId="47"/>
        <pc:sldMkLst>
          <pc:docMk/>
          <pc:sldMk cId="3930528756" sldId="1517"/>
        </pc:sldMkLst>
      </pc:sldChg>
      <pc:sldChg chg="addSp delSp modSp add del mod addAnim delAnim modAnim modNotesTx">
        <pc:chgData name="DEWE, HAYLEY L." userId="5cada80b-0f7b-49a5-96b2-656b100ca6c6" providerId="ADAL" clId="{632DF7FE-9916-4FAF-8457-3521400FFCEA}" dt="2026-02-25T22:56:11.056" v="197932" actId="47"/>
        <pc:sldMkLst>
          <pc:docMk/>
          <pc:sldMk cId="3106105784" sldId="1519"/>
        </pc:sldMkLst>
      </pc:sldChg>
      <pc:sldChg chg="addSp delSp modSp add del mod delAnim modAnim modNotesTx">
        <pc:chgData name="DEWE, HAYLEY L." userId="5cada80b-0f7b-49a5-96b2-656b100ca6c6" providerId="ADAL" clId="{632DF7FE-9916-4FAF-8457-3521400FFCEA}" dt="2026-02-25T22:45:24.057" v="197904" actId="47"/>
        <pc:sldMkLst>
          <pc:docMk/>
          <pc:sldMk cId="2561707995" sldId="1520"/>
        </pc:sldMkLst>
      </pc:sldChg>
      <pc:sldChg chg="addSp delSp modSp add del mod delAnim modAnim modNotesTx">
        <pc:chgData name="DEWE, HAYLEY L." userId="5cada80b-0f7b-49a5-96b2-656b100ca6c6" providerId="ADAL" clId="{632DF7FE-9916-4FAF-8457-3521400FFCEA}" dt="2026-02-26T01:47:54.040" v="214772" actId="47"/>
        <pc:sldMkLst>
          <pc:docMk/>
          <pc:sldMk cId="2414844411" sldId="1521"/>
        </pc:sldMkLst>
      </pc:sldChg>
      <pc:sldChg chg="addSp modSp add del mod modAnim">
        <pc:chgData name="DEWE, HAYLEY L." userId="5cada80b-0f7b-49a5-96b2-656b100ca6c6" providerId="ADAL" clId="{632DF7FE-9916-4FAF-8457-3521400FFCEA}" dt="2026-02-25T22:42:28.446" v="197828" actId="47"/>
        <pc:sldMkLst>
          <pc:docMk/>
          <pc:sldMk cId="329683931" sldId="1523"/>
        </pc:sldMkLst>
      </pc:sldChg>
      <pc:sldChg chg="addSp delSp modSp add del mod ord modAnim">
        <pc:chgData name="DEWE, HAYLEY L." userId="5cada80b-0f7b-49a5-96b2-656b100ca6c6" providerId="ADAL" clId="{632DF7FE-9916-4FAF-8457-3521400FFCEA}" dt="2026-02-25T22:41:59.415" v="197827" actId="47"/>
        <pc:sldMkLst>
          <pc:docMk/>
          <pc:sldMk cId="4246575852" sldId="1524"/>
        </pc:sldMkLst>
      </pc:sldChg>
      <pc:sldChg chg="addSp delSp modSp add del mod ord modAnim">
        <pc:chgData name="DEWE, HAYLEY L." userId="5cada80b-0f7b-49a5-96b2-656b100ca6c6" providerId="ADAL" clId="{632DF7FE-9916-4FAF-8457-3521400FFCEA}" dt="2026-02-26T01:48:06.803" v="214781" actId="47"/>
        <pc:sldMkLst>
          <pc:docMk/>
          <pc:sldMk cId="3667703090" sldId="1525"/>
        </pc:sldMkLst>
      </pc:sldChg>
      <pc:sldChg chg="addSp delSp modSp add del mod modNotesTx">
        <pc:chgData name="DEWE, HAYLEY L." userId="5cada80b-0f7b-49a5-96b2-656b100ca6c6" providerId="ADAL" clId="{632DF7FE-9916-4FAF-8457-3521400FFCEA}" dt="2026-02-26T01:47:54.718" v="214773" actId="47"/>
        <pc:sldMkLst>
          <pc:docMk/>
          <pc:sldMk cId="2192362584" sldId="1526"/>
        </pc:sldMkLst>
      </pc:sldChg>
      <pc:sldChg chg="modSp add del mod">
        <pc:chgData name="DEWE, HAYLEY L." userId="5cada80b-0f7b-49a5-96b2-656b100ca6c6" providerId="ADAL" clId="{632DF7FE-9916-4FAF-8457-3521400FFCEA}" dt="2026-02-25T22:42:29.539" v="197829" actId="47"/>
        <pc:sldMkLst>
          <pc:docMk/>
          <pc:sldMk cId="3179387731" sldId="1527"/>
        </pc:sldMkLst>
      </pc:sldChg>
      <pc:sldChg chg="addSp delSp modSp add del mod delAnim modNotesTx">
        <pc:chgData name="DEWE, HAYLEY L." userId="5cada80b-0f7b-49a5-96b2-656b100ca6c6" providerId="ADAL" clId="{632DF7FE-9916-4FAF-8457-3521400FFCEA}" dt="2026-02-26T01:47:58.288" v="214776" actId="47"/>
        <pc:sldMkLst>
          <pc:docMk/>
          <pc:sldMk cId="1758607552" sldId="1528"/>
        </pc:sldMkLst>
      </pc:sldChg>
      <pc:sldChg chg="addSp delSp modSp add del mod delAnim modAnim modNotesTx">
        <pc:chgData name="DEWE, HAYLEY L." userId="5cada80b-0f7b-49a5-96b2-656b100ca6c6" providerId="ADAL" clId="{632DF7FE-9916-4FAF-8457-3521400FFCEA}" dt="2026-02-26T01:47:59.139" v="214777" actId="47"/>
        <pc:sldMkLst>
          <pc:docMk/>
          <pc:sldMk cId="1844227320" sldId="1529"/>
        </pc:sldMkLst>
      </pc:sldChg>
      <pc:sldChg chg="addSp delSp modSp add del mod addAnim delAnim">
        <pc:chgData name="DEWE, HAYLEY L." userId="5cada80b-0f7b-49a5-96b2-656b100ca6c6" providerId="ADAL" clId="{632DF7FE-9916-4FAF-8457-3521400FFCEA}" dt="2026-02-26T01:48:01.404" v="214779" actId="47"/>
        <pc:sldMkLst>
          <pc:docMk/>
          <pc:sldMk cId="3463905510" sldId="1530"/>
        </pc:sldMkLst>
      </pc:sldChg>
      <pc:sldChg chg="addSp modSp add del mod modAnim">
        <pc:chgData name="DEWE, HAYLEY L." userId="5cada80b-0f7b-49a5-96b2-656b100ca6c6" providerId="ADAL" clId="{632DF7FE-9916-4FAF-8457-3521400FFCEA}" dt="2026-02-26T01:48:00.020" v="214778" actId="47"/>
        <pc:sldMkLst>
          <pc:docMk/>
          <pc:sldMk cId="1298107466" sldId="1531"/>
        </pc:sldMkLst>
      </pc:sldChg>
      <pc:sldChg chg="delSp modSp add del mod delAnim">
        <pc:chgData name="DEWE, HAYLEY L." userId="5cada80b-0f7b-49a5-96b2-656b100ca6c6" providerId="ADAL" clId="{632DF7FE-9916-4FAF-8457-3521400FFCEA}" dt="2026-02-26T01:48:02.331" v="214780" actId="47"/>
        <pc:sldMkLst>
          <pc:docMk/>
          <pc:sldMk cId="2068343118" sldId="1532"/>
        </pc:sldMkLst>
      </pc:sldChg>
      <pc:sldChg chg="modSp add del modAnim">
        <pc:chgData name="DEWE, HAYLEY L." userId="5cada80b-0f7b-49a5-96b2-656b100ca6c6" providerId="ADAL" clId="{632DF7FE-9916-4FAF-8457-3521400FFCEA}" dt="2026-02-25T22:40:29.359" v="197789" actId="47"/>
        <pc:sldMkLst>
          <pc:docMk/>
          <pc:sldMk cId="3018071343" sldId="1533"/>
        </pc:sldMkLst>
      </pc:sldChg>
      <pc:sldChg chg="addSp modSp add del mod modAnim">
        <pc:chgData name="DEWE, HAYLEY L." userId="5cada80b-0f7b-49a5-96b2-656b100ca6c6" providerId="ADAL" clId="{632DF7FE-9916-4FAF-8457-3521400FFCEA}" dt="2026-02-25T22:40:28.789" v="197788" actId="47"/>
        <pc:sldMkLst>
          <pc:docMk/>
          <pc:sldMk cId="102083603" sldId="1534"/>
        </pc:sldMkLst>
      </pc:sldChg>
      <pc:sldChg chg="addSp delSp modSp new del mod setBg">
        <pc:chgData name="DEWE, HAYLEY L." userId="5cada80b-0f7b-49a5-96b2-656b100ca6c6" providerId="ADAL" clId="{632DF7FE-9916-4FAF-8457-3521400FFCEA}" dt="2026-02-26T01:47:44.047" v="214771" actId="47"/>
        <pc:sldMkLst>
          <pc:docMk/>
          <pc:sldMk cId="3507636828" sldId="1535"/>
        </pc:sldMkLst>
      </pc:sldChg>
      <pc:sldChg chg="modSp add mod">
        <pc:chgData name="DEWE, HAYLEY L." userId="5cada80b-0f7b-49a5-96b2-656b100ca6c6" providerId="ADAL" clId="{632DF7FE-9916-4FAF-8457-3521400FFCEA}" dt="2026-02-26T10:54:26.922" v="232276" actId="20577"/>
        <pc:sldMkLst>
          <pc:docMk/>
          <pc:sldMk cId="3092483491" sldId="1536"/>
        </pc:sldMkLst>
        <pc:spChg chg="mod">
          <ac:chgData name="DEWE, HAYLEY L." userId="5cada80b-0f7b-49a5-96b2-656b100ca6c6" providerId="ADAL" clId="{632DF7FE-9916-4FAF-8457-3521400FFCEA}" dt="2026-02-26T10:54:26.922" v="232276" actId="20577"/>
          <ac:spMkLst>
            <pc:docMk/>
            <pc:sldMk cId="3092483491" sldId="1536"/>
            <ac:spMk id="3" creationId="{7FE818E7-0006-8C11-6FBF-5AD5E76AF9FB}"/>
          </ac:spMkLst>
        </pc:spChg>
      </pc:sldChg>
      <pc:sldChg chg="modSp add mod">
        <pc:chgData name="DEWE, HAYLEY L." userId="5cada80b-0f7b-49a5-96b2-656b100ca6c6" providerId="ADAL" clId="{632DF7FE-9916-4FAF-8457-3521400FFCEA}" dt="2026-02-25T22:42:48.844" v="197845" actId="14100"/>
        <pc:sldMkLst>
          <pc:docMk/>
          <pc:sldMk cId="1716850591" sldId="1537"/>
        </pc:sldMkLst>
        <pc:spChg chg="mod">
          <ac:chgData name="DEWE, HAYLEY L." userId="5cada80b-0f7b-49a5-96b2-656b100ca6c6" providerId="ADAL" clId="{632DF7FE-9916-4FAF-8457-3521400FFCEA}" dt="2026-02-25T22:42:48.844" v="197845" actId="14100"/>
          <ac:spMkLst>
            <pc:docMk/>
            <pc:sldMk cId="1716850591" sldId="1537"/>
            <ac:spMk id="4" creationId="{93E115F6-FA21-00BD-31B4-20577FAE587B}"/>
          </ac:spMkLst>
        </pc:spChg>
      </pc:sldChg>
      <pc:sldChg chg="modSp add mod">
        <pc:chgData name="DEWE, HAYLEY L." userId="5cada80b-0f7b-49a5-96b2-656b100ca6c6" providerId="ADAL" clId="{632DF7FE-9916-4FAF-8457-3521400FFCEA}" dt="2026-02-25T22:43:20.325" v="197855" actId="20577"/>
        <pc:sldMkLst>
          <pc:docMk/>
          <pc:sldMk cId="894128919" sldId="1538"/>
        </pc:sldMkLst>
        <pc:spChg chg="mod">
          <ac:chgData name="DEWE, HAYLEY L." userId="5cada80b-0f7b-49a5-96b2-656b100ca6c6" providerId="ADAL" clId="{632DF7FE-9916-4FAF-8457-3521400FFCEA}" dt="2026-02-25T22:43:20.325" v="197855" actId="20577"/>
          <ac:spMkLst>
            <pc:docMk/>
            <pc:sldMk cId="894128919" sldId="1538"/>
            <ac:spMk id="4" creationId="{54CC2936-D773-826E-D91C-BB70E06681AF}"/>
          </ac:spMkLst>
        </pc:spChg>
      </pc:sldChg>
      <pc:sldChg chg="modSp add mod">
        <pc:chgData name="DEWE, HAYLEY L." userId="5cada80b-0f7b-49a5-96b2-656b100ca6c6" providerId="ADAL" clId="{632DF7FE-9916-4FAF-8457-3521400FFCEA}" dt="2026-02-25T22:43:49.154" v="197869" actId="20577"/>
        <pc:sldMkLst>
          <pc:docMk/>
          <pc:sldMk cId="52172441" sldId="1539"/>
        </pc:sldMkLst>
        <pc:spChg chg="mod">
          <ac:chgData name="DEWE, HAYLEY L." userId="5cada80b-0f7b-49a5-96b2-656b100ca6c6" providerId="ADAL" clId="{632DF7FE-9916-4FAF-8457-3521400FFCEA}" dt="2026-02-25T22:43:49.154" v="197869" actId="20577"/>
          <ac:spMkLst>
            <pc:docMk/>
            <pc:sldMk cId="52172441" sldId="1539"/>
            <ac:spMk id="4" creationId="{FF43B742-AB97-87B3-AD1D-8F4AB88F7CB2}"/>
          </ac:spMkLst>
        </pc:spChg>
      </pc:sldChg>
      <pc:sldChg chg="modSp add mod">
        <pc:chgData name="DEWE, HAYLEY L." userId="5cada80b-0f7b-49a5-96b2-656b100ca6c6" providerId="ADAL" clId="{632DF7FE-9916-4FAF-8457-3521400FFCEA}" dt="2026-02-25T22:44:49.801" v="197887" actId="20577"/>
        <pc:sldMkLst>
          <pc:docMk/>
          <pc:sldMk cId="4202672622" sldId="1540"/>
        </pc:sldMkLst>
        <pc:spChg chg="mod">
          <ac:chgData name="DEWE, HAYLEY L." userId="5cada80b-0f7b-49a5-96b2-656b100ca6c6" providerId="ADAL" clId="{632DF7FE-9916-4FAF-8457-3521400FFCEA}" dt="2026-02-25T22:44:49.801" v="197887" actId="20577"/>
          <ac:spMkLst>
            <pc:docMk/>
            <pc:sldMk cId="4202672622" sldId="1540"/>
            <ac:spMk id="4" creationId="{5602F297-D895-71B8-B082-BA4C05EB086B}"/>
          </ac:spMkLst>
        </pc:spChg>
      </pc:sldChg>
      <pc:sldChg chg="modSp add mod">
        <pc:chgData name="DEWE, HAYLEY L." userId="5cada80b-0f7b-49a5-96b2-656b100ca6c6" providerId="ADAL" clId="{632DF7FE-9916-4FAF-8457-3521400FFCEA}" dt="2026-02-26T02:37:01.531" v="223009" actId="6549"/>
        <pc:sldMkLst>
          <pc:docMk/>
          <pc:sldMk cId="3222124547" sldId="1541"/>
        </pc:sldMkLst>
        <pc:spChg chg="mod">
          <ac:chgData name="DEWE, HAYLEY L." userId="5cada80b-0f7b-49a5-96b2-656b100ca6c6" providerId="ADAL" clId="{632DF7FE-9916-4FAF-8457-3521400FFCEA}" dt="2026-02-26T02:37:01.531" v="223009" actId="6549"/>
          <ac:spMkLst>
            <pc:docMk/>
            <pc:sldMk cId="3222124547" sldId="1541"/>
            <ac:spMk id="4" creationId="{BD33642B-FC23-2D70-E341-F5368D9B0E25}"/>
          </ac:spMkLst>
        </pc:spChg>
      </pc:sldChg>
      <pc:sldChg chg="modSp add mod">
        <pc:chgData name="DEWE, HAYLEY L." userId="5cada80b-0f7b-49a5-96b2-656b100ca6c6" providerId="ADAL" clId="{632DF7FE-9916-4FAF-8457-3521400FFCEA}" dt="2026-02-25T22:51:14.468" v="197930" actId="113"/>
        <pc:sldMkLst>
          <pc:docMk/>
          <pc:sldMk cId="4144732906" sldId="1542"/>
        </pc:sldMkLst>
        <pc:spChg chg="mod">
          <ac:chgData name="DEWE, HAYLEY L." userId="5cada80b-0f7b-49a5-96b2-656b100ca6c6" providerId="ADAL" clId="{632DF7FE-9916-4FAF-8457-3521400FFCEA}" dt="2026-02-25T22:51:14.468" v="197930" actId="113"/>
          <ac:spMkLst>
            <pc:docMk/>
            <pc:sldMk cId="4144732906" sldId="1542"/>
            <ac:spMk id="3" creationId="{A9994456-FAFA-B743-5C5E-3AE3DAD3108F}"/>
          </ac:spMkLst>
        </pc:spChg>
      </pc:sldChg>
      <pc:sldChg chg="modSp add del mod setBg">
        <pc:chgData name="DEWE, HAYLEY L." userId="5cada80b-0f7b-49a5-96b2-656b100ca6c6" providerId="ADAL" clId="{632DF7FE-9916-4FAF-8457-3521400FFCEA}" dt="2026-02-26T00:02:31.747" v="201472" actId="47"/>
        <pc:sldMkLst>
          <pc:docMk/>
          <pc:sldMk cId="2594166069" sldId="1543"/>
        </pc:sldMkLst>
        <pc:spChg chg="mod">
          <ac:chgData name="DEWE, HAYLEY L." userId="5cada80b-0f7b-49a5-96b2-656b100ca6c6" providerId="ADAL" clId="{632DF7FE-9916-4FAF-8457-3521400FFCEA}" dt="2026-02-25T22:57:17.395" v="197964" actId="20577"/>
          <ac:spMkLst>
            <pc:docMk/>
            <pc:sldMk cId="2594166069" sldId="1543"/>
            <ac:spMk id="2" creationId="{016E9C8F-CC46-CD75-90B6-40FB6AA7A50B}"/>
          </ac:spMkLst>
        </pc:spChg>
        <pc:spChg chg="mod">
          <ac:chgData name="DEWE, HAYLEY L." userId="5cada80b-0f7b-49a5-96b2-656b100ca6c6" providerId="ADAL" clId="{632DF7FE-9916-4FAF-8457-3521400FFCEA}" dt="2026-02-25T23:43:58.441" v="199861" actId="20577"/>
          <ac:spMkLst>
            <pc:docMk/>
            <pc:sldMk cId="2594166069" sldId="1543"/>
            <ac:spMk id="3" creationId="{694E6B8A-0FDB-BAE3-DD77-282FA3373AF6}"/>
          </ac:spMkLst>
        </pc:spChg>
      </pc:sldChg>
      <pc:sldChg chg="modSp add mod modAnim modNotesTx">
        <pc:chgData name="DEWE, HAYLEY L." userId="5cada80b-0f7b-49a5-96b2-656b100ca6c6" providerId="ADAL" clId="{632DF7FE-9916-4FAF-8457-3521400FFCEA}" dt="2026-02-26T10:57:16.640" v="232309" actId="20577"/>
        <pc:sldMkLst>
          <pc:docMk/>
          <pc:sldMk cId="1512947931" sldId="1544"/>
        </pc:sldMkLst>
        <pc:spChg chg="mod">
          <ac:chgData name="DEWE, HAYLEY L." userId="5cada80b-0f7b-49a5-96b2-656b100ca6c6" providerId="ADAL" clId="{632DF7FE-9916-4FAF-8457-3521400FFCEA}" dt="2026-02-26T10:57:16.640" v="232309" actId="20577"/>
          <ac:spMkLst>
            <pc:docMk/>
            <pc:sldMk cId="1512947931" sldId="1544"/>
            <ac:spMk id="3" creationId="{5CA6CF88-AD84-064C-65AC-11B6927D9B63}"/>
          </ac:spMkLst>
        </pc:spChg>
      </pc:sldChg>
      <pc:sldChg chg="addSp delSp modSp add del mod ord">
        <pc:chgData name="DEWE, HAYLEY L." userId="5cada80b-0f7b-49a5-96b2-656b100ca6c6" providerId="ADAL" clId="{632DF7FE-9916-4FAF-8457-3521400FFCEA}" dt="2026-02-25T23:53:08.652" v="201443" actId="47"/>
        <pc:sldMkLst>
          <pc:docMk/>
          <pc:sldMk cId="3433855501" sldId="1545"/>
        </pc:sldMkLst>
        <pc:spChg chg="del">
          <ac:chgData name="DEWE, HAYLEY L." userId="5cada80b-0f7b-49a5-96b2-656b100ca6c6" providerId="ADAL" clId="{632DF7FE-9916-4FAF-8457-3521400FFCEA}" dt="2026-02-25T23:38:36.052" v="199098" actId="478"/>
          <ac:spMkLst>
            <pc:docMk/>
            <pc:sldMk cId="3433855501" sldId="1545"/>
            <ac:spMk id="3" creationId="{08398205-9E92-7FC3-1508-BFAD3B82AEA0}"/>
          </ac:spMkLst>
        </pc:spChg>
        <pc:picChg chg="add del mod">
          <ac:chgData name="DEWE, HAYLEY L." userId="5cada80b-0f7b-49a5-96b2-656b100ca6c6" providerId="ADAL" clId="{632DF7FE-9916-4FAF-8457-3521400FFCEA}" dt="2026-02-25T23:38:50.303" v="199102" actId="478"/>
          <ac:picMkLst>
            <pc:docMk/>
            <pc:sldMk cId="3433855501" sldId="1545"/>
            <ac:picMk id="4" creationId="{DBFDF0D2-285A-A012-23DB-D1244EE19E4B}"/>
          </ac:picMkLst>
        </pc:picChg>
      </pc:sldChg>
      <pc:sldChg chg="addSp delSp modSp add mod addAnim delAnim modAnim modNotesTx">
        <pc:chgData name="DEWE, HAYLEY L." userId="5cada80b-0f7b-49a5-96b2-656b100ca6c6" providerId="ADAL" clId="{632DF7FE-9916-4FAF-8457-3521400FFCEA}" dt="2026-02-26T11:39:21.496" v="234967" actId="20577"/>
        <pc:sldMkLst>
          <pc:docMk/>
          <pc:sldMk cId="597414339" sldId="1546"/>
        </pc:sldMkLst>
        <pc:spChg chg="add del mod">
          <ac:chgData name="DEWE, HAYLEY L." userId="5cada80b-0f7b-49a5-96b2-656b100ca6c6" providerId="ADAL" clId="{632DF7FE-9916-4FAF-8457-3521400FFCEA}" dt="2026-02-26T10:55:21.366" v="232296" actId="21"/>
          <ac:spMkLst>
            <pc:docMk/>
            <pc:sldMk cId="597414339" sldId="1546"/>
            <ac:spMk id="3" creationId="{DDD41A72-FB58-FD8A-85E0-79EB87D82C1A}"/>
          </ac:spMkLst>
        </pc:spChg>
      </pc:sldChg>
      <pc:sldChg chg="addSp delSp modSp add mod setBg modAnim modNotesTx">
        <pc:chgData name="DEWE, HAYLEY L." userId="5cada80b-0f7b-49a5-96b2-656b100ca6c6" providerId="ADAL" clId="{632DF7FE-9916-4FAF-8457-3521400FFCEA}" dt="2026-02-26T10:59:08.085" v="232355"/>
        <pc:sldMkLst>
          <pc:docMk/>
          <pc:sldMk cId="987972141" sldId="1547"/>
        </pc:sldMkLst>
        <pc:spChg chg="del mod">
          <ac:chgData name="DEWE, HAYLEY L." userId="5cada80b-0f7b-49a5-96b2-656b100ca6c6" providerId="ADAL" clId="{632DF7FE-9916-4FAF-8457-3521400FFCEA}" dt="2026-02-26T00:12:37.968" v="201878" actId="478"/>
          <ac:spMkLst>
            <pc:docMk/>
            <pc:sldMk cId="987972141" sldId="1547"/>
            <ac:spMk id="2" creationId="{398ABDE8-70E6-39F2-162A-A38B10B6A700}"/>
          </ac:spMkLst>
        </pc:spChg>
        <pc:spChg chg="mod">
          <ac:chgData name="DEWE, HAYLEY L." userId="5cada80b-0f7b-49a5-96b2-656b100ca6c6" providerId="ADAL" clId="{632DF7FE-9916-4FAF-8457-3521400FFCEA}" dt="2026-02-26T10:59:01.396" v="232354" actId="6549"/>
          <ac:spMkLst>
            <pc:docMk/>
            <pc:sldMk cId="987972141" sldId="1547"/>
            <ac:spMk id="3" creationId="{E1F039DC-98D4-4711-0B68-3AF16382274F}"/>
          </ac:spMkLst>
        </pc:spChg>
        <pc:spChg chg="add del mod">
          <ac:chgData name="DEWE, HAYLEY L." userId="5cada80b-0f7b-49a5-96b2-656b100ca6c6" providerId="ADAL" clId="{632DF7FE-9916-4FAF-8457-3521400FFCEA}" dt="2026-02-26T00:12:40.479" v="201879" actId="478"/>
          <ac:spMkLst>
            <pc:docMk/>
            <pc:sldMk cId="987972141" sldId="1547"/>
            <ac:spMk id="5" creationId="{41C418E3-9B43-2C71-0B13-20192D98EE6C}"/>
          </ac:spMkLst>
        </pc:spChg>
        <pc:spChg chg="add mod">
          <ac:chgData name="DEWE, HAYLEY L." userId="5cada80b-0f7b-49a5-96b2-656b100ca6c6" providerId="ADAL" clId="{632DF7FE-9916-4FAF-8457-3521400FFCEA}" dt="2026-02-26T00:12:44.152" v="201881" actId="1076"/>
          <ac:spMkLst>
            <pc:docMk/>
            <pc:sldMk cId="987972141" sldId="1547"/>
            <ac:spMk id="6" creationId="{8C4E5B72-6632-464F-CFBF-C6105D245162}"/>
          </ac:spMkLst>
        </pc:spChg>
      </pc:sldChg>
      <pc:sldChg chg="modSp add mod setBg modAnim">
        <pc:chgData name="DEWE, HAYLEY L." userId="5cada80b-0f7b-49a5-96b2-656b100ca6c6" providerId="ADAL" clId="{632DF7FE-9916-4FAF-8457-3521400FFCEA}" dt="2026-02-26T10:59:59.763" v="232382"/>
        <pc:sldMkLst>
          <pc:docMk/>
          <pc:sldMk cId="1895576485" sldId="1548"/>
        </pc:sldMkLst>
        <pc:spChg chg="mod">
          <ac:chgData name="DEWE, HAYLEY L." userId="5cada80b-0f7b-49a5-96b2-656b100ca6c6" providerId="ADAL" clId="{632DF7FE-9916-4FAF-8457-3521400FFCEA}" dt="2026-02-26T00:23:03.396" v="203660" actId="1076"/>
          <ac:spMkLst>
            <pc:docMk/>
            <pc:sldMk cId="1895576485" sldId="1548"/>
            <ac:spMk id="2" creationId="{0232AA4F-E50D-1F53-9714-FA6FF4D4AA7E}"/>
          </ac:spMkLst>
        </pc:spChg>
        <pc:spChg chg="mod">
          <ac:chgData name="DEWE, HAYLEY L." userId="5cada80b-0f7b-49a5-96b2-656b100ca6c6" providerId="ADAL" clId="{632DF7FE-9916-4FAF-8457-3521400FFCEA}" dt="2026-02-26T10:59:36.854" v="232378" actId="20577"/>
          <ac:spMkLst>
            <pc:docMk/>
            <pc:sldMk cId="1895576485" sldId="1548"/>
            <ac:spMk id="3" creationId="{F52D9F48-C411-2D7F-807C-221F9A04D092}"/>
          </ac:spMkLst>
        </pc:spChg>
      </pc:sldChg>
      <pc:sldChg chg="addSp delSp modSp add mod addAnim delAnim modAnim">
        <pc:chgData name="DEWE, HAYLEY L." userId="5cada80b-0f7b-49a5-96b2-656b100ca6c6" providerId="ADAL" clId="{632DF7FE-9916-4FAF-8457-3521400FFCEA}" dt="2026-02-26T11:41:19.924" v="234973" actId="478"/>
        <pc:sldMkLst>
          <pc:docMk/>
          <pc:sldMk cId="3360565014" sldId="1549"/>
        </pc:sldMkLst>
        <pc:spChg chg="mod">
          <ac:chgData name="DEWE, HAYLEY L." userId="5cada80b-0f7b-49a5-96b2-656b100ca6c6" providerId="ADAL" clId="{632DF7FE-9916-4FAF-8457-3521400FFCEA}" dt="2026-02-26T00:23:11.859" v="203677" actId="20577"/>
          <ac:spMkLst>
            <pc:docMk/>
            <pc:sldMk cId="3360565014" sldId="1549"/>
            <ac:spMk id="2" creationId="{322BC639-9547-0FF1-C0FD-D7D71A63128D}"/>
          </ac:spMkLst>
        </pc:spChg>
        <pc:spChg chg="mod">
          <ac:chgData name="DEWE, HAYLEY L." userId="5cada80b-0f7b-49a5-96b2-656b100ca6c6" providerId="ADAL" clId="{632DF7FE-9916-4FAF-8457-3521400FFCEA}" dt="2026-02-26T00:27:40.924" v="204031" actId="1076"/>
          <ac:spMkLst>
            <pc:docMk/>
            <pc:sldMk cId="3360565014" sldId="1549"/>
            <ac:spMk id="3" creationId="{36F1D515-1338-B1E7-EB2A-EB551D8ADE3D}"/>
          </ac:spMkLst>
        </pc:spChg>
        <pc:spChg chg="add del mod">
          <ac:chgData name="DEWE, HAYLEY L." userId="5cada80b-0f7b-49a5-96b2-656b100ca6c6" providerId="ADAL" clId="{632DF7FE-9916-4FAF-8457-3521400FFCEA}" dt="2026-02-26T11:41:19.924" v="234973" actId="478"/>
          <ac:spMkLst>
            <pc:docMk/>
            <pc:sldMk cId="3360565014" sldId="1549"/>
            <ac:spMk id="4" creationId="{580EEB7E-269C-D57A-0D62-55D1CF1D29DC}"/>
          </ac:spMkLst>
        </pc:spChg>
      </pc:sldChg>
      <pc:sldChg chg="addSp delSp modSp add mod modAnim">
        <pc:chgData name="DEWE, HAYLEY L." userId="5cada80b-0f7b-49a5-96b2-656b100ca6c6" providerId="ADAL" clId="{632DF7FE-9916-4FAF-8457-3521400FFCEA}" dt="2026-02-26T11:08:31.493" v="232983"/>
        <pc:sldMkLst>
          <pc:docMk/>
          <pc:sldMk cId="1333716745" sldId="1550"/>
        </pc:sldMkLst>
        <pc:spChg chg="mod">
          <ac:chgData name="DEWE, HAYLEY L." userId="5cada80b-0f7b-49a5-96b2-656b100ca6c6" providerId="ADAL" clId="{632DF7FE-9916-4FAF-8457-3521400FFCEA}" dt="2026-02-26T00:42:57.654" v="205757" actId="20577"/>
          <ac:spMkLst>
            <pc:docMk/>
            <pc:sldMk cId="1333716745" sldId="1550"/>
            <ac:spMk id="3" creationId="{1B30D057-9375-CCB9-7F03-6C55F38E3724}"/>
          </ac:spMkLst>
        </pc:spChg>
        <pc:spChg chg="add del mod">
          <ac:chgData name="DEWE, HAYLEY L." userId="5cada80b-0f7b-49a5-96b2-656b100ca6c6" providerId="ADAL" clId="{632DF7FE-9916-4FAF-8457-3521400FFCEA}" dt="2026-02-26T00:31:31.501" v="204285" actId="478"/>
          <ac:spMkLst>
            <pc:docMk/>
            <pc:sldMk cId="1333716745" sldId="1550"/>
            <ac:spMk id="5" creationId="{E05533F0-1170-ED5D-001A-2EDE21DA6250}"/>
          </ac:spMkLst>
        </pc:spChg>
        <pc:spChg chg="add del mod">
          <ac:chgData name="DEWE, HAYLEY L." userId="5cada80b-0f7b-49a5-96b2-656b100ca6c6" providerId="ADAL" clId="{632DF7FE-9916-4FAF-8457-3521400FFCEA}" dt="2026-02-26T00:31:53.402" v="204308" actId="1076"/>
          <ac:spMkLst>
            <pc:docMk/>
            <pc:sldMk cId="1333716745" sldId="1550"/>
            <ac:spMk id="6" creationId="{8323E6F5-CD3D-26C4-D597-ABA8C85B3DB4}"/>
          </ac:spMkLst>
        </pc:spChg>
        <pc:graphicFrameChg chg="add mod">
          <ac:chgData name="DEWE, HAYLEY L." userId="5cada80b-0f7b-49a5-96b2-656b100ca6c6" providerId="ADAL" clId="{632DF7FE-9916-4FAF-8457-3521400FFCEA}" dt="2026-02-26T00:31:27.337" v="204283"/>
          <ac:graphicFrameMkLst>
            <pc:docMk/>
            <pc:sldMk cId="1333716745" sldId="1550"/>
            <ac:graphicFrameMk id="2" creationId="{C25A977C-30FC-7067-49D1-94375C66453C}"/>
          </ac:graphicFrameMkLst>
        </pc:graphicFrameChg>
        <pc:picChg chg="add mod modCrop">
          <ac:chgData name="DEWE, HAYLEY L." userId="5cada80b-0f7b-49a5-96b2-656b100ca6c6" providerId="ADAL" clId="{632DF7FE-9916-4FAF-8457-3521400FFCEA}" dt="2026-02-26T03:12:14.441" v="226047" actId="1076"/>
          <ac:picMkLst>
            <pc:docMk/>
            <pc:sldMk cId="1333716745" sldId="1550"/>
            <ac:picMk id="8" creationId="{CC5CD317-39EC-805D-5424-8C693ED41FD4}"/>
          </ac:picMkLst>
        </pc:picChg>
      </pc:sldChg>
      <pc:sldChg chg="modSp add mod modAnim">
        <pc:chgData name="DEWE, HAYLEY L." userId="5cada80b-0f7b-49a5-96b2-656b100ca6c6" providerId="ADAL" clId="{632DF7FE-9916-4FAF-8457-3521400FFCEA}" dt="2026-02-26T11:15:11.245" v="233540"/>
        <pc:sldMkLst>
          <pc:docMk/>
          <pc:sldMk cId="3441685268" sldId="1551"/>
        </pc:sldMkLst>
        <pc:spChg chg="mod">
          <ac:chgData name="DEWE, HAYLEY L." userId="5cada80b-0f7b-49a5-96b2-656b100ca6c6" providerId="ADAL" clId="{632DF7FE-9916-4FAF-8457-3521400FFCEA}" dt="2026-02-26T00:31:46.028" v="204307" actId="20577"/>
          <ac:spMkLst>
            <pc:docMk/>
            <pc:sldMk cId="3441685268" sldId="1551"/>
            <ac:spMk id="2" creationId="{74B7C103-4136-9D19-855E-B9F9B50DDEB0}"/>
          </ac:spMkLst>
        </pc:spChg>
        <pc:spChg chg="mod">
          <ac:chgData name="DEWE, HAYLEY L." userId="5cada80b-0f7b-49a5-96b2-656b100ca6c6" providerId="ADAL" clId="{632DF7FE-9916-4FAF-8457-3521400FFCEA}" dt="2026-02-26T11:14:57.959" v="233536" actId="20577"/>
          <ac:spMkLst>
            <pc:docMk/>
            <pc:sldMk cId="3441685268" sldId="1551"/>
            <ac:spMk id="3" creationId="{33CBCD91-720B-0A20-6732-F0728DB5D590}"/>
          </ac:spMkLst>
        </pc:spChg>
      </pc:sldChg>
      <pc:sldChg chg="modSp add modAnim">
        <pc:chgData name="DEWE, HAYLEY L." userId="5cada80b-0f7b-49a5-96b2-656b100ca6c6" providerId="ADAL" clId="{632DF7FE-9916-4FAF-8457-3521400FFCEA}" dt="2026-02-26T11:11:49.535" v="233273" actId="20577"/>
        <pc:sldMkLst>
          <pc:docMk/>
          <pc:sldMk cId="3649829403" sldId="1552"/>
        </pc:sldMkLst>
        <pc:spChg chg="mod">
          <ac:chgData name="DEWE, HAYLEY L." userId="5cada80b-0f7b-49a5-96b2-656b100ca6c6" providerId="ADAL" clId="{632DF7FE-9916-4FAF-8457-3521400FFCEA}" dt="2026-02-26T11:11:49.535" v="233273" actId="20577"/>
          <ac:spMkLst>
            <pc:docMk/>
            <pc:sldMk cId="3649829403" sldId="1552"/>
            <ac:spMk id="9" creationId="{EC8AFB9C-CBD3-C758-90DB-13ECBCC8472F}"/>
          </ac:spMkLst>
        </pc:spChg>
      </pc:sldChg>
      <pc:sldChg chg="modSp add del mod modAnim">
        <pc:chgData name="DEWE, HAYLEY L." userId="5cada80b-0f7b-49a5-96b2-656b100ca6c6" providerId="ADAL" clId="{632DF7FE-9916-4FAF-8457-3521400FFCEA}" dt="2026-02-26T00:58:04.972" v="207598" actId="47"/>
        <pc:sldMkLst>
          <pc:docMk/>
          <pc:sldMk cId="3733864843" sldId="1553"/>
        </pc:sldMkLst>
        <pc:spChg chg="mod">
          <ac:chgData name="DEWE, HAYLEY L." userId="5cada80b-0f7b-49a5-96b2-656b100ca6c6" providerId="ADAL" clId="{632DF7FE-9916-4FAF-8457-3521400FFCEA}" dt="2026-02-26T00:56:50.481" v="207550" actId="27636"/>
          <ac:spMkLst>
            <pc:docMk/>
            <pc:sldMk cId="3733864843" sldId="1553"/>
            <ac:spMk id="9" creationId="{BFE9E11E-7A0E-BE69-F8AA-C3C49D89091C}"/>
          </ac:spMkLst>
        </pc:spChg>
      </pc:sldChg>
      <pc:sldChg chg="modSp add mod modAnim">
        <pc:chgData name="DEWE, HAYLEY L." userId="5cada80b-0f7b-49a5-96b2-656b100ca6c6" providerId="ADAL" clId="{632DF7FE-9916-4FAF-8457-3521400FFCEA}" dt="2026-02-26T11:12:47.585" v="233299"/>
        <pc:sldMkLst>
          <pc:docMk/>
          <pc:sldMk cId="1568736429" sldId="1554"/>
        </pc:sldMkLst>
        <pc:spChg chg="mod">
          <ac:chgData name="DEWE, HAYLEY L." userId="5cada80b-0f7b-49a5-96b2-656b100ca6c6" providerId="ADAL" clId="{632DF7FE-9916-4FAF-8457-3521400FFCEA}" dt="2026-02-26T11:12:36.228" v="233297" actId="20577"/>
          <ac:spMkLst>
            <pc:docMk/>
            <pc:sldMk cId="1568736429" sldId="1554"/>
            <ac:spMk id="9" creationId="{36B3C38F-2651-016C-5555-E316B03150A3}"/>
          </ac:spMkLst>
        </pc:spChg>
      </pc:sldChg>
      <pc:sldChg chg="modSp add mod modAnim">
        <pc:chgData name="DEWE, HAYLEY L." userId="5cada80b-0f7b-49a5-96b2-656b100ca6c6" providerId="ADAL" clId="{632DF7FE-9916-4FAF-8457-3521400FFCEA}" dt="2026-02-26T11:14:13.187" v="233439" actId="14100"/>
        <pc:sldMkLst>
          <pc:docMk/>
          <pc:sldMk cId="3661622587" sldId="1555"/>
        </pc:sldMkLst>
        <pc:spChg chg="mod">
          <ac:chgData name="DEWE, HAYLEY L." userId="5cada80b-0f7b-49a5-96b2-656b100ca6c6" providerId="ADAL" clId="{632DF7FE-9916-4FAF-8457-3521400FFCEA}" dt="2026-02-26T11:14:13.187" v="233439" actId="14100"/>
          <ac:spMkLst>
            <pc:docMk/>
            <pc:sldMk cId="3661622587" sldId="1555"/>
            <ac:spMk id="9" creationId="{9DF00738-E062-0503-CE1C-2640E003DF9C}"/>
          </ac:spMkLst>
        </pc:spChg>
      </pc:sldChg>
      <pc:sldChg chg="addSp modSp add mod modAnim">
        <pc:chgData name="DEWE, HAYLEY L." userId="5cada80b-0f7b-49a5-96b2-656b100ca6c6" providerId="ADAL" clId="{632DF7FE-9916-4FAF-8457-3521400FFCEA}" dt="2026-02-26T11:17:40.205" v="233791" actId="1076"/>
        <pc:sldMkLst>
          <pc:docMk/>
          <pc:sldMk cId="242237095" sldId="1556"/>
        </pc:sldMkLst>
        <pc:spChg chg="mod">
          <ac:chgData name="DEWE, HAYLEY L." userId="5cada80b-0f7b-49a5-96b2-656b100ca6c6" providerId="ADAL" clId="{632DF7FE-9916-4FAF-8457-3521400FFCEA}" dt="2026-02-26T11:17:40.205" v="233791" actId="1076"/>
          <ac:spMkLst>
            <pc:docMk/>
            <pc:sldMk cId="242237095" sldId="1556"/>
            <ac:spMk id="3" creationId="{30DB34EA-596B-3444-CEA8-6FDCFAB1E33D}"/>
          </ac:spMkLst>
        </pc:spChg>
        <pc:spChg chg="mod">
          <ac:chgData name="DEWE, HAYLEY L." userId="5cada80b-0f7b-49a5-96b2-656b100ca6c6" providerId="ADAL" clId="{632DF7FE-9916-4FAF-8457-3521400FFCEA}" dt="2026-02-26T01:14:39.938" v="210321" actId="20577"/>
          <ac:spMkLst>
            <pc:docMk/>
            <pc:sldMk cId="242237095" sldId="1556"/>
            <ac:spMk id="6" creationId="{5B8DF790-2768-FD5C-88E6-0BE2CAEF3627}"/>
          </ac:spMkLst>
        </pc:spChg>
        <pc:graphicFrameChg chg="add mod">
          <ac:chgData name="DEWE, HAYLEY L." userId="5cada80b-0f7b-49a5-96b2-656b100ca6c6" providerId="ADAL" clId="{632DF7FE-9916-4FAF-8457-3521400FFCEA}" dt="2026-02-26T01:14:12.449" v="210293"/>
          <ac:graphicFrameMkLst>
            <pc:docMk/>
            <pc:sldMk cId="242237095" sldId="1556"/>
            <ac:graphicFrameMk id="2" creationId="{357CFC52-DCC1-C622-1283-C80EAA3142D5}"/>
          </ac:graphicFrameMkLst>
        </pc:graphicFrameChg>
      </pc:sldChg>
      <pc:sldChg chg="modSp add mod modAnim">
        <pc:chgData name="DEWE, HAYLEY L." userId="5cada80b-0f7b-49a5-96b2-656b100ca6c6" providerId="ADAL" clId="{632DF7FE-9916-4FAF-8457-3521400FFCEA}" dt="2026-02-26T11:18:47.620" v="233921"/>
        <pc:sldMkLst>
          <pc:docMk/>
          <pc:sldMk cId="3395533600" sldId="1557"/>
        </pc:sldMkLst>
        <pc:spChg chg="mod">
          <ac:chgData name="DEWE, HAYLEY L." userId="5cada80b-0f7b-49a5-96b2-656b100ca6c6" providerId="ADAL" clId="{632DF7FE-9916-4FAF-8457-3521400FFCEA}" dt="2026-02-26T01:14:52.073" v="210333" actId="20577"/>
          <ac:spMkLst>
            <pc:docMk/>
            <pc:sldMk cId="3395533600" sldId="1557"/>
            <ac:spMk id="2" creationId="{58904328-DB7C-21CF-4240-DDE32F44DF93}"/>
          </ac:spMkLst>
        </pc:spChg>
        <pc:spChg chg="mod">
          <ac:chgData name="DEWE, HAYLEY L." userId="5cada80b-0f7b-49a5-96b2-656b100ca6c6" providerId="ADAL" clId="{632DF7FE-9916-4FAF-8457-3521400FFCEA}" dt="2026-02-26T11:18:32.114" v="233916" actId="20577"/>
          <ac:spMkLst>
            <pc:docMk/>
            <pc:sldMk cId="3395533600" sldId="1557"/>
            <ac:spMk id="3" creationId="{2A9CDAE9-9AE8-8325-C288-8B9036CF7001}"/>
          </ac:spMkLst>
        </pc:spChg>
      </pc:sldChg>
      <pc:sldChg chg="modSp add mod ord modAnim">
        <pc:chgData name="DEWE, HAYLEY L." userId="5cada80b-0f7b-49a5-96b2-656b100ca6c6" providerId="ADAL" clId="{632DF7FE-9916-4FAF-8457-3521400FFCEA}" dt="2026-02-26T11:15:42.128" v="233567"/>
        <pc:sldMkLst>
          <pc:docMk/>
          <pc:sldMk cId="2961848383" sldId="1558"/>
        </pc:sldMkLst>
        <pc:spChg chg="mod">
          <ac:chgData name="DEWE, HAYLEY L." userId="5cada80b-0f7b-49a5-96b2-656b100ca6c6" providerId="ADAL" clId="{632DF7FE-9916-4FAF-8457-3521400FFCEA}" dt="2026-02-26T11:15:32.026" v="233564" actId="6549"/>
          <ac:spMkLst>
            <pc:docMk/>
            <pc:sldMk cId="2961848383" sldId="1558"/>
            <ac:spMk id="3" creationId="{DED5495A-E052-CEBF-DE3B-CB6A6C2EB2DB}"/>
          </ac:spMkLst>
        </pc:spChg>
      </pc:sldChg>
      <pc:sldChg chg="addSp delSp modSp new mod modAnim">
        <pc:chgData name="DEWE, HAYLEY L." userId="5cada80b-0f7b-49a5-96b2-656b100ca6c6" providerId="ADAL" clId="{632DF7FE-9916-4FAF-8457-3521400FFCEA}" dt="2026-02-26T11:18:50.852" v="233922"/>
        <pc:sldMkLst>
          <pc:docMk/>
          <pc:sldMk cId="2704174366" sldId="1559"/>
        </pc:sldMkLst>
        <pc:spChg chg="del">
          <ac:chgData name="DEWE, HAYLEY L." userId="5cada80b-0f7b-49a5-96b2-656b100ca6c6" providerId="ADAL" clId="{632DF7FE-9916-4FAF-8457-3521400FFCEA}" dt="2026-02-26T01:41:16.360" v="214179" actId="478"/>
          <ac:spMkLst>
            <pc:docMk/>
            <pc:sldMk cId="2704174366" sldId="1559"/>
            <ac:spMk id="2" creationId="{A7495AD9-B208-9EDE-68F1-E9A5148DD1C4}"/>
          </ac:spMkLst>
        </pc:spChg>
        <pc:spChg chg="del">
          <ac:chgData name="DEWE, HAYLEY L." userId="5cada80b-0f7b-49a5-96b2-656b100ca6c6" providerId="ADAL" clId="{632DF7FE-9916-4FAF-8457-3521400FFCEA}" dt="2026-02-26T01:41:17.935" v="214180" actId="478"/>
          <ac:spMkLst>
            <pc:docMk/>
            <pc:sldMk cId="2704174366" sldId="1559"/>
            <ac:spMk id="3" creationId="{55155E46-4E6A-1EE0-21BF-6200F16D66D4}"/>
          </ac:spMkLst>
        </pc:spChg>
        <pc:spChg chg="add mod">
          <ac:chgData name="DEWE, HAYLEY L." userId="5cada80b-0f7b-49a5-96b2-656b100ca6c6" providerId="ADAL" clId="{632DF7FE-9916-4FAF-8457-3521400FFCEA}" dt="2026-02-26T01:42:31.497" v="214291" actId="20577"/>
          <ac:spMkLst>
            <pc:docMk/>
            <pc:sldMk cId="2704174366" sldId="1559"/>
            <ac:spMk id="6" creationId="{3266F4FE-EBCF-971C-E620-DCF7E69971B7}"/>
          </ac:spMkLst>
        </pc:spChg>
        <pc:picChg chg="add mod">
          <ac:chgData name="DEWE, HAYLEY L." userId="5cada80b-0f7b-49a5-96b2-656b100ca6c6" providerId="ADAL" clId="{632DF7FE-9916-4FAF-8457-3521400FFCEA}" dt="2026-02-26T01:41:20.545" v="214182" actId="1076"/>
          <ac:picMkLst>
            <pc:docMk/>
            <pc:sldMk cId="2704174366" sldId="1559"/>
            <ac:picMk id="5" creationId="{D1EC064B-0475-87F8-49D5-EBF7869DB10A}"/>
          </ac:picMkLst>
        </pc:picChg>
      </pc:sldChg>
      <pc:sldChg chg="addSp delSp modSp add mod ord">
        <pc:chgData name="DEWE, HAYLEY L." userId="5cada80b-0f7b-49a5-96b2-656b100ca6c6" providerId="ADAL" clId="{632DF7FE-9916-4FAF-8457-3521400FFCEA}" dt="2026-02-26T11:20:03.522" v="233944" actId="113"/>
        <pc:sldMkLst>
          <pc:docMk/>
          <pc:sldMk cId="3028518571" sldId="1560"/>
        </pc:sldMkLst>
        <pc:spChg chg="mod">
          <ac:chgData name="DEWE, HAYLEY L." userId="5cada80b-0f7b-49a5-96b2-656b100ca6c6" providerId="ADAL" clId="{632DF7FE-9916-4FAF-8457-3521400FFCEA}" dt="2026-02-26T11:20:03.522" v="233944" actId="113"/>
          <ac:spMkLst>
            <pc:docMk/>
            <pc:sldMk cId="3028518571" sldId="1560"/>
            <ac:spMk id="3" creationId="{E3283F2B-141E-DD83-0DEC-CB8E3841C172}"/>
          </ac:spMkLst>
        </pc:spChg>
        <pc:spChg chg="mod">
          <ac:chgData name="DEWE, HAYLEY L." userId="5cada80b-0f7b-49a5-96b2-656b100ca6c6" providerId="ADAL" clId="{632DF7FE-9916-4FAF-8457-3521400FFCEA}" dt="2026-02-26T01:49:47.769" v="214953" actId="20577"/>
          <ac:spMkLst>
            <pc:docMk/>
            <pc:sldMk cId="3028518571" sldId="1560"/>
            <ac:spMk id="6" creationId="{494CAE2F-B5A1-5AF3-F418-AB598128ECA3}"/>
          </ac:spMkLst>
        </pc:spChg>
        <pc:graphicFrameChg chg="add del mod">
          <ac:chgData name="DEWE, HAYLEY L." userId="5cada80b-0f7b-49a5-96b2-656b100ca6c6" providerId="ADAL" clId="{632DF7FE-9916-4FAF-8457-3521400FFCEA}" dt="2026-02-26T01:50:22.979" v="214967" actId="21"/>
          <ac:graphicFrameMkLst>
            <pc:docMk/>
            <pc:sldMk cId="3028518571" sldId="1560"/>
            <ac:graphicFrameMk id="2" creationId="{1C8E0A01-3A1A-F185-CA06-10072838BEF4}"/>
          </ac:graphicFrameMkLst>
        </pc:graphicFrameChg>
        <pc:picChg chg="add">
          <ac:chgData name="DEWE, HAYLEY L." userId="5cada80b-0f7b-49a5-96b2-656b100ca6c6" providerId="ADAL" clId="{632DF7FE-9916-4FAF-8457-3521400FFCEA}" dt="2026-02-26T01:50:26.642" v="214968"/>
          <ac:picMkLst>
            <pc:docMk/>
            <pc:sldMk cId="3028518571" sldId="1560"/>
            <ac:picMk id="4" creationId="{0B0E0C96-5401-4FAF-2730-154885AC8C2F}"/>
          </ac:picMkLst>
        </pc:picChg>
      </pc:sldChg>
      <pc:sldChg chg="modSp add del mod">
        <pc:chgData name="DEWE, HAYLEY L." userId="5cada80b-0f7b-49a5-96b2-656b100ca6c6" providerId="ADAL" clId="{632DF7FE-9916-4FAF-8457-3521400FFCEA}" dt="2026-02-26T02:33:31.157" v="222710" actId="47"/>
        <pc:sldMkLst>
          <pc:docMk/>
          <pc:sldMk cId="2289255028" sldId="1561"/>
        </pc:sldMkLst>
        <pc:spChg chg="mod">
          <ac:chgData name="DEWE, HAYLEY L." userId="5cada80b-0f7b-49a5-96b2-656b100ca6c6" providerId="ADAL" clId="{632DF7FE-9916-4FAF-8457-3521400FFCEA}" dt="2026-02-26T01:49:56.562" v="214965" actId="20577"/>
          <ac:spMkLst>
            <pc:docMk/>
            <pc:sldMk cId="2289255028" sldId="1561"/>
            <ac:spMk id="2" creationId="{B5C9FD96-C04C-1301-2A88-206DF96626D2}"/>
          </ac:spMkLst>
        </pc:spChg>
        <pc:spChg chg="mod">
          <ac:chgData name="DEWE, HAYLEY L." userId="5cada80b-0f7b-49a5-96b2-656b100ca6c6" providerId="ADAL" clId="{632DF7FE-9916-4FAF-8457-3521400FFCEA}" dt="2026-02-26T01:53:30.350" v="215493" actId="20577"/>
          <ac:spMkLst>
            <pc:docMk/>
            <pc:sldMk cId="2289255028" sldId="1561"/>
            <ac:spMk id="3" creationId="{816AB67F-0168-F6AD-7A9B-CB7696E4231C}"/>
          </ac:spMkLst>
        </pc:spChg>
      </pc:sldChg>
      <pc:sldChg chg="modSp add mod ord modAnim">
        <pc:chgData name="DEWE, HAYLEY L." userId="5cada80b-0f7b-49a5-96b2-656b100ca6c6" providerId="ADAL" clId="{632DF7FE-9916-4FAF-8457-3521400FFCEA}" dt="2026-02-26T11:19:49.947" v="233942"/>
        <pc:sldMkLst>
          <pc:docMk/>
          <pc:sldMk cId="4211476315" sldId="1562"/>
        </pc:sldMkLst>
        <pc:spChg chg="mod">
          <ac:chgData name="DEWE, HAYLEY L." userId="5cada80b-0f7b-49a5-96b2-656b100ca6c6" providerId="ADAL" clId="{632DF7FE-9916-4FAF-8457-3521400FFCEA}" dt="2026-02-26T11:19:38.559" v="233938" actId="20577"/>
          <ac:spMkLst>
            <pc:docMk/>
            <pc:sldMk cId="4211476315" sldId="1562"/>
            <ac:spMk id="3" creationId="{945BD42E-0742-0761-5AD3-3B20FAD70013}"/>
          </ac:spMkLst>
        </pc:spChg>
      </pc:sldChg>
      <pc:sldChg chg="modSp add mod modAnim">
        <pc:chgData name="DEWE, HAYLEY L." userId="5cada80b-0f7b-49a5-96b2-656b100ca6c6" providerId="ADAL" clId="{632DF7FE-9916-4FAF-8457-3521400FFCEA}" dt="2026-02-26T11:26:16.605" v="234444" actId="20577"/>
        <pc:sldMkLst>
          <pc:docMk/>
          <pc:sldMk cId="458312418" sldId="1563"/>
        </pc:sldMkLst>
        <pc:spChg chg="mod">
          <ac:chgData name="DEWE, HAYLEY L." userId="5cada80b-0f7b-49a5-96b2-656b100ca6c6" providerId="ADAL" clId="{632DF7FE-9916-4FAF-8457-3521400FFCEA}" dt="2026-02-26T11:26:16.605" v="234444" actId="20577"/>
          <ac:spMkLst>
            <pc:docMk/>
            <pc:sldMk cId="458312418" sldId="1563"/>
            <ac:spMk id="3" creationId="{B3504D8A-BDD5-6EF7-53A4-BBD955AA7C95}"/>
          </ac:spMkLst>
        </pc:spChg>
      </pc:sldChg>
      <pc:sldChg chg="modSp add mod modAnim">
        <pc:chgData name="DEWE, HAYLEY L." userId="5cada80b-0f7b-49a5-96b2-656b100ca6c6" providerId="ADAL" clId="{632DF7FE-9916-4FAF-8457-3521400FFCEA}" dt="2026-02-26T11:26:34.811" v="234458" actId="20577"/>
        <pc:sldMkLst>
          <pc:docMk/>
          <pc:sldMk cId="350520575" sldId="1564"/>
        </pc:sldMkLst>
        <pc:spChg chg="mod">
          <ac:chgData name="DEWE, HAYLEY L." userId="5cada80b-0f7b-49a5-96b2-656b100ca6c6" providerId="ADAL" clId="{632DF7FE-9916-4FAF-8457-3521400FFCEA}" dt="2026-02-26T11:26:34.811" v="234458" actId="20577"/>
          <ac:spMkLst>
            <pc:docMk/>
            <pc:sldMk cId="350520575" sldId="1564"/>
            <ac:spMk id="3" creationId="{8C32DEC7-03D3-7EEC-DBE5-D855787B9DF5}"/>
          </ac:spMkLst>
        </pc:spChg>
      </pc:sldChg>
      <pc:sldChg chg="modSp add mod modAnim">
        <pc:chgData name="DEWE, HAYLEY L." userId="5cada80b-0f7b-49a5-96b2-656b100ca6c6" providerId="ADAL" clId="{632DF7FE-9916-4FAF-8457-3521400FFCEA}" dt="2026-02-26T11:21:44.498" v="234060" actId="20577"/>
        <pc:sldMkLst>
          <pc:docMk/>
          <pc:sldMk cId="3544705577" sldId="1565"/>
        </pc:sldMkLst>
        <pc:spChg chg="mod">
          <ac:chgData name="DEWE, HAYLEY L." userId="5cada80b-0f7b-49a5-96b2-656b100ca6c6" providerId="ADAL" clId="{632DF7FE-9916-4FAF-8457-3521400FFCEA}" dt="2026-02-26T11:21:44.498" v="234060" actId="20577"/>
          <ac:spMkLst>
            <pc:docMk/>
            <pc:sldMk cId="3544705577" sldId="1565"/>
            <ac:spMk id="3" creationId="{EBAA264D-DF32-5F4D-352E-36057200B6E0}"/>
          </ac:spMkLst>
        </pc:spChg>
      </pc:sldChg>
      <pc:sldChg chg="modSp add mod setBg modAnim">
        <pc:chgData name="DEWE, HAYLEY L." userId="5cada80b-0f7b-49a5-96b2-656b100ca6c6" providerId="ADAL" clId="{632DF7FE-9916-4FAF-8457-3521400FFCEA}" dt="2026-02-26T11:23:53.536" v="234252"/>
        <pc:sldMkLst>
          <pc:docMk/>
          <pc:sldMk cId="2289493399" sldId="1566"/>
        </pc:sldMkLst>
        <pc:spChg chg="mod">
          <ac:chgData name="DEWE, HAYLEY L." userId="5cada80b-0f7b-49a5-96b2-656b100ca6c6" providerId="ADAL" clId="{632DF7FE-9916-4FAF-8457-3521400FFCEA}" dt="2026-02-26T11:23:41.105" v="234251" actId="20577"/>
          <ac:spMkLst>
            <pc:docMk/>
            <pc:sldMk cId="2289493399" sldId="1566"/>
            <ac:spMk id="3" creationId="{1D123E9B-5DB2-C177-FF13-4DF1CAD6F119}"/>
          </ac:spMkLst>
        </pc:spChg>
      </pc:sldChg>
      <pc:sldChg chg="modSp add mod modAnim">
        <pc:chgData name="DEWE, HAYLEY L." userId="5cada80b-0f7b-49a5-96b2-656b100ca6c6" providerId="ADAL" clId="{632DF7FE-9916-4FAF-8457-3521400FFCEA}" dt="2026-02-26T11:27:36.559" v="234486"/>
        <pc:sldMkLst>
          <pc:docMk/>
          <pc:sldMk cId="3065667376" sldId="1567"/>
        </pc:sldMkLst>
        <pc:spChg chg="mod">
          <ac:chgData name="DEWE, HAYLEY L." userId="5cada80b-0f7b-49a5-96b2-656b100ca6c6" providerId="ADAL" clId="{632DF7FE-9916-4FAF-8457-3521400FFCEA}" dt="2026-02-26T11:27:31.349" v="234484" actId="20577"/>
          <ac:spMkLst>
            <pc:docMk/>
            <pc:sldMk cId="3065667376" sldId="1567"/>
            <ac:spMk id="3" creationId="{9255217E-C57D-E1B0-3171-C57993CD3E88}"/>
          </ac:spMkLst>
        </pc:spChg>
        <pc:spChg chg="mod">
          <ac:chgData name="DEWE, HAYLEY L." userId="5cada80b-0f7b-49a5-96b2-656b100ca6c6" providerId="ADAL" clId="{632DF7FE-9916-4FAF-8457-3521400FFCEA}" dt="2026-02-26T03:09:24.246" v="226037" actId="1076"/>
          <ac:spMkLst>
            <pc:docMk/>
            <pc:sldMk cId="3065667376" sldId="1567"/>
            <ac:spMk id="6" creationId="{39EC66E2-D15E-C86F-731C-D45174B41969}"/>
          </ac:spMkLst>
        </pc:spChg>
      </pc:sldChg>
      <pc:sldChg chg="modSp add mod modAnim">
        <pc:chgData name="DEWE, HAYLEY L." userId="5cada80b-0f7b-49a5-96b2-656b100ca6c6" providerId="ADAL" clId="{632DF7FE-9916-4FAF-8457-3521400FFCEA}" dt="2026-02-26T11:29:15.269" v="234568" actId="20577"/>
        <pc:sldMkLst>
          <pc:docMk/>
          <pc:sldMk cId="1470699808" sldId="1568"/>
        </pc:sldMkLst>
        <pc:spChg chg="mod">
          <ac:chgData name="DEWE, HAYLEY L." userId="5cada80b-0f7b-49a5-96b2-656b100ca6c6" providerId="ADAL" clId="{632DF7FE-9916-4FAF-8457-3521400FFCEA}" dt="2026-02-26T11:28:47.739" v="234496" actId="33524"/>
          <ac:spMkLst>
            <pc:docMk/>
            <pc:sldMk cId="1470699808" sldId="1568"/>
            <ac:spMk id="3" creationId="{BEEA55B7-C7B1-24C7-6C8F-1558AFEC38A1}"/>
          </ac:spMkLst>
        </pc:spChg>
        <pc:spChg chg="mod">
          <ac:chgData name="DEWE, HAYLEY L." userId="5cada80b-0f7b-49a5-96b2-656b100ca6c6" providerId="ADAL" clId="{632DF7FE-9916-4FAF-8457-3521400FFCEA}" dt="2026-02-26T11:29:15.269" v="234568" actId="20577"/>
          <ac:spMkLst>
            <pc:docMk/>
            <pc:sldMk cId="1470699808" sldId="1568"/>
            <ac:spMk id="6" creationId="{A365F305-13F0-EBE6-4E24-E6025F6FF4F7}"/>
          </ac:spMkLst>
        </pc:spChg>
      </pc:sldChg>
      <pc:sldChg chg="addSp modSp add mod modAnim">
        <pc:chgData name="DEWE, HAYLEY L." userId="5cada80b-0f7b-49a5-96b2-656b100ca6c6" providerId="ADAL" clId="{632DF7FE-9916-4FAF-8457-3521400FFCEA}" dt="2026-02-26T11:29:39.318" v="234573" actId="20577"/>
        <pc:sldMkLst>
          <pc:docMk/>
          <pc:sldMk cId="3178819576" sldId="1569"/>
        </pc:sldMkLst>
        <pc:spChg chg="mod">
          <ac:chgData name="DEWE, HAYLEY L." userId="5cada80b-0f7b-49a5-96b2-656b100ca6c6" providerId="ADAL" clId="{632DF7FE-9916-4FAF-8457-3521400FFCEA}" dt="2026-02-26T02:54:54.202" v="224961" actId="13822"/>
          <ac:spMkLst>
            <pc:docMk/>
            <pc:sldMk cId="3178819576" sldId="1569"/>
            <ac:spMk id="3" creationId="{0FE0E7AD-C949-54CA-8145-07CBCF737A63}"/>
          </ac:spMkLst>
        </pc:spChg>
        <pc:spChg chg="add mod">
          <ac:chgData name="DEWE, HAYLEY L." userId="5cada80b-0f7b-49a5-96b2-656b100ca6c6" providerId="ADAL" clId="{632DF7FE-9916-4FAF-8457-3521400FFCEA}" dt="2026-02-26T11:29:39.318" v="234573" actId="20577"/>
          <ac:spMkLst>
            <pc:docMk/>
            <pc:sldMk cId="3178819576" sldId="1569"/>
            <ac:spMk id="4" creationId="{3EE219C1-5E19-F14C-A5F4-E300EBEB8CF5}"/>
          </ac:spMkLst>
        </pc:spChg>
        <pc:spChg chg="mod">
          <ac:chgData name="DEWE, HAYLEY L." userId="5cada80b-0f7b-49a5-96b2-656b100ca6c6" providerId="ADAL" clId="{632DF7FE-9916-4FAF-8457-3521400FFCEA}" dt="2026-02-26T11:29:10.346" v="234557" actId="20577"/>
          <ac:spMkLst>
            <pc:docMk/>
            <pc:sldMk cId="3178819576" sldId="1569"/>
            <ac:spMk id="6" creationId="{909AD6A9-B03E-2B08-2C4D-45F69E528FE7}"/>
          </ac:spMkLst>
        </pc:spChg>
      </pc:sldChg>
      <pc:sldChg chg="addSp modSp add mod ord modAnim">
        <pc:chgData name="DEWE, HAYLEY L." userId="5cada80b-0f7b-49a5-96b2-656b100ca6c6" providerId="ADAL" clId="{632DF7FE-9916-4FAF-8457-3521400FFCEA}" dt="2026-02-26T11:30:49.632" v="234710" actId="20577"/>
        <pc:sldMkLst>
          <pc:docMk/>
          <pc:sldMk cId="3279894081" sldId="1570"/>
        </pc:sldMkLst>
        <pc:spChg chg="add mod">
          <ac:chgData name="DEWE, HAYLEY L." userId="5cada80b-0f7b-49a5-96b2-656b100ca6c6" providerId="ADAL" clId="{632DF7FE-9916-4FAF-8457-3521400FFCEA}" dt="2026-02-26T11:30:49.632" v="234710" actId="20577"/>
          <ac:spMkLst>
            <pc:docMk/>
            <pc:sldMk cId="3279894081" sldId="1570"/>
            <ac:spMk id="2" creationId="{301CD52E-EA25-5CBF-6330-98C80E7DB196}"/>
          </ac:spMkLst>
        </pc:spChg>
        <pc:spChg chg="mod">
          <ac:chgData name="DEWE, HAYLEY L." userId="5cada80b-0f7b-49a5-96b2-656b100ca6c6" providerId="ADAL" clId="{632DF7FE-9916-4FAF-8457-3521400FFCEA}" dt="2026-02-26T02:59:13.159" v="225247" actId="20577"/>
          <ac:spMkLst>
            <pc:docMk/>
            <pc:sldMk cId="3279894081" sldId="1570"/>
            <ac:spMk id="3" creationId="{B7839C08-6C55-3D56-E7EB-4F4F206EC774}"/>
          </ac:spMkLst>
        </pc:spChg>
        <pc:spChg chg="add mod">
          <ac:chgData name="DEWE, HAYLEY L." userId="5cada80b-0f7b-49a5-96b2-656b100ca6c6" providerId="ADAL" clId="{632DF7FE-9916-4FAF-8457-3521400FFCEA}" dt="2026-02-26T11:29:47.792" v="234588" actId="1076"/>
          <ac:spMkLst>
            <pc:docMk/>
            <pc:sldMk cId="3279894081" sldId="1570"/>
            <ac:spMk id="4" creationId="{09A55FAB-3F6B-A09A-F83A-057A95FC810E}"/>
          </ac:spMkLst>
        </pc:spChg>
        <pc:spChg chg="mod">
          <ac:chgData name="DEWE, HAYLEY L." userId="5cada80b-0f7b-49a5-96b2-656b100ca6c6" providerId="ADAL" clId="{632DF7FE-9916-4FAF-8457-3521400FFCEA}" dt="2026-02-26T11:29:45.134" v="234587" actId="20577"/>
          <ac:spMkLst>
            <pc:docMk/>
            <pc:sldMk cId="3279894081" sldId="1570"/>
            <ac:spMk id="6" creationId="{F751C97D-09F7-493A-4EDC-9B55DCB8307E}"/>
          </ac:spMkLst>
        </pc:spChg>
      </pc:sldChg>
      <pc:sldChg chg="modSp add del mod">
        <pc:chgData name="DEWE, HAYLEY L." userId="5cada80b-0f7b-49a5-96b2-656b100ca6c6" providerId="ADAL" clId="{632DF7FE-9916-4FAF-8457-3521400FFCEA}" dt="2026-02-26T03:09:53.629" v="226040" actId="47"/>
        <pc:sldMkLst>
          <pc:docMk/>
          <pc:sldMk cId="3470846465" sldId="1571"/>
        </pc:sldMkLst>
        <pc:spChg chg="mod">
          <ac:chgData name="DEWE, HAYLEY L." userId="5cada80b-0f7b-49a5-96b2-656b100ca6c6" providerId="ADAL" clId="{632DF7FE-9916-4FAF-8457-3521400FFCEA}" dt="2026-02-26T03:05:58.396" v="225769" actId="21"/>
          <ac:spMkLst>
            <pc:docMk/>
            <pc:sldMk cId="3470846465" sldId="1571"/>
            <ac:spMk id="3" creationId="{BF3CB6B0-515A-5625-586D-BAF6B7485DD2}"/>
          </ac:spMkLst>
        </pc:spChg>
      </pc:sldChg>
      <pc:sldChg chg="addSp delSp modSp add mod">
        <pc:chgData name="DEWE, HAYLEY L." userId="5cada80b-0f7b-49a5-96b2-656b100ca6c6" providerId="ADAL" clId="{632DF7FE-9916-4FAF-8457-3521400FFCEA}" dt="2026-02-26T11:37:20.237" v="234965" actId="1076"/>
        <pc:sldMkLst>
          <pc:docMk/>
          <pc:sldMk cId="7411219" sldId="1572"/>
        </pc:sldMkLst>
        <pc:spChg chg="mod">
          <ac:chgData name="DEWE, HAYLEY L." userId="5cada80b-0f7b-49a5-96b2-656b100ca6c6" providerId="ADAL" clId="{632DF7FE-9916-4FAF-8457-3521400FFCEA}" dt="2026-02-26T11:36:27.918" v="234914" actId="207"/>
          <ac:spMkLst>
            <pc:docMk/>
            <pc:sldMk cId="7411219" sldId="1572"/>
            <ac:spMk id="2" creationId="{4E732DA2-0A35-442A-9D04-60CB127FA455}"/>
          </ac:spMkLst>
        </pc:spChg>
        <pc:spChg chg="add mod">
          <ac:chgData name="DEWE, HAYLEY L." userId="5cada80b-0f7b-49a5-96b2-656b100ca6c6" providerId="ADAL" clId="{632DF7FE-9916-4FAF-8457-3521400FFCEA}" dt="2026-02-26T11:36:18.268" v="234910" actId="207"/>
          <ac:spMkLst>
            <pc:docMk/>
            <pc:sldMk cId="7411219" sldId="1572"/>
            <ac:spMk id="4" creationId="{9BF34B36-46C4-8AA1-362F-2F0AB7DECBDB}"/>
          </ac:spMkLst>
        </pc:spChg>
        <pc:spChg chg="add mod">
          <ac:chgData name="DEWE, HAYLEY L." userId="5cada80b-0f7b-49a5-96b2-656b100ca6c6" providerId="ADAL" clId="{632DF7FE-9916-4FAF-8457-3521400FFCEA}" dt="2026-02-26T11:37:20.237" v="234965" actId="1076"/>
          <ac:spMkLst>
            <pc:docMk/>
            <pc:sldMk cId="7411219" sldId="1572"/>
            <ac:spMk id="7" creationId="{61853E3F-BF73-DDF6-8B03-8EC0484AEB74}"/>
          </ac:spMkLst>
        </pc:spChg>
        <pc:picChg chg="del">
          <ac:chgData name="DEWE, HAYLEY L." userId="5cada80b-0f7b-49a5-96b2-656b100ca6c6" providerId="ADAL" clId="{632DF7FE-9916-4FAF-8457-3521400FFCEA}" dt="2026-02-26T03:05:27.993" v="225765" actId="478"/>
          <ac:picMkLst>
            <pc:docMk/>
            <pc:sldMk cId="7411219" sldId="1572"/>
            <ac:picMk id="3" creationId="{97443A0F-9E69-4015-C017-E8FD5FACD7C0}"/>
          </ac:picMkLst>
        </pc:picChg>
        <pc:picChg chg="add mod">
          <ac:chgData name="DEWE, HAYLEY L." userId="5cada80b-0f7b-49a5-96b2-656b100ca6c6" providerId="ADAL" clId="{632DF7FE-9916-4FAF-8457-3521400FFCEA}" dt="2026-02-26T11:36:52.347" v="234921" actId="1076"/>
          <ac:picMkLst>
            <pc:docMk/>
            <pc:sldMk cId="7411219" sldId="1572"/>
            <ac:picMk id="6" creationId="{68BD549D-3878-B615-DE19-23A864A385D3}"/>
          </ac:picMkLst>
        </pc:picChg>
        <pc:picChg chg="add mod">
          <ac:chgData name="DEWE, HAYLEY L." userId="5cada80b-0f7b-49a5-96b2-656b100ca6c6" providerId="ADAL" clId="{632DF7FE-9916-4FAF-8457-3521400FFCEA}" dt="2026-02-26T11:36:30.808" v="234915" actId="14100"/>
          <ac:picMkLst>
            <pc:docMk/>
            <pc:sldMk cId="7411219" sldId="1572"/>
            <ac:picMk id="9" creationId="{F43B09A6-E7DE-6132-19F5-64E2ED8549CD}"/>
          </ac:picMkLst>
        </pc:picChg>
        <pc:picChg chg="del">
          <ac:chgData name="DEWE, HAYLEY L." userId="5cada80b-0f7b-49a5-96b2-656b100ca6c6" providerId="ADAL" clId="{632DF7FE-9916-4FAF-8457-3521400FFCEA}" dt="2026-02-26T03:05:25.563" v="225764" actId="478"/>
          <ac:picMkLst>
            <pc:docMk/>
            <pc:sldMk cId="7411219" sldId="1572"/>
            <ac:picMk id="5124" creationId="{EC8225CD-E79B-B56E-C423-11E4780486CB}"/>
          </ac:picMkLst>
        </pc:picChg>
      </pc:sldChg>
      <pc:sldChg chg="modSp add mod ord">
        <pc:chgData name="DEWE, HAYLEY L." userId="5cada80b-0f7b-49a5-96b2-656b100ca6c6" providerId="ADAL" clId="{632DF7FE-9916-4FAF-8457-3521400FFCEA}" dt="2026-02-26T03:14:29.012" v="226162" actId="20577"/>
        <pc:sldMkLst>
          <pc:docMk/>
          <pc:sldMk cId="953110254" sldId="1573"/>
        </pc:sldMkLst>
        <pc:spChg chg="mod">
          <ac:chgData name="DEWE, HAYLEY L." userId="5cada80b-0f7b-49a5-96b2-656b100ca6c6" providerId="ADAL" clId="{632DF7FE-9916-4FAF-8457-3521400FFCEA}" dt="2026-02-26T03:14:29.012" v="226162" actId="20577"/>
          <ac:spMkLst>
            <pc:docMk/>
            <pc:sldMk cId="953110254" sldId="1573"/>
            <ac:spMk id="4" creationId="{835A24F6-DC66-23AE-D3E7-78D1B8565455}"/>
          </ac:spMkLst>
        </pc:spChg>
      </pc:sldChg>
      <pc:sldChg chg="addSp delSp modSp new mod modAnim">
        <pc:chgData name="DEWE, HAYLEY L." userId="5cada80b-0f7b-49a5-96b2-656b100ca6c6" providerId="ADAL" clId="{632DF7FE-9916-4FAF-8457-3521400FFCEA}" dt="2026-02-26T11:32:42.016" v="234754" actId="14100"/>
        <pc:sldMkLst>
          <pc:docMk/>
          <pc:sldMk cId="1103910233" sldId="1574"/>
        </pc:sldMkLst>
        <pc:spChg chg="del">
          <ac:chgData name="DEWE, HAYLEY L." userId="5cada80b-0f7b-49a5-96b2-656b100ca6c6" providerId="ADAL" clId="{632DF7FE-9916-4FAF-8457-3521400FFCEA}" dt="2026-02-26T09:30:03.203" v="226165" actId="478"/>
          <ac:spMkLst>
            <pc:docMk/>
            <pc:sldMk cId="1103910233" sldId="1574"/>
            <ac:spMk id="2" creationId="{1CE24D96-012A-9886-C07D-EEE65D49AF69}"/>
          </ac:spMkLst>
        </pc:spChg>
        <pc:spChg chg="mod">
          <ac:chgData name="DEWE, HAYLEY L." userId="5cada80b-0f7b-49a5-96b2-656b100ca6c6" providerId="ADAL" clId="{632DF7FE-9916-4FAF-8457-3521400FFCEA}" dt="2026-02-26T11:32:42.016" v="234754" actId="14100"/>
          <ac:spMkLst>
            <pc:docMk/>
            <pc:sldMk cId="1103910233" sldId="1574"/>
            <ac:spMk id="3" creationId="{73444557-9EF8-F46F-E72C-170BFA843B5E}"/>
          </ac:spMkLst>
        </pc:spChg>
        <pc:spChg chg="add mod">
          <ac:chgData name="DEWE, HAYLEY L." userId="5cada80b-0f7b-49a5-96b2-656b100ca6c6" providerId="ADAL" clId="{632DF7FE-9916-4FAF-8457-3521400FFCEA}" dt="2026-02-26T09:30:15.439" v="226189" actId="20577"/>
          <ac:spMkLst>
            <pc:docMk/>
            <pc:sldMk cId="1103910233" sldId="1574"/>
            <ac:spMk id="4" creationId="{A126E063-98FB-BB29-93B6-F1D48C2142D6}"/>
          </ac:spMkLst>
        </pc:spChg>
      </pc:sldChg>
      <pc:sldChg chg="addSp modSp add mod ord modAnim">
        <pc:chgData name="DEWE, HAYLEY L." userId="5cada80b-0f7b-49a5-96b2-656b100ca6c6" providerId="ADAL" clId="{632DF7FE-9916-4FAF-8457-3521400FFCEA}" dt="2026-02-26T11:31:33.130" v="234730"/>
        <pc:sldMkLst>
          <pc:docMk/>
          <pc:sldMk cId="914903450" sldId="1575"/>
        </pc:sldMkLst>
        <pc:spChg chg="mod">
          <ac:chgData name="DEWE, HAYLEY L." userId="5cada80b-0f7b-49a5-96b2-656b100ca6c6" providerId="ADAL" clId="{632DF7FE-9916-4FAF-8457-3521400FFCEA}" dt="2026-02-26T11:31:30.476" v="234729" actId="20577"/>
          <ac:spMkLst>
            <pc:docMk/>
            <pc:sldMk cId="914903450" sldId="1575"/>
            <ac:spMk id="3" creationId="{DA03CCF0-A23B-67F4-C1B5-27C8E32661C4}"/>
          </ac:spMkLst>
        </pc:spChg>
        <pc:picChg chg="add mod">
          <ac:chgData name="DEWE, HAYLEY L." userId="5cada80b-0f7b-49a5-96b2-656b100ca6c6" providerId="ADAL" clId="{632DF7FE-9916-4FAF-8457-3521400FFCEA}" dt="2026-02-26T09:50:16.325" v="227914" actId="1076"/>
          <ac:picMkLst>
            <pc:docMk/>
            <pc:sldMk cId="914903450" sldId="1575"/>
            <ac:picMk id="1026" creationId="{3E1D8D14-F81B-214B-B23F-D4440BBFEA37}"/>
          </ac:picMkLst>
        </pc:picChg>
      </pc:sldChg>
      <pc:sldChg chg="delSp modSp add mod modAnim">
        <pc:chgData name="DEWE, HAYLEY L." userId="5cada80b-0f7b-49a5-96b2-656b100ca6c6" providerId="ADAL" clId="{632DF7FE-9916-4FAF-8457-3521400FFCEA}" dt="2026-02-26T11:32:01.801" v="234742"/>
        <pc:sldMkLst>
          <pc:docMk/>
          <pc:sldMk cId="1871366748" sldId="1576"/>
        </pc:sldMkLst>
        <pc:spChg chg="mod">
          <ac:chgData name="DEWE, HAYLEY L." userId="5cada80b-0f7b-49a5-96b2-656b100ca6c6" providerId="ADAL" clId="{632DF7FE-9916-4FAF-8457-3521400FFCEA}" dt="2026-02-26T11:31:58.785" v="234741" actId="20577"/>
          <ac:spMkLst>
            <pc:docMk/>
            <pc:sldMk cId="1871366748" sldId="1576"/>
            <ac:spMk id="3" creationId="{B798F113-BD7F-5F65-2B9C-C445B34EAE08}"/>
          </ac:spMkLst>
        </pc:spChg>
        <pc:picChg chg="del">
          <ac:chgData name="DEWE, HAYLEY L." userId="5cada80b-0f7b-49a5-96b2-656b100ca6c6" providerId="ADAL" clId="{632DF7FE-9916-4FAF-8457-3521400FFCEA}" dt="2026-02-26T09:51:40.870" v="227961" actId="478"/>
          <ac:picMkLst>
            <pc:docMk/>
            <pc:sldMk cId="1871366748" sldId="1576"/>
            <ac:picMk id="1026" creationId="{564D5B37-3BC2-4A15-F722-FD9425E3F1A3}"/>
          </ac:picMkLst>
        </pc:picChg>
      </pc:sldChg>
      <pc:sldChg chg="delSp modSp add mod modAnim">
        <pc:chgData name="DEWE, HAYLEY L." userId="5cada80b-0f7b-49a5-96b2-656b100ca6c6" providerId="ADAL" clId="{632DF7FE-9916-4FAF-8457-3521400FFCEA}" dt="2026-02-26T11:00:56.477" v="232411"/>
        <pc:sldMkLst>
          <pc:docMk/>
          <pc:sldMk cId="1446225758" sldId="1577"/>
        </pc:sldMkLst>
        <pc:spChg chg="mod">
          <ac:chgData name="DEWE, HAYLEY L." userId="5cada80b-0f7b-49a5-96b2-656b100ca6c6" providerId="ADAL" clId="{632DF7FE-9916-4FAF-8457-3521400FFCEA}" dt="2026-02-26T10:05:08.632" v="228557" actId="20577"/>
          <ac:spMkLst>
            <pc:docMk/>
            <pc:sldMk cId="1446225758" sldId="1577"/>
            <ac:spMk id="2" creationId="{F9008671-9F20-A4AB-CB45-C81E037754BB}"/>
          </ac:spMkLst>
        </pc:spChg>
        <pc:spChg chg="mod">
          <ac:chgData name="DEWE, HAYLEY L." userId="5cada80b-0f7b-49a5-96b2-656b100ca6c6" providerId="ADAL" clId="{632DF7FE-9916-4FAF-8457-3521400FFCEA}" dt="2026-02-26T11:00:41.271" v="232408" actId="255"/>
          <ac:spMkLst>
            <pc:docMk/>
            <pc:sldMk cId="1446225758" sldId="1577"/>
            <ac:spMk id="3" creationId="{24362C51-F865-E2D4-8E9D-44B92CD8F606}"/>
          </ac:spMkLst>
        </pc:spChg>
        <pc:spChg chg="del">
          <ac:chgData name="DEWE, HAYLEY L." userId="5cada80b-0f7b-49a5-96b2-656b100ca6c6" providerId="ADAL" clId="{632DF7FE-9916-4FAF-8457-3521400FFCEA}" dt="2026-02-26T10:06:08.743" v="228757" actId="478"/>
          <ac:spMkLst>
            <pc:docMk/>
            <pc:sldMk cId="1446225758" sldId="1577"/>
            <ac:spMk id="4" creationId="{6A962B6A-C447-3FDC-A783-6B0FBBCD5848}"/>
          </ac:spMkLst>
        </pc:spChg>
      </pc:sldChg>
      <pc:sldChg chg="addSp delSp modSp new del mod">
        <pc:chgData name="DEWE, HAYLEY L." userId="5cada80b-0f7b-49a5-96b2-656b100ca6c6" providerId="ADAL" clId="{632DF7FE-9916-4FAF-8457-3521400FFCEA}" dt="2026-02-26T11:01:02.260" v="232412" actId="47"/>
        <pc:sldMkLst>
          <pc:docMk/>
          <pc:sldMk cId="1284068891" sldId="1578"/>
        </pc:sldMkLst>
        <pc:spChg chg="del">
          <ac:chgData name="DEWE, HAYLEY L." userId="5cada80b-0f7b-49a5-96b2-656b100ca6c6" providerId="ADAL" clId="{632DF7FE-9916-4FAF-8457-3521400FFCEA}" dt="2026-02-26T10:10:50.517" v="229100" actId="478"/>
          <ac:spMkLst>
            <pc:docMk/>
            <pc:sldMk cId="1284068891" sldId="1578"/>
            <ac:spMk id="2" creationId="{A71773C3-5D68-C625-BEB4-AE188EEDD9C0}"/>
          </ac:spMkLst>
        </pc:spChg>
        <pc:spChg chg="mod">
          <ac:chgData name="DEWE, HAYLEY L." userId="5cada80b-0f7b-49a5-96b2-656b100ca6c6" providerId="ADAL" clId="{632DF7FE-9916-4FAF-8457-3521400FFCEA}" dt="2026-02-26T10:11:37.547" v="229133" actId="1076"/>
          <ac:spMkLst>
            <pc:docMk/>
            <pc:sldMk cId="1284068891" sldId="1578"/>
            <ac:spMk id="3" creationId="{54D4F7E7-E0BF-8CB3-BCBA-504E08E0B47C}"/>
          </ac:spMkLst>
        </pc:spChg>
        <pc:spChg chg="mod">
          <ac:chgData name="DEWE, HAYLEY L." userId="5cada80b-0f7b-49a5-96b2-656b100ca6c6" providerId="ADAL" clId="{632DF7FE-9916-4FAF-8457-3521400FFCEA}" dt="2026-02-26T10:16:00.478" v="229534" actId="20577"/>
          <ac:spMkLst>
            <pc:docMk/>
            <pc:sldMk cId="1284068891" sldId="1578"/>
            <ac:spMk id="4" creationId="{1CD9CF1A-11D5-4139-FAEA-43A9CD74815B}"/>
          </ac:spMkLst>
        </pc:spChg>
        <pc:spChg chg="del mod">
          <ac:chgData name="DEWE, HAYLEY L." userId="5cada80b-0f7b-49a5-96b2-656b100ca6c6" providerId="ADAL" clId="{632DF7FE-9916-4FAF-8457-3521400FFCEA}" dt="2026-02-26T10:13:21.110" v="229164" actId="478"/>
          <ac:spMkLst>
            <pc:docMk/>
            <pc:sldMk cId="1284068891" sldId="1578"/>
            <ac:spMk id="5" creationId="{379D5D0F-D764-D69B-FF53-86A010EE5003}"/>
          </ac:spMkLst>
        </pc:spChg>
        <pc:spChg chg="del mod">
          <ac:chgData name="DEWE, HAYLEY L." userId="5cada80b-0f7b-49a5-96b2-656b100ca6c6" providerId="ADAL" clId="{632DF7FE-9916-4FAF-8457-3521400FFCEA}" dt="2026-02-26T10:13:23.265" v="229165" actId="478"/>
          <ac:spMkLst>
            <pc:docMk/>
            <pc:sldMk cId="1284068891" sldId="1578"/>
            <ac:spMk id="6" creationId="{1C879DF4-4563-9A01-0D2C-EC369301E43A}"/>
          </ac:spMkLst>
        </pc:spChg>
        <pc:spChg chg="add mod">
          <ac:chgData name="DEWE, HAYLEY L." userId="5cada80b-0f7b-49a5-96b2-656b100ca6c6" providerId="ADAL" clId="{632DF7FE-9916-4FAF-8457-3521400FFCEA}" dt="2026-02-26T10:11:14.551" v="229116" actId="20577"/>
          <ac:spMkLst>
            <pc:docMk/>
            <pc:sldMk cId="1284068891" sldId="1578"/>
            <ac:spMk id="7" creationId="{2EA66493-6F12-B9A9-5893-11209763019A}"/>
          </ac:spMkLst>
        </pc:spChg>
        <pc:spChg chg="add del mod">
          <ac:chgData name="DEWE, HAYLEY L." userId="5cada80b-0f7b-49a5-96b2-656b100ca6c6" providerId="ADAL" clId="{632DF7FE-9916-4FAF-8457-3521400FFCEA}" dt="2026-02-26T10:11:00.932" v="229106" actId="478"/>
          <ac:spMkLst>
            <pc:docMk/>
            <pc:sldMk cId="1284068891" sldId="1578"/>
            <ac:spMk id="8" creationId="{BB9C99B5-49E3-7179-97D2-ACFE248F19E9}"/>
          </ac:spMkLst>
        </pc:spChg>
        <pc:spChg chg="add del mod">
          <ac:chgData name="DEWE, HAYLEY L." userId="5cada80b-0f7b-49a5-96b2-656b100ca6c6" providerId="ADAL" clId="{632DF7FE-9916-4FAF-8457-3521400FFCEA}" dt="2026-02-26T10:13:24.264" v="229166" actId="478"/>
          <ac:spMkLst>
            <pc:docMk/>
            <pc:sldMk cId="1284068891" sldId="1578"/>
            <ac:spMk id="10" creationId="{576EDF4F-28B2-0A11-759A-82DE2680BD71}"/>
          </ac:spMkLst>
        </pc:spChg>
        <pc:spChg chg="add del mod">
          <ac:chgData name="DEWE, HAYLEY L." userId="5cada80b-0f7b-49a5-96b2-656b100ca6c6" providerId="ADAL" clId="{632DF7FE-9916-4FAF-8457-3521400FFCEA}" dt="2026-02-26T10:13:26.399" v="229167" actId="478"/>
          <ac:spMkLst>
            <pc:docMk/>
            <pc:sldMk cId="1284068891" sldId="1578"/>
            <ac:spMk id="12" creationId="{CFFBA2B9-832A-C2AE-4CCA-4FE99637065D}"/>
          </ac:spMkLst>
        </pc:spChg>
      </pc:sldChg>
      <pc:sldChg chg="addSp delSp modSp add mod modAnim">
        <pc:chgData name="DEWE, HAYLEY L." userId="5cada80b-0f7b-49a5-96b2-656b100ca6c6" providerId="ADAL" clId="{632DF7FE-9916-4FAF-8457-3521400FFCEA}" dt="2026-02-26T11:04:24.533" v="232872" actId="20577"/>
        <pc:sldMkLst>
          <pc:docMk/>
          <pc:sldMk cId="332318096" sldId="1579"/>
        </pc:sldMkLst>
        <pc:spChg chg="mod">
          <ac:chgData name="DEWE, HAYLEY L." userId="5cada80b-0f7b-49a5-96b2-656b100ca6c6" providerId="ADAL" clId="{632DF7FE-9916-4FAF-8457-3521400FFCEA}" dt="2026-02-26T11:01:06.415" v="232413" actId="1076"/>
          <ac:spMkLst>
            <pc:docMk/>
            <pc:sldMk cId="332318096" sldId="1579"/>
            <ac:spMk id="3" creationId="{53FB6CBE-A25D-3BF8-1A4B-A8C807398063}"/>
          </ac:spMkLst>
        </pc:spChg>
        <pc:spChg chg="mod">
          <ac:chgData name="DEWE, HAYLEY L." userId="5cada80b-0f7b-49a5-96b2-656b100ca6c6" providerId="ADAL" clId="{632DF7FE-9916-4FAF-8457-3521400FFCEA}" dt="2026-02-26T11:03:06.132" v="232739" actId="20577"/>
          <ac:spMkLst>
            <pc:docMk/>
            <pc:sldMk cId="332318096" sldId="1579"/>
            <ac:spMk id="4" creationId="{FC9B4D87-6877-7579-DE66-A2DCEE39B01B}"/>
          </ac:spMkLst>
        </pc:spChg>
        <pc:spChg chg="mod">
          <ac:chgData name="DEWE, HAYLEY L." userId="5cada80b-0f7b-49a5-96b2-656b100ca6c6" providerId="ADAL" clId="{632DF7FE-9916-4FAF-8457-3521400FFCEA}" dt="2026-02-26T11:04:24.533" v="232872" actId="20577"/>
          <ac:spMkLst>
            <pc:docMk/>
            <pc:sldMk cId="332318096" sldId="1579"/>
            <ac:spMk id="6" creationId="{33452760-5688-C9B5-A0E5-1B1858ED7F5E}"/>
          </ac:spMkLst>
        </pc:spChg>
        <pc:picChg chg="add del">
          <ac:chgData name="DEWE, HAYLEY L." userId="5cada80b-0f7b-49a5-96b2-656b100ca6c6" providerId="ADAL" clId="{632DF7FE-9916-4FAF-8457-3521400FFCEA}" dt="2026-02-26T10:16:22.607" v="229536" actId="22"/>
          <ac:picMkLst>
            <pc:docMk/>
            <pc:sldMk cId="332318096" sldId="1579"/>
            <ac:picMk id="8" creationId="{009BE9C2-4BE0-281F-7CF8-DD4745A69C98}"/>
          </ac:picMkLst>
        </pc:picChg>
      </pc:sldChg>
      <pc:sldChg chg="addSp delSp modSp add mod ord modAnim">
        <pc:chgData name="DEWE, HAYLEY L." userId="5cada80b-0f7b-49a5-96b2-656b100ca6c6" providerId="ADAL" clId="{632DF7FE-9916-4FAF-8457-3521400FFCEA}" dt="2026-02-26T11:41:23.494" v="234976" actId="478"/>
        <pc:sldMkLst>
          <pc:docMk/>
          <pc:sldMk cId="1712863949" sldId="1580"/>
        </pc:sldMkLst>
        <pc:spChg chg="mod">
          <ac:chgData name="DEWE, HAYLEY L." userId="5cada80b-0f7b-49a5-96b2-656b100ca6c6" providerId="ADAL" clId="{632DF7FE-9916-4FAF-8457-3521400FFCEA}" dt="2026-02-26T10:45:35.896" v="232271" actId="14100"/>
          <ac:spMkLst>
            <pc:docMk/>
            <pc:sldMk cId="1712863949" sldId="1580"/>
            <ac:spMk id="2" creationId="{565600A6-E599-0F58-D2A8-08588229C951}"/>
          </ac:spMkLst>
        </pc:spChg>
        <pc:spChg chg="mod">
          <ac:chgData name="DEWE, HAYLEY L." userId="5cada80b-0f7b-49a5-96b2-656b100ca6c6" providerId="ADAL" clId="{632DF7FE-9916-4FAF-8457-3521400FFCEA}" dt="2026-02-26T11:07:39.473" v="232981" actId="20577"/>
          <ac:spMkLst>
            <pc:docMk/>
            <pc:sldMk cId="1712863949" sldId="1580"/>
            <ac:spMk id="3" creationId="{A4FE41FD-F0E9-A9DA-C796-97BF0957151A}"/>
          </ac:spMkLst>
        </pc:spChg>
        <pc:picChg chg="add del mod">
          <ac:chgData name="DEWE, HAYLEY L." userId="5cada80b-0f7b-49a5-96b2-656b100ca6c6" providerId="ADAL" clId="{632DF7FE-9916-4FAF-8457-3521400FFCEA}" dt="2026-02-26T11:41:23.494" v="234976" actId="478"/>
          <ac:picMkLst>
            <pc:docMk/>
            <pc:sldMk cId="1712863949" sldId="1580"/>
            <ac:picMk id="1026" creationId="{81AAF019-EFC9-99B2-F46F-A9253AB650A3}"/>
          </ac:picMkLst>
        </pc:picChg>
      </pc:sldChg>
      <pc:sldChg chg="addSp modSp add del mod modAnim">
        <pc:chgData name="DEWE, HAYLEY L." userId="5cada80b-0f7b-49a5-96b2-656b100ca6c6" providerId="ADAL" clId="{632DF7FE-9916-4FAF-8457-3521400FFCEA}" dt="2026-02-26T10:45:10.044" v="232261" actId="47"/>
        <pc:sldMkLst>
          <pc:docMk/>
          <pc:sldMk cId="1449846602" sldId="1581"/>
        </pc:sldMkLst>
        <pc:spChg chg="mod">
          <ac:chgData name="DEWE, HAYLEY L." userId="5cada80b-0f7b-49a5-96b2-656b100ca6c6" providerId="ADAL" clId="{632DF7FE-9916-4FAF-8457-3521400FFCEA}" dt="2026-02-26T10:32:53.400" v="231971" actId="20577"/>
          <ac:spMkLst>
            <pc:docMk/>
            <pc:sldMk cId="1449846602" sldId="1581"/>
            <ac:spMk id="2" creationId="{8AD5B90A-2401-9504-D8B3-530F698575B2}"/>
          </ac:spMkLst>
        </pc:spChg>
        <pc:spChg chg="mod">
          <ac:chgData name="DEWE, HAYLEY L." userId="5cada80b-0f7b-49a5-96b2-656b100ca6c6" providerId="ADAL" clId="{632DF7FE-9916-4FAF-8457-3521400FFCEA}" dt="2026-02-26T10:35:15.249" v="232240" actId="20577"/>
          <ac:spMkLst>
            <pc:docMk/>
            <pc:sldMk cId="1449846602" sldId="1581"/>
            <ac:spMk id="3" creationId="{630B3D7F-B48C-5111-9480-50EE2386A712}"/>
          </ac:spMkLst>
        </pc:spChg>
        <pc:spChg chg="add mod">
          <ac:chgData name="DEWE, HAYLEY L." userId="5cada80b-0f7b-49a5-96b2-656b100ca6c6" providerId="ADAL" clId="{632DF7FE-9916-4FAF-8457-3521400FFCEA}" dt="2026-02-26T10:35:55.755" v="232258" actId="207"/>
          <ac:spMkLst>
            <pc:docMk/>
            <pc:sldMk cId="1449846602" sldId="1581"/>
            <ac:spMk id="5" creationId="{7BD013FA-4A60-97BE-7EFC-38749C7C37F8}"/>
          </ac:spMkLst>
        </pc:spChg>
        <pc:spChg chg="add mod">
          <ac:chgData name="DEWE, HAYLEY L." userId="5cada80b-0f7b-49a5-96b2-656b100ca6c6" providerId="ADAL" clId="{632DF7FE-9916-4FAF-8457-3521400FFCEA}" dt="2026-02-26T10:35:32.389" v="232249" actId="1076"/>
          <ac:spMkLst>
            <pc:docMk/>
            <pc:sldMk cId="1449846602" sldId="1581"/>
            <ac:spMk id="7" creationId="{FABCEED2-93F4-8678-9F55-A8AB4B54EBAB}"/>
          </ac:spMkLst>
        </pc:spChg>
        <pc:spChg chg="add mod">
          <ac:chgData name="DEWE, HAYLEY L." userId="5cada80b-0f7b-49a5-96b2-656b100ca6c6" providerId="ADAL" clId="{632DF7FE-9916-4FAF-8457-3521400FFCEA}" dt="2026-02-26T10:36:01.889" v="232260" actId="1076"/>
          <ac:spMkLst>
            <pc:docMk/>
            <pc:sldMk cId="1449846602" sldId="1581"/>
            <ac:spMk id="9" creationId="{B7890F1F-805F-8E05-0368-49FDC602AEEF}"/>
          </ac:spMkLst>
        </pc:spChg>
        <pc:spChg chg="add mod">
          <ac:chgData name="DEWE, HAYLEY L." userId="5cada80b-0f7b-49a5-96b2-656b100ca6c6" providerId="ADAL" clId="{632DF7FE-9916-4FAF-8457-3521400FFCEA}" dt="2026-02-26T10:36:01.889" v="232260" actId="1076"/>
          <ac:spMkLst>
            <pc:docMk/>
            <pc:sldMk cId="1449846602" sldId="1581"/>
            <ac:spMk id="10" creationId="{6A8CBDEE-2674-A35B-9086-ED3DBD7941C0}"/>
          </ac:spMkLst>
        </pc:spChg>
        <pc:picChg chg="add mod">
          <ac:chgData name="DEWE, HAYLEY L." userId="5cada80b-0f7b-49a5-96b2-656b100ca6c6" providerId="ADAL" clId="{632DF7FE-9916-4FAF-8457-3521400FFCEA}" dt="2026-02-26T10:35:51.209" v="232257" actId="1076"/>
          <ac:picMkLst>
            <pc:docMk/>
            <pc:sldMk cId="1449846602" sldId="1581"/>
            <ac:picMk id="4" creationId="{C2B626D4-4EAA-6D56-04BD-AE1AB334AA68}"/>
          </ac:picMkLst>
        </pc:picChg>
        <pc:picChg chg="add mod">
          <ac:chgData name="DEWE, HAYLEY L." userId="5cada80b-0f7b-49a5-96b2-656b100ca6c6" providerId="ADAL" clId="{632DF7FE-9916-4FAF-8457-3521400FFCEA}" dt="2026-02-26T10:36:01.889" v="232260" actId="1076"/>
          <ac:picMkLst>
            <pc:docMk/>
            <pc:sldMk cId="1449846602" sldId="1581"/>
            <ac:picMk id="8" creationId="{74C88BEF-5970-4ACE-5BB7-79CB5F63EF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24543-6094-4172-A2C7-7DFF1C579B9D}" type="datetimeFigureOut">
              <a:rPr lang="en-GB" smtClean="0"/>
              <a:t>26/02/2026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1B416-F7FB-4E18-878D-8E41009988D5}" type="slidenum">
              <a:rPr lang="en-GB" smtClean="0"/>
              <a:t>‹#›</a:t>
            </a:fld>
            <a:endParaRPr lang="en-GB"/>
          </a:p>
        </p:txBody>
      </p:sp>
    </p:spTree>
    <p:extLst>
      <p:ext uri="{BB962C8B-B14F-4D97-AF65-F5344CB8AC3E}">
        <p14:creationId xmlns:p14="http://schemas.microsoft.com/office/powerpoint/2010/main" val="21613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1</a:t>
            </a:fld>
            <a:endParaRPr lang="en-GB"/>
          </a:p>
        </p:txBody>
      </p:sp>
    </p:spTree>
    <p:extLst>
      <p:ext uri="{BB962C8B-B14F-4D97-AF65-F5344CB8AC3E}">
        <p14:creationId xmlns:p14="http://schemas.microsoft.com/office/powerpoint/2010/main" val="1987774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A1A1-9ECD-4E0D-C60B-6F4E2E6D7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9C435-ABC6-6133-C325-CE254FDEB1A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EA0D2B-C7DA-55F4-8F34-62A9A48F69D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784C2B-5EA1-2F0F-70DE-492CA2C78717}"/>
              </a:ext>
            </a:extLst>
          </p:cNvPr>
          <p:cNvSpPr>
            <a:spLocks noGrp="1"/>
          </p:cNvSpPr>
          <p:nvPr>
            <p:ph type="sldNum" sz="quarter" idx="5"/>
          </p:nvPr>
        </p:nvSpPr>
        <p:spPr/>
        <p:txBody>
          <a:bodyPr/>
          <a:lstStyle/>
          <a:p>
            <a:fld id="{2821B416-F7FB-4E18-878D-8E41009988D5}" type="slidenum">
              <a:rPr lang="en-GB" smtClean="0"/>
              <a:t>2</a:t>
            </a:fld>
            <a:endParaRPr lang="en-GB"/>
          </a:p>
        </p:txBody>
      </p:sp>
    </p:spTree>
    <p:extLst>
      <p:ext uri="{BB962C8B-B14F-4D97-AF65-F5344CB8AC3E}">
        <p14:creationId xmlns:p14="http://schemas.microsoft.com/office/powerpoint/2010/main" val="3734635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3</a:t>
            </a:fld>
            <a:endParaRPr lang="en-GB"/>
          </a:p>
        </p:txBody>
      </p:sp>
    </p:spTree>
    <p:extLst>
      <p:ext uri="{BB962C8B-B14F-4D97-AF65-F5344CB8AC3E}">
        <p14:creationId xmlns:p14="http://schemas.microsoft.com/office/powerpoint/2010/main" val="697113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4</a:t>
            </a:fld>
            <a:endParaRPr lang="en-GB"/>
          </a:p>
        </p:txBody>
      </p:sp>
    </p:spTree>
    <p:extLst>
      <p:ext uri="{BB962C8B-B14F-4D97-AF65-F5344CB8AC3E}">
        <p14:creationId xmlns:p14="http://schemas.microsoft.com/office/powerpoint/2010/main" val="191491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21B416-F7FB-4E18-878D-8E41009988D5}" type="slidenum">
              <a:rPr lang="en-GB" smtClean="0"/>
              <a:t>5</a:t>
            </a:fld>
            <a:endParaRPr lang="en-GB"/>
          </a:p>
        </p:txBody>
      </p:sp>
    </p:spTree>
    <p:extLst>
      <p:ext uri="{BB962C8B-B14F-4D97-AF65-F5344CB8AC3E}">
        <p14:creationId xmlns:p14="http://schemas.microsoft.com/office/powerpoint/2010/main" val="3305126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01BB-3582-A453-09B7-B966F02FD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054008-608C-0B07-FA18-3F2CD5713A62}"/>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37B68A69-1BC0-8822-8588-AC9CBB34090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A8ADB48-BA12-F7D3-89F2-D7E9200E890F}"/>
              </a:ext>
            </a:extLst>
          </p:cNvPr>
          <p:cNvSpPr>
            <a:spLocks noGrp="1"/>
          </p:cNvSpPr>
          <p:nvPr>
            <p:ph type="sldNum" sz="quarter" idx="10"/>
          </p:nvPr>
        </p:nvSpPr>
        <p:spPr/>
        <p:txBody>
          <a:bodyPr/>
          <a:lstStyle/>
          <a:p>
            <a:fld id="{1FB530B7-CA49-455B-8AB9-6EB635F13FD8}" type="slidenum">
              <a:rPr lang="en-GB" smtClean="0"/>
              <a:t>6</a:t>
            </a:fld>
            <a:endParaRPr lang="en-GB"/>
          </a:p>
        </p:txBody>
      </p:sp>
    </p:spTree>
    <p:extLst>
      <p:ext uri="{BB962C8B-B14F-4D97-AF65-F5344CB8AC3E}">
        <p14:creationId xmlns:p14="http://schemas.microsoft.com/office/powerpoint/2010/main" val="3654956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D489D-E0F0-CA2D-8E34-C4B73CED93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C1C032-4722-45EB-D347-6F9F91B783B8}"/>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3120953E-CF8C-C11D-C5C3-BEB826790D0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7CD2F516-DBD4-AF51-AA20-47E90B15E556}"/>
              </a:ext>
            </a:extLst>
          </p:cNvPr>
          <p:cNvSpPr>
            <a:spLocks noGrp="1"/>
          </p:cNvSpPr>
          <p:nvPr>
            <p:ph type="sldNum" sz="quarter" idx="10"/>
          </p:nvPr>
        </p:nvSpPr>
        <p:spPr/>
        <p:txBody>
          <a:bodyPr/>
          <a:lstStyle/>
          <a:p>
            <a:fld id="{1FB530B7-CA49-455B-8AB9-6EB635F13FD8}" type="slidenum">
              <a:rPr lang="en-GB" smtClean="0"/>
              <a:t>7</a:t>
            </a:fld>
            <a:endParaRPr lang="en-GB"/>
          </a:p>
        </p:txBody>
      </p:sp>
    </p:spTree>
    <p:extLst>
      <p:ext uri="{BB962C8B-B14F-4D97-AF65-F5344CB8AC3E}">
        <p14:creationId xmlns:p14="http://schemas.microsoft.com/office/powerpoint/2010/main" val="1312990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4C527-013F-4650-8577-71635278FC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DDFFE8C-60E7-824A-99A3-65162DE9A9B3}"/>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762719D8-7AB5-56C4-24AC-D7E0A792DBC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71596507-83C4-A0EC-6D7E-62C7091AF468}"/>
              </a:ext>
            </a:extLst>
          </p:cNvPr>
          <p:cNvSpPr>
            <a:spLocks noGrp="1"/>
          </p:cNvSpPr>
          <p:nvPr>
            <p:ph type="sldNum" sz="quarter" idx="10"/>
          </p:nvPr>
        </p:nvSpPr>
        <p:spPr/>
        <p:txBody>
          <a:bodyPr/>
          <a:lstStyle/>
          <a:p>
            <a:fld id="{1FB530B7-CA49-455B-8AB9-6EB635F13FD8}" type="slidenum">
              <a:rPr lang="en-GB" smtClean="0"/>
              <a:t>8</a:t>
            </a:fld>
            <a:endParaRPr lang="en-GB"/>
          </a:p>
        </p:txBody>
      </p:sp>
    </p:spTree>
    <p:extLst>
      <p:ext uri="{BB962C8B-B14F-4D97-AF65-F5344CB8AC3E}">
        <p14:creationId xmlns:p14="http://schemas.microsoft.com/office/powerpoint/2010/main" val="2719014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6AD84-25FA-781E-7A3F-44C4B01A3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D2764-A95E-2D5C-8505-C66F8152CA2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AF3D6AF-81CA-17E8-E836-55AB4CA11A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4153C4F-7E3E-FEC1-84BA-68ECF23E48AB}"/>
              </a:ext>
            </a:extLst>
          </p:cNvPr>
          <p:cNvSpPr>
            <a:spLocks noGrp="1"/>
          </p:cNvSpPr>
          <p:nvPr>
            <p:ph type="sldNum" sz="quarter" idx="5"/>
          </p:nvPr>
        </p:nvSpPr>
        <p:spPr/>
        <p:txBody>
          <a:bodyPr/>
          <a:lstStyle/>
          <a:p>
            <a:fld id="{2821B416-F7FB-4E18-878D-8E41009988D5}" type="slidenum">
              <a:rPr lang="en-GB" smtClean="0"/>
              <a:t>9</a:t>
            </a:fld>
            <a:endParaRPr lang="en-GB"/>
          </a:p>
        </p:txBody>
      </p:sp>
    </p:spTree>
    <p:extLst>
      <p:ext uri="{BB962C8B-B14F-4D97-AF65-F5344CB8AC3E}">
        <p14:creationId xmlns:p14="http://schemas.microsoft.com/office/powerpoint/2010/main" val="2013324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25D0D-39A2-465D-908B-B375D69A36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E86DAD-1D62-4550-08AC-713A1EE7712C}"/>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773159F3-2B5D-E8D1-39A8-A7C7942AF93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9C655CA-9382-13FE-7AB2-F75BE87B9B89}"/>
              </a:ext>
            </a:extLst>
          </p:cNvPr>
          <p:cNvSpPr>
            <a:spLocks noGrp="1"/>
          </p:cNvSpPr>
          <p:nvPr>
            <p:ph type="sldNum" sz="quarter" idx="10"/>
          </p:nvPr>
        </p:nvSpPr>
        <p:spPr/>
        <p:txBody>
          <a:bodyPr/>
          <a:lstStyle/>
          <a:p>
            <a:fld id="{1FB530B7-CA49-455B-8AB9-6EB635F13FD8}" type="slidenum">
              <a:rPr lang="en-GB" smtClean="0"/>
              <a:t>10</a:t>
            </a:fld>
            <a:endParaRPr lang="en-GB"/>
          </a:p>
        </p:txBody>
      </p:sp>
    </p:spTree>
    <p:extLst>
      <p:ext uri="{BB962C8B-B14F-4D97-AF65-F5344CB8AC3E}">
        <p14:creationId xmlns:p14="http://schemas.microsoft.com/office/powerpoint/2010/main" val="119870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BDA58-16FD-891C-6B15-5810D98CA5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D6BDF7-5158-4A1C-7634-D7F641C961F2}"/>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5AFF0524-E4E3-BB14-BD60-2BAE23DEBD8D}"/>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9D05EF4-6CA2-811E-AA33-9302FBA5CA61}"/>
              </a:ext>
            </a:extLst>
          </p:cNvPr>
          <p:cNvSpPr>
            <a:spLocks noGrp="1"/>
          </p:cNvSpPr>
          <p:nvPr>
            <p:ph type="sldNum" sz="quarter" idx="10"/>
          </p:nvPr>
        </p:nvSpPr>
        <p:spPr/>
        <p:txBody>
          <a:bodyPr/>
          <a:lstStyle/>
          <a:p>
            <a:fld id="{1FB530B7-CA49-455B-8AB9-6EB635F13FD8}" type="slidenum">
              <a:rPr lang="en-GB" smtClean="0"/>
              <a:t>11</a:t>
            </a:fld>
            <a:endParaRPr lang="en-GB"/>
          </a:p>
        </p:txBody>
      </p:sp>
    </p:spTree>
    <p:extLst>
      <p:ext uri="{BB962C8B-B14F-4D97-AF65-F5344CB8AC3E}">
        <p14:creationId xmlns:p14="http://schemas.microsoft.com/office/powerpoint/2010/main" val="577714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solidFill>
                <a:srgbClr val="E7E6E6"/>
              </a:solidFill>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0580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159A-1FDA-52B7-9652-93E529AA8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35446-2E8D-52F8-1D1D-8EE74B2D3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42358-F58F-4315-8E43-4138E888A5E2}"/>
              </a:ext>
            </a:extLst>
          </p:cNvPr>
          <p:cNvSpPr>
            <a:spLocks noGrp="1"/>
          </p:cNvSpPr>
          <p:nvPr>
            <p:ph type="body" idx="1"/>
          </p:nvPr>
        </p:nvSpPr>
        <p:spPr/>
        <p:txBody>
          <a:bodyPr/>
          <a:lstStyle/>
          <a:p>
            <a:endParaRPr lang="en-GB" dirty="0">
              <a:solidFill>
                <a:srgbClr val="E7E6E6"/>
              </a:solidFill>
              <a:cs typeface="Calibri"/>
            </a:endParaRPr>
          </a:p>
        </p:txBody>
      </p:sp>
      <p:sp>
        <p:nvSpPr>
          <p:cNvPr id="4" name="Slide Number Placeholder 3">
            <a:extLst>
              <a:ext uri="{FF2B5EF4-FFF2-40B4-BE49-F238E27FC236}">
                <a16:creationId xmlns:a16="http://schemas.microsoft.com/office/drawing/2014/main" id="{3FFFDCF0-9000-DCAA-16DC-C6EB8F86376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6970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1AD29-B1C0-DF15-6629-2030FD111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93CB7-2D62-0493-4246-425293ACD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F109D-341A-8F82-0D77-D4FA794AFF74}"/>
              </a:ext>
            </a:extLst>
          </p:cNvPr>
          <p:cNvSpPr>
            <a:spLocks noGrp="1"/>
          </p:cNvSpPr>
          <p:nvPr>
            <p:ph type="body" idx="1"/>
          </p:nvPr>
        </p:nvSpPr>
        <p:spPr/>
        <p:txBody>
          <a:bodyPr/>
          <a:lstStyle/>
          <a:p>
            <a:endParaRPr lang="en-GB" dirty="0">
              <a:solidFill>
                <a:srgbClr val="E7E6E6"/>
              </a:solidFill>
              <a:cs typeface="Calibri"/>
            </a:endParaRPr>
          </a:p>
        </p:txBody>
      </p:sp>
      <p:sp>
        <p:nvSpPr>
          <p:cNvPr id="4" name="Slide Number Placeholder 3">
            <a:extLst>
              <a:ext uri="{FF2B5EF4-FFF2-40B4-BE49-F238E27FC236}">
                <a16:creationId xmlns:a16="http://schemas.microsoft.com/office/drawing/2014/main" id="{74AF0924-661E-12FD-6D8C-3AB445A9959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9722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3B1D-2674-CD21-C738-3F0955593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A8076-90FC-9421-F625-B9CB50747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B86CB-7361-2176-0D19-AEE82FE4753B}"/>
              </a:ext>
            </a:extLst>
          </p:cNvPr>
          <p:cNvSpPr>
            <a:spLocks noGrp="1"/>
          </p:cNvSpPr>
          <p:nvPr>
            <p:ph type="body" idx="1"/>
          </p:nvPr>
        </p:nvSpPr>
        <p:spPr/>
        <p:txBody>
          <a:bodyPr/>
          <a:lstStyle/>
          <a:p>
            <a:endParaRPr lang="en-GB" dirty="0">
              <a:solidFill>
                <a:srgbClr val="E7E6E6"/>
              </a:solidFill>
              <a:cs typeface="Calibri"/>
            </a:endParaRPr>
          </a:p>
        </p:txBody>
      </p:sp>
      <p:sp>
        <p:nvSpPr>
          <p:cNvPr id="4" name="Slide Number Placeholder 3">
            <a:extLst>
              <a:ext uri="{FF2B5EF4-FFF2-40B4-BE49-F238E27FC236}">
                <a16:creationId xmlns:a16="http://schemas.microsoft.com/office/drawing/2014/main" id="{E1EC86E1-839E-3049-4D7F-4F8F2F3CABD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124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1C497-6092-10C7-BF13-21C6B6F82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4CA56-C00B-11D8-1153-E151FD2AE4B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5B671D-8086-B126-02E8-166C2C3A353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65C81AD-DBF0-68A1-F7B3-F4B1831011C8}"/>
              </a:ext>
            </a:extLst>
          </p:cNvPr>
          <p:cNvSpPr>
            <a:spLocks noGrp="1"/>
          </p:cNvSpPr>
          <p:nvPr>
            <p:ph type="sldNum" sz="quarter" idx="5"/>
          </p:nvPr>
        </p:nvSpPr>
        <p:spPr/>
        <p:txBody>
          <a:bodyPr/>
          <a:lstStyle/>
          <a:p>
            <a:fld id="{2821B416-F7FB-4E18-878D-8E41009988D5}" type="slidenum">
              <a:rPr lang="en-GB" smtClean="0"/>
              <a:t>16</a:t>
            </a:fld>
            <a:endParaRPr lang="en-GB"/>
          </a:p>
        </p:txBody>
      </p:sp>
    </p:spTree>
    <p:extLst>
      <p:ext uri="{BB962C8B-B14F-4D97-AF65-F5344CB8AC3E}">
        <p14:creationId xmlns:p14="http://schemas.microsoft.com/office/powerpoint/2010/main" val="1356061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D6E9A-1C7E-DDBE-FEDE-1424D59E38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06BCA0-5BE9-636A-281A-4096614F58B2}"/>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2149F32F-BCE6-CD05-1DEA-636F81EE566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37FAFDFB-930A-C019-D8B4-90D7C112A366}"/>
              </a:ext>
            </a:extLst>
          </p:cNvPr>
          <p:cNvSpPr>
            <a:spLocks noGrp="1"/>
          </p:cNvSpPr>
          <p:nvPr>
            <p:ph type="sldNum" sz="quarter" idx="10"/>
          </p:nvPr>
        </p:nvSpPr>
        <p:spPr/>
        <p:txBody>
          <a:bodyPr/>
          <a:lstStyle/>
          <a:p>
            <a:fld id="{1FB530B7-CA49-455B-8AB9-6EB635F13FD8}" type="slidenum">
              <a:rPr lang="en-GB" smtClean="0"/>
              <a:t>17</a:t>
            </a:fld>
            <a:endParaRPr lang="en-GB"/>
          </a:p>
        </p:txBody>
      </p:sp>
    </p:spTree>
    <p:extLst>
      <p:ext uri="{BB962C8B-B14F-4D97-AF65-F5344CB8AC3E}">
        <p14:creationId xmlns:p14="http://schemas.microsoft.com/office/powerpoint/2010/main" val="1151253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AA24-D655-1F00-CD67-0671F661A0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0487EE-D54E-1E71-FEFE-0EE0ACF02882}"/>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01F045D4-F0C1-4071-0279-86DF1372493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3442A02-F89B-435B-0A30-8E1F67803D0E}"/>
              </a:ext>
            </a:extLst>
          </p:cNvPr>
          <p:cNvSpPr>
            <a:spLocks noGrp="1"/>
          </p:cNvSpPr>
          <p:nvPr>
            <p:ph type="sldNum" sz="quarter" idx="10"/>
          </p:nvPr>
        </p:nvSpPr>
        <p:spPr/>
        <p:txBody>
          <a:bodyPr/>
          <a:lstStyle/>
          <a:p>
            <a:fld id="{1FB530B7-CA49-455B-8AB9-6EB635F13FD8}" type="slidenum">
              <a:rPr lang="en-GB" smtClean="0"/>
              <a:t>18</a:t>
            </a:fld>
            <a:endParaRPr lang="en-GB"/>
          </a:p>
        </p:txBody>
      </p:sp>
    </p:spTree>
    <p:extLst>
      <p:ext uri="{BB962C8B-B14F-4D97-AF65-F5344CB8AC3E}">
        <p14:creationId xmlns:p14="http://schemas.microsoft.com/office/powerpoint/2010/main" val="3847757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Start broad with the topic area, then narrow down, getting more precise as you go along. End with your study aims and predictions (hypothesis)</a:t>
            </a:r>
          </a:p>
          <a:p>
            <a:endParaRPr lang="en-GB" dirty="0">
              <a:solidFill>
                <a:schemeClr val="bg2"/>
              </a:solidFill>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9716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82F2-5596-2E5B-A8B9-17EAE293FB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91566E-694D-20CA-7145-26D06A1C23B3}"/>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3CAA32C0-4315-0CB6-0C00-044057ED66D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03E9373-52C6-D2AD-425F-3BCAF6BCAAF1}"/>
              </a:ext>
            </a:extLst>
          </p:cNvPr>
          <p:cNvSpPr>
            <a:spLocks noGrp="1"/>
          </p:cNvSpPr>
          <p:nvPr>
            <p:ph type="sldNum" sz="quarter" idx="10"/>
          </p:nvPr>
        </p:nvSpPr>
        <p:spPr/>
        <p:txBody>
          <a:bodyPr/>
          <a:lstStyle/>
          <a:p>
            <a:fld id="{1FB530B7-CA49-455B-8AB9-6EB635F13FD8}" type="slidenum">
              <a:rPr lang="en-GB" smtClean="0"/>
              <a:t>20</a:t>
            </a:fld>
            <a:endParaRPr lang="en-GB"/>
          </a:p>
        </p:txBody>
      </p:sp>
    </p:spTree>
    <p:extLst>
      <p:ext uri="{BB962C8B-B14F-4D97-AF65-F5344CB8AC3E}">
        <p14:creationId xmlns:p14="http://schemas.microsoft.com/office/powerpoint/2010/main" val="3987991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C25B-A2F7-B8D1-B09E-0B9CA4087E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92C696-411A-27E7-AE46-6C9C9EBE84C0}"/>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E1FE2A50-0D7B-A20F-3CFB-31BE018EC263}"/>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639FAAC5-42CA-B1EF-44CF-EF0FF1898A54}"/>
              </a:ext>
            </a:extLst>
          </p:cNvPr>
          <p:cNvSpPr>
            <a:spLocks noGrp="1"/>
          </p:cNvSpPr>
          <p:nvPr>
            <p:ph type="sldNum" sz="quarter" idx="10"/>
          </p:nvPr>
        </p:nvSpPr>
        <p:spPr/>
        <p:txBody>
          <a:bodyPr/>
          <a:lstStyle/>
          <a:p>
            <a:fld id="{1FB530B7-CA49-455B-8AB9-6EB635F13FD8}" type="slidenum">
              <a:rPr lang="en-GB" smtClean="0"/>
              <a:t>21</a:t>
            </a:fld>
            <a:endParaRPr lang="en-GB"/>
          </a:p>
        </p:txBody>
      </p:sp>
    </p:spTree>
    <p:extLst>
      <p:ext uri="{BB962C8B-B14F-4D97-AF65-F5344CB8AC3E}">
        <p14:creationId xmlns:p14="http://schemas.microsoft.com/office/powerpoint/2010/main" val="5714654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1DB38-5CEE-2D77-6BCD-82EE9F1FEB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D5CC4BA-2794-8642-A660-36C8C39A2868}"/>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A3BCB03E-0B8B-9470-8840-6D8868A9F9A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4BC31F1-59A6-6D29-01B2-26626F2FD0DC}"/>
              </a:ext>
            </a:extLst>
          </p:cNvPr>
          <p:cNvSpPr>
            <a:spLocks noGrp="1"/>
          </p:cNvSpPr>
          <p:nvPr>
            <p:ph type="sldNum" sz="quarter" idx="10"/>
          </p:nvPr>
        </p:nvSpPr>
        <p:spPr/>
        <p:txBody>
          <a:bodyPr/>
          <a:lstStyle/>
          <a:p>
            <a:fld id="{1FB530B7-CA49-455B-8AB9-6EB635F13FD8}" type="slidenum">
              <a:rPr lang="en-GB" smtClean="0"/>
              <a:t>23</a:t>
            </a:fld>
            <a:endParaRPr lang="en-GB"/>
          </a:p>
        </p:txBody>
      </p:sp>
    </p:spTree>
    <p:extLst>
      <p:ext uri="{BB962C8B-B14F-4D97-AF65-F5344CB8AC3E}">
        <p14:creationId xmlns:p14="http://schemas.microsoft.com/office/powerpoint/2010/main" val="664232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E09F-23EA-37FB-90E0-7F4752C85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A1BC9-D3D6-7ED2-C4C6-6C636C4B282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11B7BA1-518F-ADBE-CC80-DD3045EF43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2A866CB-D9A9-184E-2587-9B7EAE1EDCEE}"/>
              </a:ext>
            </a:extLst>
          </p:cNvPr>
          <p:cNvSpPr>
            <a:spLocks noGrp="1"/>
          </p:cNvSpPr>
          <p:nvPr>
            <p:ph type="sldNum" sz="quarter" idx="5"/>
          </p:nvPr>
        </p:nvSpPr>
        <p:spPr/>
        <p:txBody>
          <a:bodyPr/>
          <a:lstStyle/>
          <a:p>
            <a:fld id="{2821B416-F7FB-4E18-878D-8E41009988D5}" type="slidenum">
              <a:rPr lang="en-GB" smtClean="0"/>
              <a:t>24</a:t>
            </a:fld>
            <a:endParaRPr lang="en-GB"/>
          </a:p>
        </p:txBody>
      </p:sp>
    </p:spTree>
    <p:extLst>
      <p:ext uri="{BB962C8B-B14F-4D97-AF65-F5344CB8AC3E}">
        <p14:creationId xmlns:p14="http://schemas.microsoft.com/office/powerpoint/2010/main" val="1566630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1FBC-CFFF-191F-B1F9-7AAA4F38E6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C26C46-51F9-1771-4FCF-07B0CC3C3F44}"/>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D15A5E2C-705B-0DC5-9B68-23CFB09419F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56986EE-AB61-B907-9A17-D7694803BD93}"/>
              </a:ext>
            </a:extLst>
          </p:cNvPr>
          <p:cNvSpPr>
            <a:spLocks noGrp="1"/>
          </p:cNvSpPr>
          <p:nvPr>
            <p:ph type="sldNum" sz="quarter" idx="10"/>
          </p:nvPr>
        </p:nvSpPr>
        <p:spPr/>
        <p:txBody>
          <a:bodyPr/>
          <a:lstStyle/>
          <a:p>
            <a:fld id="{1FB530B7-CA49-455B-8AB9-6EB635F13FD8}" type="slidenum">
              <a:rPr lang="en-GB" smtClean="0"/>
              <a:t>25</a:t>
            </a:fld>
            <a:endParaRPr lang="en-GB"/>
          </a:p>
        </p:txBody>
      </p:sp>
    </p:spTree>
    <p:extLst>
      <p:ext uri="{BB962C8B-B14F-4D97-AF65-F5344CB8AC3E}">
        <p14:creationId xmlns:p14="http://schemas.microsoft.com/office/powerpoint/2010/main" val="32122304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chemeClr val="bg2"/>
                </a:solidFill>
              </a:rPr>
              <a:t>Do them / be aware of them / but don’t write them</a:t>
            </a:r>
            <a:endParaRPr lang="en-GB" dirty="0">
              <a:solidFill>
                <a:schemeClr val="bg2"/>
              </a:solidFil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41919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98E1A-1C3F-7E88-1C03-826363C7E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6367F-C6EE-25A1-9922-4E3DB3D71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A7E25-7887-3347-648F-CCD6B05A5D9B}"/>
              </a:ext>
            </a:extLst>
          </p:cNvPr>
          <p:cNvSpPr>
            <a:spLocks noGrp="1"/>
          </p:cNvSpPr>
          <p:nvPr>
            <p:ph type="body" idx="1"/>
          </p:nvPr>
        </p:nvSpPr>
        <p:spPr/>
        <p:txBody>
          <a:bodyPr/>
          <a:lstStyle/>
          <a:p>
            <a:endParaRPr lang="en-GB" dirty="0">
              <a:solidFill>
                <a:schemeClr val="bg2"/>
              </a:solidFill>
            </a:endParaRPr>
          </a:p>
        </p:txBody>
      </p:sp>
      <p:sp>
        <p:nvSpPr>
          <p:cNvPr id="4" name="Slide Number Placeholder 3">
            <a:extLst>
              <a:ext uri="{FF2B5EF4-FFF2-40B4-BE49-F238E27FC236}">
                <a16:creationId xmlns:a16="http://schemas.microsoft.com/office/drawing/2014/main" id="{BC6ACA73-2D4D-F4D4-BCFE-74CB54A8F3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5022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817A-228E-DDFB-4D20-AE5712A31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19A46-F90C-D694-A37D-402392472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D98C8-F855-EDAE-FB73-BC1F8E3BD2E2}"/>
              </a:ext>
            </a:extLst>
          </p:cNvPr>
          <p:cNvSpPr>
            <a:spLocks noGrp="1"/>
          </p:cNvSpPr>
          <p:nvPr>
            <p:ph type="body" idx="1"/>
          </p:nvPr>
        </p:nvSpPr>
        <p:spPr/>
        <p:txBody>
          <a:bodyPr/>
          <a:lstStyle/>
          <a:p>
            <a:endParaRPr lang="en-GB" dirty="0">
              <a:solidFill>
                <a:schemeClr val="bg2"/>
              </a:solidFill>
            </a:endParaRPr>
          </a:p>
        </p:txBody>
      </p:sp>
      <p:sp>
        <p:nvSpPr>
          <p:cNvPr id="4" name="Slide Number Placeholder 3">
            <a:extLst>
              <a:ext uri="{FF2B5EF4-FFF2-40B4-BE49-F238E27FC236}">
                <a16:creationId xmlns:a16="http://schemas.microsoft.com/office/drawing/2014/main" id="{72E8B1E1-AD05-EA43-6670-DAF644751B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739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534C3-00B8-4CEC-96BC-7AFFE1E62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F95B9-EE2D-8033-01F9-BDC3259D0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00D0B-DAFE-16EE-62B6-3EBEFA183E06}"/>
              </a:ext>
            </a:extLst>
          </p:cNvPr>
          <p:cNvSpPr>
            <a:spLocks noGrp="1"/>
          </p:cNvSpPr>
          <p:nvPr>
            <p:ph type="body" idx="1"/>
          </p:nvPr>
        </p:nvSpPr>
        <p:spPr/>
        <p:txBody>
          <a:bodyPr/>
          <a:lstStyle/>
          <a:p>
            <a:endParaRPr lang="en-GB" dirty="0">
              <a:solidFill>
                <a:schemeClr val="bg2"/>
              </a:solidFill>
            </a:endParaRPr>
          </a:p>
        </p:txBody>
      </p:sp>
      <p:sp>
        <p:nvSpPr>
          <p:cNvPr id="4" name="Slide Number Placeholder 3">
            <a:extLst>
              <a:ext uri="{FF2B5EF4-FFF2-40B4-BE49-F238E27FC236}">
                <a16:creationId xmlns:a16="http://schemas.microsoft.com/office/drawing/2014/main" id="{990CBD9E-BD2D-24D7-62FA-E0D1619B9B3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21B416-F7FB-4E18-878D-8E41009988D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960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CC13B-303E-DD43-2B35-C7883C76A8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2CF84E4-902E-6A11-FF4E-E47438163DD5}"/>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D33C4AB3-CC86-8298-3A4F-8516C3DA178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34A96F6-CDFB-D123-993C-73BAF7BB669D}"/>
              </a:ext>
            </a:extLst>
          </p:cNvPr>
          <p:cNvSpPr>
            <a:spLocks noGrp="1"/>
          </p:cNvSpPr>
          <p:nvPr>
            <p:ph type="sldNum" sz="quarter" idx="10"/>
          </p:nvPr>
        </p:nvSpPr>
        <p:spPr/>
        <p:txBody>
          <a:bodyPr/>
          <a:lstStyle/>
          <a:p>
            <a:fld id="{1FB530B7-CA49-455B-8AB9-6EB635F13FD8}" type="slidenum">
              <a:rPr lang="en-GB" smtClean="0"/>
              <a:t>30</a:t>
            </a:fld>
            <a:endParaRPr lang="en-GB"/>
          </a:p>
        </p:txBody>
      </p:sp>
    </p:spTree>
    <p:extLst>
      <p:ext uri="{BB962C8B-B14F-4D97-AF65-F5344CB8AC3E}">
        <p14:creationId xmlns:p14="http://schemas.microsoft.com/office/powerpoint/2010/main" val="3118338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04ECF-A2B0-B5D7-3B4C-F936E1DE5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56751-1531-7838-4FFF-A86EEA79771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270885C-3E4A-CD6C-5C75-60DE2D7DD8B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CA0FFF-ECDE-7704-6FAD-809B10EE4562}"/>
              </a:ext>
            </a:extLst>
          </p:cNvPr>
          <p:cNvSpPr>
            <a:spLocks noGrp="1"/>
          </p:cNvSpPr>
          <p:nvPr>
            <p:ph type="sldNum" sz="quarter" idx="5"/>
          </p:nvPr>
        </p:nvSpPr>
        <p:spPr/>
        <p:txBody>
          <a:bodyPr/>
          <a:lstStyle/>
          <a:p>
            <a:fld id="{2821B416-F7FB-4E18-878D-8E41009988D5}" type="slidenum">
              <a:rPr lang="en-GB" smtClean="0"/>
              <a:t>31</a:t>
            </a:fld>
            <a:endParaRPr lang="en-GB"/>
          </a:p>
        </p:txBody>
      </p:sp>
    </p:spTree>
    <p:extLst>
      <p:ext uri="{BB962C8B-B14F-4D97-AF65-F5344CB8AC3E}">
        <p14:creationId xmlns:p14="http://schemas.microsoft.com/office/powerpoint/2010/main" val="1033697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1B861-F2D4-4BD9-53C8-33771782B2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E40054-29FE-7F5C-F18C-F127B1A2AB09}"/>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4115B8B1-E287-7002-CD89-87857362958F}"/>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41C2390-6CA8-E008-41B4-94F26B478309}"/>
              </a:ext>
            </a:extLst>
          </p:cNvPr>
          <p:cNvSpPr>
            <a:spLocks noGrp="1"/>
          </p:cNvSpPr>
          <p:nvPr>
            <p:ph type="sldNum" sz="quarter" idx="10"/>
          </p:nvPr>
        </p:nvSpPr>
        <p:spPr/>
        <p:txBody>
          <a:bodyPr/>
          <a:lstStyle/>
          <a:p>
            <a:fld id="{1FB530B7-CA49-455B-8AB9-6EB635F13FD8}" type="slidenum">
              <a:rPr lang="en-GB" smtClean="0"/>
              <a:t>32</a:t>
            </a:fld>
            <a:endParaRPr lang="en-GB"/>
          </a:p>
        </p:txBody>
      </p:sp>
    </p:spTree>
    <p:extLst>
      <p:ext uri="{BB962C8B-B14F-4D97-AF65-F5344CB8AC3E}">
        <p14:creationId xmlns:p14="http://schemas.microsoft.com/office/powerpoint/2010/main" val="3634034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9CC3A-8B12-E982-AA8C-D7A5042031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D51529-ED95-804F-2448-17A4A1D2D849}"/>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670628C8-C93C-EA44-B4D4-75406E23C93E}"/>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00FBA53-0C90-C55A-FC10-6795DBC9C035}"/>
              </a:ext>
            </a:extLst>
          </p:cNvPr>
          <p:cNvSpPr>
            <a:spLocks noGrp="1"/>
          </p:cNvSpPr>
          <p:nvPr>
            <p:ph type="sldNum" sz="quarter" idx="10"/>
          </p:nvPr>
        </p:nvSpPr>
        <p:spPr/>
        <p:txBody>
          <a:bodyPr/>
          <a:lstStyle/>
          <a:p>
            <a:fld id="{1FB530B7-CA49-455B-8AB9-6EB635F13FD8}" type="slidenum">
              <a:rPr lang="en-GB" smtClean="0"/>
              <a:t>33</a:t>
            </a:fld>
            <a:endParaRPr lang="en-GB"/>
          </a:p>
        </p:txBody>
      </p:sp>
    </p:spTree>
    <p:extLst>
      <p:ext uri="{BB962C8B-B14F-4D97-AF65-F5344CB8AC3E}">
        <p14:creationId xmlns:p14="http://schemas.microsoft.com/office/powerpoint/2010/main" val="984956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54DC-671B-CE41-21E6-B30A55A5908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237018-5A90-7A63-0CBC-A3073E728827}"/>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BC033B86-1C0B-5287-8649-9A0DA3591BA5}"/>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EF51583-1B91-EC56-95F0-D85E20F2EF46}"/>
              </a:ext>
            </a:extLst>
          </p:cNvPr>
          <p:cNvSpPr>
            <a:spLocks noGrp="1"/>
          </p:cNvSpPr>
          <p:nvPr>
            <p:ph type="sldNum" sz="quarter" idx="10"/>
          </p:nvPr>
        </p:nvSpPr>
        <p:spPr/>
        <p:txBody>
          <a:bodyPr/>
          <a:lstStyle/>
          <a:p>
            <a:fld id="{1FB530B7-CA49-455B-8AB9-6EB635F13FD8}" type="slidenum">
              <a:rPr lang="en-GB" smtClean="0"/>
              <a:t>34</a:t>
            </a:fld>
            <a:endParaRPr lang="en-GB"/>
          </a:p>
        </p:txBody>
      </p:sp>
    </p:spTree>
    <p:extLst>
      <p:ext uri="{BB962C8B-B14F-4D97-AF65-F5344CB8AC3E}">
        <p14:creationId xmlns:p14="http://schemas.microsoft.com/office/powerpoint/2010/main" val="1569390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A6DE-5F30-6296-C42D-C2FF1EA56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9AD78-790C-19CE-A062-E1BD2E66B40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E1FEBB0-9A53-0411-7354-808AB7446FF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8B314A3-B94B-54FD-3DC5-98B9A71A6C2D}"/>
              </a:ext>
            </a:extLst>
          </p:cNvPr>
          <p:cNvSpPr>
            <a:spLocks noGrp="1"/>
          </p:cNvSpPr>
          <p:nvPr>
            <p:ph type="sldNum" sz="quarter" idx="5"/>
          </p:nvPr>
        </p:nvSpPr>
        <p:spPr/>
        <p:txBody>
          <a:bodyPr/>
          <a:lstStyle/>
          <a:p>
            <a:fld id="{2821B416-F7FB-4E18-878D-8E41009988D5}" type="slidenum">
              <a:rPr lang="en-GB" smtClean="0"/>
              <a:t>36</a:t>
            </a:fld>
            <a:endParaRPr lang="en-GB"/>
          </a:p>
        </p:txBody>
      </p:sp>
    </p:spTree>
    <p:extLst>
      <p:ext uri="{BB962C8B-B14F-4D97-AF65-F5344CB8AC3E}">
        <p14:creationId xmlns:p14="http://schemas.microsoft.com/office/powerpoint/2010/main" val="1391918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C8121-5319-E4E2-EF9D-F017347F32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79827E0-B006-CD99-B2BE-AF655A965404}"/>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5C5F4265-B9C1-4890-324C-4BD03F1342E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66502AD5-CF61-EDD3-05C7-2B8A968F857F}"/>
              </a:ext>
            </a:extLst>
          </p:cNvPr>
          <p:cNvSpPr>
            <a:spLocks noGrp="1"/>
          </p:cNvSpPr>
          <p:nvPr>
            <p:ph type="sldNum" sz="quarter" idx="10"/>
          </p:nvPr>
        </p:nvSpPr>
        <p:spPr/>
        <p:txBody>
          <a:bodyPr/>
          <a:lstStyle/>
          <a:p>
            <a:fld id="{1FB530B7-CA49-455B-8AB9-6EB635F13FD8}" type="slidenum">
              <a:rPr lang="en-GB" smtClean="0"/>
              <a:t>37</a:t>
            </a:fld>
            <a:endParaRPr lang="en-GB"/>
          </a:p>
        </p:txBody>
      </p:sp>
    </p:spTree>
    <p:extLst>
      <p:ext uri="{BB962C8B-B14F-4D97-AF65-F5344CB8AC3E}">
        <p14:creationId xmlns:p14="http://schemas.microsoft.com/office/powerpoint/2010/main" val="34594167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0C5D-CC4E-D67C-7191-8CEB6DF2A3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20D934-FE2D-FA60-D653-B1ADF4976EA6}"/>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5171C53F-F2FD-E6EC-E178-D3B682C5825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098C30ED-0245-D97A-AF87-8DDB48561110}"/>
              </a:ext>
            </a:extLst>
          </p:cNvPr>
          <p:cNvSpPr>
            <a:spLocks noGrp="1"/>
          </p:cNvSpPr>
          <p:nvPr>
            <p:ph type="sldNum" sz="quarter" idx="10"/>
          </p:nvPr>
        </p:nvSpPr>
        <p:spPr/>
        <p:txBody>
          <a:bodyPr/>
          <a:lstStyle/>
          <a:p>
            <a:fld id="{1FB530B7-CA49-455B-8AB9-6EB635F13FD8}" type="slidenum">
              <a:rPr lang="en-GB" smtClean="0"/>
              <a:t>38</a:t>
            </a:fld>
            <a:endParaRPr lang="en-GB"/>
          </a:p>
        </p:txBody>
      </p:sp>
    </p:spTree>
    <p:extLst>
      <p:ext uri="{BB962C8B-B14F-4D97-AF65-F5344CB8AC3E}">
        <p14:creationId xmlns:p14="http://schemas.microsoft.com/office/powerpoint/2010/main" val="3600729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456A3-4274-0050-AEC4-424EF040BB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385A-1D41-5211-65D2-175C61BB449E}"/>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C59A3DFE-ADF9-8120-FE8D-ACA03493672B}"/>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047BF35-F302-96B5-0D97-3EC83A3894BE}"/>
              </a:ext>
            </a:extLst>
          </p:cNvPr>
          <p:cNvSpPr>
            <a:spLocks noGrp="1"/>
          </p:cNvSpPr>
          <p:nvPr>
            <p:ph type="sldNum" sz="quarter" idx="10"/>
          </p:nvPr>
        </p:nvSpPr>
        <p:spPr/>
        <p:txBody>
          <a:bodyPr/>
          <a:lstStyle/>
          <a:p>
            <a:fld id="{1FB530B7-CA49-455B-8AB9-6EB635F13FD8}" type="slidenum">
              <a:rPr lang="en-GB" smtClean="0"/>
              <a:t>39</a:t>
            </a:fld>
            <a:endParaRPr lang="en-GB"/>
          </a:p>
        </p:txBody>
      </p:sp>
    </p:spTree>
    <p:extLst>
      <p:ext uri="{BB962C8B-B14F-4D97-AF65-F5344CB8AC3E}">
        <p14:creationId xmlns:p14="http://schemas.microsoft.com/office/powerpoint/2010/main" val="29469860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1DB7-BDD3-B3AB-D19C-0C686CEC13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E18AEE-B6D6-3082-5452-4E3BF2472D59}"/>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EBE50698-84B1-DF67-778D-408A36EAF33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7CACBA6-ECED-F819-05D7-8DCD82151D89}"/>
              </a:ext>
            </a:extLst>
          </p:cNvPr>
          <p:cNvSpPr>
            <a:spLocks noGrp="1"/>
          </p:cNvSpPr>
          <p:nvPr>
            <p:ph type="sldNum" sz="quarter" idx="10"/>
          </p:nvPr>
        </p:nvSpPr>
        <p:spPr/>
        <p:txBody>
          <a:bodyPr/>
          <a:lstStyle/>
          <a:p>
            <a:fld id="{1FB530B7-CA49-455B-8AB9-6EB635F13FD8}" type="slidenum">
              <a:rPr lang="en-GB" smtClean="0"/>
              <a:t>40</a:t>
            </a:fld>
            <a:endParaRPr lang="en-GB"/>
          </a:p>
        </p:txBody>
      </p:sp>
    </p:spTree>
    <p:extLst>
      <p:ext uri="{BB962C8B-B14F-4D97-AF65-F5344CB8AC3E}">
        <p14:creationId xmlns:p14="http://schemas.microsoft.com/office/powerpoint/2010/main" val="42264109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3E7A5-8815-9D38-C074-AB09CC9407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F31EF3-D5C8-619A-D703-D266DD02C4C6}"/>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A748698E-E63C-FE33-1C37-7ED4B8849D56}"/>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AEE87BB7-8729-0077-C514-7B76252D7E18}"/>
              </a:ext>
            </a:extLst>
          </p:cNvPr>
          <p:cNvSpPr>
            <a:spLocks noGrp="1"/>
          </p:cNvSpPr>
          <p:nvPr>
            <p:ph type="sldNum" sz="quarter" idx="10"/>
          </p:nvPr>
        </p:nvSpPr>
        <p:spPr/>
        <p:txBody>
          <a:bodyPr/>
          <a:lstStyle/>
          <a:p>
            <a:fld id="{1FB530B7-CA49-455B-8AB9-6EB635F13FD8}" type="slidenum">
              <a:rPr lang="en-GB" smtClean="0"/>
              <a:t>41</a:t>
            </a:fld>
            <a:endParaRPr lang="en-GB"/>
          </a:p>
        </p:txBody>
      </p:sp>
    </p:spTree>
    <p:extLst>
      <p:ext uri="{BB962C8B-B14F-4D97-AF65-F5344CB8AC3E}">
        <p14:creationId xmlns:p14="http://schemas.microsoft.com/office/powerpoint/2010/main" val="1175145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E162F-C121-BE02-161B-5018896B13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8280FE-6BA8-BD03-5AC9-002B769FF1BC}"/>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8B8FE95B-1DFA-FD4D-0066-AD2EB2DC1E7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2B0E3D78-FC70-D1B5-331D-89E53B036665}"/>
              </a:ext>
            </a:extLst>
          </p:cNvPr>
          <p:cNvSpPr>
            <a:spLocks noGrp="1"/>
          </p:cNvSpPr>
          <p:nvPr>
            <p:ph type="sldNum" sz="quarter" idx="10"/>
          </p:nvPr>
        </p:nvSpPr>
        <p:spPr/>
        <p:txBody>
          <a:bodyPr/>
          <a:lstStyle/>
          <a:p>
            <a:fld id="{1FB530B7-CA49-455B-8AB9-6EB635F13FD8}" type="slidenum">
              <a:rPr lang="en-GB" smtClean="0"/>
              <a:t>42</a:t>
            </a:fld>
            <a:endParaRPr lang="en-GB"/>
          </a:p>
        </p:txBody>
      </p:sp>
    </p:spTree>
    <p:extLst>
      <p:ext uri="{BB962C8B-B14F-4D97-AF65-F5344CB8AC3E}">
        <p14:creationId xmlns:p14="http://schemas.microsoft.com/office/powerpoint/2010/main" val="9864526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4EB39-AA5A-B19E-1E48-6AF88349F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00058-2855-1F9F-72B4-E067754BE46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251D4A3-303C-85ED-E0FC-B2D5F1AEBA3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B9867F-0EF8-8238-D722-CA138C89939D}"/>
              </a:ext>
            </a:extLst>
          </p:cNvPr>
          <p:cNvSpPr>
            <a:spLocks noGrp="1"/>
          </p:cNvSpPr>
          <p:nvPr>
            <p:ph type="sldNum" sz="quarter" idx="5"/>
          </p:nvPr>
        </p:nvSpPr>
        <p:spPr/>
        <p:txBody>
          <a:bodyPr/>
          <a:lstStyle/>
          <a:p>
            <a:fld id="{2821B416-F7FB-4E18-878D-8E41009988D5}" type="slidenum">
              <a:rPr lang="en-GB" smtClean="0"/>
              <a:t>43</a:t>
            </a:fld>
            <a:endParaRPr lang="en-GB"/>
          </a:p>
        </p:txBody>
      </p:sp>
    </p:spTree>
    <p:extLst>
      <p:ext uri="{BB962C8B-B14F-4D97-AF65-F5344CB8AC3E}">
        <p14:creationId xmlns:p14="http://schemas.microsoft.com/office/powerpoint/2010/main" val="38189989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ACED-3EFD-A917-964C-25D497B4D5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E841C2-5910-DC3B-EAEF-BF0EE3D05E80}"/>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AD9F5402-86FF-E05F-D173-0454E390661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753A5EB-7E05-7822-A3E6-1B2DD012F57E}"/>
              </a:ext>
            </a:extLst>
          </p:cNvPr>
          <p:cNvSpPr>
            <a:spLocks noGrp="1"/>
          </p:cNvSpPr>
          <p:nvPr>
            <p:ph type="sldNum" sz="quarter" idx="10"/>
          </p:nvPr>
        </p:nvSpPr>
        <p:spPr/>
        <p:txBody>
          <a:bodyPr/>
          <a:lstStyle/>
          <a:p>
            <a:fld id="{1FB530B7-CA49-455B-8AB9-6EB635F13FD8}" type="slidenum">
              <a:rPr lang="en-GB" smtClean="0"/>
              <a:t>44</a:t>
            </a:fld>
            <a:endParaRPr lang="en-GB"/>
          </a:p>
        </p:txBody>
      </p:sp>
    </p:spTree>
    <p:extLst>
      <p:ext uri="{BB962C8B-B14F-4D97-AF65-F5344CB8AC3E}">
        <p14:creationId xmlns:p14="http://schemas.microsoft.com/office/powerpoint/2010/main" val="39920142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C297-3E4E-D4FD-B7B3-69BB5931C8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425524C-A238-44CE-3B54-184BB296A861}"/>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7D3B9B71-40B9-ADF1-4A51-70F9BEC6180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745D7EDA-1B17-307F-D9F7-C6D65C2C6101}"/>
              </a:ext>
            </a:extLst>
          </p:cNvPr>
          <p:cNvSpPr>
            <a:spLocks noGrp="1"/>
          </p:cNvSpPr>
          <p:nvPr>
            <p:ph type="sldNum" sz="quarter" idx="10"/>
          </p:nvPr>
        </p:nvSpPr>
        <p:spPr/>
        <p:txBody>
          <a:bodyPr/>
          <a:lstStyle/>
          <a:p>
            <a:fld id="{1FB530B7-CA49-455B-8AB9-6EB635F13FD8}" type="slidenum">
              <a:rPr lang="en-GB" smtClean="0"/>
              <a:t>45</a:t>
            </a:fld>
            <a:endParaRPr lang="en-GB"/>
          </a:p>
        </p:txBody>
      </p:sp>
    </p:spTree>
    <p:extLst>
      <p:ext uri="{BB962C8B-B14F-4D97-AF65-F5344CB8AC3E}">
        <p14:creationId xmlns:p14="http://schemas.microsoft.com/office/powerpoint/2010/main" val="970718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A0BD8-F8F8-8840-2432-D481BA0F3C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D90055-DB35-2578-5374-35C78DCFADE1}"/>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E57E6D5F-9730-BAA7-BE6E-CD6CC8FAA97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33D11E79-1939-E592-6B01-7A3113290881}"/>
              </a:ext>
            </a:extLst>
          </p:cNvPr>
          <p:cNvSpPr>
            <a:spLocks noGrp="1"/>
          </p:cNvSpPr>
          <p:nvPr>
            <p:ph type="sldNum" sz="quarter" idx="10"/>
          </p:nvPr>
        </p:nvSpPr>
        <p:spPr/>
        <p:txBody>
          <a:bodyPr/>
          <a:lstStyle/>
          <a:p>
            <a:fld id="{1FB530B7-CA49-455B-8AB9-6EB635F13FD8}" type="slidenum">
              <a:rPr lang="en-GB" smtClean="0"/>
              <a:t>46</a:t>
            </a:fld>
            <a:endParaRPr lang="en-GB"/>
          </a:p>
        </p:txBody>
      </p:sp>
    </p:spTree>
    <p:extLst>
      <p:ext uri="{BB962C8B-B14F-4D97-AF65-F5344CB8AC3E}">
        <p14:creationId xmlns:p14="http://schemas.microsoft.com/office/powerpoint/2010/main" val="14772639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2A0B-5DB2-3D4B-D8DB-A9D7FD6241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1AB0DC-AA94-1CAB-60BD-D0AF10CE92C0}"/>
              </a:ext>
            </a:extLst>
          </p:cNvPr>
          <p:cNvSpPr>
            <a:spLocks noGrp="1" noRot="1" noChangeAspect="1"/>
          </p:cNvSpPr>
          <p:nvPr>
            <p:ph type="sldImg"/>
          </p:nvPr>
        </p:nvSpPr>
        <p:spPr>
          <a:xfrm>
            <a:off x="1371600" y="1143000"/>
            <a:ext cx="4114800" cy="3086100"/>
          </a:xfrm>
        </p:spPr>
        <p:txBody>
          <a:bodyPr/>
          <a:lstStyle/>
          <a:p>
            <a:endParaRPr lang="en-GB"/>
          </a:p>
        </p:txBody>
      </p:sp>
      <p:sp>
        <p:nvSpPr>
          <p:cNvPr id="3" name="Espace réservé des commentaires 2">
            <a:extLst>
              <a:ext uri="{FF2B5EF4-FFF2-40B4-BE49-F238E27FC236}">
                <a16:creationId xmlns:a16="http://schemas.microsoft.com/office/drawing/2014/main" id="{8DD44A3C-B46A-9F21-2B27-82B61FCC937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8DAAFEB-3D24-D196-B803-B9F26BCFEC05}"/>
              </a:ext>
            </a:extLst>
          </p:cNvPr>
          <p:cNvSpPr>
            <a:spLocks noGrp="1"/>
          </p:cNvSpPr>
          <p:nvPr>
            <p:ph type="sldNum" sz="quarter" idx="10"/>
          </p:nvPr>
        </p:nvSpPr>
        <p:spPr/>
        <p:txBody>
          <a:bodyPr/>
          <a:lstStyle/>
          <a:p>
            <a:fld id="{1FB530B7-CA49-455B-8AB9-6EB635F13FD8}" type="slidenum">
              <a:rPr lang="en-GB" smtClean="0"/>
              <a:t>47</a:t>
            </a:fld>
            <a:endParaRPr lang="en-GB"/>
          </a:p>
        </p:txBody>
      </p:sp>
    </p:spTree>
    <p:extLst>
      <p:ext uri="{BB962C8B-B14F-4D97-AF65-F5344CB8AC3E}">
        <p14:creationId xmlns:p14="http://schemas.microsoft.com/office/powerpoint/2010/main" val="8041931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E904-F421-F9A6-CB15-D9891B067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D406B-ADE6-CE09-8C5C-50856D7C632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4F0593A-6CF9-734F-5F28-8EA0D4FD05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97AC4F1-CBCE-1E2F-749A-27F3A4923009}"/>
              </a:ext>
            </a:extLst>
          </p:cNvPr>
          <p:cNvSpPr>
            <a:spLocks noGrp="1"/>
          </p:cNvSpPr>
          <p:nvPr>
            <p:ph type="sldNum" sz="quarter" idx="5"/>
          </p:nvPr>
        </p:nvSpPr>
        <p:spPr/>
        <p:txBody>
          <a:bodyPr/>
          <a:lstStyle/>
          <a:p>
            <a:fld id="{2821B416-F7FB-4E18-878D-8E41009988D5}" type="slidenum">
              <a:rPr lang="en-GB" smtClean="0"/>
              <a:t>48</a:t>
            </a:fld>
            <a:endParaRPr lang="en-GB"/>
          </a:p>
        </p:txBody>
      </p:sp>
    </p:spTree>
    <p:extLst>
      <p:ext uri="{BB962C8B-B14F-4D97-AF65-F5344CB8AC3E}">
        <p14:creationId xmlns:p14="http://schemas.microsoft.com/office/powerpoint/2010/main" val="5757450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6863-B3F7-CCAA-3150-807AB8F1D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E03D9-6B4E-410F-189F-B6A6722B39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7ADD925-F085-D8CC-1149-88C8BF3A6FC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E92111-79C5-8DC6-5828-1268DBC85FE8}"/>
              </a:ext>
            </a:extLst>
          </p:cNvPr>
          <p:cNvSpPr>
            <a:spLocks noGrp="1"/>
          </p:cNvSpPr>
          <p:nvPr>
            <p:ph type="sldNum" sz="quarter" idx="5"/>
          </p:nvPr>
        </p:nvSpPr>
        <p:spPr/>
        <p:txBody>
          <a:bodyPr/>
          <a:lstStyle/>
          <a:p>
            <a:fld id="{2821B416-F7FB-4E18-878D-8E41009988D5}" type="slidenum">
              <a:rPr lang="en-GB" smtClean="0"/>
              <a:t>52</a:t>
            </a:fld>
            <a:endParaRPr lang="en-GB"/>
          </a:p>
        </p:txBody>
      </p:sp>
    </p:spTree>
    <p:extLst>
      <p:ext uri="{BB962C8B-B14F-4D97-AF65-F5344CB8AC3E}">
        <p14:creationId xmlns:p14="http://schemas.microsoft.com/office/powerpoint/2010/main" val="3053362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85A5-06D5-A3D4-2DD5-3E34F8AC1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CE8D9-F570-9988-516B-53B27A4E302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CA34B9-E709-CF47-DCA0-1706853C812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44170C4-FD29-DA58-FFB5-FC26C464B3FC}"/>
              </a:ext>
            </a:extLst>
          </p:cNvPr>
          <p:cNvSpPr>
            <a:spLocks noGrp="1"/>
          </p:cNvSpPr>
          <p:nvPr>
            <p:ph type="sldNum" sz="quarter" idx="5"/>
          </p:nvPr>
        </p:nvSpPr>
        <p:spPr/>
        <p:txBody>
          <a:bodyPr/>
          <a:lstStyle/>
          <a:p>
            <a:fld id="{2821B416-F7FB-4E18-878D-8E41009988D5}" type="slidenum">
              <a:rPr lang="en-GB" smtClean="0"/>
              <a:t>53</a:t>
            </a:fld>
            <a:endParaRPr lang="en-GB"/>
          </a:p>
        </p:txBody>
      </p:sp>
    </p:spTree>
    <p:extLst>
      <p:ext uri="{BB962C8B-B14F-4D97-AF65-F5344CB8AC3E}">
        <p14:creationId xmlns:p14="http://schemas.microsoft.com/office/powerpoint/2010/main" val="3483376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279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53119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43733F-D14F-42BC-9C5A-8BC178B1A6BF}" type="datetimeFigureOut">
              <a:rPr lang="en-GB" smtClean="0"/>
              <a:t>26/02/2026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35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43733F-D14F-42BC-9C5A-8BC178B1A6BF}" type="datetimeFigureOut">
              <a:rPr lang="en-GB" smtClean="0"/>
              <a:t>26/02/2026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560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43733F-D14F-42BC-9C5A-8BC178B1A6BF}" type="datetimeFigureOut">
              <a:rPr lang="en-GB" smtClean="0"/>
              <a:t>26/02/2026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87053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43733F-D14F-42BC-9C5A-8BC178B1A6BF}" type="datetimeFigureOut">
              <a:rPr lang="en-GB" smtClean="0"/>
              <a:t>26/02/2026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927540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7043733F-D14F-42BC-9C5A-8BC178B1A6BF}" type="datetimeFigureOut">
              <a:rPr lang="en-GB" smtClean="0"/>
              <a:t>26/02/2026</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1150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043733F-D14F-42BC-9C5A-8BC178B1A6BF}" type="datetimeFigureOut">
              <a:rPr lang="en-GB" smtClean="0"/>
              <a:t>26/02/2026</a:t>
            </a:fld>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134B44-177F-4900-883E-3FB73D2757FE}" type="slidenum">
              <a:rPr lang="en-GB" smtClean="0"/>
              <a:t>‹#›</a:t>
            </a:fld>
            <a:endParaRPr lang="en-GB"/>
          </a:p>
        </p:txBody>
      </p:sp>
    </p:spTree>
    <p:extLst>
      <p:ext uri="{BB962C8B-B14F-4D97-AF65-F5344CB8AC3E}">
        <p14:creationId xmlns:p14="http://schemas.microsoft.com/office/powerpoint/2010/main" val="286821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43733F-D14F-42BC-9C5A-8BC178B1A6BF}" type="datetimeFigureOut">
              <a:rPr lang="en-GB" smtClean="0"/>
              <a:t>26/02/2026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177106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75039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43733F-D14F-42BC-9C5A-8BC178B1A6BF}" type="datetimeFigureOut">
              <a:rPr lang="en-GB" smtClean="0"/>
              <a:t>26/02/2026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134B44-177F-4900-883E-3FB73D2757FE}" type="slidenum">
              <a:rPr lang="en-GB" smtClean="0"/>
              <a:t>‹#›</a:t>
            </a:fld>
            <a:endParaRPr lang="en-GB"/>
          </a:p>
        </p:txBody>
      </p:sp>
    </p:spTree>
    <p:extLst>
      <p:ext uri="{BB962C8B-B14F-4D97-AF65-F5344CB8AC3E}">
        <p14:creationId xmlns:p14="http://schemas.microsoft.com/office/powerpoint/2010/main" val="368967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7043733F-D14F-42BC-9C5A-8BC178B1A6BF}" type="datetimeFigureOut">
              <a:rPr lang="en-GB" smtClean="0"/>
              <a:t>26/02/2026</a:t>
            </a:fld>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09134B44-177F-4900-883E-3FB73D2757FE}" type="slidenum">
              <a:rPr lang="en-GB" smtClean="0"/>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6175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3.jpe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3.jpe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6.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apastyle.apa.org/style-grammar-guidelines/references/examples/journal-article-references"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53.xml.rels><?xml version="1.0" encoding="UTF-8" standalone="yes"?>
<Relationships xmlns="http://schemas.openxmlformats.org/package/2006/relationships"><Relationship Id="rId3" Type="http://schemas.openxmlformats.org/officeDocument/2006/relationships/hyperlink" Target="https://durhamuniversity.sharepoint.com/teams/EducationalDevelopment/SitePages/Teaching-and-Learning-Awards.aspx?CT=1769419959667&amp;OR=OWA-NT-Mail&amp;CID=b6018944-561f-05cf-7062-29d5b7c50d27"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7000">
              <a:schemeClr val="bg2">
                <a:lumMod val="75000"/>
              </a:schemeClr>
            </a:gs>
            <a:gs pos="0">
              <a:schemeClr val="bg2">
                <a:lumMod val="50000"/>
              </a:schemeClr>
            </a:gs>
            <a:gs pos="74000">
              <a:schemeClr val="bg2">
                <a:lumMod val="60000"/>
                <a:lumOff val="40000"/>
              </a:schemeClr>
            </a:gs>
            <a:gs pos="83000">
              <a:schemeClr val="bg2">
                <a:lumMod val="40000"/>
                <a:lumOff val="60000"/>
              </a:schemeClr>
            </a:gs>
            <a:gs pos="100000">
              <a:schemeClr val="bg2">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1022101" y="569369"/>
            <a:ext cx="7099797" cy="4325175"/>
          </a:xfrm>
        </p:spPr>
        <p:txBody>
          <a:bodyPr>
            <a:normAutofit/>
          </a:bodyPr>
          <a:lstStyle/>
          <a:p>
            <a:pPr algn="ctr"/>
            <a:endParaRPr lang="en-US" sz="4400" b="1" dirty="0">
              <a:solidFill>
                <a:schemeClr val="tx2"/>
              </a:solidFill>
            </a:endParaRPr>
          </a:p>
          <a:p>
            <a:pPr algn="ctr"/>
            <a:r>
              <a:rPr lang="en-US" sz="4400" b="1" dirty="0">
                <a:solidFill>
                  <a:schemeClr val="tx1"/>
                </a:solidFill>
              </a:rPr>
              <a:t>IPR Term 2 Week 7</a:t>
            </a:r>
          </a:p>
          <a:p>
            <a:pPr algn="ctr"/>
            <a:r>
              <a:rPr lang="en-US" sz="4000" b="1" dirty="0">
                <a:solidFill>
                  <a:schemeClr val="tx1"/>
                </a:solidFill>
              </a:rPr>
              <a:t> </a:t>
            </a:r>
          </a:p>
          <a:p>
            <a:pPr algn="ctr"/>
            <a:r>
              <a:rPr lang="en-US" sz="4000" b="1" dirty="0">
                <a:solidFill>
                  <a:schemeClr val="tx1"/>
                </a:solidFill>
              </a:rPr>
              <a:t>Lab report writing (2)</a:t>
            </a:r>
          </a:p>
          <a:p>
            <a:pPr algn="ctr"/>
            <a:r>
              <a:rPr lang="en-US" sz="4000" b="1" dirty="0">
                <a:solidFill>
                  <a:schemeClr val="tx1"/>
                </a:solidFill>
              </a:rPr>
              <a:t>Summative lab report</a:t>
            </a:r>
          </a:p>
        </p:txBody>
      </p:sp>
      <p:sp>
        <p:nvSpPr>
          <p:cNvPr id="3" name="Subtitle 2">
            <a:extLst>
              <a:ext uri="{FF2B5EF4-FFF2-40B4-BE49-F238E27FC236}">
                <a16:creationId xmlns:a16="http://schemas.microsoft.com/office/drawing/2014/main" id="{DACEFCF7-B991-F689-C975-DEEA3454D308}"/>
              </a:ext>
            </a:extLst>
          </p:cNvPr>
          <p:cNvSpPr txBox="1">
            <a:spLocks/>
          </p:cNvSpPr>
          <p:nvPr/>
        </p:nvSpPr>
        <p:spPr>
          <a:xfrm>
            <a:off x="671370" y="5427211"/>
            <a:ext cx="662096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GB" dirty="0">
                <a:solidFill>
                  <a:schemeClr val="tx1"/>
                </a:solidFill>
              </a:rPr>
              <a:t>Dr Hayley Dewe </a:t>
            </a:r>
          </a:p>
          <a:p>
            <a:r>
              <a:rPr lang="en-GB" dirty="0">
                <a:solidFill>
                  <a:schemeClr val="tx1"/>
                </a:solidFill>
              </a:rPr>
              <a:t>(Assistant Professor)</a:t>
            </a:r>
          </a:p>
        </p:txBody>
      </p:sp>
    </p:spTree>
    <p:extLst>
      <p:ext uri="{BB962C8B-B14F-4D97-AF65-F5344CB8AC3E}">
        <p14:creationId xmlns:p14="http://schemas.microsoft.com/office/powerpoint/2010/main" val="62189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A1AEBD-01BB-F9F4-BC94-58DFEB53A2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4245C3-45E4-59AA-074B-3FE100DDBD4A}"/>
              </a:ext>
            </a:extLst>
          </p:cNvPr>
          <p:cNvSpPr txBox="1">
            <a:spLocks/>
          </p:cNvSpPr>
          <p:nvPr/>
        </p:nvSpPr>
        <p:spPr>
          <a:xfrm>
            <a:off x="1980046" y="0"/>
            <a:ext cx="5806526" cy="918316"/>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dirty="0">
                <a:solidFill>
                  <a:srgbClr val="0070C0"/>
                </a:solidFill>
                <a:latin typeface="Gill Sans MT" panose="020B0502020104020203" pitchFamily="34" charset="0"/>
              </a:rPr>
              <a:t>Announcements</a:t>
            </a:r>
          </a:p>
        </p:txBody>
      </p:sp>
      <p:sp>
        <p:nvSpPr>
          <p:cNvPr id="6" name="Content Placeholder 2">
            <a:extLst>
              <a:ext uri="{FF2B5EF4-FFF2-40B4-BE49-F238E27FC236}">
                <a16:creationId xmlns:a16="http://schemas.microsoft.com/office/drawing/2014/main" id="{AA7DA80F-64D5-246B-6BB0-B05A9698EA09}"/>
              </a:ext>
            </a:extLst>
          </p:cNvPr>
          <p:cNvSpPr txBox="1">
            <a:spLocks/>
          </p:cNvSpPr>
          <p:nvPr/>
        </p:nvSpPr>
        <p:spPr>
          <a:xfrm>
            <a:off x="368300" y="766034"/>
            <a:ext cx="8153400" cy="5325932"/>
          </a:xfrm>
          <a:prstGeom prst="roundRect">
            <a:avLst>
              <a:gd name="adj" fmla="val 1858"/>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b="1" dirty="0">
                <a:latin typeface="+mn-lt"/>
              </a:rPr>
              <a:t>Reminder to read (and use) the Discussion boards</a:t>
            </a:r>
          </a:p>
          <a:p>
            <a:pPr algn="l">
              <a:buClrTx/>
            </a:pPr>
            <a:r>
              <a:rPr lang="en-GB" sz="2400" b="1" dirty="0">
                <a:latin typeface="+mn-lt"/>
              </a:rPr>
              <a:t>Summative Lab report </a:t>
            </a:r>
            <a:endParaRPr lang="en-GB" sz="2400" dirty="0">
              <a:latin typeface="+mn-lt"/>
            </a:endParaRPr>
          </a:p>
          <a:p>
            <a:pPr marL="457200" indent="-457200" algn="l">
              <a:buClrTx/>
              <a:buFont typeface="Wingdings" panose="05000000000000000000" pitchFamily="2" charset="2"/>
              <a:buChar char="q"/>
            </a:pPr>
            <a:r>
              <a:rPr lang="en-GB" sz="2200" b="1" dirty="0">
                <a:solidFill>
                  <a:srgbClr val="FF0000"/>
                </a:solidFill>
                <a:latin typeface="+mn-lt"/>
              </a:rPr>
              <a:t>Due 16</a:t>
            </a:r>
            <a:r>
              <a:rPr lang="en-GB" sz="2200" b="1" baseline="30000" dirty="0">
                <a:solidFill>
                  <a:srgbClr val="FF0000"/>
                </a:solidFill>
                <a:latin typeface="+mn-lt"/>
              </a:rPr>
              <a:t>th</a:t>
            </a:r>
            <a:r>
              <a:rPr lang="en-GB" sz="2200" b="1" dirty="0">
                <a:solidFill>
                  <a:srgbClr val="FF0000"/>
                </a:solidFill>
                <a:latin typeface="+mn-lt"/>
              </a:rPr>
              <a:t> March </a:t>
            </a:r>
          </a:p>
          <a:p>
            <a:pPr marL="457200" indent="-457200" algn="l">
              <a:buClrTx/>
              <a:buFont typeface="Wingdings" panose="05000000000000000000" pitchFamily="2" charset="2"/>
              <a:buChar char="q"/>
            </a:pPr>
            <a:r>
              <a:rPr lang="en-GB" sz="2200" dirty="0">
                <a:latin typeface="+mn-lt"/>
              </a:rPr>
              <a:t>Refer to this lecture, the assessment brief and use the </a:t>
            </a:r>
            <a:r>
              <a:rPr lang="en-GB" sz="2200" b="1" dirty="0">
                <a:latin typeface="+mn-lt"/>
              </a:rPr>
              <a:t>template</a:t>
            </a:r>
            <a:r>
              <a:rPr lang="en-GB" sz="2200" dirty="0">
                <a:latin typeface="+mn-lt"/>
              </a:rPr>
              <a:t>!</a:t>
            </a:r>
          </a:p>
          <a:p>
            <a:pPr algn="l">
              <a:buClrTx/>
            </a:pPr>
            <a:endParaRPr lang="en-GB" sz="2400" b="1" dirty="0">
              <a:latin typeface="+mn-lt"/>
            </a:endParaRPr>
          </a:p>
          <a:p>
            <a:pPr algn="l">
              <a:buClrTx/>
            </a:pPr>
            <a:r>
              <a:rPr lang="en-GB" sz="2400" b="1" dirty="0">
                <a:latin typeface="+mn-lt"/>
              </a:rPr>
              <a:t>Practicals next week (Week 8)</a:t>
            </a:r>
          </a:p>
          <a:p>
            <a:pPr marL="457200" indent="-457200" algn="l">
              <a:buClrTx/>
              <a:buFont typeface="Wingdings" panose="05000000000000000000" pitchFamily="2" charset="2"/>
              <a:buChar char="q"/>
            </a:pPr>
            <a:r>
              <a:rPr lang="en-GB" sz="2200" dirty="0">
                <a:latin typeface="+mn-lt"/>
              </a:rPr>
              <a:t>It’s your last ever practical this year!! </a:t>
            </a:r>
            <a:r>
              <a:rPr lang="en-GB" sz="2200" i="1" dirty="0">
                <a:latin typeface="+mn-lt"/>
              </a:rPr>
              <a:t>#sobsinfresh</a:t>
            </a:r>
          </a:p>
          <a:p>
            <a:pPr marL="457200" indent="-457200" algn="l">
              <a:buClrTx/>
              <a:buFont typeface="Wingdings" panose="05000000000000000000" pitchFamily="2" charset="2"/>
              <a:buChar char="q"/>
            </a:pPr>
            <a:r>
              <a:rPr lang="en-GB" sz="2200" dirty="0">
                <a:latin typeface="+mn-lt"/>
              </a:rPr>
              <a:t>Continue with the analysis for your summative lab report</a:t>
            </a:r>
          </a:p>
          <a:p>
            <a:pPr marL="457200" indent="-457200" algn="l">
              <a:buClrTx/>
              <a:buFont typeface="Wingdings" panose="05000000000000000000" pitchFamily="2" charset="2"/>
              <a:buChar char="q"/>
            </a:pPr>
            <a:r>
              <a:rPr lang="en-GB" sz="2200" dirty="0">
                <a:latin typeface="+mn-lt"/>
              </a:rPr>
              <a:t>All work at your own pace: or use that (compulsory) session to start/continue writing your lab report</a:t>
            </a:r>
          </a:p>
          <a:p>
            <a:pPr algn="l">
              <a:buClrTx/>
            </a:pPr>
            <a:endParaRPr lang="en-GB" sz="2200" dirty="0">
              <a:latin typeface="+mn-lt"/>
            </a:endParaRPr>
          </a:p>
          <a:p>
            <a:pPr algn="l">
              <a:buClrTx/>
            </a:pPr>
            <a:r>
              <a:rPr lang="en-GB" sz="2400" i="1" dirty="0">
                <a:latin typeface="+mn-lt"/>
              </a:rPr>
              <a:t>											</a:t>
            </a:r>
            <a:endParaRPr lang="en-GB" i="1" dirty="0">
              <a:latin typeface="+mn-lt"/>
            </a:endParaRPr>
          </a:p>
        </p:txBody>
      </p:sp>
    </p:spTree>
    <p:custDataLst>
      <p:tags r:id="rId1"/>
    </p:custDataLst>
    <p:extLst>
      <p:ext uri="{BB962C8B-B14F-4D97-AF65-F5344CB8AC3E}">
        <p14:creationId xmlns:p14="http://schemas.microsoft.com/office/powerpoint/2010/main" val="29937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FED8D49-6DBF-16AE-CC2E-8FC33433D719}"/>
              </a:ext>
            </a:extLst>
          </p:cNvPr>
          <p:cNvSpPr txBox="1">
            <a:spLocks/>
          </p:cNvSpPr>
          <p:nvPr/>
        </p:nvSpPr>
        <p:spPr>
          <a:xfrm>
            <a:off x="1780173" y="195007"/>
            <a:ext cx="5806526" cy="8276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4000" dirty="0">
                <a:solidFill>
                  <a:srgbClr val="0070C0"/>
                </a:solidFill>
                <a:latin typeface="Gill Sans MT" panose="020B0502020104020203" pitchFamily="34" charset="0"/>
              </a:rPr>
              <a:t>Learning Outcomes</a:t>
            </a:r>
          </a:p>
        </p:txBody>
      </p:sp>
      <p:sp>
        <p:nvSpPr>
          <p:cNvPr id="6" name="Content Placeholder 2">
            <a:extLst>
              <a:ext uri="{FF2B5EF4-FFF2-40B4-BE49-F238E27FC236}">
                <a16:creationId xmlns:a16="http://schemas.microsoft.com/office/drawing/2014/main" id="{20A6FCE1-807F-78AF-7A22-954415E2EDD2}"/>
              </a:ext>
            </a:extLst>
          </p:cNvPr>
          <p:cNvSpPr txBox="1">
            <a:spLocks/>
          </p:cNvSpPr>
          <p:nvPr/>
        </p:nvSpPr>
        <p:spPr>
          <a:xfrm>
            <a:off x="622853" y="1022685"/>
            <a:ext cx="8226374" cy="5284406"/>
          </a:xfrm>
          <a:prstGeom prst="roundRect">
            <a:avLst>
              <a:gd name="adj" fmla="val 1858"/>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i="1" dirty="0">
                <a:latin typeface="+mn-lt"/>
              </a:rPr>
              <a:t>How to write a full lab report (preparation for the Summative):</a:t>
            </a:r>
          </a:p>
          <a:p>
            <a:pPr marL="457200" indent="-457200" algn="l">
              <a:buClrTx/>
              <a:buFont typeface="Wingdings" panose="05000000000000000000" pitchFamily="2" charset="2"/>
              <a:buChar char="q"/>
            </a:pPr>
            <a:r>
              <a:rPr lang="en-GB" sz="2400" dirty="0">
                <a:latin typeface="+mn-lt"/>
              </a:rPr>
              <a:t>Understand how to write all key aspects of a lab report and what goes in each section:</a:t>
            </a:r>
          </a:p>
          <a:p>
            <a:pPr marL="1371600" lvl="2" indent="-457200">
              <a:buClrTx/>
              <a:buFont typeface="Wingdings" panose="05000000000000000000" pitchFamily="2" charset="2"/>
              <a:buChar char="§"/>
              <a:tabLst>
                <a:tab pos="2336800" algn="l"/>
              </a:tabLst>
            </a:pPr>
            <a:r>
              <a:rPr lang="en-GB" sz="2400" dirty="0">
                <a:latin typeface="+mn-lt"/>
              </a:rPr>
              <a:t>Title</a:t>
            </a:r>
          </a:p>
          <a:p>
            <a:pPr marL="1371600" lvl="2" indent="-457200">
              <a:buClrTx/>
              <a:buFont typeface="Wingdings" panose="05000000000000000000" pitchFamily="2" charset="2"/>
              <a:buChar char="§"/>
              <a:tabLst>
                <a:tab pos="2336800" algn="l"/>
              </a:tabLst>
            </a:pPr>
            <a:r>
              <a:rPr lang="en-GB" sz="2400" dirty="0">
                <a:latin typeface="+mn-lt"/>
              </a:rPr>
              <a:t>Abstract</a:t>
            </a:r>
          </a:p>
          <a:p>
            <a:pPr marL="1371600" lvl="2" indent="-457200">
              <a:buClrTx/>
              <a:buFont typeface="Wingdings" panose="05000000000000000000" pitchFamily="2" charset="2"/>
              <a:buChar char="§"/>
              <a:tabLst>
                <a:tab pos="2336800" algn="l"/>
              </a:tabLst>
            </a:pPr>
            <a:r>
              <a:rPr lang="en-GB" sz="2400" dirty="0">
                <a:latin typeface="+mn-lt"/>
              </a:rPr>
              <a:t>Introduction</a:t>
            </a:r>
          </a:p>
          <a:p>
            <a:pPr marL="1371600" lvl="2" indent="-457200">
              <a:buClrTx/>
              <a:buFont typeface="Wingdings" panose="05000000000000000000" pitchFamily="2" charset="2"/>
              <a:buChar char="§"/>
              <a:tabLst>
                <a:tab pos="2336800" algn="l"/>
              </a:tabLst>
            </a:pPr>
            <a:r>
              <a:rPr lang="en-GB" sz="2400" dirty="0">
                <a:latin typeface="+mn-lt"/>
              </a:rPr>
              <a:t>Method</a:t>
            </a:r>
          </a:p>
          <a:p>
            <a:pPr marL="1371600" lvl="2" indent="-457200">
              <a:buClrTx/>
              <a:buFont typeface="Wingdings" panose="05000000000000000000" pitchFamily="2" charset="2"/>
              <a:buChar char="§"/>
              <a:tabLst>
                <a:tab pos="2336800" algn="l"/>
              </a:tabLst>
            </a:pPr>
            <a:r>
              <a:rPr lang="en-GB" sz="2400" dirty="0">
                <a:latin typeface="+mn-lt"/>
              </a:rPr>
              <a:t>Results</a:t>
            </a:r>
          </a:p>
          <a:p>
            <a:pPr marL="1371600" lvl="2" indent="-457200">
              <a:buClrTx/>
              <a:buFont typeface="Wingdings" panose="05000000000000000000" pitchFamily="2" charset="2"/>
              <a:buChar char="§"/>
              <a:tabLst>
                <a:tab pos="2336800" algn="l"/>
              </a:tabLst>
            </a:pPr>
            <a:r>
              <a:rPr lang="en-GB" sz="2400" dirty="0">
                <a:latin typeface="+mn-lt"/>
              </a:rPr>
              <a:t>Discussion </a:t>
            </a:r>
          </a:p>
          <a:p>
            <a:pPr marL="1371600" lvl="2" indent="-457200">
              <a:buClrTx/>
              <a:buFont typeface="Wingdings" panose="05000000000000000000" pitchFamily="2" charset="2"/>
              <a:buChar char="§"/>
              <a:tabLst>
                <a:tab pos="2336800" algn="l"/>
              </a:tabLst>
            </a:pPr>
            <a:r>
              <a:rPr lang="en-GB" sz="2400" dirty="0">
                <a:latin typeface="+mn-lt"/>
              </a:rPr>
              <a:t>References</a:t>
            </a:r>
          </a:p>
          <a:p>
            <a:pPr marL="457200" indent="-457200" algn="l">
              <a:buClrTx/>
              <a:buFont typeface="Wingdings" panose="05000000000000000000" pitchFamily="2" charset="2"/>
              <a:buChar char="q"/>
            </a:pPr>
            <a:r>
              <a:rPr lang="en-GB" sz="2400" b="1" dirty="0">
                <a:solidFill>
                  <a:srgbClr val="FF0000"/>
                </a:solidFill>
                <a:latin typeface="+mn-lt"/>
              </a:rPr>
              <a:t>Online content: read the assessment information and template provided. Take time to prep your report – expect to go through these slides again too!</a:t>
            </a:r>
          </a:p>
        </p:txBody>
      </p:sp>
      <p:sp>
        <p:nvSpPr>
          <p:cNvPr id="2" name="Content Placeholder 2">
            <a:extLst>
              <a:ext uri="{FF2B5EF4-FFF2-40B4-BE49-F238E27FC236}">
                <a16:creationId xmlns:a16="http://schemas.microsoft.com/office/drawing/2014/main" id="{59E5787A-D128-9B5B-D2BB-448B105316BD}"/>
              </a:ext>
            </a:extLst>
          </p:cNvPr>
          <p:cNvSpPr txBox="1">
            <a:spLocks/>
          </p:cNvSpPr>
          <p:nvPr/>
        </p:nvSpPr>
        <p:spPr>
          <a:xfrm>
            <a:off x="5681698" y="2415017"/>
            <a:ext cx="2484402" cy="1610884"/>
          </a:xfrm>
          <a:prstGeom prst="roundRect">
            <a:avLst>
              <a:gd name="adj" fmla="val 1858"/>
            </a:avLst>
          </a:prstGeom>
        </p:spPr>
        <p:style>
          <a:lnRef idx="3">
            <a:schemeClr val="lt1"/>
          </a:lnRef>
          <a:fillRef idx="1">
            <a:schemeClr val="accent4"/>
          </a:fillRef>
          <a:effectRef idx="1">
            <a:schemeClr val="accent4"/>
          </a:effectRef>
          <a:fontRef idx="minor">
            <a:schemeClr val="lt1"/>
          </a:fontRef>
        </p:style>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pPr algn="l">
              <a:buClrTx/>
            </a:pPr>
            <a:r>
              <a:rPr lang="en-GB" sz="2400" dirty="0">
                <a:latin typeface="+mn-lt"/>
              </a:rPr>
              <a:t>Recommended word limits for each section are in the template</a:t>
            </a:r>
            <a:endParaRPr lang="en-GB" i="1" dirty="0">
              <a:latin typeface="+mn-lt"/>
            </a:endParaRPr>
          </a:p>
        </p:txBody>
      </p:sp>
    </p:spTree>
    <p:custDataLst>
      <p:tags r:id="rId1"/>
    </p:custDataLst>
    <p:extLst>
      <p:ext uri="{BB962C8B-B14F-4D97-AF65-F5344CB8AC3E}">
        <p14:creationId xmlns:p14="http://schemas.microsoft.com/office/powerpoint/2010/main" val="33836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777331" y="796898"/>
            <a:ext cx="7812148" cy="4575202"/>
          </a:xfrm>
          <a:noFill/>
        </p:spPr>
        <p:txBody>
          <a:bodyPr>
            <a:normAutofit/>
          </a:bodyPr>
          <a:lstStyle/>
          <a:p>
            <a:pPr marL="0" indent="0" algn="ctr">
              <a:buNone/>
            </a:pPr>
            <a:r>
              <a:rPr lang="en-GB" sz="4300" dirty="0">
                <a:solidFill>
                  <a:schemeClr val="tx1"/>
                </a:solidFill>
              </a:rPr>
              <a:t>Lesson Outline</a:t>
            </a:r>
          </a:p>
          <a:p>
            <a:pPr marL="0" indent="0">
              <a:buNone/>
            </a:pPr>
            <a:endParaRPr lang="en-GB" b="1" dirty="0">
              <a:solidFill>
                <a:srgbClr val="1477B4"/>
              </a:solidFill>
            </a:endParaRPr>
          </a:p>
          <a:p>
            <a:pPr marL="457200" indent="-457200">
              <a:buClrTx/>
              <a:buFont typeface="+mj-lt"/>
              <a:buAutoNum type="arabicPeriod"/>
            </a:pPr>
            <a:r>
              <a:rPr lang="en-GB" sz="2400" dirty="0">
                <a:solidFill>
                  <a:schemeClr val="tx1"/>
                </a:solidFill>
              </a:rPr>
              <a:t>Information and tips for writing each section</a:t>
            </a:r>
          </a:p>
          <a:p>
            <a:pPr marL="457200" indent="-457200">
              <a:buClrTx/>
              <a:buFont typeface="+mj-lt"/>
              <a:buAutoNum type="arabicPeriod"/>
            </a:pPr>
            <a:r>
              <a:rPr lang="en-GB" sz="2400" dirty="0">
                <a:solidFill>
                  <a:schemeClr val="tx1"/>
                </a:solidFill>
              </a:rPr>
              <a:t>General tips / advice</a:t>
            </a:r>
          </a:p>
          <a:p>
            <a:pPr marL="457200" indent="-457200">
              <a:buClrTx/>
              <a:buFont typeface="+mj-lt"/>
              <a:buAutoNum type="arabicPeriod"/>
            </a:pPr>
            <a:r>
              <a:rPr lang="en-GB" sz="2400" b="1" dirty="0">
                <a:solidFill>
                  <a:srgbClr val="FF0000"/>
                </a:solidFill>
              </a:rPr>
              <a:t>Online content: </a:t>
            </a:r>
            <a:r>
              <a:rPr lang="en-GB" sz="2400" dirty="0">
                <a:solidFill>
                  <a:schemeClr val="tx1"/>
                </a:solidFill>
              </a:rPr>
              <a:t>read through the assessment information and template provided</a:t>
            </a:r>
          </a:p>
          <a:p>
            <a:pPr marL="457200" indent="-457200">
              <a:buClrTx/>
              <a:buFont typeface="+mj-lt"/>
              <a:buAutoNum type="arabicPeriod"/>
            </a:pPr>
            <a:endParaRPr lang="en-GB" sz="2400" dirty="0">
              <a:solidFill>
                <a:schemeClr val="tx1"/>
              </a:solidFill>
            </a:endParaRPr>
          </a:p>
          <a:p>
            <a:pPr marL="457200" indent="-457200">
              <a:buClrTx/>
              <a:buFont typeface="+mj-lt"/>
              <a:buAutoNum type="arabicPeriod"/>
            </a:pPr>
            <a:endParaRPr lang="en-GB" sz="2400" dirty="0">
              <a:solidFill>
                <a:schemeClr val="tx1"/>
              </a:solidFill>
            </a:endParaRPr>
          </a:p>
        </p:txBody>
      </p:sp>
    </p:spTree>
    <p:custDataLst>
      <p:tags r:id="rId1"/>
    </p:custDataLst>
    <p:extLst>
      <p:ext uri="{BB962C8B-B14F-4D97-AF65-F5344CB8AC3E}">
        <p14:creationId xmlns:p14="http://schemas.microsoft.com/office/powerpoint/2010/main" val="71107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011C802-73B3-2DD2-A025-1492767780BF}"/>
              </a:ext>
            </a:extLst>
          </p:cNvPr>
          <p:cNvSpPr>
            <a:spLocks noGrp="1"/>
          </p:cNvSpPr>
          <p:nvPr>
            <p:ph type="subTitle" idx="1"/>
          </p:nvPr>
        </p:nvSpPr>
        <p:spPr>
          <a:xfrm>
            <a:off x="5554532" y="1157225"/>
            <a:ext cx="2936325" cy="5152416"/>
          </a:xfrm>
          <a:noFill/>
        </p:spPr>
        <p:txBody>
          <a:bodyPr>
            <a:noAutofit/>
          </a:bodyPr>
          <a:lstStyle/>
          <a:p>
            <a:endParaRPr lang="en-US" sz="3200" b="1" dirty="0">
              <a:solidFill>
                <a:schemeClr val="tx1"/>
              </a:solidFill>
            </a:endParaRPr>
          </a:p>
          <a:p>
            <a:pPr marL="514350" indent="-514350">
              <a:buAutoNum type="arabicPeriod"/>
            </a:pPr>
            <a:r>
              <a:rPr lang="en-US" sz="3200" b="1" dirty="0">
                <a:solidFill>
                  <a:schemeClr val="tx1"/>
                </a:solidFill>
              </a:rPr>
              <a:t>Writing a Title</a:t>
            </a:r>
          </a:p>
          <a:p>
            <a:pPr marL="514350" indent="-514350">
              <a:buAutoNum type="arabicPeriod"/>
            </a:pPr>
            <a:endParaRPr lang="en-US" sz="3200" b="1" dirty="0">
              <a:solidFill>
                <a:schemeClr val="tx1"/>
              </a:solidFill>
            </a:endParaRPr>
          </a:p>
        </p:txBody>
      </p:sp>
      <p:pic>
        <p:nvPicPr>
          <p:cNvPr id="3" name="Picture 6" descr="See the source image">
            <a:extLst>
              <a:ext uri="{FF2B5EF4-FFF2-40B4-BE49-F238E27FC236}">
                <a16:creationId xmlns:a16="http://schemas.microsoft.com/office/drawing/2014/main" id="{EE932BE7-5F26-31EA-4CAD-BC83AE34F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770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29E6A2-B56A-465F-2583-2DB1D463B6F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4FD8327-66B7-6D3D-6D53-C121AC02507D}"/>
              </a:ext>
            </a:extLst>
          </p:cNvPr>
          <p:cNvSpPr/>
          <p:nvPr/>
        </p:nvSpPr>
        <p:spPr>
          <a:xfrm>
            <a:off x="330199" y="898671"/>
            <a:ext cx="8721659" cy="5840701"/>
          </a:xfrm>
          <a:prstGeom prst="rect">
            <a:avLst/>
          </a:prstGeom>
          <a:solidFill>
            <a:schemeClr val="bg1"/>
          </a:solidFill>
        </p:spPr>
        <p:txBody>
          <a:bodyPr wrap="square">
            <a:spAutoFit/>
          </a:bodyPr>
          <a:lstStyle/>
          <a:p>
            <a:pPr>
              <a:lnSpc>
                <a:spcPct val="107000"/>
              </a:lnSpc>
              <a:spcAft>
                <a:spcPts val="600"/>
              </a:spcAft>
            </a:pPr>
            <a:r>
              <a:rPr lang="en-GB" sz="2200" dirty="0">
                <a:ea typeface="Calibri" panose="020F0502020204030204" pitchFamily="34" charset="0"/>
                <a:cs typeface="Times New Roman" panose="02020603050405020304" pitchFamily="18" charset="0"/>
              </a:rPr>
              <a:t>It’s actually very important – it’s the first thing the reader sees!</a:t>
            </a:r>
          </a:p>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Function</a:t>
            </a:r>
            <a:r>
              <a:rPr lang="en-GB" sz="2200" dirty="0">
                <a:ea typeface="Calibri" panose="020F0502020204030204" pitchFamily="34" charset="0"/>
                <a:cs typeface="Times New Roman" panose="02020603050405020304" pitchFamily="18" charset="0"/>
              </a:rPr>
              <a:t>: to describe and summarise the main idea, topic and focus of the research study.</a:t>
            </a:r>
          </a:p>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Aim for</a:t>
            </a:r>
            <a:r>
              <a:rPr lang="en-GB" sz="2200" dirty="0">
                <a:ea typeface="Calibri" panose="020F0502020204030204" pitchFamily="34" charset="0"/>
                <a:cs typeface="Times New Roman" panose="02020603050405020304" pitchFamily="18" charset="0"/>
              </a:rPr>
              <a:t>: clear, concise but still informative</a:t>
            </a:r>
          </a:p>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Keep it simple and brief</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Don’t be too vague or broad</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Only include essential information</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Include key variables e.g., IV or DV or key measures (e.g. Rubber Hand Illusion)</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Include key concepts (e.g., population, area of study) </a:t>
            </a:r>
            <a:r>
              <a:rPr lang="en-GB" sz="2200" i="1" dirty="0">
                <a:ea typeface="Calibri" panose="020F0502020204030204" pitchFamily="34" charset="0"/>
                <a:cs typeface="Times New Roman" panose="02020603050405020304" pitchFamily="18" charset="0"/>
              </a:rPr>
              <a:t>if</a:t>
            </a:r>
            <a:r>
              <a:rPr lang="en-GB" sz="2200" dirty="0">
                <a:ea typeface="Calibri" panose="020F0502020204030204" pitchFamily="34" charset="0"/>
                <a:cs typeface="Times New Roman" panose="02020603050405020304" pitchFamily="18" charset="0"/>
              </a:rPr>
              <a:t> relevant e.g. children in a development study</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Reflect the study design </a:t>
            </a:r>
            <a:r>
              <a:rPr lang="en-GB" sz="2200" i="1" dirty="0">
                <a:ea typeface="Calibri" panose="020F0502020204030204" pitchFamily="34" charset="0"/>
                <a:cs typeface="Times New Roman" panose="02020603050405020304" pitchFamily="18" charset="0"/>
              </a:rPr>
              <a:t>if</a:t>
            </a:r>
            <a:r>
              <a:rPr lang="en-GB" sz="2200" dirty="0">
                <a:ea typeface="Calibri" panose="020F0502020204030204" pitchFamily="34" charset="0"/>
                <a:cs typeface="Times New Roman" panose="02020603050405020304" pitchFamily="18" charset="0"/>
              </a:rPr>
              <a:t> relevant (i.e. if ‘unusual’ like an interview, qualitative, longitudinal, observational study etc.) </a:t>
            </a:r>
          </a:p>
        </p:txBody>
      </p:sp>
      <p:sp>
        <p:nvSpPr>
          <p:cNvPr id="2" name="Content Placeholder 2">
            <a:extLst>
              <a:ext uri="{FF2B5EF4-FFF2-40B4-BE49-F238E27FC236}">
                <a16:creationId xmlns:a16="http://schemas.microsoft.com/office/drawing/2014/main" id="{F641D26D-7D34-9E70-0E3A-5B5A9A5663EF}"/>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Writing a Title</a:t>
            </a:r>
          </a:p>
        </p:txBody>
      </p:sp>
    </p:spTree>
    <p:extLst>
      <p:ext uri="{BB962C8B-B14F-4D97-AF65-F5344CB8AC3E}">
        <p14:creationId xmlns:p14="http://schemas.microsoft.com/office/powerpoint/2010/main" val="250278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C1DE68-8006-24F3-AFF0-3B9CB7C1A97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FE818E7-0006-8C11-6FBF-5AD5E76AF9FB}"/>
              </a:ext>
            </a:extLst>
          </p:cNvPr>
          <p:cNvSpPr/>
          <p:nvPr/>
        </p:nvSpPr>
        <p:spPr>
          <a:xfrm>
            <a:off x="406399" y="898671"/>
            <a:ext cx="8645459" cy="3436197"/>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Make it interesting, avoid jargon</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Try and make it interesting and engaging</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Keep the language simple (think of readers/views)</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Don’t use abbreviations or acronyms!</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Avoid redundant words that serve no purpose (e.g., “a study of” “method”, “results”, “an experimental investigation of”)</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Don’t put it in quote marks</a:t>
            </a:r>
          </a:p>
        </p:txBody>
      </p:sp>
      <p:sp>
        <p:nvSpPr>
          <p:cNvPr id="2" name="Content Placeholder 2">
            <a:extLst>
              <a:ext uri="{FF2B5EF4-FFF2-40B4-BE49-F238E27FC236}">
                <a16:creationId xmlns:a16="http://schemas.microsoft.com/office/drawing/2014/main" id="{EA183018-7986-3468-3801-BE4005B2CA69}"/>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Writing a Title</a:t>
            </a:r>
          </a:p>
        </p:txBody>
      </p:sp>
    </p:spTree>
    <p:extLst>
      <p:ext uri="{BB962C8B-B14F-4D97-AF65-F5344CB8AC3E}">
        <p14:creationId xmlns:p14="http://schemas.microsoft.com/office/powerpoint/2010/main" val="309248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18204AA-BE63-437D-6D1E-156EC9A1A7D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9994456-FAFA-B743-5C5E-3AE3DAD3108F}"/>
              </a:ext>
            </a:extLst>
          </p:cNvPr>
          <p:cNvSpPr/>
          <p:nvPr/>
        </p:nvSpPr>
        <p:spPr>
          <a:xfrm>
            <a:off x="406399" y="898671"/>
            <a:ext cx="8645459" cy="5609869"/>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Some examples</a:t>
            </a:r>
            <a:r>
              <a:rPr lang="en-GB" sz="2200" dirty="0">
                <a:solidFill>
                  <a:srgbClr val="0070C0"/>
                </a:solidFill>
                <a:ea typeface="Calibri" panose="020F0502020204030204" pitchFamily="34" charset="0"/>
                <a:cs typeface="Times New Roman" panose="02020603050405020304" pitchFamily="18" charset="0"/>
              </a:rPr>
              <a:t>:</a:t>
            </a:r>
          </a:p>
          <a:p>
            <a:pPr indent="-342900">
              <a:buFont typeface="Arial" panose="020B0604020202020204" pitchFamily="34" charset="0"/>
              <a:buChar char="•"/>
            </a:pPr>
            <a:r>
              <a:rPr lang="en-GB" sz="2200" b="1" dirty="0">
                <a:ea typeface="Calibri" panose="020F0502020204030204" pitchFamily="34" charset="0"/>
                <a:cs typeface="Times New Roman" panose="02020603050405020304" pitchFamily="18" charset="0"/>
              </a:rPr>
              <a:t>Instead of</a:t>
            </a:r>
            <a:r>
              <a:rPr lang="en-GB" sz="2200" dirty="0">
                <a:ea typeface="Calibri" panose="020F0502020204030204" pitchFamily="34" charset="0"/>
                <a:cs typeface="Times New Roman" panose="02020603050405020304" pitchFamily="18" charset="0"/>
              </a:rPr>
              <a:t>: A Study on Mental Health in Students</a:t>
            </a:r>
          </a:p>
          <a:p>
            <a:pPr indent="-342900">
              <a:buFont typeface="Arial" panose="020B0604020202020204" pitchFamily="34" charset="0"/>
              <a:buChar char="•"/>
            </a:pPr>
            <a:r>
              <a:rPr lang="en-GB" sz="2200" b="1" dirty="0">
                <a:solidFill>
                  <a:srgbClr val="0070C0"/>
                </a:solidFill>
                <a:ea typeface="Calibri" panose="020F0502020204030204" pitchFamily="34" charset="0"/>
                <a:cs typeface="Times New Roman" panose="02020603050405020304" pitchFamily="18" charset="0"/>
              </a:rPr>
              <a:t>Consider</a:t>
            </a:r>
            <a:r>
              <a:rPr lang="en-GB" sz="2200" dirty="0">
                <a:ea typeface="Calibri" panose="020F0502020204030204" pitchFamily="34" charset="0"/>
                <a:cs typeface="Times New Roman" panose="02020603050405020304" pitchFamily="18" charset="0"/>
              </a:rPr>
              <a:t>: Examining the Impact of Social Media Use on Anxiety and Sleep Quality Among University Students</a:t>
            </a:r>
          </a:p>
          <a:p>
            <a:pPr indent="-342900">
              <a:buFont typeface="Arial" panose="020B0604020202020204" pitchFamily="34" charset="0"/>
              <a:buChar char="•"/>
            </a:pPr>
            <a:endParaRPr lang="en-GB" sz="2200" dirty="0">
              <a:ea typeface="Calibri" panose="020F0502020204030204" pitchFamily="34" charset="0"/>
              <a:cs typeface="Times New Roman" panose="02020603050405020304" pitchFamily="18" charset="0"/>
            </a:endParaRPr>
          </a:p>
          <a:p>
            <a:pPr indent="-342900">
              <a:buFont typeface="Arial" panose="020B0604020202020204" pitchFamily="34" charset="0"/>
              <a:buChar char="•"/>
            </a:pPr>
            <a:r>
              <a:rPr lang="en-GB" sz="2200" b="1" dirty="0">
                <a:ea typeface="Calibri" panose="020F0502020204030204" pitchFamily="34" charset="0"/>
                <a:cs typeface="Times New Roman" panose="02020603050405020304" pitchFamily="18" charset="0"/>
              </a:rPr>
              <a:t>Instead of</a:t>
            </a:r>
            <a:r>
              <a:rPr lang="en-GB" sz="2200" dirty="0">
                <a:ea typeface="Calibri" panose="020F0502020204030204" pitchFamily="34" charset="0"/>
                <a:cs typeface="Times New Roman" panose="02020603050405020304" pitchFamily="18" charset="0"/>
              </a:rPr>
              <a:t>: Stress in High School Students</a:t>
            </a:r>
          </a:p>
          <a:p>
            <a:pPr indent="-342900">
              <a:buFont typeface="Arial" panose="020B0604020202020204" pitchFamily="34" charset="0"/>
              <a:buChar char="•"/>
            </a:pPr>
            <a:r>
              <a:rPr lang="en-GB" sz="2200" b="1" dirty="0">
                <a:solidFill>
                  <a:srgbClr val="0070C0"/>
                </a:solidFill>
                <a:ea typeface="Calibri" panose="020F0502020204030204" pitchFamily="34" charset="0"/>
                <a:cs typeface="Times New Roman" panose="02020603050405020304" pitchFamily="18" charset="0"/>
              </a:rPr>
              <a:t>Consider</a:t>
            </a:r>
            <a:r>
              <a:rPr lang="en-GB" sz="2200" dirty="0">
                <a:ea typeface="Calibri" panose="020F0502020204030204" pitchFamily="34" charset="0"/>
                <a:cs typeface="Times New Roman" panose="02020603050405020304" pitchFamily="18" charset="0"/>
              </a:rPr>
              <a:t>: Investigating How Academic Pressure Affects Stress Levels Among High School Students: A Qualitative Interview Study</a:t>
            </a:r>
          </a:p>
          <a:p>
            <a:pPr indent="-342900">
              <a:buFont typeface="Arial" panose="020B0604020202020204" pitchFamily="34" charset="0"/>
              <a:buChar char="•"/>
            </a:pPr>
            <a:endParaRPr lang="en-GB" sz="2200" dirty="0">
              <a:ea typeface="Calibri" panose="020F0502020204030204" pitchFamily="34" charset="0"/>
              <a:cs typeface="Times New Roman" panose="02020603050405020304" pitchFamily="18" charset="0"/>
            </a:endParaRPr>
          </a:p>
          <a:p>
            <a:pPr indent="-342900">
              <a:buFont typeface="Arial" panose="020B0604020202020204" pitchFamily="34" charset="0"/>
              <a:buChar char="•"/>
            </a:pPr>
            <a:r>
              <a:rPr lang="en-GB" sz="2200" b="1" dirty="0">
                <a:ea typeface="Calibri" panose="020F0502020204030204" pitchFamily="34" charset="0"/>
                <a:cs typeface="Times New Roman" panose="02020603050405020304" pitchFamily="18" charset="0"/>
              </a:rPr>
              <a:t>Instead of: </a:t>
            </a:r>
            <a:r>
              <a:rPr lang="en-GB" sz="2200" dirty="0">
                <a:ea typeface="Calibri" panose="020F0502020204030204" pitchFamily="34" charset="0"/>
                <a:cs typeface="Times New Roman" panose="02020603050405020304" pitchFamily="18" charset="0"/>
              </a:rPr>
              <a:t>The impact of Parents on Development</a:t>
            </a:r>
          </a:p>
          <a:p>
            <a:pPr indent="-342900">
              <a:buFont typeface="Arial" panose="020B0604020202020204" pitchFamily="34" charset="0"/>
              <a:buChar char="•"/>
            </a:pPr>
            <a:r>
              <a:rPr lang="en-GB" sz="2200" b="1" dirty="0">
                <a:solidFill>
                  <a:srgbClr val="0070C0"/>
                </a:solidFill>
                <a:ea typeface="Calibri" panose="020F0502020204030204" pitchFamily="34" charset="0"/>
                <a:cs typeface="Times New Roman" panose="02020603050405020304" pitchFamily="18" charset="0"/>
              </a:rPr>
              <a:t>Consider</a:t>
            </a:r>
            <a:r>
              <a:rPr lang="en-GB" sz="2200" dirty="0">
                <a:ea typeface="Calibri" panose="020F0502020204030204" pitchFamily="34" charset="0"/>
                <a:cs typeface="Times New Roman" panose="02020603050405020304" pitchFamily="18" charset="0"/>
              </a:rPr>
              <a:t>: Parental Involvement in Language Development of Preschool-Aged Children</a:t>
            </a:r>
          </a:p>
          <a:p>
            <a:pPr indent="-342900">
              <a:buFont typeface="Arial" panose="020B0604020202020204" pitchFamily="34" charset="0"/>
              <a:buChar char="•"/>
            </a:pPr>
            <a:endParaRPr lang="en-GB" sz="2200" dirty="0">
              <a:ea typeface="Calibri" panose="020F0502020204030204" pitchFamily="34" charset="0"/>
              <a:cs typeface="Times New Roman" panose="02020603050405020304" pitchFamily="18" charset="0"/>
            </a:endParaRPr>
          </a:p>
          <a:p>
            <a:pPr indent="-342900">
              <a:buFont typeface="Arial" panose="020B0604020202020204" pitchFamily="34" charset="0"/>
              <a:buChar char="•"/>
            </a:pPr>
            <a:r>
              <a:rPr lang="en-GB" sz="2200" b="1" dirty="0">
                <a:ea typeface="Calibri" panose="020F0502020204030204" pitchFamily="34" charset="0"/>
                <a:cs typeface="Times New Roman" panose="02020603050405020304" pitchFamily="18" charset="0"/>
              </a:rPr>
              <a:t>Instead of</a:t>
            </a:r>
            <a:r>
              <a:rPr lang="en-GB" sz="2200" dirty="0">
                <a:ea typeface="Calibri" panose="020F0502020204030204" pitchFamily="34" charset="0"/>
                <a:cs typeface="Times New Roman" panose="02020603050405020304" pitchFamily="18" charset="0"/>
              </a:rPr>
              <a:t>: Investigating the Impact of Sleep Deprivation</a:t>
            </a:r>
          </a:p>
          <a:p>
            <a:pPr indent="-342900">
              <a:buFont typeface="Arial" panose="020B0604020202020204" pitchFamily="34" charset="0"/>
              <a:buChar char="•"/>
            </a:pPr>
            <a:r>
              <a:rPr lang="en-GB" sz="2200" b="1" dirty="0">
                <a:solidFill>
                  <a:srgbClr val="0070C0"/>
                </a:solidFill>
                <a:ea typeface="Calibri" panose="020F0502020204030204" pitchFamily="34" charset="0"/>
                <a:cs typeface="Times New Roman" panose="02020603050405020304" pitchFamily="18" charset="0"/>
              </a:rPr>
              <a:t>Consider</a:t>
            </a:r>
            <a:r>
              <a:rPr lang="en-GB" sz="2200" dirty="0">
                <a:ea typeface="Calibri" panose="020F0502020204030204" pitchFamily="34" charset="0"/>
                <a:cs typeface="Times New Roman" panose="02020603050405020304" pitchFamily="18" charset="0"/>
              </a:rPr>
              <a:t>: Assessing How Sleep Deprivation Affects Memory Retention in Undergraduate Psychology Students</a:t>
            </a:r>
          </a:p>
        </p:txBody>
      </p:sp>
      <p:sp>
        <p:nvSpPr>
          <p:cNvPr id="2" name="Content Placeholder 2">
            <a:extLst>
              <a:ext uri="{FF2B5EF4-FFF2-40B4-BE49-F238E27FC236}">
                <a16:creationId xmlns:a16="http://schemas.microsoft.com/office/drawing/2014/main" id="{59E7EFBB-895B-451A-DEF5-A2958C3A6967}"/>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Writing a Title</a:t>
            </a:r>
          </a:p>
        </p:txBody>
      </p:sp>
    </p:spTree>
    <p:extLst>
      <p:ext uri="{BB962C8B-B14F-4D97-AF65-F5344CB8AC3E}">
        <p14:creationId xmlns:p14="http://schemas.microsoft.com/office/powerpoint/2010/main" val="414473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E43E-E23D-C08A-C984-FD62782ADD12}"/>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571509C-F1DC-E342-C32D-1CFE7AD9E736}"/>
              </a:ext>
            </a:extLst>
          </p:cNvPr>
          <p:cNvSpPr>
            <a:spLocks noGrp="1"/>
          </p:cNvSpPr>
          <p:nvPr>
            <p:ph type="subTitle" idx="1"/>
          </p:nvPr>
        </p:nvSpPr>
        <p:spPr>
          <a:xfrm>
            <a:off x="5752654" y="852792"/>
            <a:ext cx="2917818" cy="5152416"/>
          </a:xfrm>
          <a:noFill/>
        </p:spPr>
        <p:txBody>
          <a:bodyPr>
            <a:noAutofit/>
          </a:bodyPr>
          <a:lstStyle/>
          <a:p>
            <a:endParaRPr lang="en-US" sz="3200" b="1" dirty="0">
              <a:solidFill>
                <a:schemeClr val="tx1"/>
              </a:solidFill>
            </a:endParaRPr>
          </a:p>
          <a:p>
            <a:r>
              <a:rPr lang="en-US" sz="3200" b="1" dirty="0">
                <a:solidFill>
                  <a:schemeClr val="tx1"/>
                </a:solidFill>
              </a:rPr>
              <a:t>2. Writing an abstract</a:t>
            </a:r>
          </a:p>
        </p:txBody>
      </p:sp>
      <p:pic>
        <p:nvPicPr>
          <p:cNvPr id="3" name="Picture 6" descr="See the source image">
            <a:extLst>
              <a:ext uri="{FF2B5EF4-FFF2-40B4-BE49-F238E27FC236}">
                <a16:creationId xmlns:a16="http://schemas.microsoft.com/office/drawing/2014/main" id="{2D4B4AA6-5014-1F2D-620F-44F312EED2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18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283CA59-D990-B7E5-BB21-52A227909A4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DD41A72-FB58-FD8A-85E0-79EB87D82C1A}"/>
              </a:ext>
            </a:extLst>
          </p:cNvPr>
          <p:cNvSpPr/>
          <p:nvPr/>
        </p:nvSpPr>
        <p:spPr>
          <a:xfrm>
            <a:off x="211170" y="818654"/>
            <a:ext cx="8721659" cy="6039346"/>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summarise the entire study so the reader can quickly understand what  you did and what you found. </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brief, complete and accurate (</a:t>
            </a:r>
            <a:r>
              <a:rPr lang="en-GB" sz="2000" b="1" dirty="0">
                <a:ea typeface="Calibri" panose="020F0502020204030204" pitchFamily="34" charset="0"/>
                <a:cs typeface="Times New Roman" panose="02020603050405020304" pitchFamily="18" charset="0"/>
              </a:rPr>
              <a:t>150 words max for this</a:t>
            </a:r>
            <a:r>
              <a:rPr lang="en-GB" sz="2000" dirty="0">
                <a:ea typeface="Calibri" panose="020F0502020204030204" pitchFamily="34" charset="0"/>
                <a:cs typeface="Times New Roman" panose="02020603050405020304" pitchFamily="18" charset="0"/>
              </a:rPr>
              <a:t>)</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 these sections </a:t>
            </a:r>
            <a:r>
              <a:rPr lang="en-GB" sz="2000" dirty="0">
                <a:solidFill>
                  <a:srgbClr val="0070C0"/>
                </a:solidFill>
                <a:ea typeface="Calibri" panose="020F0502020204030204" pitchFamily="34" charset="0"/>
                <a:cs typeface="Times New Roman" panose="02020603050405020304" pitchFamily="18" charset="0"/>
              </a:rPr>
              <a:t>(a sentence or two for each):</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Introduction</a:t>
            </a:r>
            <a:r>
              <a:rPr lang="en-GB" sz="2000" dirty="0">
                <a:ea typeface="Calibri" panose="020F0502020204030204" pitchFamily="34" charset="0"/>
                <a:cs typeface="Times New Roman" panose="02020603050405020304" pitchFamily="18" charset="0"/>
              </a:rPr>
              <a:t> / background sentence(s) give the reader context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Define aim(s) or research question(s).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Purpose should normally align with a gap in the literature (not needed for IPR)</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Method</a:t>
            </a:r>
            <a:r>
              <a:rPr lang="en-GB" sz="2000" dirty="0">
                <a:ea typeface="Calibri" panose="020F0502020204030204" pitchFamily="34" charset="0"/>
                <a:cs typeface="Times New Roman" panose="02020603050405020304" pitchFamily="18" charset="0"/>
              </a:rPr>
              <a:t> outline: sample size, population or noteworthy demographics, design, materials/measures / paradigm, key procedure. Any specific or unique techniques or tools used in data collection or analysis</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Results</a:t>
            </a:r>
            <a:r>
              <a:rPr lang="en-GB" sz="2000" dirty="0">
                <a:ea typeface="Calibri" panose="020F0502020204030204" pitchFamily="34" charset="0"/>
                <a:cs typeface="Times New Roman" panose="02020603050405020304" pitchFamily="18" charset="0"/>
              </a:rPr>
              <a:t>: main findings (direction of effect; statistics are not typically included)</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Conclusion</a:t>
            </a:r>
            <a:r>
              <a:rPr lang="en-GB" sz="2000" dirty="0">
                <a:ea typeface="Calibri" panose="020F0502020204030204" pitchFamily="34" charset="0"/>
                <a:cs typeface="Times New Roman" panose="02020603050405020304" pitchFamily="18" charset="0"/>
              </a:rPr>
              <a:t>: interpretation and/or implication/relevance of result and their significance to the research area. How does it contribute to existing knowledge / take home message?</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 not list any limitations or ideas for future studies in the abstract! Think of it like an advert / sales pitch!</a:t>
            </a:r>
            <a:r>
              <a:rPr lang="en-GB" sz="2000" dirty="0">
                <a:solidFill>
                  <a:schemeClr val="bg1"/>
                </a:solidFill>
              </a:rPr>
              <a:t> to be written.</a:t>
            </a:r>
          </a:p>
        </p:txBody>
      </p:sp>
      <p:sp>
        <p:nvSpPr>
          <p:cNvPr id="2" name="Content Placeholder 2">
            <a:extLst>
              <a:ext uri="{FF2B5EF4-FFF2-40B4-BE49-F238E27FC236}">
                <a16:creationId xmlns:a16="http://schemas.microsoft.com/office/drawing/2014/main" id="{5B5B12DE-AFD8-FF3A-A8B3-FB45BB58C9D6}"/>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Writing an Abstract</a:t>
            </a:r>
          </a:p>
        </p:txBody>
      </p:sp>
    </p:spTree>
    <p:extLst>
      <p:ext uri="{BB962C8B-B14F-4D97-AF65-F5344CB8AC3E}">
        <p14:creationId xmlns:p14="http://schemas.microsoft.com/office/powerpoint/2010/main" val="59741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180C516-10DD-A94F-A057-60E4AABF1FC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CA6CF88-AD84-064C-65AC-11B6927D9B63}"/>
              </a:ext>
            </a:extLst>
          </p:cNvPr>
          <p:cNvSpPr/>
          <p:nvPr/>
        </p:nvSpPr>
        <p:spPr>
          <a:xfrm>
            <a:off x="482599" y="670252"/>
            <a:ext cx="8661401" cy="5555367"/>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t>Write last! Often becomes clear when the lab report is finished</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First thing people read – to decide whether to read your paper. </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Use keywords to help with searching</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Draw the readers in, why is your research important / interesting</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Logical order: background → aim → method → results → conclusion.</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Communicate ideas effectively, clearly and smooth and ‘easy-read’</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Measures / variables are described briefly, not full name (e.g. of Questionnaires) - unless it communicates meaning e.g. Stroop task</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Results: avoid saying “significant” and all statistics/values! Avoid the analysis test (unless unique/important/necessary for interpretation).</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Avoid acronyms or complex language where possible</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Avoid citations (as much as possible / unless necessary)</a:t>
            </a:r>
          </a:p>
        </p:txBody>
      </p:sp>
      <p:sp>
        <p:nvSpPr>
          <p:cNvPr id="2" name="Content Placeholder 2">
            <a:extLst>
              <a:ext uri="{FF2B5EF4-FFF2-40B4-BE49-F238E27FC236}">
                <a16:creationId xmlns:a16="http://schemas.microsoft.com/office/drawing/2014/main" id="{9E62F52D-7C78-9113-D1BF-C3A3B54EB9D7}"/>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Writing an Abstract</a:t>
            </a:r>
          </a:p>
        </p:txBody>
      </p:sp>
    </p:spTree>
    <p:extLst>
      <p:ext uri="{BB962C8B-B14F-4D97-AF65-F5344CB8AC3E}">
        <p14:creationId xmlns:p14="http://schemas.microsoft.com/office/powerpoint/2010/main" val="151294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AA02BE-2E3D-E045-83A5-56D9FEBAE9D0}"/>
              </a:ext>
            </a:extLst>
          </p:cNvPr>
          <p:cNvSpPr txBox="1"/>
          <p:nvPr/>
        </p:nvSpPr>
        <p:spPr>
          <a:xfrm>
            <a:off x="339628" y="3429000"/>
            <a:ext cx="6848572" cy="1938992"/>
          </a:xfrm>
          <a:prstGeom prst="rect">
            <a:avLst/>
          </a:prstGeom>
          <a:noFill/>
        </p:spPr>
        <p:txBody>
          <a:bodyPr wrap="square">
            <a:spAutoFit/>
          </a:bodyPr>
          <a:lstStyle/>
          <a:p>
            <a:pPr marL="720000" lvl="2" indent="-342900">
              <a:buClr>
                <a:srgbClr val="92D050"/>
              </a:buClr>
              <a:buFont typeface="Arial" panose="020B0604020202020204" pitchFamily="34" charset="0"/>
              <a:buChar char="•"/>
            </a:pPr>
            <a:r>
              <a:rPr lang="en-GB" sz="2000" dirty="0"/>
              <a:t>Clear and concise</a:t>
            </a:r>
          </a:p>
          <a:p>
            <a:pPr marL="720000" lvl="2" indent="-342900">
              <a:buClr>
                <a:srgbClr val="92D050"/>
              </a:buClr>
              <a:buFont typeface="Arial" panose="020B0604020202020204" pitchFamily="34" charset="0"/>
              <a:buChar char="•"/>
            </a:pPr>
            <a:r>
              <a:rPr lang="en-GB" sz="2000" dirty="0"/>
              <a:t>Well-structured</a:t>
            </a:r>
          </a:p>
          <a:p>
            <a:pPr marL="720000" lvl="2" indent="-342900">
              <a:buClr>
                <a:srgbClr val="92D050"/>
              </a:buClr>
              <a:buFont typeface="Arial" panose="020B0604020202020204" pitchFamily="34" charset="0"/>
              <a:buChar char="•"/>
            </a:pPr>
            <a:r>
              <a:rPr lang="en-GB" sz="2000" dirty="0"/>
              <a:t>Provides brief overview of the study’s purpose, method, results and implications</a:t>
            </a:r>
          </a:p>
          <a:p>
            <a:pPr marL="720000" lvl="2" indent="-342900">
              <a:buClr>
                <a:srgbClr val="92D050"/>
              </a:buClr>
              <a:buFont typeface="Arial" panose="020B0604020202020204" pitchFamily="34" charset="0"/>
              <a:buChar char="•"/>
            </a:pPr>
            <a:r>
              <a:rPr lang="en-GB" sz="2000" dirty="0"/>
              <a:t>Avoids unnecessary details</a:t>
            </a:r>
          </a:p>
          <a:p>
            <a:pPr marL="720000" lvl="2" indent="-342900">
              <a:buClr>
                <a:srgbClr val="92D050"/>
              </a:buClr>
              <a:buFont typeface="Arial" panose="020B0604020202020204" pitchFamily="34" charset="0"/>
              <a:buChar char="•"/>
            </a:pPr>
            <a:r>
              <a:rPr lang="en-GB" sz="2000" dirty="0"/>
              <a:t>Easy to read / understand key points</a:t>
            </a:r>
          </a:p>
        </p:txBody>
      </p:sp>
      <p:pic>
        <p:nvPicPr>
          <p:cNvPr id="8" name="Picture 7">
            <a:extLst>
              <a:ext uri="{FF2B5EF4-FFF2-40B4-BE49-F238E27FC236}">
                <a16:creationId xmlns:a16="http://schemas.microsoft.com/office/drawing/2014/main" id="{F1BFBA0E-539F-02BD-7C0A-99AD22F0AD33}"/>
              </a:ext>
            </a:extLst>
          </p:cNvPr>
          <p:cNvPicPr>
            <a:picLocks noChangeAspect="1"/>
          </p:cNvPicPr>
          <p:nvPr/>
        </p:nvPicPr>
        <p:blipFill>
          <a:blip r:embed="rId4"/>
          <a:stretch>
            <a:fillRect/>
          </a:stretch>
        </p:blipFill>
        <p:spPr>
          <a:xfrm>
            <a:off x="339628" y="1320636"/>
            <a:ext cx="8683095" cy="1676563"/>
          </a:xfrm>
          <a:prstGeom prst="rect">
            <a:avLst/>
          </a:prstGeom>
        </p:spPr>
      </p:pic>
      <p:pic>
        <p:nvPicPr>
          <p:cNvPr id="6" name="Picture 2" descr="Thumbs Down Transparent Images – Browse 5,272 Stock Photos, Vectors, and  Video | Adobe Stock">
            <a:extLst>
              <a:ext uri="{FF2B5EF4-FFF2-40B4-BE49-F238E27FC236}">
                <a16:creationId xmlns:a16="http://schemas.microsoft.com/office/drawing/2014/main" id="{62C974AB-7B8E-E861-B740-523B5751E4F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56" t="9913" r="50000" b="6468"/>
          <a:stretch/>
        </p:blipFill>
        <p:spPr bwMode="auto">
          <a:xfrm rot="20420717">
            <a:off x="321511" y="866763"/>
            <a:ext cx="494368" cy="51350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78432638-154F-E673-EE5C-5C4FEAB3B00E}"/>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Example Abstracts</a:t>
            </a:r>
          </a:p>
        </p:txBody>
      </p:sp>
    </p:spTree>
    <p:custDataLst>
      <p:tags r:id="rId1"/>
    </p:custDataLst>
    <p:extLst>
      <p:ext uri="{BB962C8B-B14F-4D97-AF65-F5344CB8AC3E}">
        <p14:creationId xmlns:p14="http://schemas.microsoft.com/office/powerpoint/2010/main" val="1139943488"/>
      </p:ext>
    </p:extLst>
  </p:cSld>
  <p:clrMapOvr>
    <a:masterClrMapping/>
  </p:clrMapOvr>
  <mc:AlternateContent xmlns:mc="http://schemas.openxmlformats.org/markup-compatibility/2006" xmlns:p14="http://schemas.microsoft.com/office/powerpoint/2010/main">
    <mc:Choice Requires="p14">
      <p:transition spd="slow" p14:dur="2000" advTm="91784"/>
    </mc:Choice>
    <mc:Fallback xmlns="">
      <p:transition spd="slow" advTm="917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E8042-8C24-78DB-C21F-9312308AA3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C8BF81-E3B7-BAA2-85C3-08240029E8BE}"/>
              </a:ext>
            </a:extLst>
          </p:cNvPr>
          <p:cNvSpPr txBox="1"/>
          <p:nvPr/>
        </p:nvSpPr>
        <p:spPr>
          <a:xfrm>
            <a:off x="106697" y="3473347"/>
            <a:ext cx="7703803" cy="2246769"/>
          </a:xfrm>
          <a:prstGeom prst="rect">
            <a:avLst/>
          </a:prstGeom>
          <a:noFill/>
        </p:spPr>
        <p:txBody>
          <a:bodyPr wrap="square">
            <a:spAutoFit/>
          </a:bodyPr>
          <a:lstStyle/>
          <a:p>
            <a:pPr marL="720000" lvl="2" indent="-342900">
              <a:buClr>
                <a:srgbClr val="92D050"/>
              </a:buClr>
              <a:buFont typeface="Arial" panose="020B0604020202020204" pitchFamily="34" charset="0"/>
              <a:buChar char="•"/>
            </a:pPr>
            <a:r>
              <a:rPr lang="en-GB" sz="2000" dirty="0"/>
              <a:t>A bit vague, lacks clarity</a:t>
            </a:r>
          </a:p>
          <a:p>
            <a:pPr marL="720000" lvl="2" indent="-342900">
              <a:buClr>
                <a:srgbClr val="92D050"/>
              </a:buClr>
              <a:buFont typeface="Arial" panose="020B0604020202020204" pitchFamily="34" charset="0"/>
              <a:buChar char="•"/>
            </a:pPr>
            <a:r>
              <a:rPr lang="en-GB" sz="2000" dirty="0"/>
              <a:t>Uses specific / technical language that isn’t explained or defined</a:t>
            </a:r>
          </a:p>
          <a:p>
            <a:pPr marL="720000" lvl="2" indent="-342900">
              <a:buClr>
                <a:srgbClr val="92D050"/>
              </a:buClr>
              <a:buFont typeface="Arial" panose="020B0604020202020204" pitchFamily="34" charset="0"/>
              <a:buChar char="•"/>
            </a:pPr>
            <a:r>
              <a:rPr lang="en-GB" sz="2000" dirty="0"/>
              <a:t>Incorrect terminology (affective instead of effective)</a:t>
            </a:r>
          </a:p>
          <a:p>
            <a:pPr marL="720000" lvl="2" indent="-342900">
              <a:buClr>
                <a:srgbClr val="92D050"/>
              </a:buClr>
              <a:buFont typeface="Arial" panose="020B0604020202020204" pitchFamily="34" charset="0"/>
              <a:buChar char="•"/>
            </a:pPr>
            <a:r>
              <a:rPr lang="en-GB" sz="2000" dirty="0"/>
              <a:t>Doesn’t provide a clear rationale or significance of the study</a:t>
            </a:r>
          </a:p>
          <a:p>
            <a:pPr marL="720000" lvl="2" indent="-342900">
              <a:buClr>
                <a:srgbClr val="92D050"/>
              </a:buClr>
              <a:buFont typeface="Arial" panose="020B0604020202020204" pitchFamily="34" charset="0"/>
              <a:buChar char="•"/>
            </a:pPr>
            <a:r>
              <a:rPr lang="en-GB" sz="2000" dirty="0"/>
              <a:t>Method is described in a confusing manner</a:t>
            </a:r>
          </a:p>
          <a:p>
            <a:pPr marL="720000" lvl="2" indent="-342900">
              <a:buClr>
                <a:srgbClr val="92D050"/>
              </a:buClr>
              <a:buFont typeface="Arial" panose="020B0604020202020204" pitchFamily="34" charset="0"/>
              <a:buChar char="•"/>
            </a:pPr>
            <a:r>
              <a:rPr lang="en-GB" sz="2000" dirty="0"/>
              <a:t>Results are not clear, nor linked to the research question </a:t>
            </a:r>
          </a:p>
          <a:p>
            <a:pPr marL="720000" lvl="2" indent="-342900">
              <a:buClr>
                <a:srgbClr val="92D050"/>
              </a:buClr>
              <a:buFont typeface="Arial" panose="020B0604020202020204" pitchFamily="34" charset="0"/>
              <a:buChar char="•"/>
            </a:pPr>
            <a:endParaRPr lang="en-GB" sz="2000" dirty="0"/>
          </a:p>
        </p:txBody>
      </p:sp>
      <p:pic>
        <p:nvPicPr>
          <p:cNvPr id="4" name="Picture 3">
            <a:extLst>
              <a:ext uri="{FF2B5EF4-FFF2-40B4-BE49-F238E27FC236}">
                <a16:creationId xmlns:a16="http://schemas.microsoft.com/office/drawing/2014/main" id="{03BA387A-E041-BF73-38A2-6844DB9E693A}"/>
              </a:ext>
            </a:extLst>
          </p:cNvPr>
          <p:cNvPicPr>
            <a:picLocks noChangeAspect="1"/>
          </p:cNvPicPr>
          <p:nvPr/>
        </p:nvPicPr>
        <p:blipFill>
          <a:blip r:embed="rId4"/>
          <a:stretch>
            <a:fillRect/>
          </a:stretch>
        </p:blipFill>
        <p:spPr>
          <a:xfrm>
            <a:off x="727377" y="1208994"/>
            <a:ext cx="8145314" cy="2019023"/>
          </a:xfrm>
          <a:prstGeom prst="rect">
            <a:avLst/>
          </a:prstGeom>
        </p:spPr>
      </p:pic>
      <p:pic>
        <p:nvPicPr>
          <p:cNvPr id="5" name="Picture 4" descr="Thumbs Down Transparent Images – Browse 5,272 Stock Photos, Vectors, and  Video | Adobe Stock">
            <a:extLst>
              <a:ext uri="{FF2B5EF4-FFF2-40B4-BE49-F238E27FC236}">
                <a16:creationId xmlns:a16="http://schemas.microsoft.com/office/drawing/2014/main" id="{AC47ABAD-1F5D-0BBA-CDBA-F1F9C6D463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1871" t="9913" r="6481" b="6468"/>
          <a:stretch/>
        </p:blipFill>
        <p:spPr bwMode="auto">
          <a:xfrm rot="1645320">
            <a:off x="360928" y="958838"/>
            <a:ext cx="455464" cy="50031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7D3B7129-29E4-93CD-119D-33A3CA661B3B}"/>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Example Abstracts</a:t>
            </a:r>
          </a:p>
        </p:txBody>
      </p:sp>
    </p:spTree>
    <p:custDataLst>
      <p:tags r:id="rId1"/>
    </p:custDataLst>
    <p:extLst>
      <p:ext uri="{BB962C8B-B14F-4D97-AF65-F5344CB8AC3E}">
        <p14:creationId xmlns:p14="http://schemas.microsoft.com/office/powerpoint/2010/main" val="3279743799"/>
      </p:ext>
    </p:extLst>
  </p:cSld>
  <p:clrMapOvr>
    <a:masterClrMapping/>
  </p:clrMapOvr>
  <mc:AlternateContent xmlns:mc="http://schemas.openxmlformats.org/markup-compatibility/2006" xmlns:p14="http://schemas.microsoft.com/office/powerpoint/2010/main">
    <mc:Choice Requires="p14">
      <p:transition spd="slow" p14:dur="2000" advTm="91784"/>
    </mc:Choice>
    <mc:Fallback xmlns="">
      <p:transition spd="slow" advTm="917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EE53B-3D1C-2570-5729-86FA145D44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F83A85-61AE-E96C-9534-27E67F7CB024}"/>
              </a:ext>
            </a:extLst>
          </p:cNvPr>
          <p:cNvSpPr txBox="1"/>
          <p:nvPr/>
        </p:nvSpPr>
        <p:spPr>
          <a:xfrm>
            <a:off x="205289" y="3060869"/>
            <a:ext cx="5868653" cy="1938992"/>
          </a:xfrm>
          <a:prstGeom prst="rect">
            <a:avLst/>
          </a:prstGeom>
          <a:noFill/>
        </p:spPr>
        <p:txBody>
          <a:bodyPr wrap="square">
            <a:spAutoFit/>
          </a:bodyPr>
          <a:lstStyle/>
          <a:p>
            <a:pPr marL="720000" lvl="2" indent="-342900">
              <a:buClr>
                <a:srgbClr val="92D050"/>
              </a:buClr>
              <a:buFont typeface="Arial" panose="020B0604020202020204" pitchFamily="34" charset="0"/>
              <a:buChar char="•"/>
            </a:pPr>
            <a:r>
              <a:rPr lang="en-GB" sz="2000" dirty="0"/>
              <a:t>Overly simplistic and short</a:t>
            </a:r>
          </a:p>
          <a:p>
            <a:pPr marL="720000" lvl="2" indent="-342900">
              <a:buClr>
                <a:srgbClr val="92D050"/>
              </a:buClr>
              <a:buFont typeface="Arial" panose="020B0604020202020204" pitchFamily="34" charset="0"/>
              <a:buChar char="•"/>
            </a:pPr>
            <a:r>
              <a:rPr lang="en-GB" sz="2000" dirty="0"/>
              <a:t>Language is rather basic</a:t>
            </a:r>
          </a:p>
          <a:p>
            <a:pPr marL="720000" lvl="2" indent="-342900">
              <a:buClr>
                <a:srgbClr val="92D050"/>
              </a:buClr>
              <a:buFont typeface="Arial" panose="020B0604020202020204" pitchFamily="34" charset="0"/>
              <a:buChar char="•"/>
            </a:pPr>
            <a:r>
              <a:rPr lang="en-GB" sz="2000" dirty="0"/>
              <a:t>Lacks important details e.g. information on the measures, participants, design</a:t>
            </a:r>
          </a:p>
          <a:p>
            <a:pPr marL="720000" lvl="2" indent="-342900">
              <a:buClr>
                <a:srgbClr val="92D050"/>
              </a:buClr>
              <a:buFont typeface="Arial" panose="020B0604020202020204" pitchFamily="34" charset="0"/>
              <a:buChar char="•"/>
            </a:pPr>
            <a:r>
              <a:rPr lang="en-GB" sz="2000" dirty="0"/>
              <a:t>Lacks details on the significance or relevance of findings </a:t>
            </a:r>
          </a:p>
        </p:txBody>
      </p:sp>
      <p:pic>
        <p:nvPicPr>
          <p:cNvPr id="5" name="Picture 4">
            <a:extLst>
              <a:ext uri="{FF2B5EF4-FFF2-40B4-BE49-F238E27FC236}">
                <a16:creationId xmlns:a16="http://schemas.microsoft.com/office/drawing/2014/main" id="{2AB2C756-61A4-E266-80D0-565DB1D5FC41}"/>
              </a:ext>
            </a:extLst>
          </p:cNvPr>
          <p:cNvPicPr>
            <a:picLocks noChangeAspect="1"/>
          </p:cNvPicPr>
          <p:nvPr/>
        </p:nvPicPr>
        <p:blipFill>
          <a:blip r:embed="rId4"/>
          <a:stretch>
            <a:fillRect/>
          </a:stretch>
        </p:blipFill>
        <p:spPr>
          <a:xfrm>
            <a:off x="205289" y="1510737"/>
            <a:ext cx="8899081" cy="921460"/>
          </a:xfrm>
          <a:prstGeom prst="rect">
            <a:avLst/>
          </a:prstGeom>
        </p:spPr>
      </p:pic>
      <p:pic>
        <p:nvPicPr>
          <p:cNvPr id="2" name="Picture 1" descr="Thumbs Down Transparent Images – Browse 5,272 Stock Photos, Vectors, and  Video | Adobe Stock">
            <a:extLst>
              <a:ext uri="{FF2B5EF4-FFF2-40B4-BE49-F238E27FC236}">
                <a16:creationId xmlns:a16="http://schemas.microsoft.com/office/drawing/2014/main" id="{A0A662A5-E9E4-B461-C178-BB6721EB7E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1871" t="9913" r="6481" b="6468"/>
          <a:stretch/>
        </p:blipFill>
        <p:spPr bwMode="auto">
          <a:xfrm rot="1645320">
            <a:off x="170159" y="1068189"/>
            <a:ext cx="455464" cy="50031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4C7E7F6-19EE-214A-EC98-CE3434071949}"/>
              </a:ext>
            </a:extLst>
          </p:cNvPr>
          <p:cNvSpPr txBox="1">
            <a:spLocks/>
          </p:cNvSpPr>
          <p:nvPr/>
        </p:nvSpPr>
        <p:spPr>
          <a:xfrm>
            <a:off x="748756" y="214554"/>
            <a:ext cx="7812148" cy="911397"/>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Example Abstracts</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1012777561"/>
      </p:ext>
    </p:extLst>
  </p:cSld>
  <p:clrMapOvr>
    <a:masterClrMapping/>
  </p:clrMapOvr>
  <mc:AlternateContent xmlns:mc="http://schemas.openxmlformats.org/markup-compatibility/2006" xmlns:p14="http://schemas.microsoft.com/office/powerpoint/2010/main">
    <mc:Choice Requires="p14">
      <p:transition spd="slow" p14:dur="2000" advTm="91784"/>
    </mc:Choice>
    <mc:Fallback xmlns="">
      <p:transition spd="slow" advTm="917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302E-E791-0713-B9A4-1FB36ADEA901}"/>
            </a:ext>
          </a:extLst>
        </p:cNvPr>
        <p:cNvGrpSpPr/>
        <p:nvPr/>
      </p:nvGrpSpPr>
      <p:grpSpPr>
        <a:xfrm>
          <a:off x="0" y="0"/>
          <a:ext cx="0" cy="0"/>
          <a:chOff x="0" y="0"/>
          <a:chExt cx="0" cy="0"/>
        </a:xfrm>
      </p:grpSpPr>
      <p:pic>
        <p:nvPicPr>
          <p:cNvPr id="6" name="Picture 2" descr="Thumbs Down Transparent Images – Browse 5,272 Stock Photos, Vectors, and  Video | Adobe Stock">
            <a:extLst>
              <a:ext uri="{FF2B5EF4-FFF2-40B4-BE49-F238E27FC236}">
                <a16:creationId xmlns:a16="http://schemas.microsoft.com/office/drawing/2014/main" id="{FEDACE18-750B-F983-39E8-CA19B97296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956" t="9913" r="50000" b="6468"/>
          <a:stretch/>
        </p:blipFill>
        <p:spPr bwMode="auto">
          <a:xfrm rot="20420717">
            <a:off x="298064" y="819870"/>
            <a:ext cx="494368" cy="5135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FAFB44E-46DE-1ACB-FD45-29DECD63B652}"/>
              </a:ext>
            </a:extLst>
          </p:cNvPr>
          <p:cNvPicPr>
            <a:picLocks noChangeAspect="1"/>
          </p:cNvPicPr>
          <p:nvPr/>
        </p:nvPicPr>
        <p:blipFill>
          <a:blip r:embed="rId5"/>
          <a:stretch>
            <a:fillRect/>
          </a:stretch>
        </p:blipFill>
        <p:spPr>
          <a:xfrm>
            <a:off x="449943" y="1308441"/>
            <a:ext cx="8580830" cy="1688759"/>
          </a:xfrm>
          <a:prstGeom prst="rect">
            <a:avLst/>
          </a:prstGeom>
        </p:spPr>
      </p:pic>
      <p:sp>
        <p:nvSpPr>
          <p:cNvPr id="3" name="TextBox 2">
            <a:extLst>
              <a:ext uri="{FF2B5EF4-FFF2-40B4-BE49-F238E27FC236}">
                <a16:creationId xmlns:a16="http://schemas.microsoft.com/office/drawing/2014/main" id="{AFBBA4E1-1095-37D2-1B78-07668AE9EC1D}"/>
              </a:ext>
            </a:extLst>
          </p:cNvPr>
          <p:cNvSpPr txBox="1"/>
          <p:nvPr/>
        </p:nvSpPr>
        <p:spPr>
          <a:xfrm>
            <a:off x="449943" y="3429000"/>
            <a:ext cx="5868653" cy="2246769"/>
          </a:xfrm>
          <a:prstGeom prst="rect">
            <a:avLst/>
          </a:prstGeom>
          <a:noFill/>
        </p:spPr>
        <p:txBody>
          <a:bodyPr wrap="square">
            <a:spAutoFit/>
          </a:bodyPr>
          <a:lstStyle/>
          <a:p>
            <a:pPr marL="720000" lvl="2" indent="-342900">
              <a:buClr>
                <a:srgbClr val="92D050"/>
              </a:buClr>
              <a:buFont typeface="Arial" panose="020B0604020202020204" pitchFamily="34" charset="0"/>
              <a:buChar char="•"/>
            </a:pPr>
            <a:r>
              <a:rPr lang="en-GB" sz="2000" dirty="0"/>
              <a:t>Clear and concise</a:t>
            </a:r>
          </a:p>
          <a:p>
            <a:pPr marL="720000" lvl="2" indent="-342900">
              <a:buClr>
                <a:srgbClr val="92D050"/>
              </a:buClr>
              <a:buFont typeface="Arial" panose="020B0604020202020204" pitchFamily="34" charset="0"/>
              <a:buChar char="•"/>
            </a:pPr>
            <a:r>
              <a:rPr lang="en-GB" sz="2000" dirty="0"/>
              <a:t>Well-structured and organised</a:t>
            </a:r>
          </a:p>
          <a:p>
            <a:pPr marL="720000" lvl="2" indent="-342900">
              <a:buClr>
                <a:srgbClr val="92D050"/>
              </a:buClr>
              <a:buFont typeface="Arial" panose="020B0604020202020204" pitchFamily="34" charset="0"/>
              <a:buChar char="•"/>
            </a:pPr>
            <a:r>
              <a:rPr lang="en-GB" sz="2000" dirty="0"/>
              <a:t>Acronyms are necessary so they are defined</a:t>
            </a:r>
          </a:p>
          <a:p>
            <a:pPr marL="720000" lvl="2" indent="-342900">
              <a:buClr>
                <a:srgbClr val="92D050"/>
              </a:buClr>
              <a:buFont typeface="Arial" panose="020B0604020202020204" pitchFamily="34" charset="0"/>
              <a:buChar char="•"/>
            </a:pPr>
            <a:r>
              <a:rPr lang="en-GB" sz="2000" dirty="0"/>
              <a:t>Provides brief overview of the study’s purpose, method, results and implications</a:t>
            </a:r>
          </a:p>
          <a:p>
            <a:pPr marL="720000" lvl="2" indent="-342900">
              <a:buClr>
                <a:srgbClr val="92D050"/>
              </a:buClr>
              <a:buFont typeface="Arial" panose="020B0604020202020204" pitchFamily="34" charset="0"/>
              <a:buChar char="•"/>
            </a:pPr>
            <a:r>
              <a:rPr lang="en-GB" sz="2000" dirty="0"/>
              <a:t>Uses precise language</a:t>
            </a:r>
          </a:p>
          <a:p>
            <a:pPr marL="720000" lvl="2" indent="-342900">
              <a:buClr>
                <a:srgbClr val="92D050"/>
              </a:buClr>
              <a:buFont typeface="Arial" panose="020B0604020202020204" pitchFamily="34" charset="0"/>
              <a:buChar char="•"/>
            </a:pPr>
            <a:r>
              <a:rPr lang="en-GB" sz="2000" dirty="0"/>
              <a:t>Gives a clear and comprehensive understanding</a:t>
            </a:r>
          </a:p>
        </p:txBody>
      </p:sp>
      <p:sp>
        <p:nvSpPr>
          <p:cNvPr id="5" name="Content Placeholder 2">
            <a:extLst>
              <a:ext uri="{FF2B5EF4-FFF2-40B4-BE49-F238E27FC236}">
                <a16:creationId xmlns:a16="http://schemas.microsoft.com/office/drawing/2014/main" id="{87FD2CD6-079C-D0DC-F7A2-6385A24F779B}"/>
              </a:ext>
            </a:extLst>
          </p:cNvPr>
          <p:cNvSpPr>
            <a:spLocks noGrp="1"/>
          </p:cNvSpPr>
          <p:nvPr>
            <p:ph idx="1"/>
          </p:nvPr>
        </p:nvSpPr>
        <p:spPr>
          <a:xfrm>
            <a:off x="748756" y="214554"/>
            <a:ext cx="7812148" cy="911397"/>
          </a:xfrm>
          <a:noFill/>
        </p:spPr>
        <p:txBody>
          <a:bodyPr>
            <a:normAutofit/>
          </a:bodyPr>
          <a:lstStyle/>
          <a:p>
            <a:pPr marL="0" indent="0" algn="ctr">
              <a:buNone/>
            </a:pPr>
            <a:r>
              <a:rPr lang="en-GB" sz="4000" dirty="0">
                <a:solidFill>
                  <a:schemeClr val="tx1"/>
                </a:solidFill>
                <a:latin typeface="+mj-lt"/>
              </a:rPr>
              <a:t>Example Abstracts</a:t>
            </a:r>
          </a:p>
        </p:txBody>
      </p:sp>
    </p:spTree>
    <p:custDataLst>
      <p:tags r:id="rId1"/>
    </p:custDataLst>
    <p:extLst>
      <p:ext uri="{BB962C8B-B14F-4D97-AF65-F5344CB8AC3E}">
        <p14:creationId xmlns:p14="http://schemas.microsoft.com/office/powerpoint/2010/main" val="344410094"/>
      </p:ext>
    </p:extLst>
  </p:cSld>
  <p:clrMapOvr>
    <a:masterClrMapping/>
  </p:clrMapOvr>
  <mc:AlternateContent xmlns:mc="http://schemas.openxmlformats.org/markup-compatibility/2006" xmlns:p14="http://schemas.microsoft.com/office/powerpoint/2010/main">
    <mc:Choice Requires="p14">
      <p:transition spd="slow" p14:dur="2000" advTm="91784"/>
    </mc:Choice>
    <mc:Fallback xmlns="">
      <p:transition spd="slow" advTm="917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387D-FC42-AC6C-322A-E5D081EA14B0}"/>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3E115F6-FA21-00BD-31B4-20577FAE587B}"/>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3. Writing an introduction</a:t>
            </a:r>
          </a:p>
        </p:txBody>
      </p:sp>
      <p:pic>
        <p:nvPicPr>
          <p:cNvPr id="3" name="Picture 6" descr="See the source image">
            <a:extLst>
              <a:ext uri="{FF2B5EF4-FFF2-40B4-BE49-F238E27FC236}">
                <a16:creationId xmlns:a16="http://schemas.microsoft.com/office/drawing/2014/main" id="{E7A548F9-8832-ED97-A322-2BC593746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850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A2EFAB1-F778-8B28-E8F3-51A4E221A3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1F039DC-98D4-4711-0B68-3AF16382274F}"/>
              </a:ext>
            </a:extLst>
          </p:cNvPr>
          <p:cNvSpPr/>
          <p:nvPr/>
        </p:nvSpPr>
        <p:spPr>
          <a:xfrm>
            <a:off x="317499" y="818654"/>
            <a:ext cx="8721659" cy="6039346"/>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justify </a:t>
            </a:r>
            <a:r>
              <a:rPr lang="en-GB" sz="2000" i="1" u="sng" dirty="0">
                <a:ea typeface="Calibri" panose="020F0502020204030204" pitchFamily="34" charset="0"/>
                <a:cs typeface="Times New Roman" panose="02020603050405020304" pitchFamily="18" charset="0"/>
              </a:rPr>
              <a:t>why</a:t>
            </a:r>
            <a:r>
              <a:rPr lang="en-GB" sz="2000" dirty="0">
                <a:ea typeface="Calibri" panose="020F0502020204030204" pitchFamily="34" charset="0"/>
                <a:cs typeface="Times New Roman" panose="02020603050405020304" pitchFamily="18" charset="0"/>
              </a:rPr>
              <a:t> the study was done using previous research and lead logically to the research question and hypotheses. </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clear explanation of theory, past research, and the gap your study addresses (typically, though not applicable to IPR summative)</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a:t>
            </a:r>
            <a:r>
              <a:rPr lang="en-GB" sz="20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Opening context: key concepts, definitions, and topic importance.</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Describe and summarise relevant studies / literature (published articles)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Describe and summarise relevant theories.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Identify inconsistencies, gaps, or unanswered questions in the literature – not for IPR summative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A logical build‑up: at the end of the introduction, discuss your specific research question – the relationship between variables.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Make a clear prediction(s) or hypothesis about what you expect to find (two-tailed / non-directional is most common).</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Some studies have more than one research Q / hypothesis (hypotheses) – and some may be one-tailed, others two-tailed.</a:t>
            </a:r>
            <a:endParaRPr lang="en-GB" sz="2000" dirty="0">
              <a:solidFill>
                <a:schemeClr val="bg1"/>
              </a:solidFill>
              <a:ea typeface="Calibri" panose="020F050202020403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C4E5B72-6632-464F-CFBF-C6105D245162}"/>
              </a:ext>
            </a:extLst>
          </p:cNvPr>
          <p:cNvSpPr>
            <a:spLocks noGrp="1"/>
          </p:cNvSpPr>
          <p:nvPr>
            <p:ph idx="1"/>
          </p:nvPr>
        </p:nvSpPr>
        <p:spPr>
          <a:xfrm>
            <a:off x="772254" y="43953"/>
            <a:ext cx="7812148" cy="787401"/>
          </a:xfrm>
          <a:noFill/>
        </p:spPr>
        <p:txBody>
          <a:bodyPr>
            <a:normAutofit/>
          </a:bodyPr>
          <a:lstStyle/>
          <a:p>
            <a:pPr marL="0" indent="0" algn="ctr">
              <a:buNone/>
            </a:pPr>
            <a:r>
              <a:rPr lang="en-GB" sz="4000" dirty="0">
                <a:solidFill>
                  <a:schemeClr val="tx1"/>
                </a:solidFill>
                <a:latin typeface="+mj-lt"/>
              </a:rPr>
              <a:t>Writing an Introduction</a:t>
            </a:r>
          </a:p>
        </p:txBody>
      </p:sp>
    </p:spTree>
    <p:extLst>
      <p:ext uri="{BB962C8B-B14F-4D97-AF65-F5344CB8AC3E}">
        <p14:creationId xmlns:p14="http://schemas.microsoft.com/office/powerpoint/2010/main" val="98797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5D18-32AC-28B6-304D-FDEF34932B0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52D9F48-C411-2D7F-807C-221F9A04D092}"/>
              </a:ext>
            </a:extLst>
          </p:cNvPr>
          <p:cNvSpPr/>
          <p:nvPr/>
        </p:nvSpPr>
        <p:spPr>
          <a:xfrm>
            <a:off x="482599" y="670252"/>
            <a:ext cx="8661401" cy="5039200"/>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t>Funnel method: broad → focused → specific.</a:t>
            </a:r>
          </a:p>
          <a:p>
            <a:pPr marL="342900" indent="-342900">
              <a:lnSpc>
                <a:spcPct val="107000"/>
              </a:lnSpc>
              <a:spcAft>
                <a:spcPts val="600"/>
              </a:spcAft>
              <a:buFont typeface="Arial" panose="020B0604020202020204" pitchFamily="34" charset="0"/>
              <a:buChar char="•"/>
            </a:pPr>
            <a:r>
              <a:rPr lang="en-GB" sz="2200" dirty="0"/>
              <a:t>Only include studies that are directly relevant.</a:t>
            </a:r>
          </a:p>
          <a:p>
            <a:pPr marL="342900" indent="-342900">
              <a:lnSpc>
                <a:spcPct val="107000"/>
              </a:lnSpc>
              <a:spcAft>
                <a:spcPts val="600"/>
              </a:spcAft>
              <a:buFont typeface="Arial" panose="020B0604020202020204" pitchFamily="34" charset="0"/>
              <a:buChar char="•"/>
            </a:pPr>
            <a:r>
              <a:rPr lang="en-GB" sz="2200" dirty="0"/>
              <a:t>Can’t cover all the literature! Be selective – think, what point am I trying to make by including this paper?</a:t>
            </a:r>
          </a:p>
          <a:p>
            <a:pPr marL="342900" indent="-342900">
              <a:lnSpc>
                <a:spcPct val="107000"/>
              </a:lnSpc>
              <a:spcAft>
                <a:spcPts val="600"/>
              </a:spcAft>
              <a:buFont typeface="Arial" panose="020B0604020202020204" pitchFamily="34" charset="0"/>
              <a:buChar char="•"/>
            </a:pPr>
            <a:r>
              <a:rPr lang="en-GB" sz="2200" dirty="0"/>
              <a:t>Explain results of previous studies, not just what they did.</a:t>
            </a:r>
          </a:p>
          <a:p>
            <a:pPr marL="342900" indent="-342900">
              <a:lnSpc>
                <a:spcPct val="107000"/>
              </a:lnSpc>
              <a:spcAft>
                <a:spcPts val="600"/>
              </a:spcAft>
              <a:buFont typeface="Arial" panose="020B0604020202020204" pitchFamily="34" charset="0"/>
              <a:buChar char="•"/>
            </a:pPr>
            <a:r>
              <a:rPr lang="en-GB" sz="2200" dirty="0"/>
              <a:t>Make sure your hypotheses follow logically from your review.</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Form a narrative: ‘lead’ and ‘guide’ the reader to your study / RQ</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Typically identify a research gap: lead the reader to think about the literature – impact, gaps, issues etc. How your study can address these. But instead for IPR: how do your variables/measure link together?</a:t>
            </a:r>
          </a:p>
          <a:p>
            <a:pPr marL="342900" indent="-342900">
              <a:lnSpc>
                <a:spcPct val="107000"/>
              </a:lnSpc>
              <a:spcAft>
                <a:spcPts val="600"/>
              </a:spcAft>
              <a:buFont typeface="Arial" panose="020B0604020202020204" pitchFamily="34" charset="0"/>
              <a:buChar char="•"/>
            </a:pPr>
            <a:r>
              <a:rPr lang="en-GB" sz="2200" dirty="0">
                <a:ea typeface="Calibri" panose="020F0502020204030204" pitchFamily="34" charset="0"/>
                <a:cs typeface="Times New Roman" panose="02020603050405020304" pitchFamily="18" charset="0"/>
              </a:rPr>
              <a:t>Look for practical, conceptual or theoretical implications of your study</a:t>
            </a:r>
          </a:p>
        </p:txBody>
      </p:sp>
      <p:sp>
        <p:nvSpPr>
          <p:cNvPr id="2" name="Content Placeholder 2">
            <a:extLst>
              <a:ext uri="{FF2B5EF4-FFF2-40B4-BE49-F238E27FC236}">
                <a16:creationId xmlns:a16="http://schemas.microsoft.com/office/drawing/2014/main" id="{0232AA4F-E50D-1F53-9714-FA6FF4D4AA7E}"/>
              </a:ext>
            </a:extLst>
          </p:cNvPr>
          <p:cNvSpPr>
            <a:spLocks noGrp="1"/>
          </p:cNvSpPr>
          <p:nvPr>
            <p:ph idx="1"/>
          </p:nvPr>
        </p:nvSpPr>
        <p:spPr>
          <a:xfrm>
            <a:off x="665926" y="152400"/>
            <a:ext cx="7812148" cy="787401"/>
          </a:xfrm>
          <a:noFill/>
        </p:spPr>
        <p:txBody>
          <a:bodyPr>
            <a:normAutofit/>
          </a:bodyPr>
          <a:lstStyle/>
          <a:p>
            <a:pPr marL="0" indent="0" algn="ctr">
              <a:buNone/>
            </a:pPr>
            <a:r>
              <a:rPr lang="en-GB" sz="4000" dirty="0">
                <a:solidFill>
                  <a:schemeClr val="tx1"/>
                </a:solidFill>
                <a:latin typeface="+mj-lt"/>
              </a:rPr>
              <a:t>Writing an Introduction</a:t>
            </a:r>
          </a:p>
        </p:txBody>
      </p:sp>
    </p:spTree>
    <p:extLst>
      <p:ext uri="{BB962C8B-B14F-4D97-AF65-F5344CB8AC3E}">
        <p14:creationId xmlns:p14="http://schemas.microsoft.com/office/powerpoint/2010/main" val="189557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459614" y="924495"/>
            <a:ext cx="2322663" cy="543044"/>
          </a:xfrm>
          <a:noFill/>
        </p:spPr>
        <p:txBody>
          <a:bodyPr>
            <a:normAutofit/>
          </a:bodyPr>
          <a:lstStyle/>
          <a:p>
            <a:r>
              <a:rPr lang="en-GB" b="1" dirty="0">
                <a:solidFill>
                  <a:schemeClr val="tx1"/>
                </a:solidFill>
              </a:rPr>
              <a:t>The Funnel Method</a:t>
            </a:r>
          </a:p>
        </p:txBody>
      </p:sp>
      <p:sp>
        <p:nvSpPr>
          <p:cNvPr id="10" name="Freeform: Shape 9">
            <a:extLst>
              <a:ext uri="{FF2B5EF4-FFF2-40B4-BE49-F238E27FC236}">
                <a16:creationId xmlns:a16="http://schemas.microsoft.com/office/drawing/2014/main" id="{60F43394-98CD-4A0D-C4F7-7B2337B34E88}"/>
              </a:ext>
            </a:extLst>
          </p:cNvPr>
          <p:cNvSpPr/>
          <p:nvPr/>
        </p:nvSpPr>
        <p:spPr>
          <a:xfrm>
            <a:off x="1388438" y="1711896"/>
            <a:ext cx="6367124" cy="1104702"/>
          </a:xfrm>
          <a:custGeom>
            <a:avLst/>
            <a:gdLst>
              <a:gd name="connsiteX0" fmla="*/ 0 w 6096000"/>
              <a:gd name="connsiteY0" fmla="*/ 1016000 h 1016000"/>
              <a:gd name="connsiteX1" fmla="*/ 762000 w 6096000"/>
              <a:gd name="connsiteY1" fmla="*/ 0 h 1016000"/>
              <a:gd name="connsiteX2" fmla="*/ 5334000 w 6096000"/>
              <a:gd name="connsiteY2" fmla="*/ 0 h 1016000"/>
              <a:gd name="connsiteX3" fmla="*/ 6096000 w 6096000"/>
              <a:gd name="connsiteY3" fmla="*/ 1016000 h 1016000"/>
              <a:gd name="connsiteX4" fmla="*/ 0 w 60960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016000">
                <a:moveTo>
                  <a:pt x="6096000" y="1"/>
                </a:moveTo>
                <a:lnTo>
                  <a:pt x="5334000" y="1015999"/>
                </a:lnTo>
                <a:lnTo>
                  <a:pt x="762000" y="1015999"/>
                </a:lnTo>
                <a:lnTo>
                  <a:pt x="0" y="1"/>
                </a:lnTo>
                <a:lnTo>
                  <a:pt x="6096000" y="1"/>
                </a:lnTo>
                <a:close/>
              </a:path>
            </a:pathLst>
          </a:custGeom>
          <a:solidFill>
            <a:schemeClr val="accent4">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7119" tIns="20321" rIns="1087121" bIns="20321" numCol="1" spcCol="1270" anchor="ctr" anchorCtr="0">
            <a:noAutofit/>
          </a:bodyPr>
          <a:lstStyle/>
          <a:p>
            <a:pPr marL="0" lvl="0" indent="0" algn="ctr" defTabSz="711200">
              <a:lnSpc>
                <a:spcPct val="90000"/>
              </a:lnSpc>
              <a:spcBef>
                <a:spcPct val="0"/>
              </a:spcBef>
              <a:spcAft>
                <a:spcPct val="35000"/>
              </a:spcAft>
              <a:buNone/>
            </a:pPr>
            <a:r>
              <a:rPr lang="en-GB" sz="2000" kern="1200" dirty="0">
                <a:solidFill>
                  <a:schemeClr val="tx1"/>
                </a:solidFill>
              </a:rPr>
              <a:t>Begin broad and general. Briefly introduce topic or general issues. E.g. a real-world / catchy example.</a:t>
            </a:r>
          </a:p>
        </p:txBody>
      </p:sp>
      <p:sp>
        <p:nvSpPr>
          <p:cNvPr id="11" name="Freeform: Shape 10">
            <a:extLst>
              <a:ext uri="{FF2B5EF4-FFF2-40B4-BE49-F238E27FC236}">
                <a16:creationId xmlns:a16="http://schemas.microsoft.com/office/drawing/2014/main" id="{60C5AAFA-6168-AF0B-6AB1-724A276EA4DF}"/>
              </a:ext>
            </a:extLst>
          </p:cNvPr>
          <p:cNvSpPr/>
          <p:nvPr/>
        </p:nvSpPr>
        <p:spPr>
          <a:xfrm>
            <a:off x="2162161" y="2816598"/>
            <a:ext cx="4787300" cy="1104701"/>
          </a:xfrm>
          <a:custGeom>
            <a:avLst/>
            <a:gdLst>
              <a:gd name="connsiteX0" fmla="*/ 0 w 4572000"/>
              <a:gd name="connsiteY0" fmla="*/ 1016000 h 1016000"/>
              <a:gd name="connsiteX1" fmla="*/ 762000 w 4572000"/>
              <a:gd name="connsiteY1" fmla="*/ 0 h 1016000"/>
              <a:gd name="connsiteX2" fmla="*/ 3810000 w 4572000"/>
              <a:gd name="connsiteY2" fmla="*/ 0 h 1016000"/>
              <a:gd name="connsiteX3" fmla="*/ 4572000 w 4572000"/>
              <a:gd name="connsiteY3" fmla="*/ 1016000 h 1016000"/>
              <a:gd name="connsiteX4" fmla="*/ 0 w 45720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1016000">
                <a:moveTo>
                  <a:pt x="4572000" y="1"/>
                </a:moveTo>
                <a:lnTo>
                  <a:pt x="3810000" y="1015999"/>
                </a:lnTo>
                <a:lnTo>
                  <a:pt x="762000" y="1015999"/>
                </a:lnTo>
                <a:lnTo>
                  <a:pt x="0" y="1"/>
                </a:lnTo>
                <a:lnTo>
                  <a:pt x="4572000" y="1"/>
                </a:lnTo>
                <a:close/>
              </a:path>
            </a:pathLst>
          </a:custGeom>
          <a:solidFill>
            <a:schemeClr val="accent5">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20420" tIns="20321" rIns="820420" bIns="20321" numCol="1" spcCol="1270" anchor="ctr" anchorCtr="0">
            <a:noAutofit/>
          </a:bodyPr>
          <a:lstStyle/>
          <a:p>
            <a:pPr marL="0" lvl="0" indent="0" algn="ctr" defTabSz="711200">
              <a:lnSpc>
                <a:spcPct val="90000"/>
              </a:lnSpc>
              <a:spcBef>
                <a:spcPct val="0"/>
              </a:spcBef>
              <a:spcAft>
                <a:spcPct val="35000"/>
              </a:spcAft>
              <a:buNone/>
            </a:pPr>
            <a:r>
              <a:rPr lang="en-GB" sz="2000" kern="1200" dirty="0">
                <a:solidFill>
                  <a:schemeClr val="tx1"/>
                </a:solidFill>
              </a:rPr>
              <a:t>Review relevant literature, theoretical / experimental background and relate these to your study.</a:t>
            </a:r>
          </a:p>
        </p:txBody>
      </p:sp>
      <p:sp>
        <p:nvSpPr>
          <p:cNvPr id="12" name="Freeform: Shape 11">
            <a:extLst>
              <a:ext uri="{FF2B5EF4-FFF2-40B4-BE49-F238E27FC236}">
                <a16:creationId xmlns:a16="http://schemas.microsoft.com/office/drawing/2014/main" id="{FE01E71A-F8D2-D83F-CB76-44E530E6C998}"/>
              </a:ext>
            </a:extLst>
          </p:cNvPr>
          <p:cNvSpPr/>
          <p:nvPr/>
        </p:nvSpPr>
        <p:spPr>
          <a:xfrm>
            <a:off x="2972547" y="3928096"/>
            <a:ext cx="3165231" cy="1318787"/>
          </a:xfrm>
          <a:custGeom>
            <a:avLst/>
            <a:gdLst>
              <a:gd name="connsiteX0" fmla="*/ 0 w 3048000"/>
              <a:gd name="connsiteY0" fmla="*/ 1016000 h 1016000"/>
              <a:gd name="connsiteX1" fmla="*/ 762000 w 3048000"/>
              <a:gd name="connsiteY1" fmla="*/ 0 h 1016000"/>
              <a:gd name="connsiteX2" fmla="*/ 2286000 w 3048000"/>
              <a:gd name="connsiteY2" fmla="*/ 0 h 1016000"/>
              <a:gd name="connsiteX3" fmla="*/ 3048000 w 3048000"/>
              <a:gd name="connsiteY3" fmla="*/ 1016000 h 1016000"/>
              <a:gd name="connsiteX4" fmla="*/ 0 w 30480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1016000">
                <a:moveTo>
                  <a:pt x="3048000" y="1"/>
                </a:moveTo>
                <a:lnTo>
                  <a:pt x="2286000" y="1015999"/>
                </a:lnTo>
                <a:lnTo>
                  <a:pt x="762000" y="1015999"/>
                </a:lnTo>
                <a:lnTo>
                  <a:pt x="0" y="1"/>
                </a:lnTo>
                <a:lnTo>
                  <a:pt x="3048000" y="1"/>
                </a:lnTo>
                <a:close/>
              </a:path>
            </a:pathLst>
          </a:custGeom>
          <a:solidFill>
            <a:schemeClr val="accent3">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53720" tIns="20320" rIns="553720" bIns="20321" numCol="1" spcCol="1270" anchor="ctr" anchorCtr="0">
            <a:noAutofit/>
          </a:bodyPr>
          <a:lstStyle/>
          <a:p>
            <a:pPr marL="0" lvl="0" indent="0" algn="ctr" defTabSz="711200">
              <a:lnSpc>
                <a:spcPct val="90000"/>
              </a:lnSpc>
              <a:spcBef>
                <a:spcPct val="0"/>
              </a:spcBef>
              <a:spcAft>
                <a:spcPct val="35000"/>
              </a:spcAft>
              <a:buNone/>
            </a:pPr>
            <a:r>
              <a:rPr lang="en-GB" sz="2000" kern="1200" dirty="0">
                <a:solidFill>
                  <a:schemeClr val="tx1"/>
                </a:solidFill>
              </a:rPr>
              <a:t>Provide justification </a:t>
            </a:r>
            <a:r>
              <a:rPr lang="en-GB" sz="2000" dirty="0">
                <a:solidFill>
                  <a:schemeClr val="tx1"/>
                </a:solidFill>
              </a:rPr>
              <a:t>or link between variables</a:t>
            </a:r>
            <a:r>
              <a:rPr lang="en-GB" sz="2000" kern="1200" dirty="0">
                <a:solidFill>
                  <a:schemeClr val="tx1"/>
                </a:solidFill>
              </a:rPr>
              <a:t> based on review.</a:t>
            </a:r>
          </a:p>
        </p:txBody>
      </p:sp>
      <p:sp>
        <p:nvSpPr>
          <p:cNvPr id="13" name="Freeform: Shape 12">
            <a:extLst>
              <a:ext uri="{FF2B5EF4-FFF2-40B4-BE49-F238E27FC236}">
                <a16:creationId xmlns:a16="http://schemas.microsoft.com/office/drawing/2014/main" id="{3C243D27-46A6-99A9-2009-BCEB2C685E53}"/>
              </a:ext>
            </a:extLst>
          </p:cNvPr>
          <p:cNvSpPr/>
          <p:nvPr/>
        </p:nvSpPr>
        <p:spPr>
          <a:xfrm>
            <a:off x="3711101" y="5189554"/>
            <a:ext cx="1688123" cy="1182764"/>
          </a:xfrm>
          <a:custGeom>
            <a:avLst/>
            <a:gdLst>
              <a:gd name="connsiteX0" fmla="*/ 0 w 1524000"/>
              <a:gd name="connsiteY0" fmla="*/ 1016000 h 1016000"/>
              <a:gd name="connsiteX1" fmla="*/ 762000 w 1524000"/>
              <a:gd name="connsiteY1" fmla="*/ 0 h 1016000"/>
              <a:gd name="connsiteX2" fmla="*/ 762000 w 1524000"/>
              <a:gd name="connsiteY2" fmla="*/ 0 h 1016000"/>
              <a:gd name="connsiteX3" fmla="*/ 1524000 w 1524000"/>
              <a:gd name="connsiteY3" fmla="*/ 1016000 h 1016000"/>
              <a:gd name="connsiteX4" fmla="*/ 0 w 1524000"/>
              <a:gd name="connsiteY4" fmla="*/ 101600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016000">
                <a:moveTo>
                  <a:pt x="1524000" y="1"/>
                </a:moveTo>
                <a:lnTo>
                  <a:pt x="762000" y="1015999"/>
                </a:lnTo>
                <a:lnTo>
                  <a:pt x="762000" y="1015999"/>
                </a:lnTo>
                <a:lnTo>
                  <a:pt x="0" y="1"/>
                </a:lnTo>
                <a:lnTo>
                  <a:pt x="1524000" y="1"/>
                </a:lnTo>
                <a:close/>
              </a:path>
            </a:pathLst>
          </a:custGeom>
          <a:solidFill>
            <a:schemeClr val="accent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21" tIns="20320" rIns="20320" bIns="20321" numCol="1" spcCol="1270" anchor="ctr" anchorCtr="0">
            <a:noAutofit/>
          </a:bodyPr>
          <a:lstStyle/>
          <a:p>
            <a:pPr marL="0" lvl="0" indent="0" algn="ctr" defTabSz="711200">
              <a:lnSpc>
                <a:spcPct val="90000"/>
              </a:lnSpc>
              <a:spcBef>
                <a:spcPct val="0"/>
              </a:spcBef>
              <a:spcAft>
                <a:spcPct val="35000"/>
              </a:spcAft>
              <a:buNone/>
            </a:pPr>
            <a:r>
              <a:rPr lang="en-GB" sz="2000" kern="1200" dirty="0">
                <a:solidFill>
                  <a:schemeClr val="tx1"/>
                </a:solidFill>
              </a:rPr>
              <a:t>Study Aims &amp;</a:t>
            </a:r>
          </a:p>
          <a:p>
            <a:pPr marL="0" lvl="0" indent="0" algn="ctr" defTabSz="711200">
              <a:lnSpc>
                <a:spcPct val="90000"/>
              </a:lnSpc>
              <a:spcBef>
                <a:spcPct val="0"/>
              </a:spcBef>
              <a:spcAft>
                <a:spcPct val="35000"/>
              </a:spcAft>
              <a:buNone/>
            </a:pPr>
            <a:r>
              <a:rPr lang="en-GB" sz="2000" kern="1200" dirty="0">
                <a:solidFill>
                  <a:schemeClr val="tx1"/>
                </a:solidFill>
              </a:rPr>
              <a:t>RQ</a:t>
            </a:r>
          </a:p>
          <a:p>
            <a:pPr marL="0" lvl="0" indent="0" algn="ctr" defTabSz="711200">
              <a:lnSpc>
                <a:spcPct val="90000"/>
              </a:lnSpc>
              <a:spcBef>
                <a:spcPct val="0"/>
              </a:spcBef>
              <a:spcAft>
                <a:spcPct val="35000"/>
              </a:spcAft>
              <a:buNone/>
            </a:pPr>
            <a:endParaRPr lang="en-GB" sz="2000" kern="1200" dirty="0">
              <a:solidFill>
                <a:schemeClr val="tx1"/>
              </a:solidFill>
            </a:endParaRPr>
          </a:p>
        </p:txBody>
      </p:sp>
      <p:sp>
        <p:nvSpPr>
          <p:cNvPr id="3" name="Content Placeholder 2">
            <a:extLst>
              <a:ext uri="{FF2B5EF4-FFF2-40B4-BE49-F238E27FC236}">
                <a16:creationId xmlns:a16="http://schemas.microsoft.com/office/drawing/2014/main" id="{19BC1366-112A-0457-21CF-8B89A26922D7}"/>
              </a:ext>
            </a:extLst>
          </p:cNvPr>
          <p:cNvSpPr txBox="1">
            <a:spLocks/>
          </p:cNvSpPr>
          <p:nvPr/>
        </p:nvSpPr>
        <p:spPr>
          <a:xfrm>
            <a:off x="665926" y="152400"/>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Structure of an Introduction</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1643573833"/>
      </p:ext>
    </p:extLst>
  </p:cSld>
  <p:clrMapOvr>
    <a:masterClrMapping/>
  </p:clrMapOvr>
  <mc:AlternateContent xmlns:mc="http://schemas.openxmlformats.org/markup-compatibility/2006" xmlns:p14="http://schemas.microsoft.com/office/powerpoint/2010/main">
    <mc:Choice Requires="p14">
      <p:transition spd="slow" p14:dur="17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E8F9D-AA07-D0C2-1A34-5BEF2443193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F1D515-1338-B1E7-EB2A-EB551D8ADE3D}"/>
              </a:ext>
            </a:extLst>
          </p:cNvPr>
          <p:cNvSpPr/>
          <p:nvPr/>
        </p:nvSpPr>
        <p:spPr>
          <a:xfrm>
            <a:off x="406400" y="1051252"/>
            <a:ext cx="8496301" cy="1955151"/>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b="1" dirty="0"/>
              <a:t>Context and Background</a:t>
            </a:r>
            <a:r>
              <a:rPr lang="en-GB" sz="2000" dirty="0"/>
              <a:t>: Provide general information on the topic.</a:t>
            </a:r>
          </a:p>
          <a:p>
            <a:pPr marL="342900" indent="-342900">
              <a:lnSpc>
                <a:spcPct val="107000"/>
              </a:lnSpc>
              <a:spcAft>
                <a:spcPts val="600"/>
              </a:spcAft>
              <a:buFont typeface="Arial" panose="020B0604020202020204" pitchFamily="34" charset="0"/>
              <a:buChar char="•"/>
            </a:pPr>
            <a:r>
              <a:rPr lang="en-GB" sz="2000" b="1" dirty="0"/>
              <a:t>Problem Statement</a:t>
            </a:r>
            <a:r>
              <a:rPr lang="en-GB" sz="2000" dirty="0"/>
              <a:t>: Clearly define the issue or question your research will address.</a:t>
            </a:r>
          </a:p>
          <a:p>
            <a:pPr marL="342900" indent="-342900">
              <a:lnSpc>
                <a:spcPct val="107000"/>
              </a:lnSpc>
              <a:spcAft>
                <a:spcPts val="600"/>
              </a:spcAft>
              <a:buFont typeface="Arial" panose="020B0604020202020204" pitchFamily="34" charset="0"/>
              <a:buChar char="•"/>
            </a:pPr>
            <a:r>
              <a:rPr lang="en-GB" sz="2000" b="1" dirty="0"/>
              <a:t>Rationale</a:t>
            </a:r>
            <a:r>
              <a:rPr lang="en-GB" sz="2000" dirty="0"/>
              <a:t>: Explain why your study is necessary.</a:t>
            </a:r>
          </a:p>
          <a:p>
            <a:pPr marL="342900" indent="-342900">
              <a:lnSpc>
                <a:spcPct val="107000"/>
              </a:lnSpc>
              <a:spcAft>
                <a:spcPts val="600"/>
              </a:spcAft>
              <a:buFont typeface="Arial" panose="020B0604020202020204" pitchFamily="34" charset="0"/>
              <a:buChar char="•"/>
            </a:pPr>
            <a:r>
              <a:rPr lang="en-GB" sz="2000" b="1" dirty="0"/>
              <a:t>Research Objective(s)/Question(s)</a:t>
            </a:r>
            <a:r>
              <a:rPr lang="en-GB" sz="2000" dirty="0"/>
              <a:t>: Specify what you aim to achieve</a:t>
            </a:r>
          </a:p>
        </p:txBody>
      </p:sp>
      <p:sp>
        <p:nvSpPr>
          <p:cNvPr id="2" name="Content Placeholder 2">
            <a:extLst>
              <a:ext uri="{FF2B5EF4-FFF2-40B4-BE49-F238E27FC236}">
                <a16:creationId xmlns:a16="http://schemas.microsoft.com/office/drawing/2014/main" id="{322BC639-9547-0FF1-C0FD-D7D71A63128D}"/>
              </a:ext>
            </a:extLst>
          </p:cNvPr>
          <p:cNvSpPr>
            <a:spLocks noGrp="1"/>
          </p:cNvSpPr>
          <p:nvPr>
            <p:ph idx="1"/>
          </p:nvPr>
        </p:nvSpPr>
        <p:spPr>
          <a:xfrm>
            <a:off x="665926" y="152400"/>
            <a:ext cx="7812148" cy="787401"/>
          </a:xfrm>
          <a:noFill/>
        </p:spPr>
        <p:txBody>
          <a:bodyPr>
            <a:normAutofit/>
          </a:bodyPr>
          <a:lstStyle/>
          <a:p>
            <a:pPr marL="0" indent="0" algn="ctr">
              <a:buNone/>
            </a:pPr>
            <a:r>
              <a:rPr lang="en-GB" sz="4000" dirty="0">
                <a:solidFill>
                  <a:schemeClr val="tx1"/>
                </a:solidFill>
                <a:latin typeface="+mj-lt"/>
              </a:rPr>
              <a:t>Structure of an Introduction</a:t>
            </a:r>
          </a:p>
        </p:txBody>
      </p:sp>
      <p:sp>
        <p:nvSpPr>
          <p:cNvPr id="4" name="TextBox 3">
            <a:extLst>
              <a:ext uri="{FF2B5EF4-FFF2-40B4-BE49-F238E27FC236}">
                <a16:creationId xmlns:a16="http://schemas.microsoft.com/office/drawing/2014/main" id="{580EEB7E-269C-D57A-0D62-55D1CF1D29DC}"/>
              </a:ext>
            </a:extLst>
          </p:cNvPr>
          <p:cNvSpPr txBox="1"/>
          <p:nvPr/>
        </p:nvSpPr>
        <p:spPr>
          <a:xfrm>
            <a:off x="665926" y="3663954"/>
            <a:ext cx="8178800"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1"/>
            <a:r>
              <a:rPr lang="en-GB" sz="2400" dirty="0"/>
              <a:t>Your IPR summative order / weighting depends partly on your design e.g.,:</a:t>
            </a:r>
          </a:p>
          <a:p>
            <a:pPr lvl="1"/>
            <a:endParaRPr lang="en-GB" sz="2400" dirty="0"/>
          </a:p>
          <a:p>
            <a:pPr marL="800100" lvl="1" indent="-342900">
              <a:buFont typeface="Arial" panose="020B0604020202020204" pitchFamily="34" charset="0"/>
              <a:buChar char="•"/>
            </a:pPr>
            <a:r>
              <a:rPr lang="en-GB" sz="2400" dirty="0"/>
              <a:t>IV/DV = slightly more focus / first mention of the IV </a:t>
            </a:r>
          </a:p>
          <a:p>
            <a:pPr marL="800100" lvl="1" indent="-342900">
              <a:buFont typeface="Arial" panose="020B0604020202020204" pitchFamily="34" charset="0"/>
              <a:buChar char="•"/>
            </a:pPr>
            <a:r>
              <a:rPr lang="en-GB" sz="2400" dirty="0"/>
              <a:t>Relationship between two variables = either / more equal</a:t>
            </a:r>
          </a:p>
        </p:txBody>
      </p:sp>
    </p:spTree>
    <p:extLst>
      <p:ext uri="{BB962C8B-B14F-4D97-AF65-F5344CB8AC3E}">
        <p14:creationId xmlns:p14="http://schemas.microsoft.com/office/powerpoint/2010/main" val="336056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841C4-0C32-3AEF-221B-75BCA7B001C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4362C51-F865-E2D4-8E9D-44B92CD8F606}"/>
              </a:ext>
            </a:extLst>
          </p:cNvPr>
          <p:cNvSpPr/>
          <p:nvPr/>
        </p:nvSpPr>
        <p:spPr>
          <a:xfrm>
            <a:off x="406400" y="1051252"/>
            <a:ext cx="8496301" cy="3996672"/>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100" dirty="0"/>
              <a:t>Give </a:t>
            </a:r>
            <a:r>
              <a:rPr lang="en-GB" sz="2100" b="1" dirty="0"/>
              <a:t>context</a:t>
            </a:r>
            <a:r>
              <a:rPr lang="en-GB" sz="2100" dirty="0"/>
              <a:t> – an initial introduction or link to the study (so the reader knows why have you included it / how is it relevant)</a:t>
            </a:r>
          </a:p>
          <a:p>
            <a:pPr marL="342900" indent="-342900">
              <a:lnSpc>
                <a:spcPct val="107000"/>
              </a:lnSpc>
              <a:spcAft>
                <a:spcPts val="600"/>
              </a:spcAft>
              <a:buFont typeface="Arial" panose="020B0604020202020204" pitchFamily="34" charset="0"/>
              <a:buChar char="•"/>
            </a:pPr>
            <a:r>
              <a:rPr lang="en-GB" sz="2100" dirty="0"/>
              <a:t>Briefly describe the methodology, results</a:t>
            </a:r>
          </a:p>
          <a:p>
            <a:pPr marL="342900" indent="-342900">
              <a:lnSpc>
                <a:spcPct val="107000"/>
              </a:lnSpc>
              <a:spcAft>
                <a:spcPts val="600"/>
              </a:spcAft>
              <a:buFont typeface="Arial" panose="020B0604020202020204" pitchFamily="34" charset="0"/>
              <a:buChar char="•"/>
            </a:pPr>
            <a:r>
              <a:rPr lang="en-GB" sz="2100" dirty="0"/>
              <a:t>Briefly describe their conclusion / or what it adds to the literature / your study (i.e., why have you included here as a point?)</a:t>
            </a:r>
          </a:p>
          <a:p>
            <a:pPr marL="342900" indent="-342900">
              <a:lnSpc>
                <a:spcPct val="107000"/>
              </a:lnSpc>
              <a:spcAft>
                <a:spcPts val="600"/>
              </a:spcAft>
              <a:buFont typeface="Arial" panose="020B0604020202020204" pitchFamily="34" charset="0"/>
              <a:buChar char="•"/>
            </a:pPr>
            <a:r>
              <a:rPr lang="en-GB" sz="2100" dirty="0"/>
              <a:t>Evaluate the study – how are findings relevant to your study? </a:t>
            </a:r>
          </a:p>
          <a:p>
            <a:pPr marL="342900" indent="-342900">
              <a:lnSpc>
                <a:spcPct val="107000"/>
              </a:lnSpc>
              <a:spcAft>
                <a:spcPts val="600"/>
              </a:spcAft>
              <a:buFont typeface="Arial" panose="020B0604020202020204" pitchFamily="34" charset="0"/>
              <a:buChar char="•"/>
            </a:pPr>
            <a:r>
              <a:rPr lang="en-GB" sz="2100" dirty="0"/>
              <a:t>Only include information that is essential for understanding the take-home message of the study</a:t>
            </a:r>
          </a:p>
          <a:p>
            <a:pPr marL="342900" indent="-342900">
              <a:lnSpc>
                <a:spcPct val="107000"/>
              </a:lnSpc>
              <a:spcAft>
                <a:spcPts val="600"/>
              </a:spcAft>
              <a:buFont typeface="Arial" panose="020B0604020202020204" pitchFamily="34" charset="0"/>
              <a:buChar char="•"/>
            </a:pPr>
            <a:r>
              <a:rPr lang="en-GB" sz="2100" dirty="0"/>
              <a:t>It’s a skill and takes time!</a:t>
            </a:r>
          </a:p>
          <a:p>
            <a:pPr marL="342900" indent="-342900">
              <a:lnSpc>
                <a:spcPct val="107000"/>
              </a:lnSpc>
              <a:spcAft>
                <a:spcPts val="600"/>
              </a:spcAft>
              <a:buFont typeface="Arial" panose="020B0604020202020204" pitchFamily="34" charset="0"/>
              <a:buChar char="•"/>
            </a:pPr>
            <a:endParaRPr lang="en-GB" sz="2100" dirty="0"/>
          </a:p>
        </p:txBody>
      </p:sp>
      <p:sp>
        <p:nvSpPr>
          <p:cNvPr id="2" name="Content Placeholder 2">
            <a:extLst>
              <a:ext uri="{FF2B5EF4-FFF2-40B4-BE49-F238E27FC236}">
                <a16:creationId xmlns:a16="http://schemas.microsoft.com/office/drawing/2014/main" id="{F9008671-9F20-A4AB-CB45-C81E037754BB}"/>
              </a:ext>
            </a:extLst>
          </p:cNvPr>
          <p:cNvSpPr>
            <a:spLocks noGrp="1"/>
          </p:cNvSpPr>
          <p:nvPr>
            <p:ph idx="1"/>
          </p:nvPr>
        </p:nvSpPr>
        <p:spPr>
          <a:xfrm>
            <a:off x="665926" y="152400"/>
            <a:ext cx="7812148" cy="787401"/>
          </a:xfrm>
          <a:noFill/>
        </p:spPr>
        <p:txBody>
          <a:bodyPr>
            <a:normAutofit fontScale="92500"/>
          </a:bodyPr>
          <a:lstStyle/>
          <a:p>
            <a:pPr marL="0" indent="0" algn="ctr">
              <a:buNone/>
            </a:pPr>
            <a:r>
              <a:rPr lang="en-GB" sz="4000" dirty="0">
                <a:solidFill>
                  <a:schemeClr val="tx1"/>
                </a:solidFill>
                <a:latin typeface="+mj-lt"/>
              </a:rPr>
              <a:t>Tips for Describing a Study: Introduction</a:t>
            </a:r>
          </a:p>
        </p:txBody>
      </p:sp>
    </p:spTree>
    <p:extLst>
      <p:ext uri="{BB962C8B-B14F-4D97-AF65-F5344CB8AC3E}">
        <p14:creationId xmlns:p14="http://schemas.microsoft.com/office/powerpoint/2010/main" val="1446225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3C95A1-D93E-0B92-9CCB-D19A36E77FC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3FB6CBE-A25D-3BF8-1A4B-A8C807398063}"/>
              </a:ext>
            </a:extLst>
          </p:cNvPr>
          <p:cNvSpPr>
            <a:spLocks noGrp="1"/>
          </p:cNvSpPr>
          <p:nvPr>
            <p:ph type="body" idx="1"/>
          </p:nvPr>
        </p:nvSpPr>
        <p:spPr>
          <a:xfrm>
            <a:off x="431800" y="941756"/>
            <a:ext cx="3703320" cy="736282"/>
          </a:xfrm>
        </p:spPr>
        <p:txBody>
          <a:bodyPr/>
          <a:lstStyle/>
          <a:p>
            <a:r>
              <a:rPr lang="en-GB" b="1" dirty="0">
                <a:solidFill>
                  <a:srgbClr val="00B050"/>
                </a:solidFill>
              </a:rPr>
              <a:t>Do</a:t>
            </a:r>
            <a:r>
              <a:rPr lang="en-GB" dirty="0"/>
              <a:t>			</a:t>
            </a:r>
          </a:p>
        </p:txBody>
      </p:sp>
      <p:sp>
        <p:nvSpPr>
          <p:cNvPr id="4" name="Content Placeholder 3">
            <a:extLst>
              <a:ext uri="{FF2B5EF4-FFF2-40B4-BE49-F238E27FC236}">
                <a16:creationId xmlns:a16="http://schemas.microsoft.com/office/drawing/2014/main" id="{FC9B4D87-6877-7579-DE66-A2DCEE39B01B}"/>
              </a:ext>
            </a:extLst>
          </p:cNvPr>
          <p:cNvSpPr>
            <a:spLocks noGrp="1"/>
          </p:cNvSpPr>
          <p:nvPr>
            <p:ph sz="half" idx="2"/>
          </p:nvPr>
        </p:nvSpPr>
        <p:spPr>
          <a:xfrm>
            <a:off x="431800" y="1498600"/>
            <a:ext cx="4094480" cy="5207000"/>
          </a:xfrm>
        </p:spPr>
        <p:txBody>
          <a:bodyPr>
            <a:noAutofit/>
          </a:bodyPr>
          <a:lstStyle/>
          <a:p>
            <a:pPr>
              <a:buClr>
                <a:srgbClr val="00B050"/>
              </a:buClr>
              <a:buFont typeface="Arial" panose="020B0604020202020204" pitchFamily="34" charset="0"/>
              <a:buChar char="•"/>
              <a:tabLst>
                <a:tab pos="355600" algn="l"/>
              </a:tabLst>
            </a:pPr>
            <a:r>
              <a:rPr lang="en-GB" sz="2100" dirty="0"/>
              <a:t> </a:t>
            </a:r>
            <a:r>
              <a:rPr lang="en-GB" sz="2100" b="1" dirty="0"/>
              <a:t>Summarise</a:t>
            </a:r>
            <a:r>
              <a:rPr lang="en-GB" sz="2100" dirty="0"/>
              <a:t> key findings: main results or conclusions that directly relate to your RQ.</a:t>
            </a:r>
          </a:p>
          <a:p>
            <a:pPr>
              <a:buClr>
                <a:srgbClr val="00B050"/>
              </a:buClr>
              <a:buFont typeface="Arial" panose="020B0604020202020204" pitchFamily="34" charset="0"/>
              <a:buChar char="•"/>
              <a:tabLst>
                <a:tab pos="355600" algn="l"/>
              </a:tabLst>
            </a:pPr>
            <a:r>
              <a:rPr lang="en-GB" sz="2100" dirty="0"/>
              <a:t> Explain </a:t>
            </a:r>
            <a:r>
              <a:rPr lang="en-GB" sz="2100" b="1" dirty="0"/>
              <a:t>study’s relevance</a:t>
            </a:r>
            <a:r>
              <a:rPr lang="en-GB" sz="2100" dirty="0"/>
              <a:t>: why its important / relevant here (e.g. its similar, addresses a research gap or provides a theoretical foundation).</a:t>
            </a:r>
          </a:p>
          <a:p>
            <a:pPr>
              <a:buClr>
                <a:srgbClr val="00B050"/>
              </a:buClr>
              <a:buFont typeface="Arial" panose="020B0604020202020204" pitchFamily="34" charset="0"/>
              <a:buChar char="•"/>
              <a:tabLst>
                <a:tab pos="355600" algn="l"/>
              </a:tabLst>
            </a:pPr>
            <a:r>
              <a:rPr lang="en-GB" sz="2100" dirty="0"/>
              <a:t> Mention the </a:t>
            </a:r>
            <a:r>
              <a:rPr lang="en-GB" sz="2100" b="1" dirty="0"/>
              <a:t>methodology</a:t>
            </a:r>
            <a:r>
              <a:rPr lang="en-GB" sz="2100" dirty="0"/>
              <a:t>: if relevant / needed or important for comparison, briefly state it. </a:t>
            </a:r>
          </a:p>
          <a:p>
            <a:pPr>
              <a:buClr>
                <a:srgbClr val="00B050"/>
              </a:buClr>
              <a:buFont typeface="Arial" panose="020B0604020202020204" pitchFamily="34" charset="0"/>
              <a:buChar char="•"/>
              <a:tabLst>
                <a:tab pos="355600" algn="l"/>
              </a:tabLst>
            </a:pPr>
            <a:r>
              <a:rPr lang="en-GB" sz="2100" dirty="0"/>
              <a:t> Highlight </a:t>
            </a:r>
            <a:r>
              <a:rPr lang="en-GB" sz="2100" b="1" dirty="0"/>
              <a:t>limitations</a:t>
            </a:r>
            <a:r>
              <a:rPr lang="en-GB" sz="2100" dirty="0"/>
              <a:t>: of a collection of studies. We only critique one study at a time if particularly relevant/important for study. </a:t>
            </a:r>
          </a:p>
        </p:txBody>
      </p:sp>
      <p:sp>
        <p:nvSpPr>
          <p:cNvPr id="5" name="Text Placeholder 4">
            <a:extLst>
              <a:ext uri="{FF2B5EF4-FFF2-40B4-BE49-F238E27FC236}">
                <a16:creationId xmlns:a16="http://schemas.microsoft.com/office/drawing/2014/main" id="{75B54F29-81DF-99A9-4CD3-C28B768517E1}"/>
              </a:ext>
            </a:extLst>
          </p:cNvPr>
          <p:cNvSpPr>
            <a:spLocks noGrp="1"/>
          </p:cNvSpPr>
          <p:nvPr>
            <p:ph type="body" sz="quarter" idx="3"/>
          </p:nvPr>
        </p:nvSpPr>
        <p:spPr>
          <a:xfrm>
            <a:off x="4663440" y="939801"/>
            <a:ext cx="3703320" cy="736282"/>
          </a:xfrm>
        </p:spPr>
        <p:txBody>
          <a:bodyPr/>
          <a:lstStyle/>
          <a:p>
            <a:r>
              <a:rPr lang="en-GB" b="1" dirty="0">
                <a:solidFill>
                  <a:srgbClr val="FF0000"/>
                </a:solidFill>
              </a:rPr>
              <a:t>Don’t</a:t>
            </a:r>
          </a:p>
        </p:txBody>
      </p:sp>
      <p:sp>
        <p:nvSpPr>
          <p:cNvPr id="6" name="Content Placeholder 5">
            <a:extLst>
              <a:ext uri="{FF2B5EF4-FFF2-40B4-BE49-F238E27FC236}">
                <a16:creationId xmlns:a16="http://schemas.microsoft.com/office/drawing/2014/main" id="{33452760-5688-C9B5-A0E5-1B1858ED7F5E}"/>
              </a:ext>
            </a:extLst>
          </p:cNvPr>
          <p:cNvSpPr>
            <a:spLocks noGrp="1"/>
          </p:cNvSpPr>
          <p:nvPr>
            <p:ph sz="quarter" idx="4"/>
          </p:nvPr>
        </p:nvSpPr>
        <p:spPr>
          <a:xfrm>
            <a:off x="4663440" y="1498600"/>
            <a:ext cx="4480560" cy="5207000"/>
          </a:xfrm>
        </p:spPr>
        <p:txBody>
          <a:bodyPr>
            <a:noAutofit/>
          </a:bodyPr>
          <a:lstStyle/>
          <a:p>
            <a:pPr>
              <a:buClr>
                <a:srgbClr val="FF0000"/>
              </a:buClr>
              <a:buFont typeface="Arial" panose="020B0604020202020204" pitchFamily="34" charset="0"/>
              <a:buChar char="•"/>
            </a:pPr>
            <a:r>
              <a:rPr lang="en-GB" sz="2100" dirty="0"/>
              <a:t> </a:t>
            </a:r>
            <a:r>
              <a:rPr lang="en-GB" sz="2100" b="1" dirty="0"/>
              <a:t>Don’t give excessive detail</a:t>
            </a:r>
            <a:r>
              <a:rPr lang="en-GB" sz="2100" dirty="0"/>
              <a:t>: don’t need all results, every aspect or minor methodological details. </a:t>
            </a:r>
          </a:p>
          <a:p>
            <a:pPr>
              <a:buClr>
                <a:srgbClr val="FF0000"/>
              </a:buClr>
              <a:buFont typeface="Arial" panose="020B0604020202020204" pitchFamily="34" charset="0"/>
              <a:buChar char="•"/>
            </a:pPr>
            <a:r>
              <a:rPr lang="en-GB" sz="2100" b="1" dirty="0"/>
              <a:t> Don’t copy the study’s language</a:t>
            </a:r>
            <a:r>
              <a:rPr lang="en-GB" sz="2100" dirty="0"/>
              <a:t>: write in your own words. No quotes!</a:t>
            </a:r>
          </a:p>
          <a:p>
            <a:pPr>
              <a:buClr>
                <a:srgbClr val="FF0000"/>
              </a:buClr>
              <a:buFont typeface="Arial" panose="020B0604020202020204" pitchFamily="34" charset="0"/>
              <a:buChar char="•"/>
            </a:pPr>
            <a:r>
              <a:rPr lang="en-GB" sz="2100" dirty="0"/>
              <a:t> </a:t>
            </a:r>
            <a:r>
              <a:rPr lang="en-GB" sz="2100" b="1" dirty="0"/>
              <a:t>Don’t discuss unrelated aspects</a:t>
            </a:r>
            <a:r>
              <a:rPr lang="en-GB" sz="2100" dirty="0"/>
              <a:t>: focus on aspects that directly relate to RQ and study.</a:t>
            </a:r>
          </a:p>
          <a:p>
            <a:pPr>
              <a:buClr>
                <a:srgbClr val="FF0000"/>
              </a:buClr>
              <a:buFont typeface="Arial" panose="020B0604020202020204" pitchFamily="34" charset="0"/>
              <a:buChar char="•"/>
            </a:pPr>
            <a:r>
              <a:rPr lang="en-GB" sz="2100" dirty="0"/>
              <a:t> </a:t>
            </a:r>
            <a:r>
              <a:rPr lang="en-GB" sz="2100" b="1" dirty="0"/>
              <a:t>Don’t critique without purpose</a:t>
            </a:r>
            <a:r>
              <a:rPr lang="en-GB" sz="2100" dirty="0"/>
              <a:t>: don’t highlight a limitation if not relevant / part of the bigger picture. Especially if you don’t address it yourself!</a:t>
            </a:r>
          </a:p>
          <a:p>
            <a:pPr>
              <a:buClr>
                <a:srgbClr val="FF0000"/>
              </a:buClr>
              <a:buFont typeface="Arial" panose="020B0604020202020204" pitchFamily="34" charset="0"/>
              <a:buChar char="•"/>
            </a:pPr>
            <a:r>
              <a:rPr lang="en-GB" sz="2100" b="1" dirty="0"/>
              <a:t> Don’t list studies aimlessly: </a:t>
            </a:r>
            <a:r>
              <a:rPr lang="en-GB" sz="2100" dirty="0"/>
              <a:t>integrate studies into narrative / review in a logical way.</a:t>
            </a:r>
          </a:p>
        </p:txBody>
      </p:sp>
      <p:sp>
        <p:nvSpPr>
          <p:cNvPr id="7" name="Content Placeholder 2">
            <a:extLst>
              <a:ext uri="{FF2B5EF4-FFF2-40B4-BE49-F238E27FC236}">
                <a16:creationId xmlns:a16="http://schemas.microsoft.com/office/drawing/2014/main" id="{7F3A5AC8-37AA-78D7-BB59-AB1C88BF225A}"/>
              </a:ext>
            </a:extLst>
          </p:cNvPr>
          <p:cNvSpPr txBox="1">
            <a:spLocks/>
          </p:cNvSpPr>
          <p:nvPr/>
        </p:nvSpPr>
        <p:spPr>
          <a:xfrm>
            <a:off x="665926" y="152400"/>
            <a:ext cx="7812148" cy="787401"/>
          </a:xfrm>
          <a:prstGeom prst="rect">
            <a:avLst/>
          </a:prstGeom>
          <a:noFill/>
        </p:spPr>
        <p:txBody>
          <a:bodyPr vert="horz" lIns="91440" tIns="45720" rIns="91440" bIns="45720" rtlCol="0" anchor="ctr">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000" b="0" kern="1200" cap="all" baseline="0">
                <a:solidFill>
                  <a:schemeClr val="tx2"/>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pPr algn="ctr"/>
            <a:r>
              <a:rPr lang="en-GB" sz="4000" cap="none" dirty="0">
                <a:solidFill>
                  <a:schemeClr val="tx1"/>
                </a:solidFill>
                <a:latin typeface="+mj-lt"/>
              </a:rPr>
              <a:t>Tips for Describing a Study: Introduction</a:t>
            </a:r>
          </a:p>
        </p:txBody>
      </p:sp>
    </p:spTree>
    <p:extLst>
      <p:ext uri="{BB962C8B-B14F-4D97-AF65-F5344CB8AC3E}">
        <p14:creationId xmlns:p14="http://schemas.microsoft.com/office/powerpoint/2010/main" val="33231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411BDA-BF47-98D5-1DB7-50FD5733BC8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4FE41FD-F0E9-A9DA-C796-97BF0957151A}"/>
              </a:ext>
            </a:extLst>
          </p:cNvPr>
          <p:cNvSpPr/>
          <p:nvPr/>
        </p:nvSpPr>
        <p:spPr>
          <a:xfrm>
            <a:off x="323849" y="1371600"/>
            <a:ext cx="8820151" cy="5380704"/>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dirty="0"/>
              <a:t>Don’t critique each study separately: don’t harshly critiquing </a:t>
            </a:r>
            <a:r>
              <a:rPr lang="en-GB" sz="2000" b="1" dirty="0"/>
              <a:t>one</a:t>
            </a:r>
            <a:r>
              <a:rPr lang="en-GB" sz="2000" dirty="0"/>
              <a:t> study or each study individually. Instead, create a picture / story of </a:t>
            </a:r>
            <a:r>
              <a:rPr lang="en-GB" sz="2000" b="1" dirty="0"/>
              <a:t>overall findings.</a:t>
            </a:r>
          </a:p>
          <a:p>
            <a:pPr marL="342900" indent="-342900">
              <a:lnSpc>
                <a:spcPct val="107000"/>
              </a:lnSpc>
              <a:spcAft>
                <a:spcPts val="600"/>
              </a:spcAft>
              <a:buFont typeface="Arial" panose="020B0604020202020204" pitchFamily="34" charset="0"/>
              <a:buChar char="•"/>
            </a:pPr>
            <a:r>
              <a:rPr lang="en-GB" sz="2000" dirty="0"/>
              <a:t>Instead of saying “Dewe et al., 2026 did this wrong” and moving on, try to build a bigger picture of what the research area shows overall.</a:t>
            </a:r>
          </a:p>
          <a:p>
            <a:pPr marL="342900" indent="-342900">
              <a:lnSpc>
                <a:spcPct val="107000"/>
              </a:lnSpc>
              <a:spcAft>
                <a:spcPts val="600"/>
              </a:spcAft>
              <a:buFont typeface="Arial" panose="020B0604020202020204" pitchFamily="34" charset="0"/>
              <a:buChar char="•"/>
            </a:pPr>
            <a:r>
              <a:rPr lang="en-GB" sz="2000" dirty="0"/>
              <a:t>Identify shared limitations or gaps generally across all these studies!</a:t>
            </a:r>
          </a:p>
          <a:p>
            <a:pPr marL="342900" indent="-342900">
              <a:lnSpc>
                <a:spcPct val="107000"/>
              </a:lnSpc>
              <a:spcAft>
                <a:spcPts val="600"/>
              </a:spcAft>
              <a:buFont typeface="Arial" panose="020B0604020202020204" pitchFamily="34" charset="0"/>
              <a:buChar char="•"/>
            </a:pPr>
            <a:r>
              <a:rPr lang="en-GB" sz="2000" dirty="0"/>
              <a:t>One study with a small sample isn’t a big deal! But many studies with repeated small samples or weak methods or repeatedly ignoring same issues is. </a:t>
            </a:r>
          </a:p>
          <a:p>
            <a:pPr>
              <a:lnSpc>
                <a:spcPct val="107000"/>
              </a:lnSpc>
              <a:spcAft>
                <a:spcPts val="600"/>
              </a:spcAft>
            </a:pPr>
            <a:r>
              <a:rPr lang="en-GB" sz="2000" b="1" dirty="0"/>
              <a:t>Compare and contrast studies, ask yourself:</a:t>
            </a:r>
          </a:p>
          <a:p>
            <a:pPr marL="342900" indent="-342900">
              <a:lnSpc>
                <a:spcPct val="107000"/>
              </a:lnSpc>
              <a:spcAft>
                <a:spcPts val="600"/>
              </a:spcAft>
              <a:buFont typeface="Arial" panose="020B0604020202020204" pitchFamily="34" charset="0"/>
              <a:buChar char="•"/>
            </a:pPr>
            <a:r>
              <a:rPr lang="en-GB" sz="2000" dirty="0"/>
              <a:t>What do these studies collectively suggest? </a:t>
            </a:r>
          </a:p>
          <a:p>
            <a:pPr marL="342900" indent="-342900">
              <a:lnSpc>
                <a:spcPct val="107000"/>
              </a:lnSpc>
              <a:spcAft>
                <a:spcPts val="600"/>
              </a:spcAft>
              <a:buFont typeface="Arial" panose="020B0604020202020204" pitchFamily="34" charset="0"/>
              <a:buChar char="•"/>
            </a:pPr>
            <a:r>
              <a:rPr lang="en-GB" sz="2000" dirty="0"/>
              <a:t>What is similar / different across studies? </a:t>
            </a:r>
          </a:p>
          <a:p>
            <a:pPr marL="342900" indent="-342900">
              <a:lnSpc>
                <a:spcPct val="107000"/>
              </a:lnSpc>
              <a:spcAft>
                <a:spcPts val="600"/>
              </a:spcAft>
              <a:buFont typeface="Arial" panose="020B0604020202020204" pitchFamily="34" charset="0"/>
              <a:buChar char="•"/>
            </a:pPr>
            <a:r>
              <a:rPr lang="en-GB" sz="2000" dirty="0"/>
              <a:t>Do differences explain inconsistent findings?</a:t>
            </a:r>
          </a:p>
          <a:p>
            <a:pPr marL="342900" indent="-342900">
              <a:lnSpc>
                <a:spcPct val="107000"/>
              </a:lnSpc>
              <a:spcAft>
                <a:spcPts val="600"/>
              </a:spcAft>
              <a:buFont typeface="Arial" panose="020B0604020202020204" pitchFamily="34" charset="0"/>
              <a:buChar char="•"/>
            </a:pPr>
            <a:r>
              <a:rPr lang="en-GB" sz="2000" dirty="0"/>
              <a:t>Are findings pointing in a similar direction, or disagreeing? </a:t>
            </a:r>
          </a:p>
          <a:p>
            <a:pPr marL="342900" indent="-342900">
              <a:lnSpc>
                <a:spcPct val="107000"/>
              </a:lnSpc>
              <a:spcAft>
                <a:spcPts val="600"/>
              </a:spcAft>
              <a:buFont typeface="Arial" panose="020B0604020202020204" pitchFamily="34" charset="0"/>
              <a:buChar char="•"/>
            </a:pPr>
            <a:r>
              <a:rPr lang="en-GB" sz="2000" dirty="0"/>
              <a:t>Highlight general findings, common methodological issues / limitations, things that the field has overlooked, not controlled for or not explored in full.</a:t>
            </a:r>
          </a:p>
        </p:txBody>
      </p:sp>
      <p:sp>
        <p:nvSpPr>
          <p:cNvPr id="2" name="Content Placeholder 2">
            <a:extLst>
              <a:ext uri="{FF2B5EF4-FFF2-40B4-BE49-F238E27FC236}">
                <a16:creationId xmlns:a16="http://schemas.microsoft.com/office/drawing/2014/main" id="{565600A6-E599-0F58-D2A8-08588229C951}"/>
              </a:ext>
            </a:extLst>
          </p:cNvPr>
          <p:cNvSpPr>
            <a:spLocks noGrp="1"/>
          </p:cNvSpPr>
          <p:nvPr>
            <p:ph idx="1"/>
          </p:nvPr>
        </p:nvSpPr>
        <p:spPr>
          <a:xfrm>
            <a:off x="665926" y="152400"/>
            <a:ext cx="8300274" cy="1219200"/>
          </a:xfrm>
          <a:noFill/>
        </p:spPr>
        <p:txBody>
          <a:bodyPr>
            <a:normAutofit/>
          </a:bodyPr>
          <a:lstStyle/>
          <a:p>
            <a:pPr marL="0" indent="0" algn="ctr">
              <a:buNone/>
            </a:pPr>
            <a:r>
              <a:rPr lang="en-GB" sz="4000" dirty="0">
                <a:solidFill>
                  <a:schemeClr val="tx1"/>
                </a:solidFill>
                <a:latin typeface="+mj-lt"/>
              </a:rPr>
              <a:t>Tips for Critiques / Limitations of studies</a:t>
            </a:r>
          </a:p>
          <a:p>
            <a:pPr marL="0" indent="0" algn="ctr">
              <a:buNone/>
            </a:pPr>
            <a:r>
              <a:rPr lang="en-GB" sz="2400" dirty="0">
                <a:solidFill>
                  <a:schemeClr val="tx1"/>
                </a:solidFill>
                <a:latin typeface="+mj-lt"/>
              </a:rPr>
              <a:t>(Introduction or Discussion)</a:t>
            </a:r>
          </a:p>
        </p:txBody>
      </p:sp>
    </p:spTree>
    <p:extLst>
      <p:ext uri="{BB962C8B-B14F-4D97-AF65-F5344CB8AC3E}">
        <p14:creationId xmlns:p14="http://schemas.microsoft.com/office/powerpoint/2010/main" val="171286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181AB-14F7-D2B7-6B5E-9B3747B9F96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54CC2936-D773-826E-D91C-BB70E06681AF}"/>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4. Writing a method</a:t>
            </a:r>
          </a:p>
        </p:txBody>
      </p:sp>
      <p:pic>
        <p:nvPicPr>
          <p:cNvPr id="3" name="Picture 6" descr="See the source image">
            <a:extLst>
              <a:ext uri="{FF2B5EF4-FFF2-40B4-BE49-F238E27FC236}">
                <a16:creationId xmlns:a16="http://schemas.microsoft.com/office/drawing/2014/main" id="{9ACC825C-8D40-E199-0024-063B2B2F4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128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745D3-164F-0197-C0B0-0EA7AF17E6A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B30D057-9375-CCB9-7F03-6C55F38E3724}"/>
              </a:ext>
            </a:extLst>
          </p:cNvPr>
          <p:cNvSpPr/>
          <p:nvPr/>
        </p:nvSpPr>
        <p:spPr>
          <a:xfrm>
            <a:off x="317499" y="818654"/>
            <a:ext cx="8721659" cy="2844625"/>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provide enough detail to allow replication of the study.</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clarity, transparency, and organisation.</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 this set structure and use these sub-headings:</a:t>
            </a:r>
            <a:endParaRPr lang="en-GB" sz="2000" dirty="0">
              <a:solidFill>
                <a:srgbClr val="0070C0"/>
              </a:solidFill>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Participants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Design</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Measures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Procedure</a:t>
            </a:r>
          </a:p>
        </p:txBody>
      </p:sp>
      <p:sp>
        <p:nvSpPr>
          <p:cNvPr id="6" name="Content Placeholder 2">
            <a:extLst>
              <a:ext uri="{FF2B5EF4-FFF2-40B4-BE49-F238E27FC236}">
                <a16:creationId xmlns:a16="http://schemas.microsoft.com/office/drawing/2014/main" id="{8323E6F5-CD3D-26C4-D597-ABA8C85B3DB4}"/>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a Method</a:t>
            </a:r>
          </a:p>
        </p:txBody>
      </p:sp>
      <p:pic>
        <p:nvPicPr>
          <p:cNvPr id="8" name="Picture 7">
            <a:extLst>
              <a:ext uri="{FF2B5EF4-FFF2-40B4-BE49-F238E27FC236}">
                <a16:creationId xmlns:a16="http://schemas.microsoft.com/office/drawing/2014/main" id="{CC5CD317-39EC-805D-5424-8C693ED41FD4}"/>
              </a:ext>
            </a:extLst>
          </p:cNvPr>
          <p:cNvPicPr>
            <a:picLocks noChangeAspect="1"/>
          </p:cNvPicPr>
          <p:nvPr/>
        </p:nvPicPr>
        <p:blipFill>
          <a:blip r:embed="rId3"/>
          <a:srcRect l="1665" t="8255"/>
          <a:stretch>
            <a:fillRect/>
          </a:stretch>
        </p:blipFill>
        <p:spPr>
          <a:xfrm>
            <a:off x="4017421" y="2672678"/>
            <a:ext cx="4809080" cy="2247181"/>
          </a:xfrm>
          <a:prstGeom prst="rect">
            <a:avLst/>
          </a:prstGeom>
        </p:spPr>
      </p:pic>
    </p:spTree>
    <p:extLst>
      <p:ext uri="{BB962C8B-B14F-4D97-AF65-F5344CB8AC3E}">
        <p14:creationId xmlns:p14="http://schemas.microsoft.com/office/powerpoint/2010/main" val="133371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8676F2-4335-7184-8F2C-C2727F9C78E9}"/>
              </a:ext>
            </a:extLst>
          </p:cNvPr>
          <p:cNvSpPr>
            <a:spLocks noGrp="1"/>
          </p:cNvSpPr>
          <p:nvPr>
            <p:ph idx="1"/>
          </p:nvPr>
        </p:nvSpPr>
        <p:spPr>
          <a:xfrm>
            <a:off x="275031" y="920254"/>
            <a:ext cx="8593938" cy="5486400"/>
          </a:xfrm>
          <a:solidFill>
            <a:schemeClr val="bg1"/>
          </a:solidFill>
        </p:spPr>
        <p:txBody>
          <a:bodyPr>
            <a:normAutofit lnSpcReduction="10000"/>
          </a:bodyPr>
          <a:lstStyle/>
          <a:p>
            <a:r>
              <a:rPr lang="en-GB" sz="2200" b="1" dirty="0">
                <a:solidFill>
                  <a:srgbClr val="0070C0"/>
                </a:solidFill>
              </a:rPr>
              <a:t>Participants</a:t>
            </a:r>
          </a:p>
          <a:p>
            <a:pPr lvl="1">
              <a:spcBef>
                <a:spcPts val="600"/>
              </a:spcBef>
              <a:buFont typeface="Arial" panose="020B0604020202020204" pitchFamily="34" charset="0"/>
              <a:buChar char="•"/>
            </a:pPr>
            <a:r>
              <a:rPr lang="en-GB" sz="2200" dirty="0">
                <a:solidFill>
                  <a:schemeClr val="tx1"/>
                </a:solidFill>
              </a:rPr>
              <a:t>Who are your participants? e.g. students? </a:t>
            </a:r>
          </a:p>
          <a:p>
            <a:pPr lvl="1">
              <a:spcBef>
                <a:spcPts val="600"/>
              </a:spcBef>
              <a:buFont typeface="Arial" panose="020B0604020202020204" pitchFamily="34" charset="0"/>
              <a:buChar char="•"/>
            </a:pPr>
            <a:r>
              <a:rPr lang="en-GB" sz="2200" dirty="0">
                <a:solidFill>
                  <a:schemeClr val="tx1"/>
                </a:solidFill>
              </a:rPr>
              <a:t>Sample size (recruited sample, not necessarily the analysed sample)</a:t>
            </a:r>
          </a:p>
          <a:p>
            <a:pPr lvl="1">
              <a:spcBef>
                <a:spcPts val="600"/>
              </a:spcBef>
              <a:buFont typeface="Arial" panose="020B0604020202020204" pitchFamily="34" charset="0"/>
              <a:buChar char="•"/>
            </a:pPr>
            <a:r>
              <a:rPr lang="en-GB" sz="2200" dirty="0">
                <a:solidFill>
                  <a:schemeClr val="tx1"/>
                </a:solidFill>
              </a:rPr>
              <a:t>Key demographic information (e.g. age) to contextualise the data - </a:t>
            </a:r>
            <a:r>
              <a:rPr lang="en-GB" sz="2200" b="1" dirty="0">
                <a:solidFill>
                  <a:schemeClr val="tx1"/>
                </a:solidFill>
              </a:rPr>
              <a:t>you do NOT</a:t>
            </a:r>
            <a:endParaRPr lang="en-GB" sz="2200" dirty="0">
              <a:solidFill>
                <a:schemeClr val="tx1"/>
              </a:solidFill>
            </a:endParaRPr>
          </a:p>
          <a:p>
            <a:pPr lvl="1">
              <a:spcBef>
                <a:spcPts val="600"/>
              </a:spcBef>
              <a:buFont typeface="Arial" panose="020B0604020202020204" pitchFamily="34" charset="0"/>
              <a:buChar char="•"/>
            </a:pPr>
            <a:r>
              <a:rPr lang="en-GB" sz="2200" dirty="0">
                <a:solidFill>
                  <a:schemeClr val="tx1"/>
                </a:solidFill>
              </a:rPr>
              <a:t>Do you have different groups e.g. good vs poor sleep quality? Put it here if </a:t>
            </a:r>
            <a:r>
              <a:rPr lang="en-GB" sz="2200" b="1" dirty="0">
                <a:solidFill>
                  <a:schemeClr val="tx1"/>
                </a:solidFill>
              </a:rPr>
              <a:t>recruited</a:t>
            </a:r>
            <a:r>
              <a:rPr lang="en-GB" sz="2200" dirty="0">
                <a:solidFill>
                  <a:schemeClr val="tx1"/>
                </a:solidFill>
              </a:rPr>
              <a:t> groups (e.g. patients vs non patient) or if you assigned groups during data collection.</a:t>
            </a:r>
          </a:p>
          <a:p>
            <a:pPr lvl="1">
              <a:spcBef>
                <a:spcPts val="600"/>
              </a:spcBef>
              <a:buFont typeface="Arial" panose="020B0604020202020204" pitchFamily="34" charset="0"/>
              <a:buChar char="•"/>
            </a:pPr>
            <a:r>
              <a:rPr lang="en-GB" sz="2200" dirty="0">
                <a:solidFill>
                  <a:schemeClr val="tx1"/>
                </a:solidFill>
              </a:rPr>
              <a:t>Present descriptives per group / variable.</a:t>
            </a:r>
          </a:p>
          <a:p>
            <a:pPr lvl="1">
              <a:spcBef>
                <a:spcPts val="600"/>
              </a:spcBef>
              <a:buFont typeface="Arial" panose="020B0604020202020204" pitchFamily="34" charset="0"/>
              <a:buChar char="•"/>
            </a:pPr>
            <a:r>
              <a:rPr lang="en-GB" sz="2200" dirty="0">
                <a:solidFill>
                  <a:schemeClr val="tx1"/>
                </a:solidFill>
              </a:rPr>
              <a:t>State study received ethical approval – and briefly mention ethical considerations e.g., obtained verbal consent. But the rest are ‘standard psychological practice’ don’t need to be discussed.</a:t>
            </a:r>
          </a:p>
          <a:p>
            <a:pPr lvl="1">
              <a:spcBef>
                <a:spcPts val="600"/>
              </a:spcBef>
              <a:buFont typeface="Arial" panose="020B0604020202020204" pitchFamily="34" charset="0"/>
              <a:buChar char="•"/>
            </a:pPr>
            <a:endParaRPr lang="en-GB" sz="2200" dirty="0">
              <a:solidFill>
                <a:schemeClr val="tx1"/>
              </a:solidFill>
            </a:endParaRPr>
          </a:p>
          <a:p>
            <a:pPr lvl="1">
              <a:spcBef>
                <a:spcPts val="600"/>
              </a:spcBef>
              <a:buFont typeface="Arial" panose="020B0604020202020204" pitchFamily="34" charset="0"/>
              <a:buChar char="•"/>
            </a:pPr>
            <a:r>
              <a:rPr lang="en-GB" dirty="0">
                <a:solidFill>
                  <a:schemeClr val="tx1"/>
                </a:solidFill>
              </a:rPr>
              <a:t>Other information that typically goes here, but NOT needed for IPR summative: how participants were recruited, exclusion / inclusion criteria, ethical considerations (if there were risks), and how participants were compensated for their time. </a:t>
            </a:r>
          </a:p>
        </p:txBody>
      </p:sp>
      <p:sp>
        <p:nvSpPr>
          <p:cNvPr id="2" name="Content Placeholder 2">
            <a:extLst>
              <a:ext uri="{FF2B5EF4-FFF2-40B4-BE49-F238E27FC236}">
                <a16:creationId xmlns:a16="http://schemas.microsoft.com/office/drawing/2014/main" id="{956DE672-B307-4B3B-C151-57C2EB59332C}"/>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Writing a Method</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649092883"/>
      </p:ext>
    </p:extLst>
  </p:cSld>
  <p:clrMapOvr>
    <a:masterClrMapping/>
  </p:clrMapOvr>
  <mc:AlternateContent xmlns:mc="http://schemas.openxmlformats.org/markup-compatibility/2006" xmlns:p14="http://schemas.microsoft.com/office/powerpoint/2010/main">
    <mc:Choice Requires="p14">
      <p:transition spd="slow" p14:dur="2000" advTm="114956"/>
    </mc:Choice>
    <mc:Fallback xmlns="">
      <p:transition spd="slow" advTm="114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FB52B3-35C3-C8C2-E5C8-4380004B4A8A}"/>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C8AFB9C-CBD3-C758-90DB-13ECBCC8472F}"/>
              </a:ext>
            </a:extLst>
          </p:cNvPr>
          <p:cNvSpPr>
            <a:spLocks noGrp="1"/>
          </p:cNvSpPr>
          <p:nvPr>
            <p:ph idx="1"/>
          </p:nvPr>
        </p:nvSpPr>
        <p:spPr>
          <a:xfrm>
            <a:off x="275031" y="920254"/>
            <a:ext cx="8593938" cy="5486400"/>
          </a:xfrm>
          <a:solidFill>
            <a:schemeClr val="bg1"/>
          </a:solidFill>
        </p:spPr>
        <p:txBody>
          <a:bodyPr>
            <a:normAutofit/>
          </a:bodyPr>
          <a:lstStyle/>
          <a:p>
            <a:r>
              <a:rPr lang="en-GB" sz="2200" b="1" dirty="0">
                <a:solidFill>
                  <a:srgbClr val="0070C0"/>
                </a:solidFill>
              </a:rPr>
              <a:t>Design</a:t>
            </a:r>
          </a:p>
          <a:p>
            <a:pPr lvl="1">
              <a:spcBef>
                <a:spcPts val="600"/>
              </a:spcBef>
              <a:buFont typeface="Arial" panose="020B0604020202020204" pitchFamily="34" charset="0"/>
              <a:buChar char="•"/>
            </a:pPr>
            <a:r>
              <a:rPr lang="en-GB" sz="2200" dirty="0">
                <a:solidFill>
                  <a:schemeClr val="tx1"/>
                </a:solidFill>
              </a:rPr>
              <a:t>What kind of research methods design are you using?  </a:t>
            </a:r>
          </a:p>
          <a:p>
            <a:pPr lvl="1">
              <a:spcBef>
                <a:spcPts val="600"/>
              </a:spcBef>
              <a:buFont typeface="Arial" panose="020B0604020202020204" pitchFamily="34" charset="0"/>
              <a:buChar char="•"/>
            </a:pPr>
            <a:r>
              <a:rPr lang="en-GB" sz="2200" dirty="0">
                <a:solidFill>
                  <a:schemeClr val="tx1"/>
                </a:solidFill>
              </a:rPr>
              <a:t>Is it between-subjects or within-subjects?</a:t>
            </a:r>
          </a:p>
          <a:p>
            <a:pPr lvl="1">
              <a:spcBef>
                <a:spcPts val="600"/>
              </a:spcBef>
              <a:buFont typeface="Arial" panose="020B0604020202020204" pitchFamily="34" charset="0"/>
              <a:buChar char="•"/>
            </a:pPr>
            <a:r>
              <a:rPr lang="en-GB" sz="2200" dirty="0">
                <a:solidFill>
                  <a:schemeClr val="tx1"/>
                </a:solidFill>
              </a:rPr>
              <a:t>What are your variables? </a:t>
            </a:r>
          </a:p>
          <a:p>
            <a:pPr lvl="1">
              <a:spcBef>
                <a:spcPts val="600"/>
              </a:spcBef>
              <a:buFont typeface="Arial" panose="020B0604020202020204" pitchFamily="34" charset="0"/>
              <a:buChar char="•"/>
            </a:pPr>
            <a:r>
              <a:rPr lang="en-GB" sz="2200" dirty="0">
                <a:solidFill>
                  <a:schemeClr val="tx1"/>
                </a:solidFill>
              </a:rPr>
              <a:t>Or what are your independent (IVs) and dependent variables (DVs)</a:t>
            </a:r>
          </a:p>
          <a:p>
            <a:pPr lvl="1">
              <a:spcBef>
                <a:spcPts val="600"/>
              </a:spcBef>
              <a:buFont typeface="Arial" panose="020B0604020202020204" pitchFamily="34" charset="0"/>
              <a:buChar char="•"/>
            </a:pPr>
            <a:r>
              <a:rPr lang="en-GB" sz="2200" dirty="0">
                <a:solidFill>
                  <a:schemeClr val="tx1"/>
                </a:solidFill>
              </a:rPr>
              <a:t>What </a:t>
            </a:r>
            <a:r>
              <a:rPr lang="en-GB" sz="2200" i="1" dirty="0">
                <a:solidFill>
                  <a:schemeClr val="tx1"/>
                </a:solidFill>
              </a:rPr>
              <a:t>type</a:t>
            </a:r>
            <a:r>
              <a:rPr lang="en-GB" sz="2200" dirty="0">
                <a:solidFill>
                  <a:schemeClr val="tx1"/>
                </a:solidFill>
              </a:rPr>
              <a:t> of data do you expect to collect?</a:t>
            </a:r>
          </a:p>
          <a:p>
            <a:pPr lvl="1">
              <a:spcBef>
                <a:spcPts val="600"/>
              </a:spcBef>
              <a:buFont typeface="Arial" panose="020B0604020202020204" pitchFamily="34" charset="0"/>
              <a:buChar char="•"/>
            </a:pPr>
            <a:r>
              <a:rPr lang="en-GB" sz="2200" dirty="0">
                <a:solidFill>
                  <a:schemeClr val="tx1"/>
                </a:solidFill>
              </a:rPr>
              <a:t>You could mention here any grouping of participants, trials, trial order, randomisation of stimuli or counterbalancing if relevant</a:t>
            </a:r>
          </a:p>
        </p:txBody>
      </p:sp>
      <p:sp>
        <p:nvSpPr>
          <p:cNvPr id="2" name="Content Placeholder 2">
            <a:extLst>
              <a:ext uri="{FF2B5EF4-FFF2-40B4-BE49-F238E27FC236}">
                <a16:creationId xmlns:a16="http://schemas.microsoft.com/office/drawing/2014/main" id="{320901AF-FF39-9C73-7935-9B9CB0811419}"/>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Writing a Method</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3649829403"/>
      </p:ext>
    </p:extLst>
  </p:cSld>
  <p:clrMapOvr>
    <a:masterClrMapping/>
  </p:clrMapOvr>
  <mc:AlternateContent xmlns:mc="http://schemas.openxmlformats.org/markup-compatibility/2006" xmlns:p14="http://schemas.microsoft.com/office/powerpoint/2010/main">
    <mc:Choice Requires="p14">
      <p:transition spd="slow" p14:dur="2000" advTm="114956"/>
    </mc:Choice>
    <mc:Fallback xmlns="">
      <p:transition spd="slow" advTm="114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F77133-35AC-0EA8-C12D-DE27542FEDC1}"/>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6B3C38F-2651-016C-5555-E316B03150A3}"/>
              </a:ext>
            </a:extLst>
          </p:cNvPr>
          <p:cNvSpPr>
            <a:spLocks noGrp="1"/>
          </p:cNvSpPr>
          <p:nvPr>
            <p:ph idx="1"/>
          </p:nvPr>
        </p:nvSpPr>
        <p:spPr>
          <a:xfrm>
            <a:off x="275031" y="920254"/>
            <a:ext cx="8593938" cy="5937746"/>
          </a:xfrm>
          <a:solidFill>
            <a:schemeClr val="bg1"/>
          </a:solidFill>
        </p:spPr>
        <p:txBody>
          <a:bodyPr>
            <a:noAutofit/>
          </a:bodyPr>
          <a:lstStyle/>
          <a:p>
            <a:r>
              <a:rPr lang="en-GB" b="1" dirty="0">
                <a:solidFill>
                  <a:srgbClr val="0070C0"/>
                </a:solidFill>
              </a:rPr>
              <a:t>Measures  </a:t>
            </a:r>
            <a:r>
              <a:rPr lang="en-GB" dirty="0">
                <a:solidFill>
                  <a:srgbClr val="0070C0"/>
                </a:solidFill>
              </a:rPr>
              <a:t>(aka the materials or stimuli you used)</a:t>
            </a:r>
          </a:p>
          <a:p>
            <a:pPr lvl="1">
              <a:spcBef>
                <a:spcPts val="600"/>
              </a:spcBef>
              <a:buFont typeface="Arial" panose="020B0604020202020204" pitchFamily="34" charset="0"/>
              <a:buChar char="•"/>
            </a:pPr>
            <a:r>
              <a:rPr lang="en-GB" sz="2000" dirty="0">
                <a:solidFill>
                  <a:schemeClr val="tx1"/>
                </a:solidFill>
              </a:rPr>
              <a:t>How will you collect your data (e.g. surveys, experiments)</a:t>
            </a:r>
          </a:p>
          <a:p>
            <a:pPr lvl="1">
              <a:spcBef>
                <a:spcPts val="600"/>
              </a:spcBef>
              <a:buFont typeface="Arial" panose="020B0604020202020204" pitchFamily="34" charset="0"/>
              <a:buChar char="•"/>
            </a:pPr>
            <a:r>
              <a:rPr lang="en-GB" sz="2000" dirty="0">
                <a:solidFill>
                  <a:schemeClr val="tx1"/>
                </a:solidFill>
              </a:rPr>
              <a:t>What tools / equipment / software you will need </a:t>
            </a:r>
          </a:p>
          <a:p>
            <a:pPr lvl="1">
              <a:spcBef>
                <a:spcPts val="600"/>
              </a:spcBef>
              <a:buFont typeface="Arial" panose="020B0604020202020204" pitchFamily="34" charset="0"/>
              <a:buChar char="•"/>
            </a:pPr>
            <a:r>
              <a:rPr lang="en-GB" sz="2000" dirty="0">
                <a:solidFill>
                  <a:schemeClr val="tx1"/>
                </a:solidFill>
              </a:rPr>
              <a:t>State everything you intend to present to participants, e.g., the paradigm you’re using, the task / version or the Questionnaires </a:t>
            </a:r>
          </a:p>
          <a:p>
            <a:pPr lvl="1">
              <a:spcBef>
                <a:spcPts val="600"/>
              </a:spcBef>
              <a:buFont typeface="Arial" panose="020B0604020202020204" pitchFamily="34" charset="0"/>
              <a:buChar char="•"/>
            </a:pPr>
            <a:r>
              <a:rPr lang="en-GB" sz="2000" dirty="0">
                <a:solidFill>
                  <a:schemeClr val="tx1"/>
                </a:solidFill>
              </a:rPr>
              <a:t>Typically, we do one paragraph per measure </a:t>
            </a:r>
          </a:p>
          <a:p>
            <a:pPr lvl="1">
              <a:spcBef>
                <a:spcPts val="600"/>
              </a:spcBef>
              <a:buFont typeface="Arial" panose="020B0604020202020204" pitchFamily="34" charset="0"/>
              <a:buChar char="•"/>
            </a:pPr>
            <a:r>
              <a:rPr lang="en-GB" sz="2000" dirty="0">
                <a:solidFill>
                  <a:schemeClr val="tx1"/>
                </a:solidFill>
              </a:rPr>
              <a:t>For each: summarise units, scale/range or typical scores (e.g. either in the literature, from similar studies or just the min/max values)</a:t>
            </a:r>
          </a:p>
          <a:p>
            <a:pPr lvl="1">
              <a:spcBef>
                <a:spcPts val="600"/>
              </a:spcBef>
              <a:buFont typeface="Arial" panose="020B0604020202020204" pitchFamily="34" charset="0"/>
              <a:buChar char="•"/>
            </a:pPr>
            <a:r>
              <a:rPr lang="en-GB" sz="2000" dirty="0">
                <a:solidFill>
                  <a:schemeClr val="tx1"/>
                </a:solidFill>
              </a:rPr>
              <a:t>Details of other equipment (e.g. laptop, pen, stopwatch) NOT needed (unless specifically important / relevant)</a:t>
            </a:r>
          </a:p>
          <a:p>
            <a:pPr lvl="1">
              <a:spcBef>
                <a:spcPts val="600"/>
              </a:spcBef>
              <a:buFont typeface="Arial" panose="020B0604020202020204" pitchFamily="34" charset="0"/>
              <a:buChar char="•"/>
            </a:pPr>
            <a:r>
              <a:rPr lang="en-GB" sz="2000" dirty="0">
                <a:solidFill>
                  <a:schemeClr val="tx1"/>
                </a:solidFill>
              </a:rPr>
              <a:t>Do NOT write it as a bullet point list! </a:t>
            </a:r>
          </a:p>
          <a:p>
            <a:pPr lvl="1">
              <a:spcBef>
                <a:spcPts val="600"/>
              </a:spcBef>
              <a:buFont typeface="Arial" panose="020B0604020202020204" pitchFamily="34" charset="0"/>
              <a:buChar char="•"/>
            </a:pPr>
            <a:r>
              <a:rPr lang="en-GB" sz="2000" dirty="0">
                <a:solidFill>
                  <a:schemeClr val="tx1"/>
                </a:solidFill>
              </a:rPr>
              <a:t>Cite authors of measures. Use </a:t>
            </a:r>
            <a:r>
              <a:rPr lang="en-GB" sz="2000" dirty="0" err="1">
                <a:solidFill>
                  <a:schemeClr val="tx1"/>
                </a:solidFill>
              </a:rPr>
              <a:t>PsyToolkit</a:t>
            </a:r>
            <a:r>
              <a:rPr lang="en-GB" sz="2000" dirty="0">
                <a:solidFill>
                  <a:schemeClr val="tx1"/>
                </a:solidFill>
              </a:rPr>
              <a:t> or Google Scholar to find original publication or use a secondary reference.</a:t>
            </a:r>
          </a:p>
          <a:p>
            <a:pPr lvl="1">
              <a:spcBef>
                <a:spcPts val="600"/>
              </a:spcBef>
              <a:buFont typeface="Arial" panose="020B0604020202020204" pitchFamily="34" charset="0"/>
              <a:buChar char="•"/>
            </a:pPr>
            <a:r>
              <a:rPr lang="en-GB" sz="2000" dirty="0">
                <a:solidFill>
                  <a:srgbClr val="0070C0"/>
                </a:solidFill>
              </a:rPr>
              <a:t>Citation for JASP … (JASP, date of version). </a:t>
            </a:r>
          </a:p>
          <a:p>
            <a:pPr lvl="1">
              <a:spcBef>
                <a:spcPts val="600"/>
              </a:spcBef>
              <a:buFont typeface="Arial" panose="020B0604020202020204" pitchFamily="34" charset="0"/>
              <a:buChar char="•"/>
            </a:pPr>
            <a:r>
              <a:rPr lang="en-GB" sz="2000" dirty="0">
                <a:solidFill>
                  <a:srgbClr val="0070C0"/>
                </a:solidFill>
              </a:rPr>
              <a:t>Reference for JASP: JASP Team (year your version related). JASP (your Version number)[Computer software].</a:t>
            </a:r>
          </a:p>
        </p:txBody>
      </p:sp>
      <p:sp>
        <p:nvSpPr>
          <p:cNvPr id="2" name="Content Placeholder 2">
            <a:extLst>
              <a:ext uri="{FF2B5EF4-FFF2-40B4-BE49-F238E27FC236}">
                <a16:creationId xmlns:a16="http://schemas.microsoft.com/office/drawing/2014/main" id="{969487A8-51DC-F9DE-1F50-7926D6F5D87C}"/>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Writing a Method</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1568736429"/>
      </p:ext>
    </p:extLst>
  </p:cSld>
  <p:clrMapOvr>
    <a:masterClrMapping/>
  </p:clrMapOvr>
  <mc:AlternateContent xmlns:mc="http://schemas.openxmlformats.org/markup-compatibility/2006" xmlns:p14="http://schemas.microsoft.com/office/powerpoint/2010/main">
    <mc:Choice Requires="p14">
      <p:transition spd="slow" p14:dur="2000" advTm="114956"/>
    </mc:Choice>
    <mc:Fallback xmlns="">
      <p:transition spd="slow" advTm="114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4C9AFA-C929-E2D1-FDB1-7D974DE892E0}"/>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DF00738-E062-0503-CE1C-2640E003DF9C}"/>
              </a:ext>
            </a:extLst>
          </p:cNvPr>
          <p:cNvSpPr>
            <a:spLocks noGrp="1"/>
          </p:cNvSpPr>
          <p:nvPr>
            <p:ph idx="1"/>
          </p:nvPr>
        </p:nvSpPr>
        <p:spPr>
          <a:xfrm>
            <a:off x="275031" y="920254"/>
            <a:ext cx="8593938" cy="5804893"/>
          </a:xfrm>
          <a:solidFill>
            <a:schemeClr val="bg1"/>
          </a:solidFill>
        </p:spPr>
        <p:txBody>
          <a:bodyPr>
            <a:noAutofit/>
          </a:bodyPr>
          <a:lstStyle/>
          <a:p>
            <a:r>
              <a:rPr lang="en-GB" sz="2200" b="1" dirty="0">
                <a:solidFill>
                  <a:srgbClr val="0070C0"/>
                </a:solidFill>
              </a:rPr>
              <a:t>Procedure</a:t>
            </a:r>
            <a:endParaRPr lang="en-GB" sz="2200" dirty="0">
              <a:solidFill>
                <a:srgbClr val="0070C0"/>
              </a:solidFill>
            </a:endParaRPr>
          </a:p>
          <a:p>
            <a:pPr lvl="1">
              <a:spcBef>
                <a:spcPts val="600"/>
              </a:spcBef>
              <a:buFont typeface="Arial" panose="020B0604020202020204" pitchFamily="34" charset="0"/>
              <a:buChar char="•"/>
            </a:pPr>
            <a:r>
              <a:rPr lang="en-GB" sz="2200" dirty="0">
                <a:solidFill>
                  <a:schemeClr val="tx1"/>
                </a:solidFill>
              </a:rPr>
              <a:t>Usually a short paragraph(s) of a step-by-step description of what you did and when.</a:t>
            </a:r>
          </a:p>
          <a:p>
            <a:pPr lvl="1">
              <a:spcBef>
                <a:spcPts val="600"/>
              </a:spcBef>
              <a:buFont typeface="Arial" panose="020B0604020202020204" pitchFamily="34" charset="0"/>
              <a:buChar char="•"/>
            </a:pPr>
            <a:r>
              <a:rPr lang="en-GB" sz="2200" dirty="0">
                <a:solidFill>
                  <a:schemeClr val="tx1"/>
                </a:solidFill>
              </a:rPr>
              <a:t>Essentially, what happened from when the participant enters the room to when they leave?</a:t>
            </a:r>
          </a:p>
          <a:p>
            <a:pPr lvl="1">
              <a:spcBef>
                <a:spcPts val="600"/>
              </a:spcBef>
              <a:buFont typeface="Arial" panose="020B0604020202020204" pitchFamily="34" charset="0"/>
              <a:buChar char="•"/>
            </a:pPr>
            <a:r>
              <a:rPr lang="en-GB" sz="2200" dirty="0">
                <a:solidFill>
                  <a:schemeClr val="tx1"/>
                </a:solidFill>
              </a:rPr>
              <a:t>In one day / session? How long approximately? (avoid detail about the </a:t>
            </a:r>
            <a:r>
              <a:rPr lang="en-GB" sz="2200" i="1" dirty="0">
                <a:solidFill>
                  <a:schemeClr val="tx1"/>
                </a:solidFill>
              </a:rPr>
              <a:t>practical</a:t>
            </a:r>
            <a:r>
              <a:rPr lang="en-GB" sz="2200" dirty="0">
                <a:solidFill>
                  <a:schemeClr val="tx1"/>
                </a:solidFill>
              </a:rPr>
              <a:t> though – just act as if it was a study/SONA study).</a:t>
            </a:r>
          </a:p>
          <a:p>
            <a:pPr lvl="1">
              <a:spcBef>
                <a:spcPts val="600"/>
              </a:spcBef>
              <a:buFont typeface="Arial" panose="020B0604020202020204" pitchFamily="34" charset="0"/>
              <a:buChar char="•"/>
            </a:pPr>
            <a:r>
              <a:rPr lang="en-GB" sz="2200" dirty="0">
                <a:solidFill>
                  <a:schemeClr val="tx1"/>
                </a:solidFill>
              </a:rPr>
              <a:t>Useful for studies that have more complicated designs/more measures etc. so an order is important </a:t>
            </a:r>
            <a:r>
              <a:rPr lang="en-GB" sz="2200" i="1" dirty="0">
                <a:solidFill>
                  <a:schemeClr val="tx1"/>
                </a:solidFill>
              </a:rPr>
              <a:t>e.g. complete measure 1, RHI, measure 2, Questionnaire </a:t>
            </a:r>
            <a:r>
              <a:rPr lang="en-GB" sz="2200" dirty="0">
                <a:solidFill>
                  <a:schemeClr val="tx1"/>
                </a:solidFill>
              </a:rPr>
              <a:t>etc.</a:t>
            </a:r>
          </a:p>
          <a:p>
            <a:pPr lvl="1">
              <a:spcBef>
                <a:spcPts val="600"/>
              </a:spcBef>
              <a:buFont typeface="Arial" panose="020B0604020202020204" pitchFamily="34" charset="0"/>
              <a:buChar char="•"/>
            </a:pPr>
            <a:r>
              <a:rPr lang="en-GB" sz="2200" dirty="0">
                <a:solidFill>
                  <a:schemeClr val="tx1"/>
                </a:solidFill>
              </a:rPr>
              <a:t>Don’t describe measures again here – it’s about the </a:t>
            </a:r>
            <a:r>
              <a:rPr lang="en-GB" sz="2200" i="1" dirty="0">
                <a:solidFill>
                  <a:schemeClr val="tx1"/>
                </a:solidFill>
              </a:rPr>
              <a:t>order</a:t>
            </a:r>
            <a:r>
              <a:rPr lang="en-GB" sz="2200" dirty="0">
                <a:solidFill>
                  <a:schemeClr val="tx1"/>
                </a:solidFill>
              </a:rPr>
              <a:t> they were completed.</a:t>
            </a:r>
          </a:p>
          <a:p>
            <a:pPr lvl="1">
              <a:spcBef>
                <a:spcPts val="600"/>
              </a:spcBef>
              <a:buFont typeface="Arial" panose="020B0604020202020204" pitchFamily="34" charset="0"/>
              <a:buChar char="•"/>
            </a:pPr>
            <a:r>
              <a:rPr lang="en-GB" sz="2200" dirty="0">
                <a:solidFill>
                  <a:schemeClr val="tx1"/>
                </a:solidFill>
              </a:rPr>
              <a:t>Group differences, trials or counterbalancing etc.</a:t>
            </a:r>
          </a:p>
          <a:p>
            <a:pPr lvl="1">
              <a:spcBef>
                <a:spcPts val="600"/>
              </a:spcBef>
              <a:buFont typeface="Arial" panose="020B0604020202020204" pitchFamily="34" charset="0"/>
              <a:buChar char="•"/>
            </a:pPr>
            <a:r>
              <a:rPr lang="en-GB" sz="2200" dirty="0">
                <a:solidFill>
                  <a:srgbClr val="0070C0"/>
                </a:solidFill>
              </a:rPr>
              <a:t>Tip</a:t>
            </a:r>
            <a:r>
              <a:rPr lang="en-GB" sz="2200" dirty="0">
                <a:solidFill>
                  <a:schemeClr val="tx1"/>
                </a:solidFill>
              </a:rPr>
              <a:t>: often ends with thanking the participants and/or debriefing them!</a:t>
            </a:r>
          </a:p>
        </p:txBody>
      </p:sp>
      <p:sp>
        <p:nvSpPr>
          <p:cNvPr id="2" name="Content Placeholder 2">
            <a:extLst>
              <a:ext uri="{FF2B5EF4-FFF2-40B4-BE49-F238E27FC236}">
                <a16:creationId xmlns:a16="http://schemas.microsoft.com/office/drawing/2014/main" id="{95FBD409-0712-0128-69DA-E71DBEBEF8D0}"/>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a:solidFill>
                  <a:schemeClr val="tx1"/>
                </a:solidFill>
                <a:latin typeface="+mj-lt"/>
              </a:rPr>
              <a:t>Writing a Method</a:t>
            </a:r>
            <a:endParaRPr lang="en-GB" sz="4000" dirty="0">
              <a:solidFill>
                <a:schemeClr val="tx1"/>
              </a:solidFill>
              <a:latin typeface="+mj-lt"/>
            </a:endParaRPr>
          </a:p>
        </p:txBody>
      </p:sp>
    </p:spTree>
    <p:custDataLst>
      <p:tags r:id="rId1"/>
    </p:custDataLst>
    <p:extLst>
      <p:ext uri="{BB962C8B-B14F-4D97-AF65-F5344CB8AC3E}">
        <p14:creationId xmlns:p14="http://schemas.microsoft.com/office/powerpoint/2010/main" val="3661622587"/>
      </p:ext>
    </p:extLst>
  </p:cSld>
  <p:clrMapOvr>
    <a:masterClrMapping/>
  </p:clrMapOvr>
  <mc:AlternateContent xmlns:mc="http://schemas.openxmlformats.org/markup-compatibility/2006" xmlns:p14="http://schemas.microsoft.com/office/powerpoint/2010/main">
    <mc:Choice Requires="p14">
      <p:transition spd="slow" p14:dur="2000" advTm="114956"/>
    </mc:Choice>
    <mc:Fallback xmlns="">
      <p:transition spd="slow" advTm="1149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2609-686C-617A-2F10-DCD348E6029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3CBCD91-720B-0A20-6732-F0728DB5D590}"/>
              </a:ext>
            </a:extLst>
          </p:cNvPr>
          <p:cNvSpPr/>
          <p:nvPr/>
        </p:nvSpPr>
        <p:spPr>
          <a:xfrm>
            <a:off x="482599" y="670252"/>
            <a:ext cx="8661401" cy="3721532"/>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t>Encouraged to include an example question (e.g. in text or a table) </a:t>
            </a:r>
          </a:p>
          <a:p>
            <a:pPr marL="342900" indent="-342900">
              <a:lnSpc>
                <a:spcPct val="107000"/>
              </a:lnSpc>
              <a:spcAft>
                <a:spcPts val="600"/>
              </a:spcAft>
              <a:buFont typeface="Arial" panose="020B0604020202020204" pitchFamily="34" charset="0"/>
              <a:buChar char="•"/>
            </a:pPr>
            <a:r>
              <a:rPr lang="en-GB" sz="2200" dirty="0"/>
              <a:t>And/or an image or screenshot of measures (e.g. a screenshot of Stroop Task) where applicable. Images are listed as </a:t>
            </a:r>
            <a:r>
              <a:rPr lang="en-GB" sz="2200" b="1" dirty="0"/>
              <a:t>Figures</a:t>
            </a:r>
            <a:r>
              <a:rPr lang="en-GB" sz="2200" dirty="0"/>
              <a:t>. </a:t>
            </a:r>
          </a:p>
          <a:p>
            <a:pPr marL="342900" indent="-342900">
              <a:lnSpc>
                <a:spcPct val="107000"/>
              </a:lnSpc>
              <a:spcAft>
                <a:spcPts val="600"/>
              </a:spcAft>
              <a:buFont typeface="Arial" panose="020B0604020202020204" pitchFamily="34" charset="0"/>
              <a:buChar char="•"/>
            </a:pPr>
            <a:r>
              <a:rPr lang="en-GB" sz="2200" dirty="0"/>
              <a:t>Assume the reader is unfamiliar with all measures and your study.</a:t>
            </a:r>
          </a:p>
          <a:p>
            <a:pPr marL="342900" indent="-342900">
              <a:lnSpc>
                <a:spcPct val="107000"/>
              </a:lnSpc>
              <a:spcAft>
                <a:spcPts val="600"/>
              </a:spcAft>
              <a:buFont typeface="Arial" panose="020B0604020202020204" pitchFamily="34" charset="0"/>
              <a:buChar char="•"/>
            </a:pPr>
            <a:r>
              <a:rPr lang="en-GB" sz="2200" dirty="0"/>
              <a:t>Don’t include any participant facing documents e.g. information sheet anywhere in the report (or as an Appendix)</a:t>
            </a:r>
          </a:p>
          <a:p>
            <a:pPr marL="342900" indent="-342900">
              <a:lnSpc>
                <a:spcPct val="107000"/>
              </a:lnSpc>
              <a:spcAft>
                <a:spcPts val="600"/>
              </a:spcAft>
              <a:buFont typeface="Arial" panose="020B0604020202020204" pitchFamily="34" charset="0"/>
              <a:buChar char="•"/>
            </a:pPr>
            <a:r>
              <a:rPr lang="en-GB" sz="2200" dirty="0"/>
              <a:t>Don’t include the measures themselves e.g. copies of the questionnaires.</a:t>
            </a:r>
          </a:p>
        </p:txBody>
      </p:sp>
      <p:sp>
        <p:nvSpPr>
          <p:cNvPr id="2" name="Content Placeholder 2">
            <a:extLst>
              <a:ext uri="{FF2B5EF4-FFF2-40B4-BE49-F238E27FC236}">
                <a16:creationId xmlns:a16="http://schemas.microsoft.com/office/drawing/2014/main" id="{74B7C103-4136-9D19-855E-B9F9B50DDEB0}"/>
              </a:ext>
            </a:extLst>
          </p:cNvPr>
          <p:cNvSpPr>
            <a:spLocks noGrp="1"/>
          </p:cNvSpPr>
          <p:nvPr>
            <p:ph idx="1"/>
          </p:nvPr>
        </p:nvSpPr>
        <p:spPr>
          <a:xfrm>
            <a:off x="665926" y="152400"/>
            <a:ext cx="7812148" cy="787401"/>
          </a:xfrm>
          <a:noFill/>
        </p:spPr>
        <p:txBody>
          <a:bodyPr>
            <a:normAutofit/>
          </a:bodyPr>
          <a:lstStyle/>
          <a:p>
            <a:pPr marL="0" indent="0" algn="ctr">
              <a:buNone/>
            </a:pPr>
            <a:r>
              <a:rPr lang="en-GB" sz="4000" dirty="0">
                <a:solidFill>
                  <a:schemeClr val="tx1"/>
                </a:solidFill>
                <a:latin typeface="+mj-lt"/>
              </a:rPr>
              <a:t>Writing a Method</a:t>
            </a:r>
          </a:p>
        </p:txBody>
      </p:sp>
    </p:spTree>
    <p:extLst>
      <p:ext uri="{BB962C8B-B14F-4D97-AF65-F5344CB8AC3E}">
        <p14:creationId xmlns:p14="http://schemas.microsoft.com/office/powerpoint/2010/main" val="344168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257FB-1D34-09F8-2482-E3669C54B3DA}"/>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FF43B742-AB97-87B3-AD1D-8F4AB88F7CB2}"/>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5. Writing the results</a:t>
            </a:r>
          </a:p>
        </p:txBody>
      </p:sp>
      <p:pic>
        <p:nvPicPr>
          <p:cNvPr id="3" name="Picture 6" descr="See the source image">
            <a:extLst>
              <a:ext uri="{FF2B5EF4-FFF2-40B4-BE49-F238E27FC236}">
                <a16:creationId xmlns:a16="http://schemas.microsoft.com/office/drawing/2014/main" id="{1E9606B8-80AA-5342-2417-4DCAD5600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72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F9BAEF-41ED-6BCC-3B37-5C71B86018F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D5495A-E052-CEBF-DE3B-CB6A6C2EB2DB}"/>
              </a:ext>
            </a:extLst>
          </p:cNvPr>
          <p:cNvSpPr/>
          <p:nvPr/>
        </p:nvSpPr>
        <p:spPr>
          <a:xfrm>
            <a:off x="317499" y="818654"/>
            <a:ext cx="8721659" cy="6039346"/>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present the findings clearly and objectively.</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accurate reporting of descriptive and inferential statistics.</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a:t>
            </a:r>
            <a:endParaRPr lang="en-GB" sz="2000" dirty="0">
              <a:solidFill>
                <a:srgbClr val="0070C0"/>
              </a:solidFill>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Describe data: </a:t>
            </a:r>
            <a:r>
              <a:rPr lang="en-GB" sz="2000" dirty="0">
                <a:ea typeface="Calibri" panose="020F0502020204030204" pitchFamily="34" charset="0"/>
                <a:cs typeface="Times New Roman" panose="02020603050405020304" pitchFamily="18" charset="0"/>
              </a:rPr>
              <a:t>briefly state your design / test and variables. Here we want to know about how you scored/calculated them. Did you take the average? You can mention splitting into groups here if you haven’t already. Did you do a median split?</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Assumption checks</a:t>
            </a:r>
            <a:r>
              <a:rPr lang="en-GB" sz="2000" dirty="0">
                <a:ea typeface="Calibri" panose="020F0502020204030204" pitchFamily="34" charset="0"/>
                <a:cs typeface="Times New Roman" panose="02020603050405020304" pitchFamily="18" charset="0"/>
              </a:rPr>
              <a:t> briefly confirm relevant assumptions checks. Confirm (e.g. one sentence) each assumption was met.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Report test of normality for each measure/variable (statistic and p-value)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Report test of homogeneity of variance if applicable (statistic and p-value)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Report in descriptives table or written in text.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Explain if one/more assumptions are violated what you did – or if outliers were identified and kept in / removed mention here.  </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Outliers: </a:t>
            </a:r>
            <a:r>
              <a:rPr lang="en-GB" sz="2000" dirty="0">
                <a:ea typeface="Calibri" panose="020F0502020204030204" pitchFamily="34" charset="0"/>
                <a:cs typeface="Times New Roman" panose="02020603050405020304" pitchFamily="18" charset="0"/>
              </a:rPr>
              <a:t>if you removed anyone make sure your descriptives and analysis (and abstract) refer to the newer/updated sample size. </a:t>
            </a:r>
          </a:p>
        </p:txBody>
      </p:sp>
      <p:sp>
        <p:nvSpPr>
          <p:cNvPr id="6" name="Content Placeholder 2">
            <a:extLst>
              <a:ext uri="{FF2B5EF4-FFF2-40B4-BE49-F238E27FC236}">
                <a16:creationId xmlns:a16="http://schemas.microsoft.com/office/drawing/2014/main" id="{99DE29E3-D92D-37FA-8124-DBD976D41A3A}"/>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Results</a:t>
            </a:r>
          </a:p>
        </p:txBody>
      </p:sp>
    </p:spTree>
    <p:extLst>
      <p:ext uri="{BB962C8B-B14F-4D97-AF65-F5344CB8AC3E}">
        <p14:creationId xmlns:p14="http://schemas.microsoft.com/office/powerpoint/2010/main" val="296184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B60786-97B8-6561-55F0-10C79EFF9C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0DB34EA-596B-3444-CEA8-6FDCFAB1E33D}"/>
              </a:ext>
            </a:extLst>
          </p:cNvPr>
          <p:cNvSpPr/>
          <p:nvPr/>
        </p:nvSpPr>
        <p:spPr>
          <a:xfrm>
            <a:off x="317498" y="818654"/>
            <a:ext cx="8721659" cy="6039346"/>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Descriptive statistics </a:t>
            </a:r>
            <a:r>
              <a:rPr lang="en-GB" sz="2000" dirty="0">
                <a:ea typeface="Calibri" panose="020F0502020204030204" pitchFamily="34" charset="0"/>
                <a:cs typeface="Times New Roman" panose="02020603050405020304" pitchFamily="18" charset="0"/>
              </a:rPr>
              <a:t>(appropriate for test / design).</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Encouraged to have  descriptives table (refer to the table in text: Table 1).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If you have a table, you don’t need to repeat the values in the text you can just refer to the Table. Unless you want to make a specific point e.g. a certain correlation or effect size.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If you have two groups, descriptives table should be split per group.</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Inferential (analysis) test </a:t>
            </a:r>
            <a:r>
              <a:rPr lang="en-GB" sz="2000" dirty="0">
                <a:ea typeface="Calibri" panose="020F0502020204030204" pitchFamily="34" charset="0"/>
                <a:cs typeface="Times New Roman" panose="02020603050405020304" pitchFamily="18" charset="0"/>
              </a:rPr>
              <a:t>(t‑test or correlation) – write up as per the examples we’ve covered in the lectures.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Follow checklist in the lectures, e.g. the ‘line’ of results is very important!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Don’t paste any JASP output.</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Present appropriate </a:t>
            </a:r>
            <a:r>
              <a:rPr lang="en-GB" sz="2000" b="1" dirty="0">
                <a:ea typeface="Calibri" panose="020F0502020204030204" pitchFamily="34" charset="0"/>
                <a:cs typeface="Times New Roman" panose="02020603050405020304" pitchFamily="18" charset="0"/>
              </a:rPr>
              <a:t>Figure</a:t>
            </a:r>
            <a:r>
              <a:rPr lang="en-GB" sz="2000" dirty="0">
                <a:ea typeface="Calibri" panose="020F0502020204030204" pitchFamily="34" charset="0"/>
                <a:cs typeface="Times New Roman" panose="02020603050405020304" pitchFamily="18" charset="0"/>
              </a:rPr>
              <a:t> of result – if copying from JASP, edit to be APA (e.g. correct title/labels). Figures need error bars (SD is fine).</a:t>
            </a:r>
          </a:p>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Interpretation</a:t>
            </a:r>
            <a:r>
              <a:rPr lang="en-GB" sz="2000" dirty="0">
                <a:ea typeface="Calibri" panose="020F0502020204030204" pitchFamily="34" charset="0"/>
                <a:cs typeface="Times New Roman" panose="02020603050405020304" pitchFamily="18" charset="0"/>
              </a:rPr>
              <a:t> – interpret significance value and refer to descriptives or effect size if necessary. E.g. if you have a group difference, use the descriptives to identify which group differed. </a:t>
            </a:r>
            <a:r>
              <a:rPr lang="en-GB" sz="2000" b="1" dirty="0">
                <a:ea typeface="Calibri" panose="020F0502020204030204" pitchFamily="34" charset="0"/>
                <a:cs typeface="Times New Roman" panose="02020603050405020304" pitchFamily="18" charset="0"/>
              </a:rPr>
              <a:t>Note</a:t>
            </a:r>
            <a:r>
              <a:rPr lang="en-GB" sz="2000" dirty="0">
                <a:ea typeface="Calibri" panose="020F0502020204030204" pitchFamily="34" charset="0"/>
                <a:cs typeface="Times New Roman" panose="02020603050405020304" pitchFamily="18" charset="0"/>
              </a:rPr>
              <a:t>: it’s a short sentence(s).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Exact statistics in </a:t>
            </a:r>
            <a:r>
              <a:rPr lang="en-GB" sz="2000" b="1" dirty="0">
                <a:ea typeface="Calibri" panose="020F0502020204030204" pitchFamily="34" charset="0"/>
                <a:cs typeface="Times New Roman" panose="02020603050405020304" pitchFamily="18" charset="0"/>
              </a:rPr>
              <a:t>APA</a:t>
            </a:r>
            <a:r>
              <a:rPr lang="en-GB" sz="2000" dirty="0">
                <a:ea typeface="Calibri" panose="020F0502020204030204" pitchFamily="34" charset="0"/>
                <a:cs typeface="Times New Roman" panose="02020603050405020304" pitchFamily="18" charset="0"/>
              </a:rPr>
              <a:t> </a:t>
            </a:r>
            <a:r>
              <a:rPr lang="en-GB" sz="2000" b="1" dirty="0">
                <a:ea typeface="Calibri" panose="020F0502020204030204" pitchFamily="34" charset="0"/>
                <a:cs typeface="Times New Roman" panose="02020603050405020304" pitchFamily="18" charset="0"/>
              </a:rPr>
              <a:t>format</a:t>
            </a:r>
            <a:r>
              <a:rPr lang="en-GB" sz="2000" dirty="0">
                <a:ea typeface="Calibri" panose="020F0502020204030204" pitchFamily="34" charset="0"/>
                <a:cs typeface="Times New Roman" panose="02020603050405020304" pitchFamily="18" charset="0"/>
              </a:rPr>
              <a:t> </a:t>
            </a:r>
            <a:r>
              <a:rPr lang="fr-FR" sz="2000" dirty="0">
                <a:ea typeface="Calibri" panose="020F0502020204030204" pitchFamily="34" charset="0"/>
                <a:cs typeface="Times New Roman" panose="02020603050405020304" pitchFamily="18" charset="0"/>
              </a:rPr>
              <a:t> (e.g., </a:t>
            </a:r>
            <a:r>
              <a:rPr lang="fr-FR" sz="2000" i="1" dirty="0">
                <a:ea typeface="Calibri" panose="020F0502020204030204" pitchFamily="34" charset="0"/>
                <a:cs typeface="Times New Roman" panose="02020603050405020304" pitchFamily="18" charset="0"/>
              </a:rPr>
              <a:t>t</a:t>
            </a:r>
            <a:r>
              <a:rPr lang="fr-FR" sz="2000" dirty="0">
                <a:ea typeface="Calibri" panose="020F0502020204030204" pitchFamily="34" charset="0"/>
                <a:cs typeface="Times New Roman" panose="02020603050405020304" pitchFamily="18" charset="0"/>
              </a:rPr>
              <a:t>(45) = 2.31, </a:t>
            </a:r>
            <a:r>
              <a:rPr lang="fr-FR" sz="2000" i="1" dirty="0">
                <a:ea typeface="Calibri" panose="020F0502020204030204" pitchFamily="34" charset="0"/>
                <a:cs typeface="Times New Roman" panose="02020603050405020304" pitchFamily="18" charset="0"/>
              </a:rPr>
              <a:t>p</a:t>
            </a:r>
            <a:r>
              <a:rPr lang="fr-FR" sz="2000" dirty="0">
                <a:ea typeface="Calibri" panose="020F0502020204030204" pitchFamily="34" charset="0"/>
                <a:cs typeface="Times New Roman" panose="02020603050405020304" pitchFamily="18" charset="0"/>
              </a:rPr>
              <a:t> = .025, </a:t>
            </a:r>
            <a:r>
              <a:rPr lang="fr-FR" sz="2000" i="1" dirty="0">
                <a:ea typeface="Calibri" panose="020F0502020204030204" pitchFamily="34" charset="0"/>
                <a:cs typeface="Times New Roman" panose="02020603050405020304" pitchFamily="18" charset="0"/>
              </a:rPr>
              <a:t>d</a:t>
            </a:r>
            <a:r>
              <a:rPr lang="fr-FR" sz="2000" dirty="0">
                <a:ea typeface="Calibri" panose="020F0502020204030204" pitchFamily="34" charset="0"/>
                <a:cs typeface="Times New Roman" panose="02020603050405020304" pitchFamily="18" charset="0"/>
              </a:rPr>
              <a:t> = 0.68)</a:t>
            </a:r>
            <a:r>
              <a:rPr lang="en-GB" sz="2000" dirty="0">
                <a:ea typeface="Calibri" panose="020F0502020204030204" pitchFamily="34" charset="0"/>
                <a:cs typeface="Times New Roman" panose="02020603050405020304" pitchFamily="18" charset="0"/>
              </a:rPr>
              <a:t>.</a:t>
            </a:r>
          </a:p>
        </p:txBody>
      </p:sp>
      <p:sp>
        <p:nvSpPr>
          <p:cNvPr id="6" name="Content Placeholder 2">
            <a:extLst>
              <a:ext uri="{FF2B5EF4-FFF2-40B4-BE49-F238E27FC236}">
                <a16:creationId xmlns:a16="http://schemas.microsoft.com/office/drawing/2014/main" id="{5B8DF790-2768-FD5C-88E6-0BE2CAEF3627}"/>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Results</a:t>
            </a:r>
          </a:p>
        </p:txBody>
      </p:sp>
    </p:spTree>
    <p:extLst>
      <p:ext uri="{BB962C8B-B14F-4D97-AF65-F5344CB8AC3E}">
        <p14:creationId xmlns:p14="http://schemas.microsoft.com/office/powerpoint/2010/main" val="24223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931F6E-25D2-5CA8-F180-6E7BCFFD81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9CDAE9-9AE8-8325-C288-8B9036CF7001}"/>
              </a:ext>
            </a:extLst>
          </p:cNvPr>
          <p:cNvSpPr/>
          <p:nvPr/>
        </p:nvSpPr>
        <p:spPr>
          <a:xfrm>
            <a:off x="482599" y="546100"/>
            <a:ext cx="8661401" cy="6279924"/>
          </a:xfrm>
          <a:prstGeom prst="rect">
            <a:avLst/>
          </a:prstGeom>
          <a:solidFill>
            <a:schemeClr val="bg1"/>
          </a:solidFill>
        </p:spPr>
        <p:txBody>
          <a:bodyPr wrap="square">
            <a:spAutoFit/>
          </a:bodyPr>
          <a:lstStyle/>
          <a:p>
            <a:pPr>
              <a:lnSpc>
                <a:spcPct val="107000"/>
              </a:lnSpc>
              <a:spcAft>
                <a:spcPts val="600"/>
              </a:spcAft>
            </a:pPr>
            <a:r>
              <a:rPr lang="en-GB" sz="2200" b="1" dirty="0">
                <a:solidFill>
                  <a:srgbClr val="0070C0"/>
                </a:solidFill>
                <a:ea typeface="Calibri" panose="020F0502020204030204" pitchFamily="34" charset="0"/>
                <a:cs typeface="Times New Roman" panose="02020603050405020304" pitchFamily="18" charset="0"/>
              </a:rPr>
              <a:t>Tips</a:t>
            </a:r>
            <a:r>
              <a:rPr lang="en-GB" sz="2200" dirty="0">
                <a:solidFill>
                  <a:srgbClr val="0070C0"/>
                </a:solidFill>
                <a:ea typeface="Calibri" panose="020F0502020204030204" pitchFamily="34" charset="0"/>
                <a:cs typeface="Times New Roman" panose="02020603050405020304" pitchFamily="18" charset="0"/>
              </a:rPr>
              <a:t>:</a:t>
            </a:r>
          </a:p>
          <a:p>
            <a:pPr marL="342900" indent="-342900">
              <a:lnSpc>
                <a:spcPct val="107000"/>
              </a:lnSpc>
              <a:spcAft>
                <a:spcPts val="600"/>
              </a:spcAft>
              <a:buFont typeface="Arial" panose="020B0604020202020204" pitchFamily="34" charset="0"/>
              <a:buChar char="•"/>
            </a:pPr>
            <a:r>
              <a:rPr lang="en-GB" sz="2200" dirty="0"/>
              <a:t>Briefly interpret statistically e.g., Group A is higher on X than Group B and reference effect size e.g. small. </a:t>
            </a:r>
          </a:p>
          <a:p>
            <a:pPr marL="342900" indent="-342900">
              <a:lnSpc>
                <a:spcPct val="107000"/>
              </a:lnSpc>
              <a:spcAft>
                <a:spcPts val="600"/>
              </a:spcAft>
              <a:buFont typeface="Arial" panose="020B0604020202020204" pitchFamily="34" charset="0"/>
              <a:buChar char="•"/>
            </a:pPr>
            <a:r>
              <a:rPr lang="en-GB" sz="2200" dirty="0"/>
              <a:t>Keep conceptual/psychological interpretation for the Discussion.</a:t>
            </a:r>
          </a:p>
          <a:p>
            <a:pPr marL="342900" indent="-342900">
              <a:lnSpc>
                <a:spcPct val="107000"/>
              </a:lnSpc>
              <a:spcAft>
                <a:spcPts val="600"/>
              </a:spcAft>
              <a:buFont typeface="Arial" panose="020B0604020202020204" pitchFamily="34" charset="0"/>
              <a:buChar char="•"/>
            </a:pPr>
            <a:r>
              <a:rPr lang="en-GB" sz="2200" dirty="0"/>
              <a:t>Remember rules on copying from JASP! Tables/Figures need to be edited to fit APA style (e.g. remove redundant info, labels, numbering).</a:t>
            </a:r>
          </a:p>
          <a:p>
            <a:pPr marL="342900" indent="-342900">
              <a:lnSpc>
                <a:spcPct val="107000"/>
              </a:lnSpc>
              <a:spcAft>
                <a:spcPts val="600"/>
              </a:spcAft>
              <a:buFont typeface="Arial" panose="020B0604020202020204" pitchFamily="34" charset="0"/>
              <a:buChar char="•"/>
            </a:pPr>
            <a:r>
              <a:rPr lang="en-GB" sz="2200" dirty="0"/>
              <a:t>Number all Tables and Figures and give them a title. </a:t>
            </a:r>
          </a:p>
          <a:p>
            <a:pPr marL="342900" indent="-342900">
              <a:lnSpc>
                <a:spcPct val="107000"/>
              </a:lnSpc>
              <a:spcAft>
                <a:spcPts val="600"/>
              </a:spcAft>
              <a:buFont typeface="Arial" panose="020B0604020202020204" pitchFamily="34" charset="0"/>
              <a:buChar char="•"/>
            </a:pPr>
            <a:r>
              <a:rPr lang="en-GB" sz="2200" dirty="0"/>
              <a:t>Always refer to Tables/Figures in text </a:t>
            </a:r>
            <a:r>
              <a:rPr lang="en-GB" sz="2200" i="1" dirty="0"/>
              <a:t>first</a:t>
            </a:r>
            <a:r>
              <a:rPr lang="en-GB" sz="2200" dirty="0"/>
              <a:t>. There’s no need to duplicate info in the text/table/figure.</a:t>
            </a:r>
          </a:p>
          <a:p>
            <a:pPr marL="342900" indent="-342900">
              <a:lnSpc>
                <a:spcPct val="107000"/>
              </a:lnSpc>
              <a:spcAft>
                <a:spcPts val="600"/>
              </a:spcAft>
              <a:buFont typeface="Arial" panose="020B0604020202020204" pitchFamily="34" charset="0"/>
              <a:buChar char="•"/>
            </a:pPr>
            <a:r>
              <a:rPr lang="en-GB" sz="2200" dirty="0"/>
              <a:t>Present results in a logical order consistent with your hypotheses.</a:t>
            </a:r>
          </a:p>
          <a:p>
            <a:pPr marL="342900" indent="-342900">
              <a:lnSpc>
                <a:spcPct val="107000"/>
              </a:lnSpc>
              <a:spcAft>
                <a:spcPts val="600"/>
              </a:spcAft>
              <a:buFont typeface="Arial" panose="020B0604020202020204" pitchFamily="34" charset="0"/>
              <a:buChar char="•"/>
            </a:pPr>
            <a:r>
              <a:rPr lang="en-GB" sz="2200" dirty="0"/>
              <a:t>Guide the reader – tell them what you’re doing!</a:t>
            </a:r>
          </a:p>
          <a:p>
            <a:pPr marL="342900" indent="-342900">
              <a:lnSpc>
                <a:spcPct val="107000"/>
              </a:lnSpc>
              <a:spcAft>
                <a:spcPts val="600"/>
              </a:spcAft>
              <a:buFont typeface="Arial" panose="020B0604020202020204" pitchFamily="34" charset="0"/>
              <a:buChar char="•"/>
            </a:pPr>
            <a:r>
              <a:rPr lang="en-GB" sz="2200" dirty="0"/>
              <a:t>Don’t forget effect sizes! – and interpret them e.g. small or large.</a:t>
            </a:r>
          </a:p>
          <a:p>
            <a:pPr marL="342900" indent="-342900">
              <a:lnSpc>
                <a:spcPct val="107000"/>
              </a:lnSpc>
              <a:spcAft>
                <a:spcPts val="600"/>
              </a:spcAft>
              <a:buFont typeface="Arial" panose="020B0604020202020204" pitchFamily="34" charset="0"/>
              <a:buChar char="•"/>
            </a:pPr>
            <a:r>
              <a:rPr lang="en-GB" sz="2200" dirty="0"/>
              <a:t>Don’t include any redundant / extra analyses or checks (e.g. no histograms / distributions showing outliers etc.)</a:t>
            </a:r>
          </a:p>
          <a:p>
            <a:pPr marL="342900" indent="-342900">
              <a:lnSpc>
                <a:spcPct val="107000"/>
              </a:lnSpc>
              <a:spcAft>
                <a:spcPts val="600"/>
              </a:spcAft>
              <a:buFont typeface="Arial" panose="020B0604020202020204" pitchFamily="34" charset="0"/>
              <a:buChar char="•"/>
            </a:pPr>
            <a:r>
              <a:rPr lang="en-GB" sz="2200" dirty="0"/>
              <a:t>Don’t include your raw data file.</a:t>
            </a:r>
            <a:endParaRPr lang="en-GB" sz="2200" dirty="0">
              <a:ea typeface="Calibri" panose="020F0502020204030204" pitchFamily="34"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58904328-DB7C-21CF-4240-DDE32F44DF93}"/>
              </a:ext>
            </a:extLst>
          </p:cNvPr>
          <p:cNvSpPr>
            <a:spLocks noGrp="1"/>
          </p:cNvSpPr>
          <p:nvPr>
            <p:ph idx="1"/>
          </p:nvPr>
        </p:nvSpPr>
        <p:spPr>
          <a:xfrm>
            <a:off x="665926" y="152400"/>
            <a:ext cx="7812148" cy="787401"/>
          </a:xfrm>
          <a:noFill/>
        </p:spPr>
        <p:txBody>
          <a:bodyPr>
            <a:normAutofit/>
          </a:bodyPr>
          <a:lstStyle/>
          <a:p>
            <a:pPr marL="0" indent="0" algn="ctr">
              <a:buNone/>
            </a:pPr>
            <a:r>
              <a:rPr lang="en-GB" sz="4000" dirty="0">
                <a:solidFill>
                  <a:schemeClr val="tx1"/>
                </a:solidFill>
                <a:latin typeface="+mj-lt"/>
              </a:rPr>
              <a:t>Writing the Results</a:t>
            </a:r>
          </a:p>
        </p:txBody>
      </p:sp>
    </p:spTree>
    <p:extLst>
      <p:ext uri="{BB962C8B-B14F-4D97-AF65-F5344CB8AC3E}">
        <p14:creationId xmlns:p14="http://schemas.microsoft.com/office/powerpoint/2010/main" val="339553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C064B-0475-87F8-49D5-EBF7869DB10A}"/>
              </a:ext>
            </a:extLst>
          </p:cNvPr>
          <p:cNvPicPr>
            <a:picLocks noChangeAspect="1"/>
          </p:cNvPicPr>
          <p:nvPr/>
        </p:nvPicPr>
        <p:blipFill>
          <a:blip r:embed="rId2"/>
          <a:stretch>
            <a:fillRect/>
          </a:stretch>
        </p:blipFill>
        <p:spPr>
          <a:xfrm>
            <a:off x="923745" y="1444376"/>
            <a:ext cx="2572109" cy="3562847"/>
          </a:xfrm>
          <a:prstGeom prst="rect">
            <a:avLst/>
          </a:prstGeom>
        </p:spPr>
      </p:pic>
      <p:sp>
        <p:nvSpPr>
          <p:cNvPr id="6" name="TextBox 5">
            <a:extLst>
              <a:ext uri="{FF2B5EF4-FFF2-40B4-BE49-F238E27FC236}">
                <a16:creationId xmlns:a16="http://schemas.microsoft.com/office/drawing/2014/main" id="{3266F4FE-EBCF-971C-E620-DCF7E69971B7}"/>
              </a:ext>
            </a:extLst>
          </p:cNvPr>
          <p:cNvSpPr txBox="1"/>
          <p:nvPr/>
        </p:nvSpPr>
        <p:spPr>
          <a:xfrm>
            <a:off x="4285795" y="1886971"/>
            <a:ext cx="3934460"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marL="57150" indent="0">
              <a:buNone/>
            </a:pPr>
            <a:r>
              <a:rPr lang="en-GB" sz="2400" i="1">
                <a:solidFill>
                  <a:schemeClr val="tx1"/>
                </a:solidFill>
              </a:rPr>
              <a:t>Remember, </a:t>
            </a:r>
            <a:endParaRPr lang="en-GB" sz="2400" i="1" dirty="0">
              <a:solidFill>
                <a:schemeClr val="tx1"/>
              </a:solidFill>
            </a:endParaRPr>
          </a:p>
          <a:p>
            <a:pPr marL="57150" indent="0">
              <a:buNone/>
            </a:pPr>
            <a:r>
              <a:rPr lang="en-GB" sz="2400" i="1" dirty="0">
                <a:solidFill>
                  <a:schemeClr val="tx1"/>
                </a:solidFill>
              </a:rPr>
              <a:t>Don’t panic if you don’t get significant results. </a:t>
            </a:r>
          </a:p>
          <a:p>
            <a:pPr marL="57150" indent="0">
              <a:buNone/>
            </a:pPr>
            <a:endParaRPr lang="en-GB" sz="2400" i="1" dirty="0">
              <a:solidFill>
                <a:schemeClr val="tx1"/>
              </a:solidFill>
            </a:endParaRPr>
          </a:p>
          <a:p>
            <a:pPr marL="57150" indent="0">
              <a:buNone/>
            </a:pPr>
            <a:r>
              <a:rPr lang="en-GB" sz="2400" i="1" dirty="0">
                <a:solidFill>
                  <a:schemeClr val="tx1"/>
                </a:solidFill>
              </a:rPr>
              <a:t>It’s not a bad thing / won’t affect your grade.</a:t>
            </a:r>
          </a:p>
        </p:txBody>
      </p:sp>
    </p:spTree>
    <p:extLst>
      <p:ext uri="{BB962C8B-B14F-4D97-AF65-F5344CB8AC3E}">
        <p14:creationId xmlns:p14="http://schemas.microsoft.com/office/powerpoint/2010/main" val="2704174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31BC-97B9-5082-10F6-402ADECD0A9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5602F297-D895-71B8-B082-BA4C05EB086B}"/>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6. Writing a discussion</a:t>
            </a:r>
          </a:p>
        </p:txBody>
      </p:sp>
      <p:pic>
        <p:nvPicPr>
          <p:cNvPr id="3" name="Picture 6" descr="See the source image">
            <a:extLst>
              <a:ext uri="{FF2B5EF4-FFF2-40B4-BE49-F238E27FC236}">
                <a16:creationId xmlns:a16="http://schemas.microsoft.com/office/drawing/2014/main" id="{820F95C9-36F3-B00B-721F-5B6F340FA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2672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59984F-FC86-9831-2675-B52BFDF4ECB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45BD42E-0742-0761-5AD3-3B20FAD70013}"/>
              </a:ext>
            </a:extLst>
          </p:cNvPr>
          <p:cNvSpPr/>
          <p:nvPr/>
        </p:nvSpPr>
        <p:spPr>
          <a:xfrm>
            <a:off x="317499" y="818654"/>
            <a:ext cx="8721659" cy="6017801"/>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summarise and interpret the results and explain what they mean.</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thoughtful, balanced evaluation.</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a:t>
            </a:r>
            <a:endParaRPr lang="en-GB" sz="2000" dirty="0">
              <a:solidFill>
                <a:srgbClr val="0070C0"/>
              </a:solidFill>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Concise </a:t>
            </a:r>
            <a:r>
              <a:rPr lang="en-GB" sz="2000" b="1" dirty="0">
                <a:ea typeface="Calibri" panose="020F0502020204030204" pitchFamily="34" charset="0"/>
                <a:cs typeface="Times New Roman" panose="02020603050405020304" pitchFamily="18" charset="0"/>
              </a:rPr>
              <a:t>summary</a:t>
            </a:r>
            <a:r>
              <a:rPr lang="en-GB" sz="2000" dirty="0">
                <a:ea typeface="Calibri" panose="020F0502020204030204" pitchFamily="34" charset="0"/>
                <a:cs typeface="Times New Roman" panose="02020603050405020304" pitchFamily="18" charset="0"/>
              </a:rPr>
              <a:t> of the key findings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Repeat aims/RQ, test e.g. what you did and why</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State main result / key info – restate hypothesis, was it supported?</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Don’t just repeat results, don’t use “significant” or values/statistics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Explain and </a:t>
            </a:r>
            <a:r>
              <a:rPr lang="en-GB" sz="2000" b="1" dirty="0">
                <a:ea typeface="Calibri" panose="020F0502020204030204" pitchFamily="34" charset="0"/>
                <a:cs typeface="Times New Roman" panose="02020603050405020304" pitchFamily="18" charset="0"/>
              </a:rPr>
              <a:t>interpret</a:t>
            </a:r>
            <a:r>
              <a:rPr lang="en-GB" sz="2000" dirty="0">
                <a:ea typeface="Calibri" panose="020F0502020204030204" pitchFamily="34" charset="0"/>
                <a:cs typeface="Times New Roman" panose="02020603050405020304" pitchFamily="18" charset="0"/>
              </a:rPr>
              <a:t> </a:t>
            </a:r>
            <a:r>
              <a:rPr lang="en-GB" sz="2000" b="1" dirty="0">
                <a:ea typeface="Calibri" panose="020F0502020204030204" pitchFamily="34" charset="0"/>
                <a:cs typeface="Times New Roman" panose="02020603050405020304" pitchFamily="18" charset="0"/>
              </a:rPr>
              <a:t>findings</a:t>
            </a:r>
            <a:r>
              <a:rPr lang="en-GB" sz="2000" dirty="0">
                <a:ea typeface="Calibri" panose="020F0502020204030204" pitchFamily="34" charset="0"/>
                <a:cs typeface="Times New Roman" panose="02020603050405020304" pitchFamily="18" charset="0"/>
              </a:rPr>
              <a:t> in relation to existing literature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How do results fit with the literature or address theories/approaches.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Compare to findings you cited in the Introduction, or beyond: you can add new studies here to extend /support points.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How do your findings add to / extend / support or contradict past studies?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Try to explain reasons for findings e.g. sample / design / study differences. </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Link findings to theory and literature, not just practical points.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Don’t need to have all the answers, but some thought!</a:t>
            </a:r>
          </a:p>
        </p:txBody>
      </p:sp>
      <p:sp>
        <p:nvSpPr>
          <p:cNvPr id="6" name="Content Placeholder 2">
            <a:extLst>
              <a:ext uri="{FF2B5EF4-FFF2-40B4-BE49-F238E27FC236}">
                <a16:creationId xmlns:a16="http://schemas.microsoft.com/office/drawing/2014/main" id="{F5FDC175-F3CA-0295-A14E-34A17585A695}"/>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421147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D311-6DD0-BBEF-0987-674D1A37DD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283F2B-141E-DD83-0DEC-CB8E3841C172}"/>
              </a:ext>
            </a:extLst>
          </p:cNvPr>
          <p:cNvSpPr/>
          <p:nvPr/>
        </p:nvSpPr>
        <p:spPr>
          <a:xfrm>
            <a:off x="317499" y="818654"/>
            <a:ext cx="8721659" cy="3909532"/>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Limitations</a:t>
            </a:r>
            <a:r>
              <a:rPr lang="en-GB" sz="2000" dirty="0">
                <a:ea typeface="Calibri" panose="020F0502020204030204" pitchFamily="34" charset="0"/>
                <a:cs typeface="Times New Roman" panose="02020603050405020304" pitchFamily="18" charset="0"/>
              </a:rPr>
              <a:t> (or strengths) of the study. This should be </a:t>
            </a:r>
            <a:r>
              <a:rPr lang="en-GB" sz="2000" b="1" dirty="0">
                <a:ea typeface="Calibri" panose="020F0502020204030204" pitchFamily="34" charset="0"/>
                <a:cs typeface="Times New Roman" panose="02020603050405020304" pitchFamily="18" charset="0"/>
              </a:rPr>
              <a:t>shorter</a:t>
            </a:r>
            <a:r>
              <a:rPr lang="en-GB" sz="2000" dirty="0">
                <a:ea typeface="Calibri" panose="020F0502020204030204" pitchFamily="34" charset="0"/>
                <a:cs typeface="Times New Roman" panose="02020603050405020304" pitchFamily="18" charset="0"/>
              </a:rPr>
              <a:t> than the points above!! E.g. a paragraph or two.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Suggestions for </a:t>
            </a:r>
            <a:r>
              <a:rPr lang="en-GB" sz="2000" b="1" dirty="0">
                <a:ea typeface="Calibri" panose="020F0502020204030204" pitchFamily="34" charset="0"/>
                <a:cs typeface="Times New Roman" panose="02020603050405020304" pitchFamily="18" charset="0"/>
              </a:rPr>
              <a:t>future research.</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Final concluding paragraph</a:t>
            </a:r>
          </a:p>
          <a:p>
            <a:pPr marL="342900" indent="-342900">
              <a:lnSpc>
                <a:spcPct val="107000"/>
              </a:lnSpc>
              <a:spcAft>
                <a:spcPts val="600"/>
              </a:spcAft>
              <a:buFont typeface="Arial" panose="020B0604020202020204" pitchFamily="34" charset="0"/>
              <a:buChar char="•"/>
            </a:pPr>
            <a:endParaRPr lang="en-GB" sz="2000" dirty="0">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endParaRPr lang="en-GB" sz="2000" dirty="0">
              <a:ea typeface="Calibri" panose="020F0502020204030204" pitchFamily="34" charset="0"/>
              <a:cs typeface="Times New Roman" panose="02020603050405020304" pitchFamily="18" charset="0"/>
            </a:endParaRPr>
          </a:p>
          <a:p>
            <a:pPr>
              <a:lnSpc>
                <a:spcPct val="107000"/>
              </a:lnSpc>
              <a:spcAft>
                <a:spcPts val="600"/>
              </a:spcAft>
            </a:pPr>
            <a:r>
              <a:rPr lang="en-GB" sz="2000" dirty="0">
                <a:ea typeface="Calibri" panose="020F0502020204030204" pitchFamily="34" charset="0"/>
                <a:cs typeface="Times New Roman" panose="02020603050405020304" pitchFamily="18" charset="0"/>
              </a:rPr>
              <a:t>These sections typically have their own sub-heading (the rest of the Discussion is just written in normal paragraphs):</a:t>
            </a:r>
          </a:p>
          <a:p>
            <a:pPr>
              <a:lnSpc>
                <a:spcPct val="107000"/>
              </a:lnSpc>
              <a:spcAft>
                <a:spcPts val="600"/>
              </a:spcAft>
            </a:pPr>
            <a:r>
              <a:rPr lang="en-GB" sz="2000" b="1" dirty="0">
                <a:ea typeface="Calibri" panose="020F0502020204030204" pitchFamily="34" charset="0"/>
                <a:cs typeface="Times New Roman" panose="02020603050405020304" pitchFamily="18" charset="0"/>
              </a:rPr>
              <a:t>Limitations / future research </a:t>
            </a:r>
          </a:p>
          <a:p>
            <a:pPr>
              <a:lnSpc>
                <a:spcPct val="107000"/>
              </a:lnSpc>
              <a:spcAft>
                <a:spcPts val="600"/>
              </a:spcAft>
            </a:pPr>
            <a:r>
              <a:rPr lang="en-GB" sz="2000" b="1" dirty="0">
                <a:ea typeface="Calibri" panose="020F0502020204030204" pitchFamily="34" charset="0"/>
                <a:cs typeface="Times New Roman" panose="02020603050405020304" pitchFamily="18" charset="0"/>
              </a:rPr>
              <a:t>Conclusion </a:t>
            </a:r>
          </a:p>
        </p:txBody>
      </p:sp>
      <p:sp>
        <p:nvSpPr>
          <p:cNvPr id="6" name="Content Placeholder 2">
            <a:extLst>
              <a:ext uri="{FF2B5EF4-FFF2-40B4-BE49-F238E27FC236}">
                <a16:creationId xmlns:a16="http://schemas.microsoft.com/office/drawing/2014/main" id="{494CAE2F-B5A1-5AF3-F418-AB598128ECA3}"/>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3028518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2FDB38-6B2D-8649-EC3E-8DDE6A4BBE7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BAA264D-DF32-5F4D-352E-36057200B6E0}"/>
              </a:ext>
            </a:extLst>
          </p:cNvPr>
          <p:cNvSpPr/>
          <p:nvPr/>
        </p:nvSpPr>
        <p:spPr>
          <a:xfrm>
            <a:off x="1" y="818654"/>
            <a:ext cx="9039158" cy="5149871"/>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Limitations</a:t>
            </a:r>
            <a:r>
              <a:rPr lang="en-GB" sz="2000" dirty="0">
                <a:ea typeface="Calibri" panose="020F0502020204030204" pitchFamily="34" charset="0"/>
                <a:cs typeface="Times New Roman" panose="02020603050405020304" pitchFamily="18" charset="0"/>
              </a:rPr>
              <a:t> of the study. This should be </a:t>
            </a:r>
            <a:r>
              <a:rPr lang="en-GB" sz="2000" b="1" dirty="0">
                <a:ea typeface="Calibri" panose="020F0502020204030204" pitchFamily="34" charset="0"/>
                <a:cs typeface="Times New Roman" panose="02020603050405020304" pitchFamily="18" charset="0"/>
              </a:rPr>
              <a:t>shorter</a:t>
            </a:r>
            <a:r>
              <a:rPr lang="en-GB" sz="2000" dirty="0">
                <a:ea typeface="Calibri" panose="020F0502020204030204" pitchFamily="34" charset="0"/>
                <a:cs typeface="Times New Roman" panose="02020603050405020304" pitchFamily="18" charset="0"/>
              </a:rPr>
              <a:t> than the rest of the Discussion!</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Think of smaller issues in design, collection, sample (characteristics) or data (e.g. merging, range)  that could’ve affected findings.</a:t>
            </a:r>
          </a:p>
          <a:p>
            <a:pPr marL="800100" lvl="1"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Don’t heavily criticise your study</a:t>
            </a:r>
            <a:r>
              <a:rPr lang="en-GB" sz="2000" dirty="0">
                <a:ea typeface="Calibri" panose="020F0502020204030204" pitchFamily="34" charset="0"/>
                <a:cs typeface="Times New Roman" panose="02020603050405020304" pitchFamily="18" charset="0"/>
              </a:rPr>
              <a:t>! Remember what I said about critiquing studies – same applies here.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Don’t critique without evidence or support (e.g. use studies / authors who have found or argued the same).</a:t>
            </a:r>
          </a:p>
          <a:p>
            <a:pPr marL="800100" lvl="1"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Good</a:t>
            </a:r>
            <a:r>
              <a:rPr lang="en-GB" sz="2000" dirty="0">
                <a:ea typeface="Calibri" panose="020F0502020204030204" pitchFamily="34" charset="0"/>
                <a:cs typeface="Times New Roman" panose="02020603050405020304" pitchFamily="18" charset="0"/>
              </a:rPr>
              <a:t> limitation: justify or offer alternatives – for example, if you mention your study had a low sample size, why might this be important or affect the findings? Would a larger sample size reveal a different effect, why?</a:t>
            </a:r>
          </a:p>
          <a:p>
            <a:pPr marL="800100" lvl="1" indent="-342900">
              <a:lnSpc>
                <a:spcPct val="107000"/>
              </a:lnSpc>
              <a:spcAft>
                <a:spcPts val="600"/>
              </a:spcAft>
              <a:buFont typeface="Arial" panose="020B0604020202020204" pitchFamily="34" charset="0"/>
              <a:buChar char="•"/>
            </a:pPr>
            <a:r>
              <a:rPr lang="en-GB" sz="2000" b="1" dirty="0">
                <a:ea typeface="Calibri" panose="020F0502020204030204" pitchFamily="34" charset="0"/>
                <a:cs typeface="Times New Roman" panose="02020603050405020304" pitchFamily="18" charset="0"/>
              </a:rPr>
              <a:t>Excellent</a:t>
            </a:r>
            <a:r>
              <a:rPr lang="en-GB" sz="2000" dirty="0">
                <a:ea typeface="Calibri" panose="020F0502020204030204" pitchFamily="34" charset="0"/>
                <a:cs typeface="Times New Roman" panose="02020603050405020304" pitchFamily="18" charset="0"/>
              </a:rPr>
              <a:t> limitation: justify and evidence claim. For example, introduce studies that didn’t have this limitation (e.g. a very similar study, with a larger sample size/better design who found a significant/expected result).  </a:t>
            </a:r>
          </a:p>
          <a:p>
            <a:pPr marL="800100" lvl="1" indent="-342900">
              <a:lnSpc>
                <a:spcPct val="107000"/>
              </a:lnSpc>
              <a:spcAft>
                <a:spcPts val="600"/>
              </a:spcAft>
              <a:buFont typeface="Arial" panose="020B0604020202020204" pitchFamily="34" charset="0"/>
              <a:buChar char="•"/>
            </a:pPr>
            <a:r>
              <a:rPr lang="en-GB" sz="2000" dirty="0"/>
              <a:t>Keep evaluation balanced, not overly negative (you could </a:t>
            </a:r>
            <a:r>
              <a:rPr lang="en-GB" sz="2000" dirty="0">
                <a:ea typeface="Calibri" panose="020F0502020204030204" pitchFamily="34" charset="0"/>
                <a:cs typeface="Times New Roman" panose="02020603050405020304" pitchFamily="18" charset="0"/>
              </a:rPr>
              <a:t>include strengths?)</a:t>
            </a:r>
            <a:endParaRPr lang="en-GB" sz="2000" dirty="0"/>
          </a:p>
        </p:txBody>
      </p:sp>
      <p:sp>
        <p:nvSpPr>
          <p:cNvPr id="6" name="Content Placeholder 2">
            <a:extLst>
              <a:ext uri="{FF2B5EF4-FFF2-40B4-BE49-F238E27FC236}">
                <a16:creationId xmlns:a16="http://schemas.microsoft.com/office/drawing/2014/main" id="{4046B60C-CF4B-D5EF-463D-651993C8C404}"/>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354470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A4F1B65-6FE6-243D-F3E6-F9EB80F4D22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D123E9B-5DB2-C177-FF13-4DF1CAD6F119}"/>
              </a:ext>
            </a:extLst>
          </p:cNvPr>
          <p:cNvSpPr/>
          <p:nvPr/>
        </p:nvSpPr>
        <p:spPr>
          <a:xfrm>
            <a:off x="317499" y="818654"/>
            <a:ext cx="8721659" cy="5929444"/>
          </a:xfrm>
          <a:prstGeom prst="rect">
            <a:avLst/>
          </a:prstGeom>
          <a:solidFill>
            <a:schemeClr val="bg1"/>
          </a:solidFill>
        </p:spPr>
        <p:txBody>
          <a:bodyPr wrap="square">
            <a:spAutoFit/>
          </a:bodyPr>
          <a:lstStyle/>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Suggestions for </a:t>
            </a:r>
            <a:r>
              <a:rPr lang="en-GB" sz="2000" b="1" dirty="0">
                <a:ea typeface="Calibri" panose="020F0502020204030204" pitchFamily="34" charset="0"/>
                <a:cs typeface="Times New Roman" panose="02020603050405020304" pitchFamily="18" charset="0"/>
              </a:rPr>
              <a:t>future research</a:t>
            </a:r>
            <a:endParaRPr lang="en-GB" sz="2000" dirty="0">
              <a:ea typeface="Calibri" panose="020F0502020204030204" pitchFamily="34" charset="0"/>
              <a:cs typeface="Times New Roman" panose="02020603050405020304" pitchFamily="18" charset="0"/>
            </a:endParaRP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It’s brief (e.g., one paragraph) and could be integrated with limitations.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Keep it relevant! “In future I want to look at patients with X” – well, we weren’t interested in these patients for this study. It’s too far removed </a:t>
            </a:r>
            <a:r>
              <a:rPr lang="en-GB" i="1" dirty="0">
                <a:ea typeface="Calibri" panose="020F0502020204030204" pitchFamily="34" charset="0"/>
                <a:cs typeface="Times New Roman" panose="02020603050405020304" pitchFamily="18" charset="0"/>
              </a:rPr>
              <a:t>(and is going to simply annoy the reader/marker!)</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Stick to small changes / improvements related to your study</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If you ran the study again – what would you do differently? Look at? Add?</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Final ‘</a:t>
            </a:r>
            <a:r>
              <a:rPr lang="en-GB" sz="2000" b="1" dirty="0">
                <a:ea typeface="Calibri" panose="020F0502020204030204" pitchFamily="34" charset="0"/>
                <a:cs typeface="Times New Roman" panose="02020603050405020304" pitchFamily="18" charset="0"/>
              </a:rPr>
              <a:t>Conclusion</a:t>
            </a:r>
            <a:r>
              <a:rPr lang="en-GB" sz="2000" dirty="0">
                <a:ea typeface="Calibri" panose="020F0502020204030204" pitchFamily="34" charset="0"/>
                <a:cs typeface="Times New Roman" panose="02020603050405020304" pitchFamily="18" charset="0"/>
              </a:rPr>
              <a:t>’ paragraph.</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End with a conclusion: one paragraph summarising key findings in relation to the aims of your study.</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State clear take-home message: what do you want readers to conclude about your study? (taking into consideration all elements: e.g. relevant existing literature, your findings, how it compares and the studies strengths/limitations and the potential for future work).</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You can </a:t>
            </a:r>
            <a:r>
              <a:rPr lang="en-GB" sz="2000" i="1" dirty="0">
                <a:ea typeface="Calibri" panose="020F0502020204030204" pitchFamily="34" charset="0"/>
                <a:cs typeface="Times New Roman" panose="02020603050405020304" pitchFamily="18" charset="0"/>
              </a:rPr>
              <a:t>briefly</a:t>
            </a:r>
            <a:r>
              <a:rPr lang="en-GB" sz="2000" dirty="0">
                <a:ea typeface="Calibri" panose="020F0502020204030204" pitchFamily="34" charset="0"/>
                <a:cs typeface="Times New Roman" panose="02020603050405020304" pitchFamily="18" charset="0"/>
              </a:rPr>
              <a:t> mention recommendations for future work, but don’t include any new information (papers or theories) in this paragraph. </a:t>
            </a:r>
          </a:p>
        </p:txBody>
      </p:sp>
      <p:sp>
        <p:nvSpPr>
          <p:cNvPr id="6" name="Content Placeholder 2">
            <a:extLst>
              <a:ext uri="{FF2B5EF4-FFF2-40B4-BE49-F238E27FC236}">
                <a16:creationId xmlns:a16="http://schemas.microsoft.com/office/drawing/2014/main" id="{CFA59907-9C22-B7CC-B3B3-BDD723B0F97C}"/>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228949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4FC4B2-6558-DB45-DA75-1746B7C5354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3504D8A-BDD5-6EF7-53A4-BBD955AA7C95}"/>
              </a:ext>
            </a:extLst>
          </p:cNvPr>
          <p:cNvSpPr/>
          <p:nvPr/>
        </p:nvSpPr>
        <p:spPr>
          <a:xfrm>
            <a:off x="317499" y="818654"/>
            <a:ext cx="8721659" cy="5710025"/>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Tips if you got a </a:t>
            </a:r>
            <a:r>
              <a:rPr lang="en-GB" sz="2000" b="1" u="sng" dirty="0">
                <a:solidFill>
                  <a:srgbClr val="0070C0"/>
                </a:solidFill>
                <a:ea typeface="Calibri" panose="020F0502020204030204" pitchFamily="34" charset="0"/>
                <a:cs typeface="Times New Roman" panose="02020603050405020304" pitchFamily="18" charset="0"/>
              </a:rPr>
              <a:t>significant</a:t>
            </a:r>
            <a:r>
              <a:rPr lang="en-GB" sz="2000" b="1" dirty="0">
                <a:solidFill>
                  <a:srgbClr val="0070C0"/>
                </a:solidFill>
                <a:ea typeface="Calibri" panose="020F0502020204030204" pitchFamily="34" charset="0"/>
                <a:cs typeface="Times New Roman" panose="02020603050405020304" pitchFamily="18" charset="0"/>
              </a:rPr>
              <a:t> result: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You may have replicated previous research (yay) so you can state that.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Can you find evidence that supports your findings and elaborate – what does your study add / extend?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Have you replicated findings under new / extended conditions (e.g. sample?)</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How large was your effect? Is it meaningful?</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Did any other study find the opposite / is it still mixed/contested?</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Widen your argument to address implications or issues with current research / theories or approaches.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If you were to run your study again, what would you do differently (what would it show / have other studies looked at similar?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Or, is there another possible interpretation or explanation for this result? What other studies could be done to see if this effect truly exists? Remember, for these, you need evidence/citations (not your opinions).</a:t>
            </a:r>
          </a:p>
          <a:p>
            <a:pPr marL="342900" indent="-342900">
              <a:lnSpc>
                <a:spcPct val="107000"/>
              </a:lnSpc>
              <a:spcAft>
                <a:spcPts val="600"/>
              </a:spcAft>
              <a:buFont typeface="Arial" panose="020B0604020202020204" pitchFamily="34" charset="0"/>
              <a:buChar char="•"/>
            </a:pPr>
            <a:endParaRPr lang="en-GB" sz="2000" dirty="0">
              <a:ea typeface="Calibri" panose="020F050202020403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7E254C54-14DC-18F6-1087-9E6AF03198D0}"/>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45831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5503DD-D01F-5CEE-554B-87593BF6BF5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C32DEC7-03D3-7EEC-DBE5-D855787B9DF5}"/>
              </a:ext>
            </a:extLst>
          </p:cNvPr>
          <p:cNvSpPr/>
          <p:nvPr/>
        </p:nvSpPr>
        <p:spPr>
          <a:xfrm>
            <a:off x="317499" y="818654"/>
            <a:ext cx="8721659" cy="5556136"/>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Tips if you got a </a:t>
            </a:r>
            <a:r>
              <a:rPr lang="en-GB" sz="2000" b="1" u="sng" dirty="0">
                <a:solidFill>
                  <a:srgbClr val="0070C0"/>
                </a:solidFill>
                <a:ea typeface="Calibri" panose="020F0502020204030204" pitchFamily="34" charset="0"/>
                <a:cs typeface="Times New Roman" panose="02020603050405020304" pitchFamily="18" charset="0"/>
              </a:rPr>
              <a:t>non-significant</a:t>
            </a:r>
            <a:r>
              <a:rPr lang="en-GB" sz="2000" b="1" dirty="0">
                <a:solidFill>
                  <a:srgbClr val="0070C0"/>
                </a:solidFill>
                <a:ea typeface="Calibri" panose="020F0502020204030204" pitchFamily="34" charset="0"/>
                <a:cs typeface="Times New Roman" panose="02020603050405020304" pitchFamily="18" charset="0"/>
              </a:rPr>
              <a:t> result: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You failed to find an effect: why do you think findings differ from previous literature?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Think about your sample, the measures themselves (as demos, did they miss things out?) or how data collection ran in the room</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Has anyone else (e.g. new studies) also failed to find an effect? Or had weaker effect sizes?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You can also introduce new studies to bring up “conditions” or “caveats” for the significant findings.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Perhaps the area is a little mixed, or perhaps the effect does not exist?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Widen your argument to address implications or issues with current research / theories or approaches.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sym typeface="Wingdings" panose="05000000000000000000" pitchFamily="2" charset="2"/>
              </a:rPr>
              <a:t>If you were to run the study again, what would you do differently? Do you think running it again would produce the same result? Remember, for these, you need evidence/citations (not your opinions).</a:t>
            </a:r>
          </a:p>
        </p:txBody>
      </p:sp>
      <p:sp>
        <p:nvSpPr>
          <p:cNvPr id="6" name="Content Placeholder 2">
            <a:extLst>
              <a:ext uri="{FF2B5EF4-FFF2-40B4-BE49-F238E27FC236}">
                <a16:creationId xmlns:a16="http://schemas.microsoft.com/office/drawing/2014/main" id="{5507C2F5-E1CC-6A83-D56B-A6121EBD6A8B}"/>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Writing the Discussion</a:t>
            </a:r>
          </a:p>
        </p:txBody>
      </p:sp>
    </p:spTree>
    <p:extLst>
      <p:ext uri="{BB962C8B-B14F-4D97-AF65-F5344CB8AC3E}">
        <p14:creationId xmlns:p14="http://schemas.microsoft.com/office/powerpoint/2010/main" val="35052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EB4B7-0C79-3F8C-89B8-2757823F0E5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BD33642B-FC23-2D70-E341-F5368D9B0E25}"/>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7. referencing </a:t>
            </a:r>
          </a:p>
        </p:txBody>
      </p:sp>
      <p:pic>
        <p:nvPicPr>
          <p:cNvPr id="3" name="Picture 6" descr="See the source image">
            <a:extLst>
              <a:ext uri="{FF2B5EF4-FFF2-40B4-BE49-F238E27FC236}">
                <a16:creationId xmlns:a16="http://schemas.microsoft.com/office/drawing/2014/main" id="{02702943-5AEF-148F-939D-7B7B364B9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124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E5F5E3-9615-7197-7DAF-58EBEE137F6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255217E-C57D-E1B0-3171-C57993CD3E88}"/>
              </a:ext>
            </a:extLst>
          </p:cNvPr>
          <p:cNvSpPr/>
          <p:nvPr/>
        </p:nvSpPr>
        <p:spPr>
          <a:xfrm>
            <a:off x="158749" y="628154"/>
            <a:ext cx="8844574" cy="6094745"/>
          </a:xfrm>
          <a:prstGeom prst="rect">
            <a:avLst/>
          </a:prstGeom>
          <a:solidFill>
            <a:schemeClr val="bg1"/>
          </a:solidFill>
        </p:spPr>
        <p:txBody>
          <a:bodyPr wrap="square">
            <a:spAutoFit/>
          </a:bodyPr>
          <a:lstStyle/>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Function</a:t>
            </a:r>
            <a:r>
              <a:rPr lang="en-GB" sz="2000" dirty="0">
                <a:ea typeface="Calibri" panose="020F0502020204030204" pitchFamily="34" charset="0"/>
                <a:cs typeface="Times New Roman" panose="02020603050405020304" pitchFamily="18" charset="0"/>
              </a:rPr>
              <a:t>: to credit sources and allow readers to locate them.</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Aim for</a:t>
            </a:r>
            <a:r>
              <a:rPr lang="en-GB" sz="2000" dirty="0">
                <a:ea typeface="Calibri" panose="020F0502020204030204" pitchFamily="34" charset="0"/>
                <a:cs typeface="Times New Roman" panose="02020603050405020304" pitchFamily="18" charset="0"/>
              </a:rPr>
              <a:t>: accuracy and full adherence to APA formatting.</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Include</a:t>
            </a:r>
            <a:r>
              <a:rPr lang="en-GB" sz="2000" dirty="0">
                <a:ea typeface="Calibri" panose="020F0502020204030204" pitchFamily="34" charset="0"/>
                <a:cs typeface="Times New Roman" panose="02020603050405020304" pitchFamily="18" charset="0"/>
              </a:rPr>
              <a:t>: only cite empirical research (primary sources, published journal articles)</a:t>
            </a:r>
          </a:p>
          <a:p>
            <a:pPr>
              <a:lnSpc>
                <a:spcPct val="107000"/>
              </a:lnSpc>
              <a:spcAft>
                <a:spcPts val="600"/>
              </a:spcAft>
            </a:pPr>
            <a:r>
              <a:rPr lang="en-GB" sz="2000" b="1" dirty="0">
                <a:ea typeface="Calibri" panose="020F0502020204030204" pitchFamily="34" charset="0"/>
                <a:cs typeface="Times New Roman" panose="02020603050405020304" pitchFamily="18" charset="0"/>
              </a:rPr>
              <a:t>Do NOT cite:</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Lectures / lecturers </a:t>
            </a:r>
            <a:r>
              <a:rPr lang="en-GB" sz="2000" dirty="0">
                <a:ea typeface="Calibri" panose="020F0502020204030204" pitchFamily="34" charset="0"/>
                <a:cs typeface="Times New Roman" panose="02020603050405020304" pitchFamily="18" charset="0"/>
                <a:sym typeface="Wingdings" panose="05000000000000000000" pitchFamily="2" charset="2"/>
              </a:rPr>
              <a: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Wikipedia, other general ‘psychology’ websites, blogs etc.</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Review articles - it’s best to avoid them or use sparingly</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Secondary sources (unless you absolutely must / can’t access original paper)</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Tips:</a:t>
            </a:r>
            <a:endParaRPr lang="en-GB" sz="2000" dirty="0">
              <a:solidFill>
                <a:srgbClr val="0070C0"/>
              </a:solidFill>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Use the correct APA edition (7</a:t>
            </a:r>
            <a:r>
              <a:rPr lang="en-GB" sz="2000" baseline="30000" dirty="0">
                <a:ea typeface="Calibri" panose="020F0502020204030204" pitchFamily="34" charset="0"/>
                <a:cs typeface="Times New Roman" panose="02020603050405020304" pitchFamily="18" charset="0"/>
              </a:rPr>
              <a:t>th</a:t>
            </a:r>
            <a:r>
              <a:rPr lang="en-GB" sz="2000" dirty="0">
                <a:ea typeface="Calibri" panose="020F0502020204030204" pitchFamily="34" charset="0"/>
                <a:cs typeface="Times New Roman" panose="02020603050405020304" pitchFamily="18" charset="0"/>
              </a:rPr>
              <a:t>) required (don’t use older versions of APA or different formatting / reference styles).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Ensure in‑text citations and reference list entries match exactly.</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Double‑check DOIs, publication years, titles, and journal formatting.</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Find articles full reference in Google Scholar → cite → APA reference</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Be cautious of AI use: AI likes to generate false references / incorrect links!</a:t>
            </a:r>
          </a:p>
        </p:txBody>
      </p:sp>
      <p:sp>
        <p:nvSpPr>
          <p:cNvPr id="6" name="Content Placeholder 2">
            <a:extLst>
              <a:ext uri="{FF2B5EF4-FFF2-40B4-BE49-F238E27FC236}">
                <a16:creationId xmlns:a16="http://schemas.microsoft.com/office/drawing/2014/main" id="{39EC66E2-D15E-C86F-731C-D45174B41969}"/>
              </a:ext>
            </a:extLst>
          </p:cNvPr>
          <p:cNvSpPr>
            <a:spLocks noGrp="1"/>
          </p:cNvSpPr>
          <p:nvPr>
            <p:ph idx="1"/>
          </p:nvPr>
        </p:nvSpPr>
        <p:spPr>
          <a:xfrm>
            <a:off x="772254" y="31253"/>
            <a:ext cx="7812148" cy="787401"/>
          </a:xfrm>
          <a:noFill/>
        </p:spPr>
        <p:txBody>
          <a:bodyPr>
            <a:normAutofit/>
          </a:bodyPr>
          <a:lstStyle/>
          <a:p>
            <a:pPr marL="0" indent="0" algn="ctr">
              <a:buNone/>
            </a:pPr>
            <a:r>
              <a:rPr lang="en-GB" sz="4000" dirty="0">
                <a:solidFill>
                  <a:schemeClr val="tx1"/>
                </a:solidFill>
                <a:latin typeface="+mj-lt"/>
              </a:rPr>
              <a:t>Referencing</a:t>
            </a:r>
          </a:p>
        </p:txBody>
      </p:sp>
    </p:spTree>
    <p:extLst>
      <p:ext uri="{BB962C8B-B14F-4D97-AF65-F5344CB8AC3E}">
        <p14:creationId xmlns:p14="http://schemas.microsoft.com/office/powerpoint/2010/main" val="306566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58EF-A385-3CE6-3871-9A61ADDBA90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EEA55B7-C7B1-24C7-6C8F-1558AFEC38A1}"/>
              </a:ext>
            </a:extLst>
          </p:cNvPr>
          <p:cNvSpPr/>
          <p:nvPr/>
        </p:nvSpPr>
        <p:spPr>
          <a:xfrm>
            <a:off x="317499" y="818654"/>
            <a:ext cx="8721659" cy="5040291"/>
          </a:xfrm>
          <a:prstGeom prst="rect">
            <a:avLst/>
          </a:prstGeom>
          <a:solidFill>
            <a:schemeClr val="bg1"/>
          </a:solidFill>
        </p:spPr>
        <p:txBody>
          <a:bodyPr wrap="square">
            <a:spAutoFit/>
          </a:bodyPr>
          <a:lstStyle/>
          <a:p>
            <a:pPr>
              <a:lnSpc>
                <a:spcPct val="107000"/>
              </a:lnSpc>
              <a:spcAft>
                <a:spcPts val="600"/>
              </a:spcAft>
            </a:pPr>
            <a:r>
              <a:rPr lang="en-GB" sz="2400" b="1" u="sng" dirty="0">
                <a:solidFill>
                  <a:srgbClr val="0070C0"/>
                </a:solidFill>
                <a:ea typeface="Calibri" panose="020F0502020204030204" pitchFamily="34" charset="0"/>
                <a:cs typeface="Times New Roman" panose="02020603050405020304" pitchFamily="18" charset="0"/>
              </a:rPr>
              <a:t>Citations</a:t>
            </a:r>
            <a:endParaRPr lang="en-GB" sz="2000" b="1" u="sng" dirty="0">
              <a:solidFill>
                <a:srgbClr val="0070C0"/>
              </a:solidFill>
              <a:ea typeface="Calibri" panose="020F0502020204030204" pitchFamily="34" charset="0"/>
              <a:cs typeface="Times New Roman" panose="02020603050405020304" pitchFamily="18" charset="0"/>
            </a:endParaRP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Short-hand references </a:t>
            </a:r>
            <a:r>
              <a:rPr lang="en-GB" sz="2000" b="1" u="sng" dirty="0">
                <a:solidFill>
                  <a:srgbClr val="0070C0"/>
                </a:solidFill>
                <a:ea typeface="Calibri" panose="020F0502020204030204" pitchFamily="34" charset="0"/>
                <a:cs typeface="Times New Roman" panose="02020603050405020304" pitchFamily="18" charset="0"/>
              </a:rPr>
              <a:t>in the text </a:t>
            </a:r>
            <a:r>
              <a:rPr lang="en-GB" sz="2000" b="1" dirty="0">
                <a:solidFill>
                  <a:srgbClr val="0070C0"/>
                </a:solidFill>
                <a:ea typeface="Calibri" panose="020F0502020204030204" pitchFamily="34" charset="0"/>
                <a:cs typeface="Times New Roman" panose="02020603050405020304" pitchFamily="18" charset="0"/>
              </a:rPr>
              <a:t>itself. </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Surname and date only</a:t>
            </a:r>
            <a:endParaRPr lang="en-GB" sz="2000" dirty="0">
              <a:solidFill>
                <a:srgbClr val="0070C0"/>
              </a:solidFill>
              <a:ea typeface="Calibri" panose="020F0502020204030204" pitchFamily="34" charset="0"/>
              <a:cs typeface="Times New Roman" panose="02020603050405020304" pitchFamily="18" charset="0"/>
            </a:endParaRP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Evidence (cite) all points e.g. findings or claims (Dewe et al., 2026)</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Remember to cite (acknowledge) those who made the measures you’re using!</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Citations appear in the text like this (Smith &amp; Lane, 2026), or within a sentence like this Smith and Lane (2026) with only the date in brackets.</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When describing a study (Dewe et al., 2026) you only need to write it once near the start. You don’t need it after every sentence if we can tell which study (Smith et al., 2025) you are referring to. </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Citations in the text like this (Smith et al., 2025) are included in the word count</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All citations in the text need to match the References list (Dewe et al., 2026) and Smith et al., (2025) claimed they should all be APA!</a:t>
            </a:r>
          </a:p>
        </p:txBody>
      </p:sp>
      <p:sp>
        <p:nvSpPr>
          <p:cNvPr id="6" name="Content Placeholder 2">
            <a:extLst>
              <a:ext uri="{FF2B5EF4-FFF2-40B4-BE49-F238E27FC236}">
                <a16:creationId xmlns:a16="http://schemas.microsoft.com/office/drawing/2014/main" id="{A365F305-13F0-EBE6-4E24-E6025F6FF4F7}"/>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Referencing: Citations</a:t>
            </a:r>
          </a:p>
        </p:txBody>
      </p:sp>
    </p:spTree>
    <p:extLst>
      <p:ext uri="{BB962C8B-B14F-4D97-AF65-F5344CB8AC3E}">
        <p14:creationId xmlns:p14="http://schemas.microsoft.com/office/powerpoint/2010/main" val="1470699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550AE-CB60-9C09-F7C7-AA91E93AE1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FE0E7AD-C949-54CA-8145-07CBCF737A63}"/>
              </a:ext>
            </a:extLst>
          </p:cNvPr>
          <p:cNvSpPr/>
          <p:nvPr/>
        </p:nvSpPr>
        <p:spPr>
          <a:xfrm>
            <a:off x="175514" y="5352554"/>
            <a:ext cx="8721659" cy="126188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1900" i="1" dirty="0"/>
              <a:t>A recent study (Walker &amp; Jones, 2022) found that stats anxiety decreased after IPR lectures</a:t>
            </a:r>
          </a:p>
          <a:p>
            <a:pPr algn="ctr"/>
            <a:r>
              <a:rPr lang="en-GB" sz="1900" b="1" i="1" dirty="0"/>
              <a:t>or</a:t>
            </a:r>
          </a:p>
          <a:p>
            <a:pPr algn="ctr"/>
            <a:r>
              <a:rPr lang="en-GB" sz="1900" i="1" dirty="0"/>
              <a:t>It was found that maths anxiety decreased after IPR lectures (Walker &amp; Jones, 2022)</a:t>
            </a:r>
          </a:p>
        </p:txBody>
      </p:sp>
      <p:sp>
        <p:nvSpPr>
          <p:cNvPr id="6" name="Content Placeholder 2">
            <a:extLst>
              <a:ext uri="{FF2B5EF4-FFF2-40B4-BE49-F238E27FC236}">
                <a16:creationId xmlns:a16="http://schemas.microsoft.com/office/drawing/2014/main" id="{909AD6A9-B03E-2B08-2C4D-45F69E528FE7}"/>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Referencing: Citations</a:t>
            </a:r>
          </a:p>
        </p:txBody>
      </p:sp>
      <p:sp>
        <p:nvSpPr>
          <p:cNvPr id="4" name="TextBox 3">
            <a:extLst>
              <a:ext uri="{FF2B5EF4-FFF2-40B4-BE49-F238E27FC236}">
                <a16:creationId xmlns:a16="http://schemas.microsoft.com/office/drawing/2014/main" id="{3EE219C1-5E19-F14C-A5F4-E300EBEB8CF5}"/>
              </a:ext>
            </a:extLst>
          </p:cNvPr>
          <p:cNvSpPr txBox="1"/>
          <p:nvPr/>
        </p:nvSpPr>
        <p:spPr>
          <a:xfrm>
            <a:off x="228999" y="920254"/>
            <a:ext cx="8686002" cy="4293483"/>
          </a:xfrm>
          <a:prstGeom prst="rect">
            <a:avLst/>
          </a:prstGeom>
          <a:solidFill>
            <a:schemeClr val="bg1"/>
          </a:solidFill>
        </p:spPr>
        <p:txBody>
          <a:bodyPr wrap="square">
            <a:spAutoFit/>
          </a:bodyPr>
          <a:lstStyle/>
          <a:p>
            <a:pPr marL="742950" lvl="1" indent="-285750">
              <a:buClr>
                <a:schemeClr val="accent1"/>
              </a:buClr>
              <a:buFont typeface="Arial" panose="020B0604020202020204" pitchFamily="34" charset="0"/>
              <a:buChar char="•"/>
            </a:pPr>
            <a:r>
              <a:rPr lang="en-GB" sz="2100" dirty="0"/>
              <a:t>One author: (</a:t>
            </a:r>
            <a:r>
              <a:rPr lang="en-GB" sz="2100" dirty="0" err="1"/>
              <a:t>Dewe,</a:t>
            </a:r>
            <a:r>
              <a:rPr lang="en-GB" sz="2100" dirty="0"/>
              <a:t> 2026)</a:t>
            </a:r>
          </a:p>
          <a:p>
            <a:pPr marL="742950" lvl="1" indent="-285750">
              <a:buClr>
                <a:schemeClr val="accent1"/>
              </a:buClr>
              <a:buFont typeface="Arial" panose="020B0604020202020204" pitchFamily="34" charset="0"/>
              <a:buChar char="•"/>
            </a:pPr>
            <a:r>
              <a:rPr lang="en-GB" sz="2100" dirty="0"/>
              <a:t>Two author: (Grubert &amp; Sanderson, 2022)</a:t>
            </a:r>
          </a:p>
          <a:p>
            <a:pPr marL="742950" lvl="1" indent="-285750">
              <a:buClr>
                <a:schemeClr val="accent1"/>
              </a:buClr>
              <a:buFont typeface="Arial" panose="020B0604020202020204" pitchFamily="34" charset="0"/>
              <a:buChar char="•"/>
            </a:pPr>
            <a:r>
              <a:rPr lang="en-GB" sz="2100" dirty="0"/>
              <a:t>Three or more authors always use ‘et al.,’ : (Smith et al., 2025)</a:t>
            </a:r>
          </a:p>
          <a:p>
            <a:pPr marL="742950" lvl="1" indent="-285750">
              <a:buClr>
                <a:schemeClr val="accent1"/>
              </a:buClr>
              <a:buFont typeface="Arial" panose="020B0604020202020204" pitchFamily="34" charset="0"/>
              <a:buChar char="•"/>
            </a:pPr>
            <a:endParaRPr lang="en-GB" sz="2100" dirty="0"/>
          </a:p>
          <a:p>
            <a:pPr marL="742950" lvl="1" indent="-285750">
              <a:buClr>
                <a:schemeClr val="accent1"/>
              </a:buClr>
              <a:buFont typeface="Arial" panose="020B0604020202020204" pitchFamily="34" charset="0"/>
              <a:buChar char="•"/>
            </a:pPr>
            <a:r>
              <a:rPr lang="en-GB" sz="2100" dirty="0"/>
              <a:t>If an author had multiple papers in the same year, you may need the second author too: (Smith, Dewe et al., 2013; Smith, Lane et al., 2024)</a:t>
            </a:r>
          </a:p>
          <a:p>
            <a:pPr lvl="1">
              <a:buClr>
                <a:schemeClr val="accent1"/>
              </a:buClr>
            </a:pPr>
            <a:endParaRPr lang="en-GB" sz="2100" dirty="0"/>
          </a:p>
          <a:p>
            <a:pPr marL="742950" lvl="1" indent="-285750">
              <a:buClr>
                <a:schemeClr val="accent1"/>
              </a:buClr>
              <a:buFont typeface="Arial" panose="020B0604020202020204" pitchFamily="34" charset="0"/>
              <a:buChar char="•"/>
            </a:pPr>
            <a:r>
              <a:rPr lang="en-GB" sz="2100" dirty="0"/>
              <a:t>For studies in same year, by the same </a:t>
            </a:r>
            <a:r>
              <a:rPr lang="en-GB" sz="2100" b="1" dirty="0"/>
              <a:t>group</a:t>
            </a:r>
            <a:r>
              <a:rPr lang="en-GB" sz="2100" dirty="0"/>
              <a:t> of authors: (Ellison, 2013a; Ellison, 2013b)</a:t>
            </a:r>
          </a:p>
          <a:p>
            <a:pPr marL="742950" lvl="1" indent="-285750">
              <a:buClr>
                <a:schemeClr val="accent1"/>
              </a:buClr>
              <a:buFont typeface="Arial" panose="020B0604020202020204" pitchFamily="34" charset="0"/>
              <a:buChar char="•"/>
            </a:pPr>
            <a:endParaRPr lang="en-GB" sz="2100" dirty="0"/>
          </a:p>
          <a:p>
            <a:pPr marL="742950" lvl="1" indent="-285750">
              <a:buClr>
                <a:schemeClr val="accent1"/>
              </a:buClr>
              <a:buFont typeface="Arial" panose="020B0604020202020204" pitchFamily="34" charset="0"/>
              <a:buChar char="•"/>
            </a:pPr>
            <a:r>
              <a:rPr lang="en-GB" sz="2100" dirty="0"/>
              <a:t>Want to cite multiple papers in the same brackets? Use a semi-colon and order them in alphabetical order: (Dewe et al., 2026; Ellison, 2013a, Lane et al., 2024).</a:t>
            </a:r>
          </a:p>
        </p:txBody>
      </p:sp>
    </p:spTree>
    <p:extLst>
      <p:ext uri="{BB962C8B-B14F-4D97-AF65-F5344CB8AC3E}">
        <p14:creationId xmlns:p14="http://schemas.microsoft.com/office/powerpoint/2010/main" val="317881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D43A304-7E84-1DC8-2DEE-FF1421587E1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839C08-6C55-3D56-E7EB-4F4F206EC774}"/>
              </a:ext>
            </a:extLst>
          </p:cNvPr>
          <p:cNvSpPr/>
          <p:nvPr/>
        </p:nvSpPr>
        <p:spPr>
          <a:xfrm>
            <a:off x="317499" y="818654"/>
            <a:ext cx="8721659" cy="5677388"/>
          </a:xfrm>
          <a:prstGeom prst="rect">
            <a:avLst/>
          </a:prstGeom>
          <a:solidFill>
            <a:schemeClr val="bg1"/>
          </a:solidFill>
        </p:spPr>
        <p:txBody>
          <a:bodyPr wrap="square">
            <a:spAutoFit/>
          </a:bodyPr>
          <a:lstStyle/>
          <a:p>
            <a:pPr>
              <a:lnSpc>
                <a:spcPct val="107000"/>
              </a:lnSpc>
              <a:spcAft>
                <a:spcPts val="600"/>
              </a:spcAft>
            </a:pPr>
            <a:r>
              <a:rPr lang="en-GB" sz="2400" b="1" u="sng" dirty="0">
                <a:solidFill>
                  <a:srgbClr val="0070C0"/>
                </a:solidFill>
                <a:ea typeface="Calibri" panose="020F0502020204030204" pitchFamily="34" charset="0"/>
                <a:cs typeface="Times New Roman" panose="02020603050405020304" pitchFamily="18" charset="0"/>
              </a:rPr>
              <a:t>References list</a:t>
            </a:r>
            <a:endParaRPr lang="en-GB" sz="2000" b="1" u="sng" dirty="0">
              <a:solidFill>
                <a:srgbClr val="0070C0"/>
              </a:solidFill>
              <a:ea typeface="Calibri" panose="020F0502020204030204" pitchFamily="34" charset="0"/>
              <a:cs typeface="Times New Roman" panose="02020603050405020304" pitchFamily="18" charset="0"/>
            </a:endParaRP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List of all citations with full details of the reference.</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It’s not called a bibliography! </a:t>
            </a:r>
            <a:r>
              <a:rPr lang="en-GB" sz="2000" i="1" dirty="0">
                <a:solidFill>
                  <a:srgbClr val="0070C0"/>
                </a:solidFill>
                <a:ea typeface="Calibri" panose="020F0502020204030204" pitchFamily="34" charset="0"/>
                <a:cs typeface="Times New Roman" panose="02020603050405020304" pitchFamily="18" charset="0"/>
              </a:rPr>
              <a:t>Please, no. </a:t>
            </a:r>
          </a:p>
          <a:p>
            <a:pPr>
              <a:lnSpc>
                <a:spcPct val="107000"/>
              </a:lnSpc>
              <a:spcAft>
                <a:spcPts val="600"/>
              </a:spcAft>
            </a:pPr>
            <a:r>
              <a:rPr lang="en-GB" sz="2000" b="1" dirty="0">
                <a:solidFill>
                  <a:srgbClr val="0070C0"/>
                </a:solidFill>
                <a:ea typeface="Calibri" panose="020F0502020204030204" pitchFamily="34" charset="0"/>
                <a:cs typeface="Times New Roman" panose="02020603050405020304" pitchFamily="18" charset="0"/>
              </a:rPr>
              <a:t>We use APA, so you need:</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Author(s) - surname + initials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Year of publication</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Article title (sentence case)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Journal title (in italics)</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Volume number (italicised) and Issue number (if available)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Page range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DOI (formatted as a URL), if available</a:t>
            </a:r>
          </a:p>
          <a:p>
            <a:pPr marL="800100" lvl="1"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Example: Author, A. A., &amp; Author, B. B. (Year). Title of article. Journal Name, Volume(Issue), pages. https://doi.org/xxxxx)</a:t>
            </a:r>
          </a:p>
          <a:p>
            <a:pPr marL="342900" indent="-342900">
              <a:lnSpc>
                <a:spcPct val="107000"/>
              </a:lnSpc>
              <a:spcAft>
                <a:spcPts val="6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Format: Alphabetical order, hanging indent (see template provided)</a:t>
            </a:r>
          </a:p>
        </p:txBody>
      </p:sp>
      <p:sp>
        <p:nvSpPr>
          <p:cNvPr id="6" name="Content Placeholder 2">
            <a:extLst>
              <a:ext uri="{FF2B5EF4-FFF2-40B4-BE49-F238E27FC236}">
                <a16:creationId xmlns:a16="http://schemas.microsoft.com/office/drawing/2014/main" id="{F751C97D-09F7-493A-4EDC-9B55DCB8307E}"/>
              </a:ext>
            </a:extLst>
          </p:cNvPr>
          <p:cNvSpPr>
            <a:spLocks noGrp="1"/>
          </p:cNvSpPr>
          <p:nvPr>
            <p:ph idx="1"/>
          </p:nvPr>
        </p:nvSpPr>
        <p:spPr>
          <a:xfrm>
            <a:off x="772254" y="132853"/>
            <a:ext cx="7812148" cy="787401"/>
          </a:xfrm>
          <a:noFill/>
        </p:spPr>
        <p:txBody>
          <a:bodyPr>
            <a:normAutofit/>
          </a:bodyPr>
          <a:lstStyle/>
          <a:p>
            <a:pPr marL="0" indent="0" algn="ctr">
              <a:buNone/>
            </a:pPr>
            <a:r>
              <a:rPr lang="en-GB" sz="4000" dirty="0">
                <a:solidFill>
                  <a:schemeClr val="tx1"/>
                </a:solidFill>
                <a:latin typeface="+mj-lt"/>
              </a:rPr>
              <a:t>Referencing: References</a:t>
            </a:r>
          </a:p>
        </p:txBody>
      </p:sp>
      <p:sp>
        <p:nvSpPr>
          <p:cNvPr id="4" name="TextBox 3">
            <a:extLst>
              <a:ext uri="{FF2B5EF4-FFF2-40B4-BE49-F238E27FC236}">
                <a16:creationId xmlns:a16="http://schemas.microsoft.com/office/drawing/2014/main" id="{09A55FAB-3F6B-A09A-F83A-057A95FC810E}"/>
              </a:ext>
            </a:extLst>
          </p:cNvPr>
          <p:cNvSpPr txBox="1"/>
          <p:nvPr/>
        </p:nvSpPr>
        <p:spPr>
          <a:xfrm>
            <a:off x="6972301" y="1282889"/>
            <a:ext cx="18542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dirty="0">
                <a:hlinkClick r:id="rId3"/>
              </a:rPr>
              <a:t>APA Journal article references</a:t>
            </a:r>
            <a:endParaRPr lang="en-GB" dirty="0"/>
          </a:p>
        </p:txBody>
      </p:sp>
      <p:sp>
        <p:nvSpPr>
          <p:cNvPr id="2" name="TextBox 1">
            <a:extLst>
              <a:ext uri="{FF2B5EF4-FFF2-40B4-BE49-F238E27FC236}">
                <a16:creationId xmlns:a16="http://schemas.microsoft.com/office/drawing/2014/main" id="{301CD52E-EA25-5CBF-6330-98C80E7DB196}"/>
              </a:ext>
            </a:extLst>
          </p:cNvPr>
          <p:cNvSpPr txBox="1"/>
          <p:nvPr/>
        </p:nvSpPr>
        <p:spPr>
          <a:xfrm>
            <a:off x="5703279" y="2615021"/>
            <a:ext cx="2196122"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dirty="0"/>
              <a:t>But you can copy these from papers or use Google Scholar / other sites/software </a:t>
            </a:r>
          </a:p>
        </p:txBody>
      </p:sp>
    </p:spTree>
    <p:extLst>
      <p:ext uri="{BB962C8B-B14F-4D97-AF65-F5344CB8AC3E}">
        <p14:creationId xmlns:p14="http://schemas.microsoft.com/office/powerpoint/2010/main" val="327989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1FDE-6F90-9406-974C-0EB5FAC851B6}"/>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835A24F6-DC66-23AE-D3E7-78D1B8565455}"/>
              </a:ext>
            </a:extLst>
          </p:cNvPr>
          <p:cNvSpPr>
            <a:spLocks noGrp="1"/>
          </p:cNvSpPr>
          <p:nvPr>
            <p:ph type="subTitle" idx="1"/>
          </p:nvPr>
        </p:nvSpPr>
        <p:spPr>
          <a:xfrm>
            <a:off x="5752654" y="852792"/>
            <a:ext cx="3238946" cy="5152416"/>
          </a:xfrm>
          <a:noFill/>
        </p:spPr>
        <p:txBody>
          <a:bodyPr>
            <a:noAutofit/>
          </a:bodyPr>
          <a:lstStyle/>
          <a:p>
            <a:endParaRPr lang="en-US" sz="3200" b="1" dirty="0">
              <a:solidFill>
                <a:schemeClr val="tx1"/>
              </a:solidFill>
            </a:endParaRPr>
          </a:p>
          <a:p>
            <a:r>
              <a:rPr lang="en-US" sz="3200" b="1" dirty="0">
                <a:solidFill>
                  <a:schemeClr val="tx1"/>
                </a:solidFill>
              </a:rPr>
              <a:t>8. General tips / advice </a:t>
            </a:r>
          </a:p>
        </p:txBody>
      </p:sp>
      <p:pic>
        <p:nvPicPr>
          <p:cNvPr id="3" name="Picture 6" descr="See the source image">
            <a:extLst>
              <a:ext uri="{FF2B5EF4-FFF2-40B4-BE49-F238E27FC236}">
                <a16:creationId xmlns:a16="http://schemas.microsoft.com/office/drawing/2014/main" id="{3F38193C-3076-F4ED-0AC6-0C3528C0D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110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04DA-DBB2-154F-CF47-5DB1895B25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3CCF0-A23B-67F4-C1B5-27C8E32661C4}"/>
              </a:ext>
            </a:extLst>
          </p:cNvPr>
          <p:cNvSpPr>
            <a:spLocks noGrp="1"/>
          </p:cNvSpPr>
          <p:nvPr>
            <p:ph idx="1"/>
          </p:nvPr>
        </p:nvSpPr>
        <p:spPr>
          <a:xfrm>
            <a:off x="5055529" y="1002453"/>
            <a:ext cx="3948771" cy="5144348"/>
          </a:xfrm>
          <a:solidFill>
            <a:schemeClr val="bg1"/>
          </a:solidFill>
        </p:spPr>
        <p:txBody>
          <a:bodyPr>
            <a:noAutofit/>
          </a:bodyPr>
          <a:lstStyle/>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Keep it clear and simple</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Avoid unnecessary complex language</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Avoid verbose language – using more words than are needed to express something.</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Goal to communicate ideas effectively.</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Make it a smooth, ‘easy-read’.</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Keep it factual and concise.</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Explain points in full – don’t assume the reader knows what you’re talking about ;) – </a:t>
            </a:r>
            <a:r>
              <a:rPr lang="en-GB" i="1" dirty="0">
                <a:solidFill>
                  <a:schemeClr val="tx1"/>
                </a:solidFill>
              </a:rPr>
              <a:t>guide</a:t>
            </a:r>
            <a:r>
              <a:rPr lang="en-GB" dirty="0">
                <a:solidFill>
                  <a:schemeClr val="tx1"/>
                </a:solidFill>
              </a:rPr>
              <a:t> them through your thought process.</a:t>
            </a:r>
          </a:p>
        </p:txBody>
      </p:sp>
      <p:sp>
        <p:nvSpPr>
          <p:cNvPr id="4" name="Content Placeholder 2">
            <a:extLst>
              <a:ext uri="{FF2B5EF4-FFF2-40B4-BE49-F238E27FC236}">
                <a16:creationId xmlns:a16="http://schemas.microsoft.com/office/drawing/2014/main" id="{6466F7C0-1376-F006-B0EA-59532000C764}"/>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General Advice / Tips</a:t>
            </a:r>
          </a:p>
        </p:txBody>
      </p:sp>
      <p:pic>
        <p:nvPicPr>
          <p:cNvPr id="1026" name="Picture 2" descr="Buzz Lightyear : r/IncreasinglyVerbose">
            <a:extLst>
              <a:ext uri="{FF2B5EF4-FFF2-40B4-BE49-F238E27FC236}">
                <a16:creationId xmlns:a16="http://schemas.microsoft.com/office/drawing/2014/main" id="{3E1D8D14-F81B-214B-B23F-D4440BBFEA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136226"/>
            <a:ext cx="4915829" cy="4585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90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E6157-B122-9086-C15A-39B53D45C5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98F113-BD7F-5F65-2B9C-C445B34EAE08}"/>
              </a:ext>
            </a:extLst>
          </p:cNvPr>
          <p:cNvSpPr>
            <a:spLocks noGrp="1"/>
          </p:cNvSpPr>
          <p:nvPr>
            <p:ph idx="1"/>
          </p:nvPr>
        </p:nvSpPr>
        <p:spPr>
          <a:xfrm>
            <a:off x="772255" y="1002453"/>
            <a:ext cx="8232046" cy="5144348"/>
          </a:xfrm>
          <a:solidFill>
            <a:schemeClr val="bg1"/>
          </a:solidFill>
        </p:spPr>
        <p:txBody>
          <a:bodyPr>
            <a:noAutofit/>
          </a:bodyPr>
          <a:lstStyle/>
          <a:p>
            <a:pPr marL="0" indent="0">
              <a:lnSpc>
                <a:spcPct val="110000"/>
              </a:lnSpc>
              <a:spcBef>
                <a:spcPts val="0"/>
              </a:spcBef>
              <a:spcAft>
                <a:spcPts val="0"/>
              </a:spcAft>
              <a:buNone/>
            </a:pPr>
            <a:r>
              <a:rPr lang="en-GB" b="1" dirty="0">
                <a:solidFill>
                  <a:srgbClr val="0070C0"/>
                </a:solidFill>
              </a:rPr>
              <a:t>Think about your reader…</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Assume the reader only has a general understanding of psychology…</a:t>
            </a:r>
          </a:p>
          <a:p>
            <a:pPr marL="342900" indent="-342900">
              <a:lnSpc>
                <a:spcPct val="110000"/>
              </a:lnSpc>
              <a:spcBef>
                <a:spcPts val="0"/>
              </a:spcBef>
              <a:spcAft>
                <a:spcPts val="0"/>
              </a:spcAft>
              <a:buFont typeface="Arial" panose="020B0604020202020204" pitchFamily="34" charset="0"/>
              <a:buChar char="•"/>
            </a:pPr>
            <a:endParaRPr lang="en-GB" dirty="0">
              <a:solidFill>
                <a:schemeClr val="tx1"/>
              </a:solidFill>
            </a:endParaRP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i.e., you don’t typically need to define general or popular terms like ‘attention’ or ‘anxiety’, or even what a ‘reaction time’ or ‘average’ is.</a:t>
            </a:r>
          </a:p>
          <a:p>
            <a:pPr marL="342900" indent="-342900">
              <a:lnSpc>
                <a:spcPct val="110000"/>
              </a:lnSpc>
              <a:spcBef>
                <a:spcPts val="0"/>
              </a:spcBef>
              <a:spcAft>
                <a:spcPts val="0"/>
              </a:spcAft>
              <a:buFont typeface="Arial" panose="020B0604020202020204" pitchFamily="34" charset="0"/>
              <a:buChar char="•"/>
            </a:pPr>
            <a:endParaRPr lang="en-GB" b="1" dirty="0">
              <a:solidFill>
                <a:schemeClr val="tx1"/>
              </a:solidFill>
            </a:endParaRPr>
          </a:p>
          <a:p>
            <a:pPr marL="0" indent="0">
              <a:lnSpc>
                <a:spcPct val="110000"/>
              </a:lnSpc>
              <a:spcBef>
                <a:spcPts val="0"/>
              </a:spcBef>
              <a:spcAft>
                <a:spcPts val="0"/>
              </a:spcAft>
              <a:buNone/>
            </a:pPr>
            <a:r>
              <a:rPr lang="en-GB" b="1" dirty="0">
                <a:solidFill>
                  <a:srgbClr val="0070C0"/>
                </a:solidFill>
              </a:rPr>
              <a:t>But assume they don’t know about anything about your study / it’s measures.</a:t>
            </a:r>
          </a:p>
          <a:p>
            <a:pPr marL="0" indent="0">
              <a:lnSpc>
                <a:spcPct val="110000"/>
              </a:lnSpc>
              <a:spcBef>
                <a:spcPts val="0"/>
              </a:spcBef>
              <a:spcAft>
                <a:spcPts val="0"/>
              </a:spcAft>
              <a:buNone/>
            </a:pPr>
            <a:endParaRPr lang="en-GB" b="1" dirty="0">
              <a:solidFill>
                <a:srgbClr val="0070C0"/>
              </a:solidFill>
            </a:endParaRPr>
          </a:p>
          <a:p>
            <a:pPr marL="0" indent="0">
              <a:lnSpc>
                <a:spcPct val="110000"/>
              </a:lnSpc>
              <a:spcBef>
                <a:spcPts val="0"/>
              </a:spcBef>
              <a:spcAft>
                <a:spcPts val="0"/>
              </a:spcAft>
              <a:buNone/>
            </a:pPr>
            <a:r>
              <a:rPr lang="en-GB" b="1" dirty="0">
                <a:solidFill>
                  <a:srgbClr val="0070C0"/>
                </a:solidFill>
              </a:rPr>
              <a:t> So, you DO need to define and describe everything else e.g.,</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Describe paradigms (e.g. Rubber Hand Illusion).</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Describe measures / variables (e.g. Questionnaires).</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Describe the studies you cite (assume the reader hasn’t read them).</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Describe your method and how you carried out the study.</a:t>
            </a:r>
          </a:p>
          <a:p>
            <a:pPr marL="342900" indent="-342900">
              <a:lnSpc>
                <a:spcPct val="110000"/>
              </a:lnSpc>
              <a:spcBef>
                <a:spcPts val="0"/>
              </a:spcBef>
              <a:spcAft>
                <a:spcPts val="0"/>
              </a:spcAft>
              <a:buFont typeface="Arial" panose="020B0604020202020204" pitchFamily="34" charset="0"/>
              <a:buChar char="•"/>
            </a:pPr>
            <a:r>
              <a:rPr lang="en-GB" b="1" dirty="0">
                <a:solidFill>
                  <a:srgbClr val="0070C0"/>
                </a:solidFill>
              </a:rPr>
              <a:t>General rule: </a:t>
            </a:r>
            <a:r>
              <a:rPr lang="en-GB" dirty="0">
                <a:solidFill>
                  <a:schemeClr val="tx1"/>
                </a:solidFill>
              </a:rPr>
              <a:t>if you mention it (and it’s more of a ‘unique’ term) = you need to (briefly) define it.</a:t>
            </a:r>
          </a:p>
          <a:p>
            <a:pPr marL="342900" indent="-342900">
              <a:lnSpc>
                <a:spcPct val="110000"/>
              </a:lnSpc>
              <a:spcBef>
                <a:spcPts val="0"/>
              </a:spcBef>
              <a:spcAft>
                <a:spcPts val="0"/>
              </a:spcAft>
              <a:buFont typeface="Arial" panose="020B0604020202020204" pitchFamily="34" charset="0"/>
              <a:buChar char="•"/>
            </a:pPr>
            <a:endParaRPr lang="en-GB" dirty="0">
              <a:solidFill>
                <a:schemeClr val="tx1"/>
              </a:solidFill>
            </a:endParaRPr>
          </a:p>
        </p:txBody>
      </p:sp>
      <p:sp>
        <p:nvSpPr>
          <p:cNvPr id="4" name="Content Placeholder 2">
            <a:extLst>
              <a:ext uri="{FF2B5EF4-FFF2-40B4-BE49-F238E27FC236}">
                <a16:creationId xmlns:a16="http://schemas.microsoft.com/office/drawing/2014/main" id="{14AF8FD1-094E-7879-78B3-14C0C6AE474A}"/>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General Advice / Tips</a:t>
            </a:r>
          </a:p>
        </p:txBody>
      </p:sp>
    </p:spTree>
    <p:extLst>
      <p:ext uri="{BB962C8B-B14F-4D97-AF65-F5344CB8AC3E}">
        <p14:creationId xmlns:p14="http://schemas.microsoft.com/office/powerpoint/2010/main" val="187136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44557-9EF8-F46F-E72C-170BFA843B5E}"/>
              </a:ext>
            </a:extLst>
          </p:cNvPr>
          <p:cNvSpPr>
            <a:spLocks noGrp="1"/>
          </p:cNvSpPr>
          <p:nvPr>
            <p:ph idx="1"/>
          </p:nvPr>
        </p:nvSpPr>
        <p:spPr>
          <a:xfrm>
            <a:off x="279400" y="867493"/>
            <a:ext cx="8864600" cy="5345738"/>
          </a:xfrm>
          <a:solidFill>
            <a:schemeClr val="bg1"/>
          </a:solidFill>
        </p:spPr>
        <p:txBody>
          <a:bodyPr>
            <a:noAutofit/>
          </a:bodyPr>
          <a:lstStyle/>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Use past tense throughout.</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Active voice preferred (e.g. the participants completed the questionnaire)</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You can use Passive voice (e.g., the questionnaire was completed by the participants).</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Avoid overuse of “we”: only when needed for clarity for researcher actions e.g., “we counterbalanced the order of tasks”. Use “the researcher” and avoid “I”.</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Avoid informal writing styles e.g. “First, we wanted to see if…” </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Avoid turning a report into a personal diary or first-person narration.</a:t>
            </a: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Write logically and sequentially – ensure each part flows naturally to the next. Transitions between ideas should be smooth (e.g. don’t talk about your findings before you’ve explained the method!)</a:t>
            </a:r>
            <a:endParaRPr lang="en-GB" sz="2000" dirty="0">
              <a:solidFill>
                <a:schemeClr val="tx1"/>
              </a:solidFill>
            </a:endParaRPr>
          </a:p>
          <a:p>
            <a:pPr marL="342900" indent="-342900">
              <a:lnSpc>
                <a:spcPct val="110000"/>
              </a:lnSpc>
              <a:spcBef>
                <a:spcPts val="0"/>
              </a:spcBef>
              <a:spcAft>
                <a:spcPts val="0"/>
              </a:spcAft>
              <a:buFont typeface="Arial" panose="020B0604020202020204" pitchFamily="34" charset="0"/>
              <a:buChar char="•"/>
            </a:pPr>
            <a:r>
              <a:rPr lang="en-GB" dirty="0">
                <a:solidFill>
                  <a:schemeClr val="tx1"/>
                </a:solidFill>
              </a:rPr>
              <a:t>Use sub-headings (where appropriate)</a:t>
            </a:r>
          </a:p>
          <a:p>
            <a:pPr lvl="2">
              <a:lnSpc>
                <a:spcPct val="110000"/>
              </a:lnSpc>
              <a:spcBef>
                <a:spcPts val="0"/>
              </a:spcBef>
              <a:spcAft>
                <a:spcPts val="0"/>
              </a:spcAft>
            </a:pPr>
            <a:r>
              <a:rPr lang="en-GB" sz="1600" dirty="0">
                <a:solidFill>
                  <a:schemeClr val="tx1"/>
                </a:solidFill>
              </a:rPr>
              <a:t>Methods? = Yes</a:t>
            </a:r>
          </a:p>
          <a:p>
            <a:pPr lvl="2">
              <a:lnSpc>
                <a:spcPct val="110000"/>
              </a:lnSpc>
              <a:spcBef>
                <a:spcPts val="0"/>
              </a:spcBef>
              <a:spcAft>
                <a:spcPts val="0"/>
              </a:spcAft>
            </a:pPr>
            <a:r>
              <a:rPr lang="en-GB" sz="1600" dirty="0">
                <a:solidFill>
                  <a:schemeClr val="tx1"/>
                </a:solidFill>
              </a:rPr>
              <a:t>Introduction? = No, not here</a:t>
            </a:r>
          </a:p>
          <a:p>
            <a:pPr lvl="2">
              <a:lnSpc>
                <a:spcPct val="110000"/>
              </a:lnSpc>
              <a:spcBef>
                <a:spcPts val="0"/>
              </a:spcBef>
              <a:spcAft>
                <a:spcPts val="0"/>
              </a:spcAft>
            </a:pPr>
            <a:r>
              <a:rPr lang="en-GB" sz="1600" dirty="0">
                <a:solidFill>
                  <a:schemeClr val="tx1"/>
                </a:solidFill>
              </a:rPr>
              <a:t>Discussion? = Yes – limitations and conclusion</a:t>
            </a:r>
          </a:p>
          <a:p>
            <a:pPr>
              <a:lnSpc>
                <a:spcPct val="110000"/>
              </a:lnSpc>
              <a:spcBef>
                <a:spcPts val="0"/>
              </a:spcBef>
              <a:spcAft>
                <a:spcPts val="0"/>
              </a:spcAft>
              <a:buFont typeface="Arial" panose="020B0604020202020204" pitchFamily="34" charset="0"/>
              <a:buChar char="•"/>
            </a:pPr>
            <a:r>
              <a:rPr lang="en-GB" dirty="0">
                <a:solidFill>
                  <a:schemeClr val="tx1"/>
                </a:solidFill>
              </a:rPr>
              <a:t> There’s no right or wrong number of citations / studies to include! </a:t>
            </a:r>
          </a:p>
        </p:txBody>
      </p:sp>
      <p:sp>
        <p:nvSpPr>
          <p:cNvPr id="4" name="Content Placeholder 2">
            <a:extLst>
              <a:ext uri="{FF2B5EF4-FFF2-40B4-BE49-F238E27FC236}">
                <a16:creationId xmlns:a16="http://schemas.microsoft.com/office/drawing/2014/main" id="{A126E063-98FB-BB29-93B6-F1D48C2142D6}"/>
              </a:ext>
            </a:extLst>
          </p:cNvPr>
          <p:cNvSpPr txBox="1">
            <a:spLocks/>
          </p:cNvSpPr>
          <p:nvPr/>
        </p:nvSpPr>
        <p:spPr>
          <a:xfrm>
            <a:off x="772254" y="132853"/>
            <a:ext cx="7812148" cy="787401"/>
          </a:xfrm>
          <a:prstGeom prst="rect">
            <a:avLst/>
          </a:prstGeom>
          <a:no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GB" sz="4000" dirty="0">
                <a:solidFill>
                  <a:schemeClr val="tx1"/>
                </a:solidFill>
                <a:latin typeface="+mj-lt"/>
              </a:rPr>
              <a:t>General Advice / Tips</a:t>
            </a:r>
          </a:p>
        </p:txBody>
      </p:sp>
    </p:spTree>
    <p:extLst>
      <p:ext uri="{BB962C8B-B14F-4D97-AF65-F5344CB8AC3E}">
        <p14:creationId xmlns:p14="http://schemas.microsoft.com/office/powerpoint/2010/main" val="110391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3A7A9-A5A0-7E00-B184-6ACEEBEB913B}"/>
            </a:ext>
          </a:extLst>
        </p:cNvPr>
        <p:cNvGrpSpPr/>
        <p:nvPr/>
      </p:nvGrpSpPr>
      <p:grpSpPr>
        <a:xfrm>
          <a:off x="0" y="0"/>
          <a:ext cx="0" cy="0"/>
          <a:chOff x="0" y="0"/>
          <a:chExt cx="0" cy="0"/>
        </a:xfrm>
      </p:grpSpPr>
      <p:pic>
        <p:nvPicPr>
          <p:cNvPr id="3" name="Picture 6" descr="See the source image">
            <a:extLst>
              <a:ext uri="{FF2B5EF4-FFF2-40B4-BE49-F238E27FC236}">
                <a16:creationId xmlns:a16="http://schemas.microsoft.com/office/drawing/2014/main" id="{5753A93D-8949-CD3D-BE8E-EAA035F21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67" r="26769"/>
          <a:stretch/>
        </p:blipFill>
        <p:spPr bwMode="auto">
          <a:xfrm>
            <a:off x="20" y="10"/>
            <a:ext cx="566119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A2174399-8FEA-5A03-718F-0B159AEF51D9}"/>
              </a:ext>
            </a:extLst>
          </p:cNvPr>
          <p:cNvSpPr txBox="1">
            <a:spLocks/>
          </p:cNvSpPr>
          <p:nvPr/>
        </p:nvSpPr>
        <p:spPr>
          <a:xfrm>
            <a:off x="5661212" y="682430"/>
            <a:ext cx="3378616" cy="4950108"/>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2800" b="1" dirty="0"/>
              <a:t>ONLINE CONTENT</a:t>
            </a:r>
            <a:endParaRPr lang="en-GB" sz="2800" b="1" dirty="0">
              <a:solidFill>
                <a:srgbClr val="FF0000"/>
              </a:solidFill>
            </a:endParaRPr>
          </a:p>
          <a:p>
            <a:pPr marL="514350" indent="-514350">
              <a:buAutoNum type="arabicParenR"/>
            </a:pPr>
            <a:r>
              <a:rPr lang="en-GB" sz="2800" dirty="0"/>
              <a:t>Read the Summative Assessment information: Template and Brief</a:t>
            </a:r>
          </a:p>
          <a:p>
            <a:pPr marL="0" indent="0">
              <a:buNone/>
            </a:pPr>
            <a:endParaRPr lang="en-GB" sz="1800" dirty="0"/>
          </a:p>
        </p:txBody>
      </p:sp>
      <p:pic>
        <p:nvPicPr>
          <p:cNvPr id="5124" name="Picture 4" descr="I M Watching You Meme GIFs | Tenor">
            <a:extLst>
              <a:ext uri="{FF2B5EF4-FFF2-40B4-BE49-F238E27FC236}">
                <a16:creationId xmlns:a16="http://schemas.microsoft.com/office/drawing/2014/main" id="{63F8A9A1-5CFE-BBF1-FDFA-308AB10396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4450" y="3899095"/>
            <a:ext cx="209550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8500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A4D1CE-0323-248E-7D15-35D4BD41A070}"/>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E732DA2-0A35-442A-9D04-60CB127FA455}"/>
              </a:ext>
            </a:extLst>
          </p:cNvPr>
          <p:cNvSpPr txBox="1">
            <a:spLocks/>
          </p:cNvSpPr>
          <p:nvPr/>
        </p:nvSpPr>
        <p:spPr>
          <a:xfrm>
            <a:off x="685800" y="555430"/>
            <a:ext cx="7645400" cy="554042"/>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2800" b="1" dirty="0">
                <a:solidFill>
                  <a:srgbClr val="7030A0"/>
                </a:solidFill>
              </a:rPr>
              <a:t>Teaching and Learning Awards!</a:t>
            </a:r>
          </a:p>
          <a:p>
            <a:pPr marL="0" indent="0">
              <a:buNone/>
            </a:pPr>
            <a:endParaRPr lang="en-GB" sz="1800" dirty="0">
              <a:solidFill>
                <a:srgbClr val="7030A0"/>
              </a:solidFill>
            </a:endParaRPr>
          </a:p>
        </p:txBody>
      </p:sp>
      <p:sp>
        <p:nvSpPr>
          <p:cNvPr id="4" name="TextBox 3">
            <a:extLst>
              <a:ext uri="{FF2B5EF4-FFF2-40B4-BE49-F238E27FC236}">
                <a16:creationId xmlns:a16="http://schemas.microsoft.com/office/drawing/2014/main" id="{9BF34B36-46C4-8AA1-362F-2F0AB7DECBDB}"/>
              </a:ext>
            </a:extLst>
          </p:cNvPr>
          <p:cNvSpPr txBox="1"/>
          <p:nvPr/>
        </p:nvSpPr>
        <p:spPr>
          <a:xfrm>
            <a:off x="1147762" y="5642403"/>
            <a:ext cx="4572000" cy="369332"/>
          </a:xfrm>
          <a:prstGeom prst="rect">
            <a:avLst/>
          </a:prstGeom>
          <a:noFill/>
        </p:spPr>
        <p:txBody>
          <a:bodyPr wrap="square">
            <a:spAutoFit/>
          </a:bodyPr>
          <a:lstStyle/>
          <a:p>
            <a:r>
              <a:rPr lang="en-GB" dirty="0">
                <a:hlinkClick r:id="rId3">
                  <a:extLst>
                    <a:ext uri="{A12FA001-AC4F-418D-AE19-62706E023703}">
                      <ahyp:hlinkClr xmlns:ahyp="http://schemas.microsoft.com/office/drawing/2018/hyperlinkcolor" val="tx"/>
                    </a:ext>
                  </a:extLst>
                </a:hlinkClick>
              </a:rPr>
              <a:t>Teaching and Learning Awards 2026</a:t>
            </a:r>
            <a:endParaRPr lang="en-GB" dirty="0"/>
          </a:p>
        </p:txBody>
      </p:sp>
      <p:pic>
        <p:nvPicPr>
          <p:cNvPr id="6" name="Picture 5">
            <a:extLst>
              <a:ext uri="{FF2B5EF4-FFF2-40B4-BE49-F238E27FC236}">
                <a16:creationId xmlns:a16="http://schemas.microsoft.com/office/drawing/2014/main" id="{68BD549D-3878-B615-DE19-23A864A385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45" y="1240813"/>
            <a:ext cx="3885189" cy="3885189"/>
          </a:xfrm>
          <a:prstGeom prst="rect">
            <a:avLst/>
          </a:prstGeom>
        </p:spPr>
      </p:pic>
      <p:sp>
        <p:nvSpPr>
          <p:cNvPr id="7" name="Content Placeholder 2">
            <a:extLst>
              <a:ext uri="{FF2B5EF4-FFF2-40B4-BE49-F238E27FC236}">
                <a16:creationId xmlns:a16="http://schemas.microsoft.com/office/drawing/2014/main" id="{61853E3F-BF73-DDF6-8B03-8EC0484AEB74}"/>
              </a:ext>
            </a:extLst>
          </p:cNvPr>
          <p:cNvSpPr txBox="1">
            <a:spLocks/>
          </p:cNvSpPr>
          <p:nvPr/>
        </p:nvSpPr>
        <p:spPr>
          <a:xfrm>
            <a:off x="5286280" y="2001603"/>
            <a:ext cx="3540125" cy="3531567"/>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2200" b="1" dirty="0">
                <a:solidFill>
                  <a:srgbClr val="7030A0"/>
                </a:solidFill>
              </a:rPr>
              <a:t>Nominate a member of staff you wish to celebrate in excellence in learning and teaching, delivery, development and support!</a:t>
            </a:r>
          </a:p>
          <a:p>
            <a:pPr marL="0" indent="0">
              <a:buNone/>
            </a:pPr>
            <a:endParaRPr lang="en-GB" sz="2200" b="1" dirty="0">
              <a:solidFill>
                <a:srgbClr val="7030A0"/>
              </a:solidFill>
            </a:endParaRPr>
          </a:p>
          <a:p>
            <a:pPr marL="0" indent="0">
              <a:buNone/>
            </a:pPr>
            <a:r>
              <a:rPr lang="en-GB" sz="2200" b="1" dirty="0">
                <a:solidFill>
                  <a:srgbClr val="7030A0"/>
                </a:solidFill>
              </a:rPr>
              <a:t>Nominations close very soon, Friday 27</a:t>
            </a:r>
            <a:r>
              <a:rPr lang="en-GB" sz="2200" b="1" baseline="30000" dirty="0">
                <a:solidFill>
                  <a:srgbClr val="7030A0"/>
                </a:solidFill>
              </a:rPr>
              <a:t>th</a:t>
            </a:r>
            <a:r>
              <a:rPr lang="en-GB" sz="2200" b="1" dirty="0">
                <a:solidFill>
                  <a:srgbClr val="7030A0"/>
                </a:solidFill>
              </a:rPr>
              <a:t>.</a:t>
            </a:r>
            <a:endParaRPr lang="en-GB" sz="2200" dirty="0">
              <a:solidFill>
                <a:srgbClr val="7030A0"/>
              </a:solidFill>
            </a:endParaRPr>
          </a:p>
        </p:txBody>
      </p:sp>
      <p:pic>
        <p:nvPicPr>
          <p:cNvPr id="9" name="Picture 8">
            <a:extLst>
              <a:ext uri="{FF2B5EF4-FFF2-40B4-BE49-F238E27FC236}">
                <a16:creationId xmlns:a16="http://schemas.microsoft.com/office/drawing/2014/main" id="{F43B09A6-E7DE-6132-19F5-64E2ED8549CD}"/>
              </a:ext>
            </a:extLst>
          </p:cNvPr>
          <p:cNvPicPr>
            <a:picLocks noChangeAspect="1"/>
          </p:cNvPicPr>
          <p:nvPr/>
        </p:nvPicPr>
        <p:blipFill>
          <a:blip r:embed="rId5"/>
          <a:stretch>
            <a:fillRect/>
          </a:stretch>
        </p:blipFill>
        <p:spPr>
          <a:xfrm>
            <a:off x="7156704" y="0"/>
            <a:ext cx="1987296" cy="1500921"/>
          </a:xfrm>
          <a:prstGeom prst="rect">
            <a:avLst/>
          </a:prstGeom>
        </p:spPr>
      </p:pic>
    </p:spTree>
    <p:extLst>
      <p:ext uri="{BB962C8B-B14F-4D97-AF65-F5344CB8AC3E}">
        <p14:creationId xmlns:p14="http://schemas.microsoft.com/office/powerpoint/2010/main" val="74112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6|3.2|4.2|2.3|4.8|8.1"/>
</p:tagLst>
</file>

<file path=ppt/tags/tag2.xml><?xml version="1.0" encoding="utf-8"?>
<p:tagLst xmlns:a="http://schemas.openxmlformats.org/drawingml/2006/main" xmlns:r="http://schemas.openxmlformats.org/officeDocument/2006/relationships" xmlns:p="http://schemas.openxmlformats.org/presentationml/2006/main">
  <p:tag name="TIMING" val="|2.6|3.2|4.2|2.3|4.8|8.1"/>
</p:tagLst>
</file>

<file path=ppt/tags/tag3.xml><?xml version="1.0" encoding="utf-8"?>
<p:tagLst xmlns:a="http://schemas.openxmlformats.org/drawingml/2006/main" xmlns:r="http://schemas.openxmlformats.org/officeDocument/2006/relationships" xmlns:p="http://schemas.openxmlformats.org/presentationml/2006/main">
  <p:tag name="TIMING" val="|3.5|4.3|2.5|3.6|0.9|2.6"/>
</p:tagLst>
</file>

<file path=ppt/tags/tag4.xml><?xml version="1.0" encoding="utf-8"?>
<p:tagLst xmlns:a="http://schemas.openxmlformats.org/drawingml/2006/main" xmlns:r="http://schemas.openxmlformats.org/officeDocument/2006/relationships" xmlns:p="http://schemas.openxmlformats.org/presentationml/2006/main">
  <p:tag name="TIMING" val="|8.6|7.7|5.8|35.2"/>
</p:tagLst>
</file>

<file path=ppt/tags/tag5.xml><?xml version="1.0" encoding="utf-8"?>
<p:tagLst xmlns:a="http://schemas.openxmlformats.org/drawingml/2006/main" xmlns:r="http://schemas.openxmlformats.org/officeDocument/2006/relationships" xmlns:p="http://schemas.openxmlformats.org/presentationml/2006/main">
  <p:tag name="TIMING" val="|8.6|7.7|5.8|35.2"/>
</p:tagLst>
</file>

<file path=ppt/tags/tag6.xml><?xml version="1.0" encoding="utf-8"?>
<p:tagLst xmlns:a="http://schemas.openxmlformats.org/drawingml/2006/main" xmlns:r="http://schemas.openxmlformats.org/officeDocument/2006/relationships" xmlns:p="http://schemas.openxmlformats.org/presentationml/2006/main">
  <p:tag name="TIMING" val="|8.6|7.7|5.8|35.2"/>
</p:tagLst>
</file>

<file path=ppt/tags/tag7.xml><?xml version="1.0" encoding="utf-8"?>
<p:tagLst xmlns:a="http://schemas.openxmlformats.org/drawingml/2006/main" xmlns:r="http://schemas.openxmlformats.org/officeDocument/2006/relationships" xmlns:p="http://schemas.openxmlformats.org/presentationml/2006/main">
  <p:tag name="TIMING" val="|8.6|7.7|5.8|35.2"/>
</p:tagLst>
</file>

<file path=ppt/tags/tag8.xml><?xml version="1.0" encoding="utf-8"?>
<p:tagLst xmlns:a="http://schemas.openxmlformats.org/drawingml/2006/main" xmlns:r="http://schemas.openxmlformats.org/officeDocument/2006/relationships" xmlns:p="http://schemas.openxmlformats.org/presentationml/2006/main">
  <p:tag name="TIMING" val="|3.8|11.8|12|9.6"/>
</p:tagLst>
</file>

<file path=ppt/tags/tag9.xml><?xml version="1.0" encoding="utf-8"?>
<p:tagLst xmlns:a="http://schemas.openxmlformats.org/drawingml/2006/main" xmlns:r="http://schemas.openxmlformats.org/officeDocument/2006/relationships" xmlns:p="http://schemas.openxmlformats.org/presentationml/2006/main">
  <p:tag name="TIMING" val="|6.9|43.4|37.4"/>
</p:tagLst>
</file>

<file path=ppt/tags/tag10.xml><?xml version="1.0" encoding="utf-8"?>
<p:tagLst xmlns:a="http://schemas.openxmlformats.org/drawingml/2006/main" xmlns:r="http://schemas.openxmlformats.org/officeDocument/2006/relationships" xmlns:p="http://schemas.openxmlformats.org/presentationml/2006/main">
  <p:tag name="TIMING" val="|6.9|43.4|37.4"/>
</p:tagLst>
</file>

<file path=ppt/tags/tag11.xml><?xml version="1.0" encoding="utf-8"?>
<p:tagLst xmlns:a="http://schemas.openxmlformats.org/drawingml/2006/main" xmlns:r="http://schemas.openxmlformats.org/officeDocument/2006/relationships" xmlns:p="http://schemas.openxmlformats.org/presentationml/2006/main">
  <p:tag name="TIMING" val="|6.9|43.4|37.4"/>
</p:tagLst>
</file>

<file path=ppt/tags/tag12.xml><?xml version="1.0" encoding="utf-8"?>
<p:tagLst xmlns:a="http://schemas.openxmlformats.org/drawingml/2006/main" xmlns:r="http://schemas.openxmlformats.org/officeDocument/2006/relationships" xmlns:p="http://schemas.openxmlformats.org/presentationml/2006/main">
  <p:tag name="TIMING" val="|6.9|43.4|37.4"/>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12470</TotalTime>
  <Words>5487</Words>
  <Application>Microsoft Office PowerPoint</Application>
  <PresentationFormat>On-screen Show (4:3)</PresentationFormat>
  <Paragraphs>499</Paragraphs>
  <Slides>53</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Gill Sans MT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DEWE, HAYLEY L.</dc:creator>
  <cp:lastModifiedBy>DEWE, HAYLEY L.</cp:lastModifiedBy>
  <cp:revision>1</cp:revision>
  <dcterms:created xsi:type="dcterms:W3CDTF">2023-09-30T21:10:58Z</dcterms:created>
  <dcterms:modified xsi:type="dcterms:W3CDTF">2026-02-26T11:41:28Z</dcterms:modified>
</cp:coreProperties>
</file>