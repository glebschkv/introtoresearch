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4.xml" ContentType="application/vnd.openxmlformats-officedocument.presentationml.tags+xml"/>
  <Override PartName="/ppt/notesSlides/notesSlide29.xml" ContentType="application/vnd.openxmlformats-officedocument.presentationml.notesSlide+xml"/>
  <Override PartName="/ppt/tags/tag25.xml" ContentType="application/vnd.openxmlformats-officedocument.presentationml.tags+xml"/>
  <Override PartName="/ppt/notesSlides/notesSlide30.xml" ContentType="application/vnd.openxmlformats-officedocument.presentationml.notesSlide+xml"/>
  <Override PartName="/ppt/tags/tag26.xml" ContentType="application/vnd.openxmlformats-officedocument.presentationml.tags+xml"/>
  <Override PartName="/ppt/notesSlides/notesSlide31.xml" ContentType="application/vnd.openxmlformats-officedocument.presentationml.notesSlide+xml"/>
  <Override PartName="/ppt/tags/tag27.xml" ContentType="application/vnd.openxmlformats-officedocument.presentationml.tags+xml"/>
  <Override PartName="/ppt/notesSlides/notesSlide32.xml" ContentType="application/vnd.openxmlformats-officedocument.presentationml.notesSlide+xml"/>
  <Override PartName="/ppt/tags/tag28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9.xml" ContentType="application/vnd.openxmlformats-officedocument.presentationml.tags+xml"/>
  <Override PartName="/ppt/notesSlides/notesSlide35.xml" ContentType="application/vnd.openxmlformats-officedocument.presentationml.notesSlide+xml"/>
  <Override PartName="/ppt/tags/tag30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31.xml" ContentType="application/vnd.openxmlformats-officedocument.presentationml.tags+xml"/>
  <Override PartName="/ppt/notesSlides/notesSlide38.xml" ContentType="application/vnd.openxmlformats-officedocument.presentationml.notesSlide+xml"/>
  <Override PartName="/ppt/tags/tag32.xml" ContentType="application/vnd.openxmlformats-officedocument.presentationml.tags+xml"/>
  <Override PartName="/ppt/notesSlides/notesSlide39.xml" ContentType="application/vnd.openxmlformats-officedocument.presentationml.notesSlide+xml"/>
  <Override PartName="/ppt/tags/tag33.xml" ContentType="application/vnd.openxmlformats-officedocument.presentationml.tags+xml"/>
  <Override PartName="/ppt/notesSlides/notesSlide40.xml" ContentType="application/vnd.openxmlformats-officedocument.presentationml.notesSlide+xml"/>
  <Override PartName="/ppt/tags/tag34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35.xml" ContentType="application/vnd.openxmlformats-officedocument.presentationml.tags+xml"/>
  <Override PartName="/ppt/notesSlides/notesSlide43.xml" ContentType="application/vnd.openxmlformats-officedocument.presentationml.notesSlide+xml"/>
  <Override PartName="/ppt/tags/tag36.xml" ContentType="application/vnd.openxmlformats-officedocument.presentationml.tags+xml"/>
  <Override PartName="/ppt/notesSlides/notesSlide44.xml" ContentType="application/vnd.openxmlformats-officedocument.presentationml.notesSlide+xml"/>
  <Override PartName="/ppt/tags/tag37.xml" ContentType="application/vnd.openxmlformats-officedocument.presentationml.tags+xml"/>
  <Override PartName="/ppt/notesSlides/notesSlide45.xml" ContentType="application/vnd.openxmlformats-officedocument.presentationml.notesSlide+xml"/>
  <Override PartName="/ppt/tags/tag38.xml" ContentType="application/vnd.openxmlformats-officedocument.presentationml.tags+xml"/>
  <Override PartName="/ppt/notesSlides/notesSlide46.xml" ContentType="application/vnd.openxmlformats-officedocument.presentationml.notesSlide+xml"/>
  <Override PartName="/ppt/tags/tag39.xml" ContentType="application/vnd.openxmlformats-officedocument.presentationml.tags+xml"/>
  <Override PartName="/ppt/notesSlides/notesSlide47.xml" ContentType="application/vnd.openxmlformats-officedocument.presentationml.notesSlide+xml"/>
  <Override PartName="/ppt/tags/tag40.xml" ContentType="application/vnd.openxmlformats-officedocument.presentationml.tags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50"/>
  </p:notesMasterIdLst>
  <p:sldIdLst>
    <p:sldId id="256" r:id="rId2"/>
    <p:sldId id="397" r:id="rId3"/>
    <p:sldId id="335" r:id="rId4"/>
    <p:sldId id="811" r:id="rId5"/>
    <p:sldId id="288" r:id="rId6"/>
    <p:sldId id="813" r:id="rId7"/>
    <p:sldId id="855" r:id="rId8"/>
    <p:sldId id="856" r:id="rId9"/>
    <p:sldId id="828" r:id="rId10"/>
    <p:sldId id="858" r:id="rId11"/>
    <p:sldId id="860" r:id="rId12"/>
    <p:sldId id="861" r:id="rId13"/>
    <p:sldId id="337" r:id="rId14"/>
    <p:sldId id="300" r:id="rId15"/>
    <p:sldId id="865" r:id="rId16"/>
    <p:sldId id="868" r:id="rId17"/>
    <p:sldId id="299" r:id="rId18"/>
    <p:sldId id="869" r:id="rId19"/>
    <p:sldId id="870" r:id="rId20"/>
    <p:sldId id="862" r:id="rId21"/>
    <p:sldId id="871" r:id="rId22"/>
    <p:sldId id="872" r:id="rId23"/>
    <p:sldId id="873" r:id="rId24"/>
    <p:sldId id="355" r:id="rId25"/>
    <p:sldId id="874" r:id="rId26"/>
    <p:sldId id="875" r:id="rId27"/>
    <p:sldId id="357" r:id="rId28"/>
    <p:sldId id="866" r:id="rId29"/>
    <p:sldId id="876" r:id="rId30"/>
    <p:sldId id="877" r:id="rId31"/>
    <p:sldId id="878" r:id="rId32"/>
    <p:sldId id="879" r:id="rId33"/>
    <p:sldId id="880" r:id="rId34"/>
    <p:sldId id="885" r:id="rId35"/>
    <p:sldId id="887" r:id="rId36"/>
    <p:sldId id="886" r:id="rId37"/>
    <p:sldId id="849" r:id="rId38"/>
    <p:sldId id="882" r:id="rId39"/>
    <p:sldId id="884" r:id="rId40"/>
    <p:sldId id="361" r:id="rId41"/>
    <p:sldId id="883" r:id="rId42"/>
    <p:sldId id="881" r:id="rId43"/>
    <p:sldId id="838" r:id="rId44"/>
    <p:sldId id="863" r:id="rId45"/>
    <p:sldId id="864" r:id="rId46"/>
    <p:sldId id="859" r:id="rId47"/>
    <p:sldId id="857" r:id="rId48"/>
    <p:sldId id="853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7B4"/>
    <a:srgbClr val="42BA97"/>
    <a:srgbClr val="C4DF7E"/>
    <a:srgbClr val="D29956"/>
    <a:srgbClr val="A2F1A4"/>
    <a:srgbClr val="000000"/>
    <a:srgbClr val="D9D9D9"/>
    <a:srgbClr val="E3C0BF"/>
    <a:srgbClr val="CCFFFF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D4661-C5EA-406D-90C0-29F1075B1FE5}" v="32905" dt="2025-11-19T16:41:11.781"/>
    <p1510:client id="{74E94258-6DEA-44AE-9033-45CF17A2DADC}" v="4073" dt="2025-11-19T18:38:51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8" autoAdjust="0"/>
    <p:restoredTop sz="80460" autoAdjust="0"/>
  </p:normalViewPr>
  <p:slideViewPr>
    <p:cSldViewPr snapToGrid="0">
      <p:cViewPr varScale="1">
        <p:scale>
          <a:sx n="49" d="100"/>
          <a:sy n="49" d="100"/>
        </p:scale>
        <p:origin x="1238" y="5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0BB6F84-8CFF-41EF-BEAC-EA15038B9E72}"/>
    <pc:docChg chg="undo custSel addSld delSld modSld sldOrd">
      <pc:chgData name="DEWE, HAYLEY L." userId="5cada80b-0f7b-49a5-96b2-656b100ca6c6" providerId="ADAL" clId="{60BB6F84-8CFF-41EF-BEAC-EA15038B9E72}" dt="2023-10-01T16:21:33.148" v="605"/>
      <pc:docMkLst>
        <pc:docMk/>
      </pc:docMkLst>
      <pc:sldChg chg="addSp delSp modSp mod ord modTransition delAnim modAnim">
        <pc:chgData name="DEWE, HAYLEY L." userId="5cada80b-0f7b-49a5-96b2-656b100ca6c6" providerId="ADAL" clId="{60BB6F84-8CFF-41EF-BEAC-EA15038B9E72}" dt="2023-10-01T14:55:34.081" v="185"/>
        <pc:sldMkLst>
          <pc:docMk/>
          <pc:sldMk cId="621895312" sldId="256"/>
        </pc:sldMkLst>
      </pc:sldChg>
      <pc:sldChg chg="addSp delSp modSp add mod modTransition delAnim modAnim">
        <pc:chgData name="DEWE, HAYLEY L." userId="5cada80b-0f7b-49a5-96b2-656b100ca6c6" providerId="ADAL" clId="{60BB6F84-8CFF-41EF-BEAC-EA15038B9E72}" dt="2023-10-01T14:54:51.771" v="183"/>
        <pc:sldMkLst>
          <pc:docMk/>
          <pc:sldMk cId="969240660" sldId="259"/>
        </pc:sldMkLst>
      </pc:sldChg>
      <pc:sldChg chg="add del">
        <pc:chgData name="DEWE, HAYLEY L." userId="5cada80b-0f7b-49a5-96b2-656b100ca6c6" providerId="ADAL" clId="{60BB6F84-8CFF-41EF-BEAC-EA15038B9E72}" dt="2023-10-01T14:45:05.469" v="111" actId="47"/>
        <pc:sldMkLst>
          <pc:docMk/>
          <pc:sldMk cId="275857771" sldId="260"/>
        </pc:sldMkLst>
      </pc:sldChg>
      <pc:sldChg chg="addSp delSp modSp mod ord modTransition delAnim modAnim">
        <pc:chgData name="DEWE, HAYLEY L." userId="5cada80b-0f7b-49a5-96b2-656b100ca6c6" providerId="ADAL" clId="{60BB6F84-8CFF-41EF-BEAC-EA15038B9E72}" dt="2023-10-01T16:21:33.148" v="605"/>
        <pc:sldMkLst>
          <pc:docMk/>
          <pc:sldMk cId="251238370" sldId="283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6:00:42.407" v="586" actId="14861"/>
        <pc:sldMkLst>
          <pc:docMk/>
          <pc:sldMk cId="2100474229" sldId="284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5:51:12.518" v="562"/>
        <pc:sldMkLst>
          <pc:docMk/>
          <pc:sldMk cId="3862151110" sldId="286"/>
        </pc:sldMkLst>
      </pc:sldChg>
      <pc:sldChg chg="addSp delSp modSp mod modTransition setBg setFolMasterObjs delAnim modAnim">
        <pc:chgData name="DEWE, HAYLEY L." userId="5cada80b-0f7b-49a5-96b2-656b100ca6c6" providerId="ADAL" clId="{60BB6F84-8CFF-41EF-BEAC-EA15038B9E72}" dt="2023-10-01T15:46:31.927" v="535"/>
        <pc:sldMkLst>
          <pc:docMk/>
          <pc:sldMk cId="783582565" sldId="287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6:03:16.117" v="595"/>
        <pc:sldMkLst>
          <pc:docMk/>
          <pc:sldMk cId="3510830575" sldId="288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5:56:17.311" v="577"/>
        <pc:sldMkLst>
          <pc:docMk/>
          <pc:sldMk cId="1568805849" sldId="289"/>
        </pc:sldMkLst>
      </pc:sldChg>
      <pc:sldChg chg="addSp delSp modSp mod">
        <pc:chgData name="DEWE, HAYLEY L." userId="5cada80b-0f7b-49a5-96b2-656b100ca6c6" providerId="ADAL" clId="{60BB6F84-8CFF-41EF-BEAC-EA15038B9E72}" dt="2023-10-01T14:59:18.015" v="188"/>
        <pc:sldMkLst>
          <pc:docMk/>
          <pc:sldMk cId="1022151281" sldId="290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33.953" v="392" actId="20577"/>
        <pc:sldMkLst>
          <pc:docMk/>
          <pc:sldMk cId="3525045034" sldId="291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01.377" v="602" actId="14100"/>
        <pc:sldMkLst>
          <pc:docMk/>
          <pc:sldMk cId="2508416345" sldId="292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32:02.290" v="447" actId="14861"/>
        <pc:sldMkLst>
          <pc:docMk/>
          <pc:sldMk cId="1615224924" sldId="294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58.017" v="397" actId="14100"/>
        <pc:sldMkLst>
          <pc:docMk/>
          <pc:sldMk cId="721491317" sldId="295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39.501" v="603" actId="478"/>
        <pc:sldMkLst>
          <pc:docMk/>
          <pc:sldMk cId="1244219522" sldId="296"/>
        </pc:sldMkLst>
      </pc:sldChg>
      <pc:sldChg chg="addSp delSp modSp add del mod delAnim">
        <pc:chgData name="DEWE, HAYLEY L." userId="5cada80b-0f7b-49a5-96b2-656b100ca6c6" providerId="ADAL" clId="{60BB6F84-8CFF-41EF-BEAC-EA15038B9E72}" dt="2023-10-01T14:43:48.266" v="96" actId="47"/>
        <pc:sldMkLst>
          <pc:docMk/>
          <pc:sldMk cId="1997369417" sldId="297"/>
        </pc:sldMkLst>
      </pc:sldChg>
    </pc:docChg>
  </pc:docChgLst>
  <pc:docChgLst>
    <pc:chgData name="DEWE, HAYLEY L." userId="5cada80b-0f7b-49a5-96b2-656b100ca6c6" providerId="ADAL" clId="{1B404483-D87B-4349-BF58-C321AE7C9516}"/>
    <pc:docChg chg="undo custSel addSld delSld modSld sldOrd">
      <pc:chgData name="DEWE, HAYLEY L." userId="5cada80b-0f7b-49a5-96b2-656b100ca6c6" providerId="ADAL" clId="{1B404483-D87B-4349-BF58-C321AE7C9516}" dt="2023-10-01T02:22:22.072" v="5728"/>
      <pc:docMkLst>
        <pc:docMk/>
      </pc:docMkLst>
      <pc:sldChg chg="addSp delSp modSp mod ord modTransition">
        <pc:chgData name="DEWE, HAYLEY L." userId="5cada80b-0f7b-49a5-96b2-656b100ca6c6" providerId="ADAL" clId="{1B404483-D87B-4349-BF58-C321AE7C9516}" dt="2023-09-30T23:02:32.687" v="5126" actId="478"/>
        <pc:sldMkLst>
          <pc:docMk/>
          <pc:sldMk cId="621895312" sldId="256"/>
        </pc:sldMkLst>
      </pc:sldChg>
      <pc:sldChg chg="addSp delSp modSp mod ord addAnim delAnim modAnim">
        <pc:chgData name="DEWE, HAYLEY L." userId="5cada80b-0f7b-49a5-96b2-656b100ca6c6" providerId="ADAL" clId="{1B404483-D87B-4349-BF58-C321AE7C9516}" dt="2023-09-30T23:01:21.585" v="5114" actId="478"/>
        <pc:sldMkLst>
          <pc:docMk/>
          <pc:sldMk cId="251238370" sldId="283"/>
        </pc:sldMkLst>
      </pc:sldChg>
      <pc:sldChg chg="addSp delSp modSp mod ord modAnim">
        <pc:chgData name="DEWE, HAYLEY L." userId="5cada80b-0f7b-49a5-96b2-656b100ca6c6" providerId="ADAL" clId="{1B404483-D87B-4349-BF58-C321AE7C9516}" dt="2023-09-30T23:02:11.625" v="5122"/>
        <pc:sldMkLst>
          <pc:docMk/>
          <pc:sldMk cId="2100474229" sldId="284"/>
        </pc:sldMkLst>
      </pc:sldChg>
      <pc:sldChg chg="addSp delSp modSp new del mod">
        <pc:chgData name="DEWE, HAYLEY L." userId="5cada80b-0f7b-49a5-96b2-656b100ca6c6" providerId="ADAL" clId="{1B404483-D87B-4349-BF58-C321AE7C9516}" dt="2023-09-30T22:24:39.549" v="1777" actId="47"/>
        <pc:sldMkLst>
          <pc:docMk/>
          <pc:sldMk cId="327696758" sldId="285"/>
        </pc:sldMkLst>
      </pc:sldChg>
      <pc:sldChg chg="addSp delSp modSp add mod ord setBg modAnim">
        <pc:chgData name="DEWE, HAYLEY L." userId="5cada80b-0f7b-49a5-96b2-656b100ca6c6" providerId="ADAL" clId="{1B404483-D87B-4349-BF58-C321AE7C9516}" dt="2023-09-30T23:03:39.232" v="5156" actId="20577"/>
        <pc:sldMkLst>
          <pc:docMk/>
          <pc:sldMk cId="3862151110" sldId="286"/>
        </pc:sldMkLst>
      </pc:sldChg>
      <pc:sldChg chg="addSp delSp modSp add mod ord setBg addAnim delAnim modAnim">
        <pc:chgData name="DEWE, HAYLEY L." userId="5cada80b-0f7b-49a5-96b2-656b100ca6c6" providerId="ADAL" clId="{1B404483-D87B-4349-BF58-C321AE7C9516}" dt="2023-09-30T23:01:23.912" v="5115" actId="478"/>
        <pc:sldMkLst>
          <pc:docMk/>
          <pc:sldMk cId="783582565" sldId="287"/>
        </pc:sldMkLst>
      </pc:sldChg>
      <pc:sldChg chg="addSp delSp modSp add mod modTransition">
        <pc:chgData name="DEWE, HAYLEY L." userId="5cada80b-0f7b-49a5-96b2-656b100ca6c6" providerId="ADAL" clId="{1B404483-D87B-4349-BF58-C321AE7C9516}" dt="2023-09-30T23:01:18.914" v="5113" actId="478"/>
        <pc:sldMkLst>
          <pc:docMk/>
          <pc:sldMk cId="3510830575" sldId="288"/>
        </pc:sldMkLst>
      </pc:sldChg>
      <pc:sldChg chg="addSp delSp modSp add mod ord">
        <pc:chgData name="DEWE, HAYLEY L." userId="5cada80b-0f7b-49a5-96b2-656b100ca6c6" providerId="ADAL" clId="{1B404483-D87B-4349-BF58-C321AE7C9516}" dt="2023-09-30T23:01:30.786" v="5118" actId="478"/>
        <pc:sldMkLst>
          <pc:docMk/>
          <pc:sldMk cId="1568805849" sldId="289"/>
        </pc:sldMkLst>
      </pc:sldChg>
      <pc:sldChg chg="addSp delSp modSp new mod modTransition setBg setFolMasterObjs">
        <pc:chgData name="DEWE, HAYLEY L." userId="5cada80b-0f7b-49a5-96b2-656b100ca6c6" providerId="ADAL" clId="{1B404483-D87B-4349-BF58-C321AE7C9516}" dt="2023-09-30T23:02:35.530" v="5127" actId="478"/>
        <pc:sldMkLst>
          <pc:docMk/>
          <pc:sldMk cId="1022151281" sldId="290"/>
        </pc:sldMkLst>
      </pc:sldChg>
      <pc:sldChg chg="new del">
        <pc:chgData name="DEWE, HAYLEY L." userId="5cada80b-0f7b-49a5-96b2-656b100ca6c6" providerId="ADAL" clId="{1B404483-D87B-4349-BF58-C321AE7C9516}" dt="2023-09-30T22:11:18.115" v="1474" actId="47"/>
        <pc:sldMkLst>
          <pc:docMk/>
          <pc:sldMk cId="2984100940" sldId="291"/>
        </pc:sldMkLst>
      </pc:sldChg>
      <pc:sldChg chg="addSp delSp modSp add mod setBg delAnim modAnim modNotesTx">
        <pc:chgData name="DEWE, HAYLEY L." userId="5cada80b-0f7b-49a5-96b2-656b100ca6c6" providerId="ADAL" clId="{1B404483-D87B-4349-BF58-C321AE7C9516}" dt="2023-09-30T23:00:57.840" v="5108" actId="1076"/>
        <pc:sldMkLst>
          <pc:docMk/>
          <pc:sldMk cId="3525045034" sldId="291"/>
        </pc:sldMkLst>
      </pc:sldChg>
      <pc:sldChg chg="addSp delSp modSp add mod setBg modAnim modNotesTx">
        <pc:chgData name="DEWE, HAYLEY L." userId="5cada80b-0f7b-49a5-96b2-656b100ca6c6" providerId="ADAL" clId="{1B404483-D87B-4349-BF58-C321AE7C9516}" dt="2023-10-01T02:22:22.072" v="5728"/>
        <pc:sldMkLst>
          <pc:docMk/>
          <pc:sldMk cId="2508416345" sldId="292"/>
        </pc:sldMkLst>
      </pc:sldChg>
      <pc:sldChg chg="add del setBg">
        <pc:chgData name="DEWE, HAYLEY L." userId="5cada80b-0f7b-49a5-96b2-656b100ca6c6" providerId="ADAL" clId="{1B404483-D87B-4349-BF58-C321AE7C9516}" dt="2023-09-30T22:40:29.811" v="3832" actId="47"/>
        <pc:sldMkLst>
          <pc:docMk/>
          <pc:sldMk cId="3375531371" sldId="293"/>
        </pc:sldMkLst>
      </pc:sldChg>
      <pc:sldChg chg="addSp delSp modSp add del mod setBg modAnim">
        <pc:chgData name="DEWE, HAYLEY L." userId="5cada80b-0f7b-49a5-96b2-656b100ca6c6" providerId="ADAL" clId="{1B404483-D87B-4349-BF58-C321AE7C9516}" dt="2023-09-30T22:53:40.377" v="4692" actId="47"/>
        <pc:sldMkLst>
          <pc:docMk/>
          <pc:sldMk cId="3813176271" sldId="293"/>
        </pc:sldMkLst>
      </pc:sldChg>
      <pc:sldChg chg="addSp delSp modSp add mod setBg addAnim delAnim modAnim">
        <pc:chgData name="DEWE, HAYLEY L." userId="5cada80b-0f7b-49a5-96b2-656b100ca6c6" providerId="ADAL" clId="{1B404483-D87B-4349-BF58-C321AE7C9516}" dt="2023-09-30T23:01:16.868" v="5112" actId="478"/>
        <pc:sldMkLst>
          <pc:docMk/>
          <pc:sldMk cId="1615224924" sldId="294"/>
        </pc:sldMkLst>
      </pc:sldChg>
      <pc:sldChg chg="addSp delSp modSp add mod setBg modAnim">
        <pc:chgData name="DEWE, HAYLEY L." userId="5cada80b-0f7b-49a5-96b2-656b100ca6c6" providerId="ADAL" clId="{1B404483-D87B-4349-BF58-C321AE7C9516}" dt="2023-09-30T23:02:58.155" v="5129"/>
        <pc:sldMkLst>
          <pc:docMk/>
          <pc:sldMk cId="721491317" sldId="295"/>
        </pc:sldMkLst>
      </pc:sldChg>
      <pc:sldChg chg="addSp delSp modSp add mod setBg delAnim modNotesTx">
        <pc:chgData name="DEWE, HAYLEY L." userId="5cada80b-0f7b-49a5-96b2-656b100ca6c6" providerId="ADAL" clId="{1B404483-D87B-4349-BF58-C321AE7C9516}" dt="2023-10-01T01:04:50.462" v="5645" actId="1076"/>
        <pc:sldMkLst>
          <pc:docMk/>
          <pc:sldMk cId="1244219522" sldId="296"/>
        </pc:sldMkLst>
      </pc:sldChg>
      <pc:sldChg chg="delSp modSp add del mod setBg">
        <pc:chgData name="DEWE, HAYLEY L." userId="5cada80b-0f7b-49a5-96b2-656b100ca6c6" providerId="ADAL" clId="{1B404483-D87B-4349-BF58-C321AE7C9516}" dt="2023-10-01T01:02:01.770" v="5606" actId="47"/>
        <pc:sldMkLst>
          <pc:docMk/>
          <pc:sldMk cId="1224133335" sldId="297"/>
        </pc:sldMkLst>
      </pc:sldChg>
    </pc:docChg>
  </pc:docChgLst>
  <pc:docChgLst>
    <pc:chgData name="DEWE, HAYLEY L." userId="5cada80b-0f7b-49a5-96b2-656b100ca6c6" providerId="ADAL" clId="{32C70951-BBAD-4A33-978B-E62A33B9F219}"/>
    <pc:docChg chg="undo custSel addSld delSld modSld sldOrd modMainMaster">
      <pc:chgData name="DEWE, HAYLEY L." userId="5cada80b-0f7b-49a5-96b2-656b100ca6c6" providerId="ADAL" clId="{32C70951-BBAD-4A33-978B-E62A33B9F219}" dt="2024-10-15T12:39:33.814" v="16734"/>
      <pc:docMkLst>
        <pc:docMk/>
      </pc:docMkLst>
      <pc:sldChg chg="addSp delSp modSp mod modTransition setBg modAnim modNotesTx">
        <pc:chgData name="DEWE, HAYLEY L." userId="5cada80b-0f7b-49a5-96b2-656b100ca6c6" providerId="ADAL" clId="{32C70951-BBAD-4A33-978B-E62A33B9F219}" dt="2024-10-14T15:09:35.405" v="16483"/>
        <pc:sldMkLst>
          <pc:docMk/>
          <pc:sldMk cId="621895312" sldId="256"/>
        </pc:sldMkLst>
      </pc:sldChg>
      <pc:sldChg chg="addSp delSp modSp mod modTransition setBg modAnim">
        <pc:chgData name="DEWE, HAYLEY L." userId="5cada80b-0f7b-49a5-96b2-656b100ca6c6" providerId="ADAL" clId="{32C70951-BBAD-4A33-978B-E62A33B9F219}" dt="2024-10-14T15:09:32.161" v="16482"/>
        <pc:sldMkLst>
          <pc:docMk/>
          <pc:sldMk cId="969240660" sldId="259"/>
        </pc:sldMkLst>
      </pc:sldChg>
      <pc:sldChg chg="del setBg">
        <pc:chgData name="DEWE, HAYLEY L." userId="5cada80b-0f7b-49a5-96b2-656b100ca6c6" providerId="ADAL" clId="{32C70951-BBAD-4A33-978B-E62A33B9F219}" dt="2024-10-13T11:26:48.274" v="577" actId="47"/>
        <pc:sldMkLst>
          <pc:docMk/>
          <pc:sldMk cId="251238370" sldId="283"/>
        </pc:sldMkLst>
      </pc:sldChg>
      <pc:sldChg chg="del setBg">
        <pc:chgData name="DEWE, HAYLEY L." userId="5cada80b-0f7b-49a5-96b2-656b100ca6c6" providerId="ADAL" clId="{32C70951-BBAD-4A33-978B-E62A33B9F219}" dt="2024-10-13T13:45:06.971" v="4406" actId="47"/>
        <pc:sldMkLst>
          <pc:docMk/>
          <pc:sldMk cId="2100474229" sldId="284"/>
        </pc:sldMkLst>
      </pc:sldChg>
      <pc:sldChg chg="addSp delSp modSp del mod ord modTransition setBg delAnim modAnim modNotesTx">
        <pc:chgData name="DEWE, HAYLEY L." userId="5cada80b-0f7b-49a5-96b2-656b100ca6c6" providerId="ADAL" clId="{32C70951-BBAD-4A33-978B-E62A33B9F219}" dt="2024-10-14T18:14:22.222" v="16581" actId="47"/>
        <pc:sldMkLst>
          <pc:docMk/>
          <pc:sldMk cId="3862151110" sldId="286"/>
        </pc:sldMkLst>
      </pc:sldChg>
      <pc:sldChg chg="del setBg">
        <pc:chgData name="DEWE, HAYLEY L." userId="5cada80b-0f7b-49a5-96b2-656b100ca6c6" providerId="ADAL" clId="{32C70951-BBAD-4A33-978B-E62A33B9F219}" dt="2024-10-13T12:07:08.464" v="881" actId="47"/>
        <pc:sldMkLst>
          <pc:docMk/>
          <pc:sldMk cId="783582565" sldId="287"/>
        </pc:sldMkLst>
      </pc:sldChg>
      <pc:sldChg chg="addSp delSp modSp mod modTransition setBg addAnim delAnim modAnim modNotesTx">
        <pc:chgData name="DEWE, HAYLEY L." userId="5cada80b-0f7b-49a5-96b2-656b100ca6c6" providerId="ADAL" clId="{32C70951-BBAD-4A33-978B-E62A33B9F219}" dt="2024-10-15T12:39:33.814" v="16734"/>
        <pc:sldMkLst>
          <pc:docMk/>
          <pc:sldMk cId="3510830575" sldId="288"/>
        </pc:sldMkLst>
      </pc:sldChg>
      <pc:sldChg chg="delSp del mod delAnim">
        <pc:chgData name="DEWE, HAYLEY L." userId="5cada80b-0f7b-49a5-96b2-656b100ca6c6" providerId="ADAL" clId="{32C70951-BBAD-4A33-978B-E62A33B9F219}" dt="2024-10-13T13:45:01.085" v="4403" actId="47"/>
        <pc:sldMkLst>
          <pc:docMk/>
          <pc:sldMk cId="1568805849" sldId="289"/>
        </pc:sldMkLst>
      </pc:sldChg>
      <pc:sldChg chg="addSp delSp modSp del mod modTransition setBg modClrScheme delAnim modAnim delDesignElem chgLayout modNotesTx">
        <pc:chgData name="DEWE, HAYLEY L." userId="5cada80b-0f7b-49a5-96b2-656b100ca6c6" providerId="ADAL" clId="{32C70951-BBAD-4A33-978B-E62A33B9F219}" dt="2024-10-15T08:25:04.119" v="16626" actId="47"/>
        <pc:sldMkLst>
          <pc:docMk/>
          <pc:sldMk cId="1022151281" sldId="290"/>
        </pc:sldMkLst>
      </pc:sldChg>
      <pc:sldChg chg="addSp delSp modSp mod modTransition setBg delAnim modAnim">
        <pc:chgData name="DEWE, HAYLEY L." userId="5cada80b-0f7b-49a5-96b2-656b100ca6c6" providerId="ADAL" clId="{32C70951-BBAD-4A33-978B-E62A33B9F219}" dt="2024-10-14T15:10:46.895" v="16491"/>
        <pc:sldMkLst>
          <pc:docMk/>
          <pc:sldMk cId="3525045034" sldId="291"/>
        </pc:sldMkLst>
      </pc:sldChg>
      <pc:sldChg chg="del setBg">
        <pc:chgData name="DEWE, HAYLEY L." userId="5cada80b-0f7b-49a5-96b2-656b100ca6c6" providerId="ADAL" clId="{32C70951-BBAD-4A33-978B-E62A33B9F219}" dt="2024-10-13T13:45:03.063" v="4404" actId="47"/>
        <pc:sldMkLst>
          <pc:docMk/>
          <pc:sldMk cId="2508416345" sldId="292"/>
        </pc:sldMkLst>
      </pc:sldChg>
      <pc:sldChg chg="del setBg">
        <pc:chgData name="DEWE, HAYLEY L." userId="5cada80b-0f7b-49a5-96b2-656b100ca6c6" providerId="ADAL" clId="{32C70951-BBAD-4A33-978B-E62A33B9F219}" dt="2024-10-13T11:26:46.249" v="576" actId="47"/>
        <pc:sldMkLst>
          <pc:docMk/>
          <pc:sldMk cId="1615224924" sldId="294"/>
        </pc:sldMkLst>
      </pc:sldChg>
      <pc:sldChg chg="del setBg">
        <pc:chgData name="DEWE, HAYLEY L." userId="5cada80b-0f7b-49a5-96b2-656b100ca6c6" providerId="ADAL" clId="{32C70951-BBAD-4A33-978B-E62A33B9F219}" dt="2024-10-13T11:26:45.627" v="575" actId="47"/>
        <pc:sldMkLst>
          <pc:docMk/>
          <pc:sldMk cId="721491317" sldId="295"/>
        </pc:sldMkLst>
      </pc:sldChg>
      <pc:sldChg chg="del setBg">
        <pc:chgData name="DEWE, HAYLEY L." userId="5cada80b-0f7b-49a5-96b2-656b100ca6c6" providerId="ADAL" clId="{32C70951-BBAD-4A33-978B-E62A33B9F219}" dt="2024-10-13T13:45:04.160" v="4405" actId="47"/>
        <pc:sldMkLst>
          <pc:docMk/>
          <pc:sldMk cId="1244219522" sldId="296"/>
        </pc:sldMkLst>
      </pc:sldChg>
      <pc:sldChg chg="modSp add del mod setBg">
        <pc:chgData name="DEWE, HAYLEY L." userId="5cada80b-0f7b-49a5-96b2-656b100ca6c6" providerId="ADAL" clId="{32C70951-BBAD-4A33-978B-E62A33B9F219}" dt="2024-10-13T11:27:21.346" v="613" actId="47"/>
        <pc:sldMkLst>
          <pc:docMk/>
          <pc:sldMk cId="2330283438" sldId="297"/>
        </pc:sldMkLst>
      </pc:sldChg>
      <pc:sldChg chg="delSp modSp add del mod setBg">
        <pc:chgData name="DEWE, HAYLEY L." userId="5cada80b-0f7b-49a5-96b2-656b100ca6c6" providerId="ADAL" clId="{32C70951-BBAD-4A33-978B-E62A33B9F219}" dt="2024-10-13T12:28:55.507" v="2153" actId="47"/>
        <pc:sldMkLst>
          <pc:docMk/>
          <pc:sldMk cId="4067331358" sldId="297"/>
        </pc:sldMkLst>
      </pc:sldChg>
      <pc:sldChg chg="new add del">
        <pc:chgData name="DEWE, HAYLEY L." userId="5cada80b-0f7b-49a5-96b2-656b100ca6c6" providerId="ADAL" clId="{32C70951-BBAD-4A33-978B-E62A33B9F219}" dt="2024-10-13T10:52:24.397" v="119" actId="680"/>
        <pc:sldMkLst>
          <pc:docMk/>
          <pc:sldMk cId="4166398255" sldId="297"/>
        </pc:sldMkLst>
      </pc:sldChg>
      <pc:sldChg chg="modSp add del mod ord modAnim modNotesTx">
        <pc:chgData name="DEWE, HAYLEY L." userId="5cada80b-0f7b-49a5-96b2-656b100ca6c6" providerId="ADAL" clId="{32C70951-BBAD-4A33-978B-E62A33B9F219}" dt="2024-10-13T22:42:58.626" v="15075" actId="2696"/>
        <pc:sldMkLst>
          <pc:docMk/>
          <pc:sldMk cId="3524497358" sldId="298"/>
        </pc:sldMkLst>
      </pc:sldChg>
      <pc:sldChg chg="addSp delSp modSp new add del mod ord modTransition setBg">
        <pc:chgData name="DEWE, HAYLEY L." userId="5cada80b-0f7b-49a5-96b2-656b100ca6c6" providerId="ADAL" clId="{32C70951-BBAD-4A33-978B-E62A33B9F219}" dt="2024-10-14T02:01:33.905" v="15739" actId="47"/>
        <pc:sldMkLst>
          <pc:docMk/>
          <pc:sldMk cId="637964689" sldId="299"/>
        </pc:sldMkLst>
      </pc:sldChg>
      <pc:sldChg chg="addSp delSp modSp add del mod modAnim">
        <pc:chgData name="DEWE, HAYLEY L." userId="5cada80b-0f7b-49a5-96b2-656b100ca6c6" providerId="ADAL" clId="{32C70951-BBAD-4A33-978B-E62A33B9F219}" dt="2024-10-13T12:55:38.485" v="4142" actId="47"/>
        <pc:sldMkLst>
          <pc:docMk/>
          <pc:sldMk cId="2644185046" sldId="300"/>
        </pc:sldMkLst>
      </pc:sldChg>
      <pc:sldChg chg="addSp delSp modSp add mod ord modTransition setBg delAnim modAnim modNotesTx">
        <pc:chgData name="DEWE, HAYLEY L." userId="5cada80b-0f7b-49a5-96b2-656b100ca6c6" providerId="ADAL" clId="{32C70951-BBAD-4A33-978B-E62A33B9F219}" dt="2024-10-15T09:16:20.082" v="16660"/>
        <pc:sldMkLst>
          <pc:docMk/>
          <pc:sldMk cId="1557494676" sldId="301"/>
        </pc:sldMkLst>
      </pc:sldChg>
      <pc:sldChg chg="add del setBg">
        <pc:chgData name="DEWE, HAYLEY L." userId="5cada80b-0f7b-49a5-96b2-656b100ca6c6" providerId="ADAL" clId="{32C70951-BBAD-4A33-978B-E62A33B9F219}" dt="2024-10-13T12:55:40.931" v="4143" actId="47"/>
        <pc:sldMkLst>
          <pc:docMk/>
          <pc:sldMk cId="1352975824" sldId="302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5T09:14:04.478" v="16658"/>
        <pc:sldMkLst>
          <pc:docMk/>
          <pc:sldMk cId="3787757895" sldId="303"/>
        </pc:sldMkLst>
      </pc:sldChg>
      <pc:sldChg chg="addSp delSp modSp add mod modTransition modNotesTx">
        <pc:chgData name="DEWE, HAYLEY L." userId="5cada80b-0f7b-49a5-96b2-656b100ca6c6" providerId="ADAL" clId="{32C70951-BBAD-4A33-978B-E62A33B9F219}" dt="2024-10-15T09:14:25.368" v="16659"/>
        <pc:sldMkLst>
          <pc:docMk/>
          <pc:sldMk cId="2807155718" sldId="30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3:22:26.785" v="16472"/>
        <pc:sldMkLst>
          <pc:docMk/>
          <pc:sldMk cId="3207344223" sldId="305"/>
        </pc:sldMkLst>
      </pc:sldChg>
      <pc:sldChg chg="addSp delSp modSp add del mod modTransition addAnim delAnim modAnim modNotesTx">
        <pc:chgData name="DEWE, HAYLEY L." userId="5cada80b-0f7b-49a5-96b2-656b100ca6c6" providerId="ADAL" clId="{32C70951-BBAD-4A33-978B-E62A33B9F219}" dt="2024-10-15T12:38:55.928" v="16731" actId="47"/>
        <pc:sldMkLst>
          <pc:docMk/>
          <pc:sldMk cId="1866738169" sldId="306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9:25:02.110" v="16675"/>
        <pc:sldMkLst>
          <pc:docMk/>
          <pc:sldMk cId="1436351603" sldId="307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7.596" v="16508"/>
        <pc:sldMkLst>
          <pc:docMk/>
          <pc:sldMk cId="2138168827" sldId="308"/>
        </pc:sldMkLst>
      </pc:sldChg>
      <pc:sldChg chg="addSp delSp modSp add del mod ord modTransition delAnim modAnim">
        <pc:chgData name="DEWE, HAYLEY L." userId="5cada80b-0f7b-49a5-96b2-656b100ca6c6" providerId="ADAL" clId="{32C70951-BBAD-4A33-978B-E62A33B9F219}" dt="2024-10-15T09:26:59.363" v="16719" actId="47"/>
        <pc:sldMkLst>
          <pc:docMk/>
          <pc:sldMk cId="2432986365" sldId="309"/>
        </pc:sldMkLst>
      </pc:sldChg>
      <pc:sldChg chg="modSp add del mod modAnim modNotesTx">
        <pc:chgData name="DEWE, HAYLEY L." userId="5cada80b-0f7b-49a5-96b2-656b100ca6c6" providerId="ADAL" clId="{32C70951-BBAD-4A33-978B-E62A33B9F219}" dt="2024-10-13T15:23:38.627" v="8975" actId="47"/>
        <pc:sldMkLst>
          <pc:docMk/>
          <pc:sldMk cId="4048279931" sldId="309"/>
        </pc:sldMkLst>
      </pc:sldChg>
      <pc:sldChg chg="add del">
        <pc:chgData name="DEWE, HAYLEY L." userId="5cada80b-0f7b-49a5-96b2-656b100ca6c6" providerId="ADAL" clId="{32C70951-BBAD-4A33-978B-E62A33B9F219}" dt="2024-10-13T15:45:00.743" v="10188" actId="47"/>
        <pc:sldMkLst>
          <pc:docMk/>
          <pc:sldMk cId="4294217170" sldId="310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5.874" v="16503"/>
        <pc:sldMkLst>
          <pc:docMk/>
          <pc:sldMk cId="1567480772" sldId="31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3.476" v="16502"/>
        <pc:sldMkLst>
          <pc:docMk/>
          <pc:sldMk cId="4188619755" sldId="312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39.464" v="16504"/>
        <pc:sldMkLst>
          <pc:docMk/>
          <pc:sldMk cId="2613428923" sldId="31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51.877" v="16505"/>
        <pc:sldMkLst>
          <pc:docMk/>
          <pc:sldMk cId="33540929" sldId="314"/>
        </pc:sldMkLst>
      </pc:sldChg>
      <pc:sldChg chg="add del">
        <pc:chgData name="DEWE, HAYLEY L." userId="5cada80b-0f7b-49a5-96b2-656b100ca6c6" providerId="ADAL" clId="{32C70951-BBAD-4A33-978B-E62A33B9F219}" dt="2024-10-13T20:38:36.367" v="13442" actId="47"/>
        <pc:sldMkLst>
          <pc:docMk/>
          <pc:sldMk cId="1888366965" sldId="315"/>
        </pc:sldMkLst>
      </pc:sldChg>
      <pc:sldChg chg="addSp delSp modSp add del mod modTransition modAnim modNotesTx">
        <pc:chgData name="DEWE, HAYLEY L." userId="5cada80b-0f7b-49a5-96b2-656b100ca6c6" providerId="ADAL" clId="{32C70951-BBAD-4A33-978B-E62A33B9F219}" dt="2024-10-14T03:11:47.836" v="16170" actId="47"/>
        <pc:sldMkLst>
          <pc:docMk/>
          <pc:sldMk cId="2275683999" sldId="315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0.165" v="16171" actId="47"/>
        <pc:sldMkLst>
          <pc:docMk/>
          <pc:sldMk cId="421796903" sldId="316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1.694" v="16172" actId="47"/>
        <pc:sldMkLst>
          <pc:docMk/>
          <pc:sldMk cId="3538618529" sldId="317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2.762" v="16173" actId="47"/>
        <pc:sldMkLst>
          <pc:docMk/>
          <pc:sldMk cId="113604063" sldId="318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3.730" v="16174" actId="47"/>
        <pc:sldMkLst>
          <pc:docMk/>
          <pc:sldMk cId="2538084470" sldId="319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4.520" v="16175" actId="47"/>
        <pc:sldMkLst>
          <pc:docMk/>
          <pc:sldMk cId="1707183324" sldId="320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5.633" v="16176" actId="47"/>
        <pc:sldMkLst>
          <pc:docMk/>
          <pc:sldMk cId="2021661883" sldId="321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6.457" v="16177" actId="47"/>
        <pc:sldMkLst>
          <pc:docMk/>
          <pc:sldMk cId="1917402084" sldId="322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7.535" v="16178" actId="47"/>
        <pc:sldMkLst>
          <pc:docMk/>
          <pc:sldMk cId="4019280906" sldId="323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3.064" v="16507"/>
        <pc:sldMkLst>
          <pc:docMk/>
          <pc:sldMk cId="1702084379" sldId="32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34:23.826" v="16657" actId="6549"/>
        <pc:sldMkLst>
          <pc:docMk/>
          <pc:sldMk cId="2423872994" sldId="328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4T15:12:58.397" v="16506"/>
        <pc:sldMkLst>
          <pc:docMk/>
          <pc:sldMk cId="4232996817" sldId="329"/>
        </pc:sldMkLst>
      </pc:sldChg>
      <pc:sldChg chg="addSp delSp modSp new del mod modTransition delAnim modAnim">
        <pc:chgData name="DEWE, HAYLEY L." userId="5cada80b-0f7b-49a5-96b2-656b100ca6c6" providerId="ADAL" clId="{32C70951-BBAD-4A33-978B-E62A33B9F219}" dt="2024-10-14T15:07:49.879" v="16477" actId="47"/>
        <pc:sldMkLst>
          <pc:docMk/>
          <pc:sldMk cId="733257434" sldId="330"/>
        </pc:sldMkLst>
      </pc:sldChg>
      <pc:sldChg chg="add del">
        <pc:chgData name="DEWE, HAYLEY L." userId="5cada80b-0f7b-49a5-96b2-656b100ca6c6" providerId="ADAL" clId="{32C70951-BBAD-4A33-978B-E62A33B9F219}" dt="2024-10-14T02:03:55.865" v="15741" actId="47"/>
        <pc:sldMkLst>
          <pc:docMk/>
          <pc:sldMk cId="1115468851" sldId="33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28:18.267" v="16644" actId="6549"/>
        <pc:sldMkLst>
          <pc:docMk/>
          <pc:sldMk cId="2923853994" sldId="332"/>
        </pc:sldMkLst>
      </pc:sldChg>
      <pc:sldChg chg="modSp add del modTransition modNotesTx">
        <pc:chgData name="DEWE, HAYLEY L." userId="5cada80b-0f7b-49a5-96b2-656b100ca6c6" providerId="ADAL" clId="{32C70951-BBAD-4A33-978B-E62A33B9F219}" dt="2024-10-15T08:16:32.139" v="16609" actId="47"/>
        <pc:sldMkLst>
          <pc:docMk/>
          <pc:sldMk cId="1456728044" sldId="33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5T12:36:40.156" v="16723" actId="6549"/>
        <pc:sldMkLst>
          <pc:docMk/>
          <pc:sldMk cId="3918554070" sldId="334"/>
        </pc:sldMkLst>
      </pc:sldChg>
      <pc:sldChg chg="modSp add modNotesTx">
        <pc:chgData name="DEWE, HAYLEY L." userId="5cada80b-0f7b-49a5-96b2-656b100ca6c6" providerId="ADAL" clId="{32C70951-BBAD-4A33-978B-E62A33B9F219}" dt="2024-10-15T12:34:42.026" v="16722" actId="6549"/>
        <pc:sldMkLst>
          <pc:docMk/>
          <pc:sldMk cId="338365097" sldId="335"/>
        </pc:sldMkLst>
      </pc:sldChg>
      <pc:sldChg chg="addSp modSp new del modAnim modNotesTx">
        <pc:chgData name="DEWE, HAYLEY L." userId="5cada80b-0f7b-49a5-96b2-656b100ca6c6" providerId="ADAL" clId="{32C70951-BBAD-4A33-978B-E62A33B9F219}" dt="2024-10-15T12:39:10.847" v="16732" actId="47"/>
        <pc:sldMkLst>
          <pc:docMk/>
          <pc:sldMk cId="1983162042" sldId="336"/>
        </pc:sldMkLst>
      </pc:sldChg>
      <pc:sldChg chg="addSp modSp new modTransition modAnim modNotesTx">
        <pc:chgData name="DEWE, HAYLEY L." userId="5cada80b-0f7b-49a5-96b2-656b100ca6c6" providerId="ADAL" clId="{32C70951-BBAD-4A33-978B-E62A33B9F219}" dt="2024-10-15T09:27:22.694" v="16721"/>
        <pc:sldMkLst>
          <pc:docMk/>
          <pc:sldMk cId="2763638759" sldId="337"/>
        </pc:sldMkLst>
      </pc:sldChg>
      <pc:sldChg chg="addSp delSp modSp new mod modTransition delAnim modAnim modNotesTx">
        <pc:chgData name="DEWE, HAYLEY L." userId="5cada80b-0f7b-49a5-96b2-656b100ca6c6" providerId="ADAL" clId="{32C70951-BBAD-4A33-978B-E62A33B9F219}" dt="2024-10-15T12:38:53.736" v="16730"/>
        <pc:sldMkLst>
          <pc:docMk/>
          <pc:sldMk cId="1585753451" sldId="338"/>
        </pc:sldMkLst>
      </pc:sldChg>
      <pc:sldMasterChg chg="setBg modSldLayout">
        <pc:chgData name="DEWE, HAYLEY L." userId="5cada80b-0f7b-49a5-96b2-656b100ca6c6" providerId="ADAL" clId="{32C70951-BBAD-4A33-978B-E62A33B9F219}" dt="2024-10-13T12:24:41.206" v="2044"/>
        <pc:sldMasterMkLst>
          <pc:docMk/>
          <pc:sldMasterMk cId="3516836950" sldId="2147483690"/>
        </pc:sldMasterMkLst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4121230025" sldId="214748369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731651643" sldId="214748369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67763074" sldId="214748369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644090643" sldId="214748369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673194985" sldId="214748369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705573580" sldId="214748369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68970472" sldId="2147483697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060775333" sldId="2147483698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049413050" sldId="2147483699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429450410" sldId="2147483700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91852759" sldId="214748370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95149509" sldId="214748370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786659591" sldId="214748370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37541521" sldId="214748370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319605821" sldId="214748370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579008724" sldId="214748370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926FD85E-E327-44FE-AC44-16DA2FBCD57E}"/>
    <pc:docChg chg="undo redo custSel addSld delSld modSld sldOrd modMainMaster">
      <pc:chgData name="DEWE, HAYLEY L." userId="5cada80b-0f7b-49a5-96b2-656b100ca6c6" providerId="ADAL" clId="{926FD85E-E327-44FE-AC44-16DA2FBCD57E}" dt="2025-10-16T11:35:12.370" v="6646" actId="20577"/>
      <pc:docMkLst>
        <pc:docMk/>
      </pc:docMkLst>
      <pc:sldChg chg="addSp modSp mod modTransition setBg modAnim">
        <pc:chgData name="DEWE, HAYLEY L." userId="5cada80b-0f7b-49a5-96b2-656b100ca6c6" providerId="ADAL" clId="{926FD85E-E327-44FE-AC44-16DA2FBCD57E}" dt="2025-10-16T01:50:44.810" v="4805" actId="20577"/>
        <pc:sldMkLst>
          <pc:docMk/>
          <pc:sldMk cId="621895312" sldId="256"/>
        </pc:sldMkLst>
      </pc:sldChg>
      <pc:sldChg chg="del">
        <pc:chgData name="DEWE, HAYLEY L." userId="5cada80b-0f7b-49a5-96b2-656b100ca6c6" providerId="ADAL" clId="{926FD85E-E327-44FE-AC44-16DA2FBCD57E}" dt="2025-10-15T23:47:44.728" v="4" actId="47"/>
        <pc:sldMkLst>
          <pc:docMk/>
          <pc:sldMk cId="969240660" sldId="259"/>
        </pc:sldMkLst>
      </pc:sldChg>
      <pc:sldChg chg="modSp add mod modTransition">
        <pc:chgData name="DEWE, HAYLEY L." userId="5cada80b-0f7b-49a5-96b2-656b100ca6c6" providerId="ADAL" clId="{926FD85E-E327-44FE-AC44-16DA2FBCD57E}" dt="2025-10-16T01:41:51.291" v="4669" actId="1076"/>
        <pc:sldMkLst>
          <pc:docMk/>
          <pc:sldMk cId="3862151110" sldId="286"/>
        </pc:sldMkLst>
      </pc:sldChg>
      <pc:sldChg chg="modSp mod modTransition">
        <pc:chgData name="DEWE, HAYLEY L." userId="5cada80b-0f7b-49a5-96b2-656b100ca6c6" providerId="ADAL" clId="{926FD85E-E327-44FE-AC44-16DA2FBCD57E}" dt="2025-10-16T00:12:59.535" v="437" actId="14100"/>
        <pc:sldMkLst>
          <pc:docMk/>
          <pc:sldMk cId="3510830575" sldId="288"/>
        </pc:sldMkLst>
      </pc:sldChg>
      <pc:sldChg chg="delSp modSp mod modTransition delAnim">
        <pc:chgData name="DEWE, HAYLEY L." userId="5cada80b-0f7b-49a5-96b2-656b100ca6c6" providerId="ADAL" clId="{926FD85E-E327-44FE-AC44-16DA2FBCD57E}" dt="2025-10-16T01:51:43.232" v="4963" actId="20577"/>
        <pc:sldMkLst>
          <pc:docMk/>
          <pc:sldMk cId="3525045034" sldId="291"/>
        </pc:sldMkLst>
      </pc:sldChg>
      <pc:sldChg chg="add del">
        <pc:chgData name="DEWE, HAYLEY L." userId="5cada80b-0f7b-49a5-96b2-656b100ca6c6" providerId="ADAL" clId="{926FD85E-E327-44FE-AC44-16DA2FBCD57E}" dt="2025-10-15T23:54:33.524" v="75" actId="47"/>
        <pc:sldMkLst>
          <pc:docMk/>
          <pc:sldMk cId="196969797" sldId="297"/>
        </pc:sldMkLst>
      </pc:sldChg>
      <pc:sldChg chg="modSp add mod modTransition">
        <pc:chgData name="DEWE, HAYLEY L." userId="5cada80b-0f7b-49a5-96b2-656b100ca6c6" providerId="ADAL" clId="{926FD85E-E327-44FE-AC44-16DA2FBCD57E}" dt="2025-10-16T01:27:30.929" v="4171"/>
        <pc:sldMkLst>
          <pc:docMk/>
          <pc:sldMk cId="3524497358" sldId="298"/>
        </pc:sldMkLst>
      </pc:sldChg>
      <pc:sldChg chg="addSp delSp modSp mod modTransition setBg delAnim modAnim delDesignElem modNotesTx">
        <pc:chgData name="DEWE, HAYLEY L." userId="5cada80b-0f7b-49a5-96b2-656b100ca6c6" providerId="ADAL" clId="{926FD85E-E327-44FE-AC44-16DA2FBCD57E}" dt="2025-10-16T11:27:39.058" v="6345" actId="6549"/>
        <pc:sldMkLst>
          <pc:docMk/>
          <pc:sldMk cId="1557494676" sldId="301"/>
        </pc:sldMkLst>
      </pc:sldChg>
      <pc:sldChg chg="addSp delSp modSp mod modTransition setBg delAnim delDesignElem">
        <pc:chgData name="DEWE, HAYLEY L." userId="5cada80b-0f7b-49a5-96b2-656b100ca6c6" providerId="ADAL" clId="{926FD85E-E327-44FE-AC44-16DA2FBCD57E}" dt="2025-10-16T00:11:57.600" v="401" actId="403"/>
        <pc:sldMkLst>
          <pc:docMk/>
          <pc:sldMk cId="3787757895" sldId="303"/>
        </pc:sldMkLst>
      </pc:sldChg>
      <pc:sldChg chg="modSp mod modTransition">
        <pc:chgData name="DEWE, HAYLEY L." userId="5cada80b-0f7b-49a5-96b2-656b100ca6c6" providerId="ADAL" clId="{926FD85E-E327-44FE-AC44-16DA2FBCD57E}" dt="2025-10-16T00:12:49.644" v="435" actId="207"/>
        <pc:sldMkLst>
          <pc:docMk/>
          <pc:sldMk cId="2807155718" sldId="30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13:32.164" v="447" actId="1076"/>
        <pc:sldMkLst>
          <pc:docMk/>
          <pc:sldMk cId="3207344223" sldId="305"/>
        </pc:sldMkLst>
      </pc:sldChg>
      <pc:sldChg chg="modSp add mod modTransition">
        <pc:chgData name="DEWE, HAYLEY L." userId="5cada80b-0f7b-49a5-96b2-656b100ca6c6" providerId="ADAL" clId="{926FD85E-E327-44FE-AC44-16DA2FBCD57E}" dt="2025-10-16T01:45:09.681" v="4718" actId="12100"/>
        <pc:sldMkLst>
          <pc:docMk/>
          <pc:sldMk cId="1866738169" sldId="306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48:54.255" v="2261" actId="47"/>
        <pc:sldMkLst>
          <pc:docMk/>
          <pc:sldMk cId="1436351603" sldId="307"/>
        </pc:sldMkLst>
      </pc:sldChg>
      <pc:sldChg chg="delSp add del mod modTransition delAnim">
        <pc:chgData name="DEWE, HAYLEY L." userId="5cada80b-0f7b-49a5-96b2-656b100ca6c6" providerId="ADAL" clId="{926FD85E-E327-44FE-AC44-16DA2FBCD57E}" dt="2025-10-16T01:49:26.845" v="4798" actId="47"/>
        <pc:sldMkLst>
          <pc:docMk/>
          <pc:sldMk cId="2138168827" sldId="308"/>
        </pc:sldMkLst>
      </pc:sldChg>
      <pc:sldChg chg="addSp delSp modSp del mod modTransition delAnim modAnim">
        <pc:chgData name="DEWE, HAYLEY L." userId="5cada80b-0f7b-49a5-96b2-656b100ca6c6" providerId="ADAL" clId="{926FD85E-E327-44FE-AC44-16DA2FBCD57E}" dt="2025-10-16T01:13:42.635" v="4054" actId="47"/>
        <pc:sldMkLst>
          <pc:docMk/>
          <pc:sldMk cId="1567480772" sldId="311"/>
        </pc:sldMkLst>
      </pc:sldChg>
      <pc:sldChg chg="addSp delSp modSp mod modTransition addAnim delAnim modNotesTx">
        <pc:chgData name="DEWE, HAYLEY L." userId="5cada80b-0f7b-49a5-96b2-656b100ca6c6" providerId="ADAL" clId="{926FD85E-E327-44FE-AC44-16DA2FBCD57E}" dt="2025-10-16T01:13:50.823" v="4056" actId="20577"/>
        <pc:sldMkLst>
          <pc:docMk/>
          <pc:sldMk cId="4188619755" sldId="312"/>
        </pc:sldMkLst>
      </pc:sldChg>
      <pc:sldChg chg="addSp delSp modSp mod modTransition delAnim modAnim">
        <pc:chgData name="DEWE, HAYLEY L." userId="5cada80b-0f7b-49a5-96b2-656b100ca6c6" providerId="ADAL" clId="{926FD85E-E327-44FE-AC44-16DA2FBCD57E}" dt="2025-10-16T10:38:24.680" v="4971" actId="1076"/>
        <pc:sldMkLst>
          <pc:docMk/>
          <pc:sldMk cId="2613428923" sldId="313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11:30:54.588" v="6418" actId="20577"/>
        <pc:sldMkLst>
          <pc:docMk/>
          <pc:sldMk cId="33540929" sldId="314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04:47.320" v="189" actId="47"/>
        <pc:sldMkLst>
          <pc:docMk/>
          <pc:sldMk cId="1702084379" sldId="324"/>
        </pc:sldMkLst>
      </pc:sldChg>
      <pc:sldChg chg="addSp delSp modSp add mod modTransition addAnim delAnim modAnim modNotesTx">
        <pc:chgData name="DEWE, HAYLEY L." userId="5cada80b-0f7b-49a5-96b2-656b100ca6c6" providerId="ADAL" clId="{926FD85E-E327-44FE-AC44-16DA2FBCD57E}" dt="2025-10-16T11:35:12.370" v="6646" actId="20577"/>
        <pc:sldMkLst>
          <pc:docMk/>
          <pc:sldMk cId="3234205895" sldId="325"/>
        </pc:sldMkLst>
      </pc:sldChg>
      <pc:sldChg chg="modSp add mod modTransition modAnim">
        <pc:chgData name="DEWE, HAYLEY L." userId="5cada80b-0f7b-49a5-96b2-656b100ca6c6" providerId="ADAL" clId="{926FD85E-E327-44FE-AC44-16DA2FBCD57E}" dt="2025-10-16T10:39:20.499" v="4972"/>
        <pc:sldMkLst>
          <pc:docMk/>
          <pc:sldMk cId="369844883" sldId="326"/>
        </pc:sldMkLst>
      </pc:sldChg>
      <pc:sldChg chg="delSp modSp mod ord modTransition delAnim modAnim modNotesTx">
        <pc:chgData name="DEWE, HAYLEY L." userId="5cada80b-0f7b-49a5-96b2-656b100ca6c6" providerId="ADAL" clId="{926FD85E-E327-44FE-AC44-16DA2FBCD57E}" dt="2025-10-16T11:27:27.164" v="6344" actId="6549"/>
        <pc:sldMkLst>
          <pc:docMk/>
          <pc:sldMk cId="2423872994" sldId="328"/>
        </pc:sldMkLst>
      </pc:sldChg>
      <pc:sldChg chg="addSp delSp modSp mod modTransition setBg delAnim delDesignElem modNotesTx">
        <pc:chgData name="DEWE, HAYLEY L." userId="5cada80b-0f7b-49a5-96b2-656b100ca6c6" providerId="ADAL" clId="{926FD85E-E327-44FE-AC44-16DA2FBCD57E}" dt="2025-10-16T01:15:50.461" v="4074" actId="1076"/>
        <pc:sldMkLst>
          <pc:docMk/>
          <pc:sldMk cId="4232996817" sldId="329"/>
        </pc:sldMkLst>
      </pc:sldChg>
      <pc:sldChg chg="modSp add mod modTransition">
        <pc:chgData name="DEWE, HAYLEY L." userId="5cada80b-0f7b-49a5-96b2-656b100ca6c6" providerId="ADAL" clId="{926FD85E-E327-44FE-AC44-16DA2FBCD57E}" dt="2025-10-16T01:43:21.776" v="4686" actId="207"/>
        <pc:sldMkLst>
          <pc:docMk/>
          <pc:sldMk cId="699490516" sldId="330"/>
        </pc:sldMkLst>
      </pc:sldChg>
      <pc:sldChg chg="delSp modSp mod modTransition delAnim">
        <pc:chgData name="DEWE, HAYLEY L." userId="5cada80b-0f7b-49a5-96b2-656b100ca6c6" providerId="ADAL" clId="{926FD85E-E327-44FE-AC44-16DA2FBCD57E}" dt="2025-10-16T01:17:06.842" v="4077"/>
        <pc:sldMkLst>
          <pc:docMk/>
          <pc:sldMk cId="2923853994" sldId="332"/>
        </pc:sldMkLst>
      </pc:sldChg>
      <pc:sldChg chg="modSp add mod modTransition">
        <pc:chgData name="DEWE, HAYLEY L." userId="5cada80b-0f7b-49a5-96b2-656b100ca6c6" providerId="ADAL" clId="{926FD85E-E327-44FE-AC44-16DA2FBCD57E}" dt="2025-10-16T01:46:07.515" v="4733" actId="255"/>
        <pc:sldMkLst>
          <pc:docMk/>
          <pc:sldMk cId="2093560962" sldId="333"/>
        </pc:sldMkLst>
      </pc:sldChg>
      <pc:sldChg chg="delSp modSp mod modTransition delAnim modAnim">
        <pc:chgData name="DEWE, HAYLEY L." userId="5cada80b-0f7b-49a5-96b2-656b100ca6c6" providerId="ADAL" clId="{926FD85E-E327-44FE-AC44-16DA2FBCD57E}" dt="2025-10-16T00:09:38.282" v="371" actId="20577"/>
        <pc:sldMkLst>
          <pc:docMk/>
          <pc:sldMk cId="3918554070" sldId="33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08:53.502" v="360" actId="2711"/>
        <pc:sldMkLst>
          <pc:docMk/>
          <pc:sldMk cId="338365097" sldId="335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01:07:36.621" v="3638" actId="20577"/>
        <pc:sldMkLst>
          <pc:docMk/>
          <pc:sldMk cId="2763638759" sldId="337"/>
        </pc:sldMkLst>
      </pc:sldChg>
      <pc:sldChg chg="addSp delSp modSp mod modTransition addAnim delAnim modAnim modNotesTx">
        <pc:chgData name="DEWE, HAYLEY L." userId="5cada80b-0f7b-49a5-96b2-656b100ca6c6" providerId="ADAL" clId="{926FD85E-E327-44FE-AC44-16DA2FBCD57E}" dt="2025-10-16T11:29:37.996" v="6363" actId="20577"/>
        <pc:sldMkLst>
          <pc:docMk/>
          <pc:sldMk cId="1585753451" sldId="338"/>
        </pc:sldMkLst>
      </pc:sldChg>
      <pc:sldChg chg="addSp delSp modSp add mod modAnim modNotesTx">
        <pc:chgData name="DEWE, HAYLEY L." userId="5cada80b-0f7b-49a5-96b2-656b100ca6c6" providerId="ADAL" clId="{926FD85E-E327-44FE-AC44-16DA2FBCD57E}" dt="2025-10-16T00:59:39.766" v="2405"/>
        <pc:sldMkLst>
          <pc:docMk/>
          <pc:sldMk cId="4232275862" sldId="339"/>
        </pc:sldMkLst>
      </pc:sldChg>
      <pc:sldChg chg="addSp modSp add mod modAnim modNotesTx">
        <pc:chgData name="DEWE, HAYLEY L." userId="5cada80b-0f7b-49a5-96b2-656b100ca6c6" providerId="ADAL" clId="{926FD85E-E327-44FE-AC44-16DA2FBCD57E}" dt="2025-10-16T01:19:05.731" v="4111"/>
        <pc:sldMkLst>
          <pc:docMk/>
          <pc:sldMk cId="3058138973" sldId="340"/>
        </pc:sldMkLst>
      </pc:sldChg>
      <pc:sldChg chg="modSp add mod modTransition">
        <pc:chgData name="DEWE, HAYLEY L." userId="5cada80b-0f7b-49a5-96b2-656b100ca6c6" providerId="ADAL" clId="{926FD85E-E327-44FE-AC44-16DA2FBCD57E}" dt="2025-10-16T01:23:03.311" v="4118"/>
        <pc:sldMkLst>
          <pc:docMk/>
          <pc:sldMk cId="1710789567" sldId="341"/>
        </pc:sldMkLst>
      </pc:sldChg>
      <pc:sldChg chg="add del">
        <pc:chgData name="DEWE, HAYLEY L." userId="5cada80b-0f7b-49a5-96b2-656b100ca6c6" providerId="ADAL" clId="{926FD85E-E327-44FE-AC44-16DA2FBCD57E}" dt="2025-10-16T01:22:54.486" v="4115" actId="47"/>
        <pc:sldMkLst>
          <pc:docMk/>
          <pc:sldMk cId="1778759872" sldId="342"/>
        </pc:sldMkLst>
      </pc:sldChg>
      <pc:sldChg chg="addSp modSp add mod modTransition setBg modAnim modNotesTx">
        <pc:chgData name="DEWE, HAYLEY L." userId="5cada80b-0f7b-49a5-96b2-656b100ca6c6" providerId="ADAL" clId="{926FD85E-E327-44FE-AC44-16DA2FBCD57E}" dt="2025-10-16T01:33:47.827" v="4439"/>
        <pc:sldMkLst>
          <pc:docMk/>
          <pc:sldMk cId="4020492249" sldId="343"/>
        </pc:sldMkLst>
      </pc:sldChg>
      <pc:sldChg chg="modSp add mod modTransition">
        <pc:chgData name="DEWE, HAYLEY L." userId="5cada80b-0f7b-49a5-96b2-656b100ca6c6" providerId="ADAL" clId="{926FD85E-E327-44FE-AC44-16DA2FBCD57E}" dt="2025-10-16T01:33:54.970" v="4440" actId="207"/>
        <pc:sldMkLst>
          <pc:docMk/>
          <pc:sldMk cId="4192220800" sldId="344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01:38:27.026" v="4649"/>
        <pc:sldMkLst>
          <pc:docMk/>
          <pc:sldMk cId="4038684548" sldId="345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41.739" v="4986"/>
        <pc:sldMkLst>
          <pc:docMk/>
          <pc:sldMk cId="2425083260" sldId="346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08.654" v="4975"/>
        <pc:sldMkLst>
          <pc:docMk/>
          <pc:sldMk cId="3371320197" sldId="347"/>
        </pc:sldMkLst>
      </pc:sldChg>
      <pc:sldChg chg="modSp add mod modTransition modNotesTx">
        <pc:chgData name="DEWE, HAYLEY L." userId="5cada80b-0f7b-49a5-96b2-656b100ca6c6" providerId="ADAL" clId="{926FD85E-E327-44FE-AC44-16DA2FBCD57E}" dt="2025-10-16T01:44:13.857" v="4716" actId="20577"/>
        <pc:sldMkLst>
          <pc:docMk/>
          <pc:sldMk cId="2852232281" sldId="348"/>
        </pc:sldMkLst>
      </pc:sldChg>
      <pc:sldChg chg="modSp add mod modTransition">
        <pc:chgData name="DEWE, HAYLEY L." userId="5cada80b-0f7b-49a5-96b2-656b100ca6c6" providerId="ADAL" clId="{926FD85E-E327-44FE-AC44-16DA2FBCD57E}" dt="2025-10-16T01:45:48.434" v="4728"/>
        <pc:sldMkLst>
          <pc:docMk/>
          <pc:sldMk cId="3829531161" sldId="349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10:40:38.953" v="4984"/>
        <pc:sldMkLst>
          <pc:docMk/>
          <pc:sldMk cId="2617131412" sldId="350"/>
        </pc:sldMkLst>
      </pc:sldChg>
      <pc:sldChg chg="add del modNotesTx">
        <pc:chgData name="DEWE, HAYLEY L." userId="5cada80b-0f7b-49a5-96b2-656b100ca6c6" providerId="ADAL" clId="{926FD85E-E327-44FE-AC44-16DA2FBCD57E}" dt="2025-10-16T01:47:42.874" v="4781" actId="47"/>
        <pc:sldMkLst>
          <pc:docMk/>
          <pc:sldMk cId="121525202" sldId="351"/>
        </pc:sldMkLst>
      </pc:sldChg>
      <pc:sldChg chg="modSp add ord modAnim">
        <pc:chgData name="DEWE, HAYLEY L." userId="5cada80b-0f7b-49a5-96b2-656b100ca6c6" providerId="ADAL" clId="{926FD85E-E327-44FE-AC44-16DA2FBCD57E}" dt="2025-10-16T10:40:47.292" v="4991"/>
        <pc:sldMkLst>
          <pc:docMk/>
          <pc:sldMk cId="2417051397" sldId="351"/>
        </pc:sldMkLst>
      </pc:sldChg>
      <pc:sldChg chg="delSp modSp add mod modAnim modNotesTx">
        <pc:chgData name="DEWE, HAYLEY L." userId="5cada80b-0f7b-49a5-96b2-656b100ca6c6" providerId="ADAL" clId="{926FD85E-E327-44FE-AC44-16DA2FBCD57E}" dt="2025-10-16T11:20:03.144" v="6327"/>
        <pc:sldMkLst>
          <pc:docMk/>
          <pc:sldMk cId="765867033" sldId="352"/>
        </pc:sldMkLst>
      </pc:sldChg>
      <pc:sldChg chg="delSp add del mod setBg delAnim delDesignElem">
        <pc:chgData name="DEWE, HAYLEY L." userId="5cada80b-0f7b-49a5-96b2-656b100ca6c6" providerId="ADAL" clId="{926FD85E-E327-44FE-AC44-16DA2FBCD57E}" dt="2025-10-16T01:50:14.086" v="4802" actId="47"/>
        <pc:sldMkLst>
          <pc:docMk/>
          <pc:sldMk cId="4108301384" sldId="352"/>
        </pc:sldMkLst>
      </pc:sldChg>
      <pc:sldMasterChg chg="modTransition modSldLayout">
        <pc:chgData name="DEWE, HAYLEY L." userId="5cada80b-0f7b-49a5-96b2-656b100ca6c6" providerId="ADAL" clId="{926FD85E-E327-44FE-AC44-16DA2FBCD57E}" dt="2025-10-15T23:49:24.543" v="26"/>
        <pc:sldMasterMkLst>
          <pc:docMk/>
          <pc:sldMasterMk cId="3516836950" sldId="2147483690"/>
        </pc:sldMasterMkLst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4121230025" sldId="214748369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731651643" sldId="214748369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67763074" sldId="214748369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644090643" sldId="214748369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673194985" sldId="214748369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705573580" sldId="214748369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68970472" sldId="2147483697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060775333" sldId="2147483698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049413050" sldId="2147483699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429450410" sldId="2147483700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91852759" sldId="214748370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95149509" sldId="214748370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786659591" sldId="214748370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37541521" sldId="214748370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319605821" sldId="214748370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579008724" sldId="214748370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5-11-19T18:38:51.047" v="102136" actId="20577"/>
      <pc:docMkLst>
        <pc:docMk/>
      </pc:docMkLst>
      <pc:sldChg chg="delSp modSp mod">
        <pc:chgData name="DEWE, HAYLEY L." userId="5cada80b-0f7b-49a5-96b2-656b100ca6c6" providerId="ADAL" clId="{632DF7FE-9916-4FAF-8457-3521400FFCEA}" dt="2025-11-19T16:53:00.347" v="97929" actId="478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5-11-19T16:53:00.347" v="97929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5-11-18T11:08:25.771" v="60669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632DF7FE-9916-4FAF-8457-3521400FFCEA}" dt="2025-10-22T10:01:57.745" v="764" actId="47"/>
        <pc:sldMkLst>
          <pc:docMk/>
          <pc:sldMk cId="3862151110" sldId="286"/>
        </pc:sldMkLst>
      </pc:sldChg>
      <pc:sldChg chg="addSp delSp modSp add mod modAnim modNotesTx">
        <pc:chgData name="DEWE, HAYLEY L." userId="5cada80b-0f7b-49a5-96b2-656b100ca6c6" providerId="ADAL" clId="{632DF7FE-9916-4FAF-8457-3521400FFCEA}" dt="2025-11-19T16:58:01.417" v="98040" actId="478"/>
        <pc:sldMkLst>
          <pc:docMk/>
          <pc:sldMk cId="1073770607" sldId="288"/>
        </pc:sldMkLst>
        <pc:spChg chg="add del mod">
          <ac:chgData name="DEWE, HAYLEY L." userId="5cada80b-0f7b-49a5-96b2-656b100ca6c6" providerId="ADAL" clId="{632DF7FE-9916-4FAF-8457-3521400FFCEA}" dt="2025-11-19T16:58:01.417" v="98040" actId="478"/>
          <ac:spMkLst>
            <pc:docMk/>
            <pc:sldMk cId="1073770607" sldId="288"/>
            <ac:spMk id="2" creationId="{253E38AF-26FA-3B51-AA0B-CC6A7DC60145}"/>
          </ac:spMkLst>
        </pc:spChg>
        <pc:spChg chg="mod">
          <ac:chgData name="DEWE, HAYLEY L." userId="5cada80b-0f7b-49a5-96b2-656b100ca6c6" providerId="ADAL" clId="{632DF7FE-9916-4FAF-8457-3521400FFCEA}" dt="2025-11-18T13:13:52.421" v="62771" actId="20577"/>
          <ac:spMkLst>
            <pc:docMk/>
            <pc:sldMk cId="1073770607" sldId="288"/>
            <ac:spMk id="4" creationId="{2011C802-73B3-2DD2-A025-1492767780BF}"/>
          </ac:spMkLst>
        </pc:spChg>
      </pc:sldChg>
      <pc:sldChg chg="modSp del mod">
        <pc:chgData name="DEWE, HAYLEY L." userId="5cada80b-0f7b-49a5-96b2-656b100ca6c6" providerId="ADAL" clId="{632DF7FE-9916-4FAF-8457-3521400FFCEA}" dt="2025-10-29T11:21:23.395" v="15215" actId="2696"/>
        <pc:sldMkLst>
          <pc:docMk/>
          <pc:sldMk cId="3510830575" sldId="288"/>
        </pc:sldMkLst>
      </pc:sldChg>
      <pc:sldChg chg="modSp del mod modAnim modNotesTx">
        <pc:chgData name="DEWE, HAYLEY L." userId="5cada80b-0f7b-49a5-96b2-656b100ca6c6" providerId="ADAL" clId="{632DF7FE-9916-4FAF-8457-3521400FFCEA}" dt="2025-11-05T13:36:12.821" v="24023" actId="47"/>
        <pc:sldMkLst>
          <pc:docMk/>
          <pc:sldMk cId="3525045034" sldId="291"/>
        </pc:sldMkLst>
      </pc:sldChg>
      <pc:sldChg chg="modSp add del mod modAnim modNotesTx">
        <pc:chgData name="DEWE, HAYLEY L." userId="5cada80b-0f7b-49a5-96b2-656b100ca6c6" providerId="ADAL" clId="{632DF7FE-9916-4FAF-8457-3521400FFCEA}" dt="2025-11-19T14:31:55.923" v="94083" actId="47"/>
        <pc:sldMkLst>
          <pc:docMk/>
          <pc:sldMk cId="77702015" sldId="298"/>
        </pc:sldMkLst>
        <pc:spChg chg="mod">
          <ac:chgData name="DEWE, HAYLEY L." userId="5cada80b-0f7b-49a5-96b2-656b100ca6c6" providerId="ADAL" clId="{632DF7FE-9916-4FAF-8457-3521400FFCEA}" dt="2025-11-19T14:28:45.655" v="93667" actId="21"/>
          <ac:spMkLst>
            <pc:docMk/>
            <pc:sldMk cId="77702015" sldId="298"/>
            <ac:spMk id="9" creationId="{8B8676F2-4335-7184-8F2C-C2727F9C78E9}"/>
          </ac:spMkLst>
        </pc:spChg>
      </pc:sldChg>
      <pc:sldChg chg="del">
        <pc:chgData name="DEWE, HAYLEY L." userId="5cada80b-0f7b-49a5-96b2-656b100ca6c6" providerId="ADAL" clId="{632DF7FE-9916-4FAF-8457-3521400FFCEA}" dt="2025-10-22T10:55:47.525" v="2063" actId="47"/>
        <pc:sldMkLst>
          <pc:docMk/>
          <pc:sldMk cId="3524497358" sldId="298"/>
        </pc:sldMkLst>
      </pc:sldChg>
      <pc:sldChg chg="addSp delSp modSp add mod modAnim modNotesTx">
        <pc:chgData name="DEWE, HAYLEY L." userId="5cada80b-0f7b-49a5-96b2-656b100ca6c6" providerId="ADAL" clId="{632DF7FE-9916-4FAF-8457-3521400FFCEA}" dt="2025-11-19T17:22:26.231" v="98715" actId="114"/>
        <pc:sldMkLst>
          <pc:docMk/>
          <pc:sldMk cId="1643573833" sldId="299"/>
        </pc:sldMkLst>
        <pc:spChg chg="add del mod">
          <ac:chgData name="DEWE, HAYLEY L." userId="5cada80b-0f7b-49a5-96b2-656b100ca6c6" providerId="ADAL" clId="{632DF7FE-9916-4FAF-8457-3521400FFCEA}" dt="2025-11-19T10:32:30.204" v="78779" actId="478"/>
          <ac:spMkLst>
            <pc:docMk/>
            <pc:sldMk cId="1643573833" sldId="299"/>
            <ac:spMk id="2" creationId="{BA424C9F-E449-FAB9-D771-D764D9B38C87}"/>
          </ac:spMkLst>
        </pc:spChg>
        <pc:spChg chg="add mod">
          <ac:chgData name="DEWE, HAYLEY L." userId="5cada80b-0f7b-49a5-96b2-656b100ca6c6" providerId="ADAL" clId="{632DF7FE-9916-4FAF-8457-3521400FFCEA}" dt="2025-11-19T10:40:08.320" v="79008" actId="20577"/>
          <ac:spMkLst>
            <pc:docMk/>
            <pc:sldMk cId="1643573833" sldId="299"/>
            <ac:spMk id="4" creationId="{ECFE83C3-165E-E28D-BD53-05A81DAA3646}"/>
          </ac:spMkLst>
        </pc:spChg>
        <pc:spChg chg="add mod">
          <ac:chgData name="DEWE, HAYLEY L." userId="5cada80b-0f7b-49a5-96b2-656b100ca6c6" providerId="ADAL" clId="{632DF7FE-9916-4FAF-8457-3521400FFCEA}" dt="2025-11-19T17:22:26.231" v="98715" actId="114"/>
          <ac:spMkLst>
            <pc:docMk/>
            <pc:sldMk cId="1643573833" sldId="299"/>
            <ac:spMk id="5" creationId="{D79A853A-9317-81C3-2339-60EFB022ECA1}"/>
          </ac:spMkLst>
        </pc:spChg>
        <pc:spChg chg="mod">
          <ac:chgData name="DEWE, HAYLEY L." userId="5cada80b-0f7b-49a5-96b2-656b100ca6c6" providerId="ADAL" clId="{632DF7FE-9916-4FAF-8457-3521400FFCEA}" dt="2025-11-19T10:38:43.505" v="78943" actId="14100"/>
          <ac:spMkLst>
            <pc:docMk/>
            <pc:sldMk cId="1643573833" sldId="299"/>
            <ac:spMk id="6" creationId="{DB7D4253-2759-6072-3D15-B46733CB444D}"/>
          </ac:spMkLst>
        </pc:spChg>
        <pc:spChg chg="mod">
          <ac:chgData name="DEWE, HAYLEY L." userId="5cada80b-0f7b-49a5-96b2-656b100ca6c6" providerId="ADAL" clId="{632DF7FE-9916-4FAF-8457-3521400FFCEA}" dt="2025-11-19T10:37:55.008" v="78929" actId="1076"/>
          <ac:spMkLst>
            <pc:docMk/>
            <pc:sldMk cId="1643573833" sldId="299"/>
            <ac:spMk id="9" creationId="{8B8676F2-4335-7184-8F2C-C2727F9C78E9}"/>
          </ac:spMkLst>
        </pc:spChg>
        <pc:spChg chg="mod">
          <ac:chgData name="DEWE, HAYLEY L." userId="5cada80b-0f7b-49a5-96b2-656b100ca6c6" providerId="ADAL" clId="{632DF7FE-9916-4FAF-8457-3521400FFCEA}" dt="2025-11-19T10:37:45.312" v="78926" actId="1076"/>
          <ac:spMkLst>
            <pc:docMk/>
            <pc:sldMk cId="1643573833" sldId="299"/>
            <ac:spMk id="10" creationId="{60F43394-98CD-4A0D-C4F7-7B2337B34E88}"/>
          </ac:spMkLst>
        </pc:spChg>
        <pc:spChg chg="mod">
          <ac:chgData name="DEWE, HAYLEY L." userId="5cada80b-0f7b-49a5-96b2-656b100ca6c6" providerId="ADAL" clId="{632DF7FE-9916-4FAF-8457-3521400FFCEA}" dt="2025-11-19T10:37:45.312" v="78926" actId="1076"/>
          <ac:spMkLst>
            <pc:docMk/>
            <pc:sldMk cId="1643573833" sldId="299"/>
            <ac:spMk id="11" creationId="{60C5AAFA-6168-AF0B-6AB1-724A276EA4DF}"/>
          </ac:spMkLst>
        </pc:spChg>
        <pc:spChg chg="mod">
          <ac:chgData name="DEWE, HAYLEY L." userId="5cada80b-0f7b-49a5-96b2-656b100ca6c6" providerId="ADAL" clId="{632DF7FE-9916-4FAF-8457-3521400FFCEA}" dt="2025-11-19T10:37:45.312" v="78926" actId="1076"/>
          <ac:spMkLst>
            <pc:docMk/>
            <pc:sldMk cId="1643573833" sldId="299"/>
            <ac:spMk id="12" creationId="{FE01E71A-F8D2-D83F-CB76-44E530E6C998}"/>
          </ac:spMkLst>
        </pc:spChg>
        <pc:spChg chg="mod">
          <ac:chgData name="DEWE, HAYLEY L." userId="5cada80b-0f7b-49a5-96b2-656b100ca6c6" providerId="ADAL" clId="{632DF7FE-9916-4FAF-8457-3521400FFCEA}" dt="2025-11-19T10:37:45.312" v="78926" actId="1076"/>
          <ac:spMkLst>
            <pc:docMk/>
            <pc:sldMk cId="1643573833" sldId="299"/>
            <ac:spMk id="13" creationId="{3C243D27-46A6-99A9-2009-BCEB2C685E53}"/>
          </ac:spMkLst>
        </pc:spChg>
      </pc:sldChg>
      <pc:sldChg chg="addSp delSp modSp add mod delAnim modAnim">
        <pc:chgData name="DEWE, HAYLEY L." userId="5cada80b-0f7b-49a5-96b2-656b100ca6c6" providerId="ADAL" clId="{632DF7FE-9916-4FAF-8457-3521400FFCEA}" dt="2025-11-19T16:59:22.891" v="98061" actId="478"/>
        <pc:sldMkLst>
          <pc:docMk/>
          <pc:sldMk cId="2665059485" sldId="300"/>
        </pc:sldMkLst>
        <pc:spChg chg="add del mod">
          <ac:chgData name="DEWE, HAYLEY L." userId="5cada80b-0f7b-49a5-96b2-656b100ca6c6" providerId="ADAL" clId="{632DF7FE-9916-4FAF-8457-3521400FFCEA}" dt="2025-11-18T17:20:29.917" v="74831" actId="478"/>
          <ac:spMkLst>
            <pc:docMk/>
            <pc:sldMk cId="2665059485" sldId="300"/>
            <ac:spMk id="5" creationId="{B8342353-9EA3-B464-446F-CF781256730E}"/>
          </ac:spMkLst>
        </pc:spChg>
        <pc:spChg chg="add mod">
          <ac:chgData name="DEWE, HAYLEY L." userId="5cada80b-0f7b-49a5-96b2-656b100ca6c6" providerId="ADAL" clId="{632DF7FE-9916-4FAF-8457-3521400FFCEA}" dt="2025-11-18T17:24:39.400" v="74911" actId="6549"/>
          <ac:spMkLst>
            <pc:docMk/>
            <pc:sldMk cId="2665059485" sldId="300"/>
            <ac:spMk id="7" creationId="{08EA3F74-6D59-C645-4364-93130C8B25A5}"/>
          </ac:spMkLst>
        </pc:spChg>
        <pc:spChg chg="add mod">
          <ac:chgData name="DEWE, HAYLEY L." userId="5cada80b-0f7b-49a5-96b2-656b100ca6c6" providerId="ADAL" clId="{632DF7FE-9916-4FAF-8457-3521400FFCEA}" dt="2025-11-19T10:31:26.450" v="78754" actId="2711"/>
          <ac:spMkLst>
            <pc:docMk/>
            <pc:sldMk cId="2665059485" sldId="300"/>
            <ac:spMk id="8" creationId="{04A17579-1916-480E-A215-317297218431}"/>
          </ac:spMkLst>
        </pc:spChg>
        <pc:spChg chg="add del mod">
          <ac:chgData name="DEWE, HAYLEY L." userId="5cada80b-0f7b-49a5-96b2-656b100ca6c6" providerId="ADAL" clId="{632DF7FE-9916-4FAF-8457-3521400FFCEA}" dt="2025-11-18T17:20:46.214" v="74836" actId="478"/>
          <ac:spMkLst>
            <pc:docMk/>
            <pc:sldMk cId="2665059485" sldId="300"/>
            <ac:spMk id="9" creationId="{8B8676F2-4335-7184-8F2C-C2727F9C78E9}"/>
          </ac:spMkLst>
        </pc:spChg>
        <pc:spChg chg="add del mod">
          <ac:chgData name="DEWE, HAYLEY L." userId="5cada80b-0f7b-49a5-96b2-656b100ca6c6" providerId="ADAL" clId="{632DF7FE-9916-4FAF-8457-3521400FFCEA}" dt="2025-11-19T15:33:39.665" v="96483" actId="478"/>
          <ac:spMkLst>
            <pc:docMk/>
            <pc:sldMk cId="2665059485" sldId="300"/>
            <ac:spMk id="16" creationId="{A915FEF9-DF01-0486-C821-4E993F705477}"/>
          </ac:spMkLst>
        </pc:spChg>
        <pc:picChg chg="del mod">
          <ac:chgData name="DEWE, HAYLEY L." userId="5cada80b-0f7b-49a5-96b2-656b100ca6c6" providerId="ADAL" clId="{632DF7FE-9916-4FAF-8457-3521400FFCEA}" dt="2025-11-19T16:59:20.955" v="98057" actId="478"/>
          <ac:picMkLst>
            <pc:docMk/>
            <pc:sldMk cId="2665059485" sldId="300"/>
            <ac:picMk id="2" creationId="{C95F94E2-3A18-2491-6BBA-CF8CE858CD43}"/>
          </ac:picMkLst>
        </pc:picChg>
        <pc:picChg chg="add del mod">
          <ac:chgData name="DEWE, HAYLEY L." userId="5cada80b-0f7b-49a5-96b2-656b100ca6c6" providerId="ADAL" clId="{632DF7FE-9916-4FAF-8457-3521400FFCEA}" dt="2025-11-19T16:59:21.821" v="98059" actId="478"/>
          <ac:picMkLst>
            <pc:docMk/>
            <pc:sldMk cId="2665059485" sldId="300"/>
            <ac:picMk id="10" creationId="{612F9F0C-E217-2996-3951-208BC95B0082}"/>
          </ac:picMkLst>
        </pc:picChg>
        <pc:picChg chg="add del mod">
          <ac:chgData name="DEWE, HAYLEY L." userId="5cada80b-0f7b-49a5-96b2-656b100ca6c6" providerId="ADAL" clId="{632DF7FE-9916-4FAF-8457-3521400FFCEA}" dt="2025-11-19T16:59:21.365" v="98058" actId="478"/>
          <ac:picMkLst>
            <pc:docMk/>
            <pc:sldMk cId="2665059485" sldId="300"/>
            <ac:picMk id="11" creationId="{669C262D-E2D5-195F-FE68-55868AD54EAB}"/>
          </ac:picMkLst>
        </pc:picChg>
        <pc:picChg chg="add del mod">
          <ac:chgData name="DEWE, HAYLEY L." userId="5cada80b-0f7b-49a5-96b2-656b100ca6c6" providerId="ADAL" clId="{632DF7FE-9916-4FAF-8457-3521400FFCEA}" dt="2025-11-18T17:25:25.184" v="74919" actId="478"/>
          <ac:picMkLst>
            <pc:docMk/>
            <pc:sldMk cId="2665059485" sldId="300"/>
            <ac:picMk id="12" creationId="{809C5CB2-2442-2365-C21F-3C3A56063A89}"/>
          </ac:picMkLst>
        </pc:picChg>
        <pc:picChg chg="add del mod">
          <ac:chgData name="DEWE, HAYLEY L." userId="5cada80b-0f7b-49a5-96b2-656b100ca6c6" providerId="ADAL" clId="{632DF7FE-9916-4FAF-8457-3521400FFCEA}" dt="2025-11-18T17:25:24.619" v="74918" actId="478"/>
          <ac:picMkLst>
            <pc:docMk/>
            <pc:sldMk cId="2665059485" sldId="300"/>
            <ac:picMk id="13" creationId="{8A9044AD-8618-2181-0CAE-6BE81B669400}"/>
          </ac:picMkLst>
        </pc:picChg>
        <pc:picChg chg="add del mod">
          <ac:chgData name="DEWE, HAYLEY L." userId="5cada80b-0f7b-49a5-96b2-656b100ca6c6" providerId="ADAL" clId="{632DF7FE-9916-4FAF-8457-3521400FFCEA}" dt="2025-11-19T16:59:22.891" v="98061" actId="478"/>
          <ac:picMkLst>
            <pc:docMk/>
            <pc:sldMk cId="2665059485" sldId="300"/>
            <ac:picMk id="14" creationId="{1C80F522-D6AA-91F9-B9C8-37B94077AF0E}"/>
          </ac:picMkLst>
        </pc:picChg>
        <pc:picChg chg="add del mod">
          <ac:chgData name="DEWE, HAYLEY L." userId="5cada80b-0f7b-49a5-96b2-656b100ca6c6" providerId="ADAL" clId="{632DF7FE-9916-4FAF-8457-3521400FFCEA}" dt="2025-11-19T16:59:22.387" v="98060" actId="478"/>
          <ac:picMkLst>
            <pc:docMk/>
            <pc:sldMk cId="2665059485" sldId="300"/>
            <ac:picMk id="15" creationId="{BD13CA45-E3B8-5416-2B4D-A61DE8CCFD1A}"/>
          </ac:picMkLst>
        </pc:picChg>
        <pc:picChg chg="del mod">
          <ac:chgData name="DEWE, HAYLEY L." userId="5cada80b-0f7b-49a5-96b2-656b100ca6c6" providerId="ADAL" clId="{632DF7FE-9916-4FAF-8457-3521400FFCEA}" dt="2025-11-19T16:59:20.388" v="98056" actId="478"/>
          <ac:picMkLst>
            <pc:docMk/>
            <pc:sldMk cId="2665059485" sldId="300"/>
            <ac:picMk id="1026" creationId="{0087432D-FDD0-F6A1-B220-AB915F89B513}"/>
          </ac:picMkLst>
        </pc:picChg>
      </pc:sldChg>
      <pc:sldChg chg="del">
        <pc:chgData name="DEWE, HAYLEY L." userId="5cada80b-0f7b-49a5-96b2-656b100ca6c6" providerId="ADAL" clId="{632DF7FE-9916-4FAF-8457-3521400FFCEA}" dt="2025-10-22T09:47:37.329" v="250" actId="47"/>
        <pc:sldMkLst>
          <pc:docMk/>
          <pc:sldMk cId="1557494676" sldId="301"/>
        </pc:sldMkLst>
      </pc:sldChg>
      <pc:sldChg chg="del">
        <pc:chgData name="DEWE, HAYLEY L." userId="5cada80b-0f7b-49a5-96b2-656b100ca6c6" providerId="ADAL" clId="{632DF7FE-9916-4FAF-8457-3521400FFCEA}" dt="2025-10-22T09:47:37.799" v="251" actId="47"/>
        <pc:sldMkLst>
          <pc:docMk/>
          <pc:sldMk cId="3787757895" sldId="303"/>
        </pc:sldMkLst>
      </pc:sldChg>
      <pc:sldChg chg="modSp del mod">
        <pc:chgData name="DEWE, HAYLEY L." userId="5cada80b-0f7b-49a5-96b2-656b100ca6c6" providerId="ADAL" clId="{632DF7FE-9916-4FAF-8457-3521400FFCEA}" dt="2025-10-28T11:50:27.607" v="6681" actId="47"/>
        <pc:sldMkLst>
          <pc:docMk/>
          <pc:sldMk cId="2807155718" sldId="304"/>
        </pc:sldMkLst>
      </pc:sldChg>
      <pc:sldChg chg="addSp delSp modSp del mod ord delAnim modAnim modNotesTx">
        <pc:chgData name="DEWE, HAYLEY L." userId="5cada80b-0f7b-49a5-96b2-656b100ca6c6" providerId="ADAL" clId="{632DF7FE-9916-4FAF-8457-3521400FFCEA}" dt="2025-10-27T16:23:41.973" v="6186" actId="47"/>
        <pc:sldMkLst>
          <pc:docMk/>
          <pc:sldMk cId="3207344223" sldId="305"/>
        </pc:sldMkLst>
      </pc:sldChg>
      <pc:sldChg chg="del">
        <pc:chgData name="DEWE, HAYLEY L." userId="5cada80b-0f7b-49a5-96b2-656b100ca6c6" providerId="ADAL" clId="{632DF7FE-9916-4FAF-8457-3521400FFCEA}" dt="2025-10-22T10:55:53.247" v="2067" actId="47"/>
        <pc:sldMkLst>
          <pc:docMk/>
          <pc:sldMk cId="1866738169" sldId="306"/>
        </pc:sldMkLst>
      </pc:sldChg>
      <pc:sldChg chg="modSp add del mod ord modNotesTx">
        <pc:chgData name="DEWE, HAYLEY L." userId="5cada80b-0f7b-49a5-96b2-656b100ca6c6" providerId="ADAL" clId="{632DF7FE-9916-4FAF-8457-3521400FFCEA}" dt="2025-11-04T12:58:32.826" v="16548" actId="47"/>
        <pc:sldMkLst>
          <pc:docMk/>
          <pc:sldMk cId="4188619755" sldId="312"/>
        </pc:sldMkLst>
      </pc:sldChg>
      <pc:sldChg chg="del ord">
        <pc:chgData name="DEWE, HAYLEY L." userId="5cada80b-0f7b-49a5-96b2-656b100ca6c6" providerId="ADAL" clId="{632DF7FE-9916-4FAF-8457-3521400FFCEA}" dt="2025-10-22T09:48:41.834" v="304" actId="47"/>
        <pc:sldMkLst>
          <pc:docMk/>
          <pc:sldMk cId="2613428923" sldId="313"/>
        </pc:sldMkLst>
      </pc:sldChg>
      <pc:sldChg chg="modSp add del mod ord">
        <pc:chgData name="DEWE, HAYLEY L." userId="5cada80b-0f7b-49a5-96b2-656b100ca6c6" providerId="ADAL" clId="{632DF7FE-9916-4FAF-8457-3521400FFCEA}" dt="2025-10-22T10:01:47.405" v="760" actId="47"/>
        <pc:sldMkLst>
          <pc:docMk/>
          <pc:sldMk cId="33540929" sldId="314"/>
        </pc:sldMkLst>
      </pc:sldChg>
      <pc:sldChg chg="del">
        <pc:chgData name="DEWE, HAYLEY L." userId="5cada80b-0f7b-49a5-96b2-656b100ca6c6" providerId="ADAL" clId="{632DF7FE-9916-4FAF-8457-3521400FFCEA}" dt="2025-10-22T10:55:45.024" v="2061" actId="47"/>
        <pc:sldMkLst>
          <pc:docMk/>
          <pc:sldMk cId="3234205895" sldId="325"/>
        </pc:sldMkLst>
      </pc:sldChg>
      <pc:sldChg chg="del">
        <pc:chgData name="DEWE, HAYLEY L." userId="5cada80b-0f7b-49a5-96b2-656b100ca6c6" providerId="ADAL" clId="{632DF7FE-9916-4FAF-8457-3521400FFCEA}" dt="2025-10-22T10:55:48.933" v="2064" actId="47"/>
        <pc:sldMkLst>
          <pc:docMk/>
          <pc:sldMk cId="369844883" sldId="326"/>
        </pc:sldMkLst>
      </pc:sldChg>
      <pc:sldChg chg="modSp add del mod">
        <pc:chgData name="DEWE, HAYLEY L." userId="5cada80b-0f7b-49a5-96b2-656b100ca6c6" providerId="ADAL" clId="{632DF7FE-9916-4FAF-8457-3521400FFCEA}" dt="2025-10-27T16:23:33.633" v="6184" actId="47"/>
        <pc:sldMkLst>
          <pc:docMk/>
          <pc:sldMk cId="2423872994" sldId="328"/>
        </pc:sldMkLst>
      </pc:sldChg>
      <pc:sldChg chg="add del">
        <pc:chgData name="DEWE, HAYLEY L." userId="5cada80b-0f7b-49a5-96b2-656b100ca6c6" providerId="ADAL" clId="{632DF7FE-9916-4FAF-8457-3521400FFCEA}" dt="2025-10-22T10:55:43.227" v="2060" actId="47"/>
        <pc:sldMkLst>
          <pc:docMk/>
          <pc:sldMk cId="4232996817" sldId="329"/>
        </pc:sldMkLst>
      </pc:sldChg>
      <pc:sldChg chg="del">
        <pc:chgData name="DEWE, HAYLEY L." userId="5cada80b-0f7b-49a5-96b2-656b100ca6c6" providerId="ADAL" clId="{632DF7FE-9916-4FAF-8457-3521400FFCEA}" dt="2025-10-22T10:56:05.685" v="2075" actId="47"/>
        <pc:sldMkLst>
          <pc:docMk/>
          <pc:sldMk cId="699490516" sldId="330"/>
        </pc:sldMkLst>
      </pc:sldChg>
      <pc:sldChg chg="del">
        <pc:chgData name="DEWE, HAYLEY L." userId="5cada80b-0f7b-49a5-96b2-656b100ca6c6" providerId="ADAL" clId="{632DF7FE-9916-4FAF-8457-3521400FFCEA}" dt="2025-10-22T09:47:34.289" v="248" actId="47"/>
        <pc:sldMkLst>
          <pc:docMk/>
          <pc:sldMk cId="2923853994" sldId="332"/>
        </pc:sldMkLst>
      </pc:sldChg>
      <pc:sldChg chg="del">
        <pc:chgData name="DEWE, HAYLEY L." userId="5cada80b-0f7b-49a5-96b2-656b100ca6c6" providerId="ADAL" clId="{632DF7FE-9916-4FAF-8457-3521400FFCEA}" dt="2025-10-22T10:55:58.973" v="2071" actId="47"/>
        <pc:sldMkLst>
          <pc:docMk/>
          <pc:sldMk cId="2093560962" sldId="333"/>
        </pc:sldMkLst>
      </pc:sldChg>
      <pc:sldChg chg="del">
        <pc:chgData name="DEWE, HAYLEY L." userId="5cada80b-0f7b-49a5-96b2-656b100ca6c6" providerId="ADAL" clId="{632DF7FE-9916-4FAF-8457-3521400FFCEA}" dt="2025-10-22T09:47:32.248" v="247" actId="47"/>
        <pc:sldMkLst>
          <pc:docMk/>
          <pc:sldMk cId="3918554070" sldId="334"/>
        </pc:sldMkLst>
      </pc:sldChg>
      <pc:sldChg chg="modSp mod modAnim">
        <pc:chgData name="DEWE, HAYLEY L." userId="5cada80b-0f7b-49a5-96b2-656b100ca6c6" providerId="ADAL" clId="{632DF7FE-9916-4FAF-8457-3521400FFCEA}" dt="2025-11-19T17:21:52.168" v="98712" actId="1076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5-11-18T11:25:44.769" v="61127" actId="2711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632DF7FE-9916-4FAF-8457-3521400FFCEA}" dt="2025-11-19T17:21:52.168" v="98712" actId="1076"/>
          <ac:spMkLst>
            <pc:docMk/>
            <pc:sldMk cId="338365097" sldId="335"/>
            <ac:spMk id="6" creationId="{20A6FCE1-807F-78AF-7A22-954415E2EDD2}"/>
          </ac:spMkLst>
        </pc:spChg>
      </pc:sldChg>
      <pc:sldChg chg="add del ord modAnim modNotesTx">
        <pc:chgData name="DEWE, HAYLEY L." userId="5cada80b-0f7b-49a5-96b2-656b100ca6c6" providerId="ADAL" clId="{632DF7FE-9916-4FAF-8457-3521400FFCEA}" dt="2025-10-27T16:23:30.965" v="6183" actId="47"/>
        <pc:sldMkLst>
          <pc:docMk/>
          <pc:sldMk cId="2763638759" sldId="337"/>
        </pc:sldMkLst>
      </pc:sldChg>
      <pc:sldChg chg="addSp modSp add mod modAnim">
        <pc:chgData name="DEWE, HAYLEY L." userId="5cada80b-0f7b-49a5-96b2-656b100ca6c6" providerId="ADAL" clId="{632DF7FE-9916-4FAF-8457-3521400FFCEA}" dt="2025-11-19T15:32:46.011" v="96482"/>
        <pc:sldMkLst>
          <pc:docMk/>
          <pc:sldMk cId="4094537653" sldId="337"/>
        </pc:sldMkLst>
        <pc:spChg chg="add mod">
          <ac:chgData name="DEWE, HAYLEY L." userId="5cada80b-0f7b-49a5-96b2-656b100ca6c6" providerId="ADAL" clId="{632DF7FE-9916-4FAF-8457-3521400FFCEA}" dt="2025-11-19T10:31:20.616" v="78753" actId="2711"/>
          <ac:spMkLst>
            <pc:docMk/>
            <pc:sldMk cId="4094537653" sldId="337"/>
            <ac:spMk id="2" creationId="{853B8851-77B0-F845-C429-F9E7E8A04365}"/>
          </ac:spMkLst>
        </pc:spChg>
        <pc:spChg chg="mod">
          <ac:chgData name="DEWE, HAYLEY L." userId="5cada80b-0f7b-49a5-96b2-656b100ca6c6" providerId="ADAL" clId="{632DF7FE-9916-4FAF-8457-3521400FFCEA}" dt="2025-11-18T17:21:04.335" v="74843" actId="27636"/>
          <ac:spMkLst>
            <pc:docMk/>
            <pc:sldMk cId="4094537653" sldId="337"/>
            <ac:spMk id="9" creationId="{8B8676F2-4335-7184-8F2C-C2727F9C78E9}"/>
          </ac:spMkLst>
        </pc:spChg>
      </pc:sldChg>
      <pc:sldChg chg="del">
        <pc:chgData name="DEWE, HAYLEY L." userId="5cada80b-0f7b-49a5-96b2-656b100ca6c6" providerId="ADAL" clId="{632DF7FE-9916-4FAF-8457-3521400FFCEA}" dt="2025-10-22T09:47:45.286" v="254" actId="47"/>
        <pc:sldMkLst>
          <pc:docMk/>
          <pc:sldMk cId="1585753451" sldId="338"/>
        </pc:sldMkLst>
      </pc:sldChg>
      <pc:sldChg chg="del">
        <pc:chgData name="DEWE, HAYLEY L." userId="5cada80b-0f7b-49a5-96b2-656b100ca6c6" providerId="ADAL" clId="{632DF7FE-9916-4FAF-8457-3521400FFCEA}" dt="2025-10-22T09:47:46.796" v="255" actId="47"/>
        <pc:sldMkLst>
          <pc:docMk/>
          <pc:sldMk cId="4232275862" sldId="339"/>
        </pc:sldMkLst>
      </pc:sldChg>
      <pc:sldChg chg="del">
        <pc:chgData name="DEWE, HAYLEY L." userId="5cada80b-0f7b-49a5-96b2-656b100ca6c6" providerId="ADAL" clId="{632DF7FE-9916-4FAF-8457-3521400FFCEA}" dt="2025-10-22T10:01:49.640" v="761" actId="47"/>
        <pc:sldMkLst>
          <pc:docMk/>
          <pc:sldMk cId="3058138973" sldId="340"/>
        </pc:sldMkLst>
      </pc:sldChg>
      <pc:sldChg chg="del">
        <pc:chgData name="DEWE, HAYLEY L." userId="5cada80b-0f7b-49a5-96b2-656b100ca6c6" providerId="ADAL" clId="{632DF7FE-9916-4FAF-8457-3521400FFCEA}" dt="2025-10-22T13:50:51.467" v="2973" actId="47"/>
        <pc:sldMkLst>
          <pc:docMk/>
          <pc:sldMk cId="1710789567" sldId="341"/>
        </pc:sldMkLst>
      </pc:sldChg>
      <pc:sldChg chg="del">
        <pc:chgData name="DEWE, HAYLEY L." userId="5cada80b-0f7b-49a5-96b2-656b100ca6c6" providerId="ADAL" clId="{632DF7FE-9916-4FAF-8457-3521400FFCEA}" dt="2025-10-22T10:55:50.416" v="2065" actId="47"/>
        <pc:sldMkLst>
          <pc:docMk/>
          <pc:sldMk cId="4020492249" sldId="343"/>
        </pc:sldMkLst>
      </pc:sldChg>
      <pc:sldChg chg="del">
        <pc:chgData name="DEWE, HAYLEY L." userId="5cada80b-0f7b-49a5-96b2-656b100ca6c6" providerId="ADAL" clId="{632DF7FE-9916-4FAF-8457-3521400FFCEA}" dt="2025-10-22T13:50:52.008" v="2974" actId="47"/>
        <pc:sldMkLst>
          <pc:docMk/>
          <pc:sldMk cId="4192220800" sldId="344"/>
        </pc:sldMkLst>
      </pc:sldChg>
      <pc:sldChg chg="del">
        <pc:chgData name="DEWE, HAYLEY L." userId="5cada80b-0f7b-49a5-96b2-656b100ca6c6" providerId="ADAL" clId="{632DF7FE-9916-4FAF-8457-3521400FFCEA}" dt="2025-10-22T10:55:52.284" v="2066" actId="47"/>
        <pc:sldMkLst>
          <pc:docMk/>
          <pc:sldMk cId="4038684548" sldId="345"/>
        </pc:sldMkLst>
      </pc:sldChg>
      <pc:sldChg chg="del">
        <pc:chgData name="DEWE, HAYLEY L." userId="5cada80b-0f7b-49a5-96b2-656b100ca6c6" providerId="ADAL" clId="{632DF7FE-9916-4FAF-8457-3521400FFCEA}" dt="2025-10-22T10:55:54.226" v="2068" actId="47"/>
        <pc:sldMkLst>
          <pc:docMk/>
          <pc:sldMk cId="2425083260" sldId="346"/>
        </pc:sldMkLst>
      </pc:sldChg>
      <pc:sldChg chg="del">
        <pc:chgData name="DEWE, HAYLEY L." userId="5cada80b-0f7b-49a5-96b2-656b100ca6c6" providerId="ADAL" clId="{632DF7FE-9916-4FAF-8457-3521400FFCEA}" dt="2025-10-22T10:55:54.932" v="2069" actId="47"/>
        <pc:sldMkLst>
          <pc:docMk/>
          <pc:sldMk cId="3371320197" sldId="347"/>
        </pc:sldMkLst>
      </pc:sldChg>
      <pc:sldChg chg="del">
        <pc:chgData name="DEWE, HAYLEY L." userId="5cada80b-0f7b-49a5-96b2-656b100ca6c6" providerId="ADAL" clId="{632DF7FE-9916-4FAF-8457-3521400FFCEA}" dt="2025-10-22T10:55:56.273" v="2070" actId="47"/>
        <pc:sldMkLst>
          <pc:docMk/>
          <pc:sldMk cId="2852232281" sldId="348"/>
        </pc:sldMkLst>
      </pc:sldChg>
      <pc:sldChg chg="del">
        <pc:chgData name="DEWE, HAYLEY L." userId="5cada80b-0f7b-49a5-96b2-656b100ca6c6" providerId="ADAL" clId="{632DF7FE-9916-4FAF-8457-3521400FFCEA}" dt="2025-10-22T10:56:04.587" v="2074" actId="47"/>
        <pc:sldMkLst>
          <pc:docMk/>
          <pc:sldMk cId="3829531161" sldId="349"/>
        </pc:sldMkLst>
      </pc:sldChg>
      <pc:sldChg chg="del">
        <pc:chgData name="DEWE, HAYLEY L." userId="5cada80b-0f7b-49a5-96b2-656b100ca6c6" providerId="ADAL" clId="{632DF7FE-9916-4FAF-8457-3521400FFCEA}" dt="2025-10-22T10:55:59.971" v="2073" actId="47"/>
        <pc:sldMkLst>
          <pc:docMk/>
          <pc:sldMk cId="2617131412" sldId="350"/>
        </pc:sldMkLst>
      </pc:sldChg>
      <pc:sldChg chg="del">
        <pc:chgData name="DEWE, HAYLEY L." userId="5cada80b-0f7b-49a5-96b2-656b100ca6c6" providerId="ADAL" clId="{632DF7FE-9916-4FAF-8457-3521400FFCEA}" dt="2025-10-22T10:55:59.482" v="2072" actId="47"/>
        <pc:sldMkLst>
          <pc:docMk/>
          <pc:sldMk cId="2417051397" sldId="351"/>
        </pc:sldMkLst>
      </pc:sldChg>
      <pc:sldChg chg="del">
        <pc:chgData name="DEWE, HAYLEY L." userId="5cada80b-0f7b-49a5-96b2-656b100ca6c6" providerId="ADAL" clId="{632DF7FE-9916-4FAF-8457-3521400FFCEA}" dt="2025-10-22T10:55:46.385" v="2062" actId="47"/>
        <pc:sldMkLst>
          <pc:docMk/>
          <pc:sldMk cId="765867033" sldId="352"/>
        </pc:sldMkLst>
      </pc:sldChg>
      <pc:sldChg chg="addSp delSp modSp add del mod ord delAnim modAnim">
        <pc:chgData name="DEWE, HAYLEY L." userId="5cada80b-0f7b-49a5-96b2-656b100ca6c6" providerId="ADAL" clId="{632DF7FE-9916-4FAF-8457-3521400FFCEA}" dt="2025-10-27T16:23:35.308" v="6185" actId="47"/>
        <pc:sldMkLst>
          <pc:docMk/>
          <pc:sldMk cId="3572692624" sldId="353"/>
        </pc:sldMkLst>
      </pc:sldChg>
      <pc:sldChg chg="modSp add del">
        <pc:chgData name="DEWE, HAYLEY L." userId="5cada80b-0f7b-49a5-96b2-656b100ca6c6" providerId="ADAL" clId="{632DF7FE-9916-4FAF-8457-3521400FFCEA}" dt="2025-11-19T11:49:14.541" v="87671" actId="47"/>
        <pc:sldMkLst>
          <pc:docMk/>
          <pc:sldMk cId="2576750715" sldId="354"/>
        </pc:sldMkLst>
        <pc:spChg chg="mod">
          <ac:chgData name="DEWE, HAYLEY L." userId="5cada80b-0f7b-49a5-96b2-656b100ca6c6" providerId="ADAL" clId="{632DF7FE-9916-4FAF-8457-3521400FFCEA}" dt="2025-11-19T11:30:47.757" v="85467" actId="207"/>
          <ac:spMkLst>
            <pc:docMk/>
            <pc:sldMk cId="2576750715" sldId="354"/>
            <ac:spMk id="3" creationId="{5740A8EE-E227-25EA-12BF-DE94E0958C52}"/>
          </ac:spMkLst>
        </pc:spChg>
        <pc:spChg chg="mod">
          <ac:chgData name="DEWE, HAYLEY L." userId="5cada80b-0f7b-49a5-96b2-656b100ca6c6" providerId="ADAL" clId="{632DF7FE-9916-4FAF-8457-3521400FFCEA}" dt="2025-11-19T11:30:47.757" v="85467" actId="207"/>
          <ac:spMkLst>
            <pc:docMk/>
            <pc:sldMk cId="2576750715" sldId="354"/>
            <ac:spMk id="7" creationId="{B0EB93BD-3360-E5AD-3835-4E6A4EEE5051}"/>
          </ac:spMkLst>
        </pc:spChg>
        <pc:spChg chg="mod">
          <ac:chgData name="DEWE, HAYLEY L." userId="5cada80b-0f7b-49a5-96b2-656b100ca6c6" providerId="ADAL" clId="{632DF7FE-9916-4FAF-8457-3521400FFCEA}" dt="2025-11-19T11:30:47.757" v="85467" actId="207"/>
          <ac:spMkLst>
            <pc:docMk/>
            <pc:sldMk cId="2576750715" sldId="354"/>
            <ac:spMk id="9" creationId="{8B8676F2-4335-7184-8F2C-C2727F9C78E9}"/>
          </ac:spMkLst>
        </pc:spChg>
        <pc:picChg chg="mod">
          <ac:chgData name="DEWE, HAYLEY L." userId="5cada80b-0f7b-49a5-96b2-656b100ca6c6" providerId="ADAL" clId="{632DF7FE-9916-4FAF-8457-3521400FFCEA}" dt="2025-11-19T11:30:47.757" v="85467" actId="207"/>
          <ac:picMkLst>
            <pc:docMk/>
            <pc:sldMk cId="2576750715" sldId="354"/>
            <ac:picMk id="6" creationId="{DD6AE875-99EE-9303-8DB0-2FA0A1ADDC89}"/>
          </ac:picMkLst>
        </pc:picChg>
      </pc:sldChg>
      <pc:sldChg chg="add del">
        <pc:chgData name="DEWE, HAYLEY L." userId="5cada80b-0f7b-49a5-96b2-656b100ca6c6" providerId="ADAL" clId="{632DF7FE-9916-4FAF-8457-3521400FFCEA}" dt="2025-10-22T10:48:49.293" v="2007" actId="47"/>
        <pc:sldMkLst>
          <pc:docMk/>
          <pc:sldMk cId="2818862348" sldId="354"/>
        </pc:sldMkLst>
      </pc:sldChg>
      <pc:sldChg chg="modSp add del modAnim">
        <pc:chgData name="DEWE, HAYLEY L." userId="5cada80b-0f7b-49a5-96b2-656b100ca6c6" providerId="ADAL" clId="{632DF7FE-9916-4FAF-8457-3521400FFCEA}" dt="2025-10-22T09:57:37.493" v="518" actId="47"/>
        <pc:sldMkLst>
          <pc:docMk/>
          <pc:sldMk cId="3515596302" sldId="354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1880356968" sldId="355"/>
        </pc:sldMkLst>
      </pc:sldChg>
      <pc:sldChg chg="add del">
        <pc:chgData name="DEWE, HAYLEY L." userId="5cada80b-0f7b-49a5-96b2-656b100ca6c6" providerId="ADAL" clId="{632DF7FE-9916-4FAF-8457-3521400FFCEA}" dt="2025-11-04T12:55:40.434" v="16517" actId="47"/>
        <pc:sldMkLst>
          <pc:docMk/>
          <pc:sldMk cId="2797809940" sldId="355"/>
        </pc:sldMkLst>
      </pc:sldChg>
      <pc:sldChg chg="addSp delSp modSp add mod delAnim modAnim">
        <pc:chgData name="DEWE, HAYLEY L." userId="5cada80b-0f7b-49a5-96b2-656b100ca6c6" providerId="ADAL" clId="{632DF7FE-9916-4FAF-8457-3521400FFCEA}" dt="2025-11-19T15:49:44.928" v="96751" actId="1036"/>
        <pc:sldMkLst>
          <pc:docMk/>
          <pc:sldMk cId="2930435854" sldId="355"/>
        </pc:sldMkLst>
        <pc:spChg chg="add mod">
          <ac:chgData name="DEWE, HAYLEY L." userId="5cada80b-0f7b-49a5-96b2-656b100ca6c6" providerId="ADAL" clId="{632DF7FE-9916-4FAF-8457-3521400FFCEA}" dt="2025-11-19T11:31:20.681" v="85512" actId="313"/>
          <ac:spMkLst>
            <pc:docMk/>
            <pc:sldMk cId="2930435854" sldId="355"/>
            <ac:spMk id="2" creationId="{BAFF566C-1CA0-FD1F-FDD9-1B4087C3001C}"/>
          </ac:spMkLst>
        </pc:spChg>
        <pc:spChg chg="add del mod">
          <ac:chgData name="DEWE, HAYLEY L." userId="5cada80b-0f7b-49a5-96b2-656b100ca6c6" providerId="ADAL" clId="{632DF7FE-9916-4FAF-8457-3521400FFCEA}" dt="2025-11-19T15:48:59.803" v="96736" actId="21"/>
          <ac:spMkLst>
            <pc:docMk/>
            <pc:sldMk cId="2930435854" sldId="355"/>
            <ac:spMk id="3" creationId="{DA37815E-9CDE-0FA7-F80E-81F5C6B57AC9}"/>
          </ac:spMkLst>
        </pc:spChg>
        <pc:spChg chg="del mod">
          <ac:chgData name="DEWE, HAYLEY L." userId="5cada80b-0f7b-49a5-96b2-656b100ca6c6" providerId="ADAL" clId="{632DF7FE-9916-4FAF-8457-3521400FFCEA}" dt="2025-11-19T11:35:22.696" v="86316" actId="478"/>
          <ac:spMkLst>
            <pc:docMk/>
            <pc:sldMk cId="2930435854" sldId="355"/>
            <ac:spMk id="5" creationId="{610D0FF6-3F66-60B7-ADFF-785D897519AB}"/>
          </ac:spMkLst>
        </pc:spChg>
        <pc:spChg chg="add del mod">
          <ac:chgData name="DEWE, HAYLEY L." userId="5cada80b-0f7b-49a5-96b2-656b100ca6c6" providerId="ADAL" clId="{632DF7FE-9916-4FAF-8457-3521400FFCEA}" dt="2025-11-19T15:49:14.228" v="96739" actId="478"/>
          <ac:spMkLst>
            <pc:docMk/>
            <pc:sldMk cId="2930435854" sldId="355"/>
            <ac:spMk id="6" creationId="{DA37815E-9CDE-0FA7-F80E-81F5C6B57AC9}"/>
          </ac:spMkLst>
        </pc:spChg>
        <pc:spChg chg="add del mod">
          <ac:chgData name="DEWE, HAYLEY L." userId="5cada80b-0f7b-49a5-96b2-656b100ca6c6" providerId="ADAL" clId="{632DF7FE-9916-4FAF-8457-3521400FFCEA}" dt="2025-11-19T15:49:44.928" v="96751" actId="1036"/>
          <ac:spMkLst>
            <pc:docMk/>
            <pc:sldMk cId="2930435854" sldId="355"/>
            <ac:spMk id="8" creationId="{AA91084F-798F-9E87-3026-2DC3820FA2BE}"/>
          </ac:spMkLst>
        </pc:spChg>
        <pc:spChg chg="mod">
          <ac:chgData name="DEWE, HAYLEY L." userId="5cada80b-0f7b-49a5-96b2-656b100ca6c6" providerId="ADAL" clId="{632DF7FE-9916-4FAF-8457-3521400FFCEA}" dt="2025-11-19T15:48:45.382" v="96734" actId="20577"/>
          <ac:spMkLst>
            <pc:docMk/>
            <pc:sldMk cId="2930435854" sldId="355"/>
            <ac:spMk id="9" creationId="{8B8676F2-4335-7184-8F2C-C2727F9C78E9}"/>
          </ac:spMkLst>
        </pc:spChg>
        <pc:picChg chg="del mod">
          <ac:chgData name="DEWE, HAYLEY L." userId="5cada80b-0f7b-49a5-96b2-656b100ca6c6" providerId="ADAL" clId="{632DF7FE-9916-4FAF-8457-3521400FFCEA}" dt="2025-11-19T11:35:23.263" v="86317" actId="478"/>
          <ac:picMkLst>
            <pc:docMk/>
            <pc:sldMk cId="2930435854" sldId="355"/>
            <ac:picMk id="4" creationId="{8DDD4B10-1985-E186-CBEE-0D699A5C9EF3}"/>
          </ac:picMkLst>
        </pc:picChg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118044428" sldId="355"/>
        </pc:sldMkLst>
      </pc:sldChg>
      <pc:sldChg chg="modSp add del">
        <pc:chgData name="DEWE, HAYLEY L." userId="5cada80b-0f7b-49a5-96b2-656b100ca6c6" providerId="ADAL" clId="{632DF7FE-9916-4FAF-8457-3521400FFCEA}" dt="2025-11-19T11:57:40.190" v="88655" actId="47"/>
        <pc:sldMkLst>
          <pc:docMk/>
          <pc:sldMk cId="97897203" sldId="356"/>
        </pc:sldMkLst>
        <pc:spChg chg="mod">
          <ac:chgData name="DEWE, HAYLEY L." userId="5cada80b-0f7b-49a5-96b2-656b100ca6c6" providerId="ADAL" clId="{632DF7FE-9916-4FAF-8457-3521400FFCEA}" dt="2025-11-19T11:30:50.943" v="85468" actId="207"/>
          <ac:spMkLst>
            <pc:docMk/>
            <pc:sldMk cId="97897203" sldId="356"/>
            <ac:spMk id="2" creationId="{9A89A54E-4CEA-0BE0-583E-E42147F74A47}"/>
          </ac:spMkLst>
        </pc:spChg>
        <pc:spChg chg="mod">
          <ac:chgData name="DEWE, HAYLEY L." userId="5cada80b-0f7b-49a5-96b2-656b100ca6c6" providerId="ADAL" clId="{632DF7FE-9916-4FAF-8457-3521400FFCEA}" dt="2025-11-19T11:30:50.943" v="85468" actId="207"/>
          <ac:spMkLst>
            <pc:docMk/>
            <pc:sldMk cId="97897203" sldId="356"/>
            <ac:spMk id="3" creationId="{5740A8EE-E227-25EA-12BF-DE94E0958C52}"/>
          </ac:spMkLst>
        </pc:spChg>
        <pc:spChg chg="mod">
          <ac:chgData name="DEWE, HAYLEY L." userId="5cada80b-0f7b-49a5-96b2-656b100ca6c6" providerId="ADAL" clId="{632DF7FE-9916-4FAF-8457-3521400FFCEA}" dt="2025-11-19T11:30:50.943" v="85468" actId="207"/>
          <ac:spMkLst>
            <pc:docMk/>
            <pc:sldMk cId="97897203" sldId="356"/>
            <ac:spMk id="9" creationId="{8B8676F2-4335-7184-8F2C-C2727F9C78E9}"/>
          </ac:spMkLst>
        </pc:spChg>
        <pc:picChg chg="mod">
          <ac:chgData name="DEWE, HAYLEY L." userId="5cada80b-0f7b-49a5-96b2-656b100ca6c6" providerId="ADAL" clId="{632DF7FE-9916-4FAF-8457-3521400FFCEA}" dt="2025-11-19T11:30:50.943" v="85468" actId="207"/>
          <ac:picMkLst>
            <pc:docMk/>
            <pc:sldMk cId="97897203" sldId="356"/>
            <ac:picMk id="5" creationId="{58DF0D00-C821-2901-8CF4-F4FC2AF934F8}"/>
          </ac:picMkLst>
        </pc:picChg>
      </pc:sldChg>
      <pc:sldChg chg="delSp modSp add del mod">
        <pc:chgData name="DEWE, HAYLEY L." userId="5cada80b-0f7b-49a5-96b2-656b100ca6c6" providerId="ADAL" clId="{632DF7FE-9916-4FAF-8457-3521400FFCEA}" dt="2025-10-22T10:35:26.220" v="1483" actId="47"/>
        <pc:sldMkLst>
          <pc:docMk/>
          <pc:sldMk cId="1388384717" sldId="356"/>
        </pc:sldMkLst>
      </pc:sldChg>
      <pc:sldChg chg="add del ord">
        <pc:chgData name="DEWE, HAYLEY L." userId="5cada80b-0f7b-49a5-96b2-656b100ca6c6" providerId="ADAL" clId="{632DF7FE-9916-4FAF-8457-3521400FFCEA}" dt="2025-10-27T16:04:20.223" v="6137" actId="2696"/>
        <pc:sldMkLst>
          <pc:docMk/>
          <pc:sldMk cId="1773711665" sldId="357"/>
        </pc:sldMkLst>
      </pc:sldChg>
      <pc:sldChg chg="addSp delSp modSp add mod modAnim">
        <pc:chgData name="DEWE, HAYLEY L." userId="5cada80b-0f7b-49a5-96b2-656b100ca6c6" providerId="ADAL" clId="{632DF7FE-9916-4FAF-8457-3521400FFCEA}" dt="2025-11-19T15:52:01.905" v="96894" actId="6549"/>
        <pc:sldMkLst>
          <pc:docMk/>
          <pc:sldMk cId="1784478185" sldId="357"/>
        </pc:sldMkLst>
        <pc:spChg chg="add mod">
          <ac:chgData name="DEWE, HAYLEY L." userId="5cada80b-0f7b-49a5-96b2-656b100ca6c6" providerId="ADAL" clId="{632DF7FE-9916-4FAF-8457-3521400FFCEA}" dt="2025-11-19T13:10:58.803" v="88995" actId="1076"/>
          <ac:spMkLst>
            <pc:docMk/>
            <pc:sldMk cId="1784478185" sldId="357"/>
            <ac:spMk id="2" creationId="{E18BF7AF-B863-92EC-9C85-56DC35DC90E9}"/>
          </ac:spMkLst>
        </pc:spChg>
        <pc:spChg chg="mod">
          <ac:chgData name="DEWE, HAYLEY L." userId="5cada80b-0f7b-49a5-96b2-656b100ca6c6" providerId="ADAL" clId="{632DF7FE-9916-4FAF-8457-3521400FFCEA}" dt="2025-11-19T15:52:01.905" v="96894" actId="6549"/>
          <ac:spMkLst>
            <pc:docMk/>
            <pc:sldMk cId="1784478185" sldId="357"/>
            <ac:spMk id="3" creationId="{5740A8EE-E227-25EA-12BF-DE94E0958C52}"/>
          </ac:spMkLst>
        </pc:spChg>
        <pc:spChg chg="del mod">
          <ac:chgData name="DEWE, HAYLEY L." userId="5cada80b-0f7b-49a5-96b2-656b100ca6c6" providerId="ADAL" clId="{632DF7FE-9916-4FAF-8457-3521400FFCEA}" dt="2025-11-19T11:57:53.436" v="88662" actId="478"/>
          <ac:spMkLst>
            <pc:docMk/>
            <pc:sldMk cId="1784478185" sldId="357"/>
            <ac:spMk id="9" creationId="{8B8676F2-4335-7184-8F2C-C2727F9C78E9}"/>
          </ac:spMkLst>
        </pc:spChg>
        <pc:picChg chg="del mod">
          <ac:chgData name="DEWE, HAYLEY L." userId="5cada80b-0f7b-49a5-96b2-656b100ca6c6" providerId="ADAL" clId="{632DF7FE-9916-4FAF-8457-3521400FFCEA}" dt="2025-11-19T11:58:03.873" v="88664" actId="478"/>
          <ac:picMkLst>
            <pc:docMk/>
            <pc:sldMk cId="1784478185" sldId="357"/>
            <ac:picMk id="4" creationId="{8EF37471-BCAC-A728-E359-981E5240FB5C}"/>
          </ac:picMkLst>
        </pc:picChg>
        <pc:picChg chg="add mod">
          <ac:chgData name="DEWE, HAYLEY L." userId="5cada80b-0f7b-49a5-96b2-656b100ca6c6" providerId="ADAL" clId="{632DF7FE-9916-4FAF-8457-3521400FFCEA}" dt="2025-11-19T15:19:29.593" v="95818" actId="1076"/>
          <ac:picMkLst>
            <pc:docMk/>
            <pc:sldMk cId="1784478185" sldId="357"/>
            <ac:picMk id="5" creationId="{2F35CAA2-FE23-0B35-22D7-D87772BB7ADE}"/>
          </ac:picMkLst>
        </pc:picChg>
      </pc:sldChg>
      <pc:sldChg chg="add del modNotesTx">
        <pc:chgData name="DEWE, HAYLEY L." userId="5cada80b-0f7b-49a5-96b2-656b100ca6c6" providerId="ADAL" clId="{632DF7FE-9916-4FAF-8457-3521400FFCEA}" dt="2025-11-04T12:58:22.748" v="16537" actId="47"/>
        <pc:sldMkLst>
          <pc:docMk/>
          <pc:sldMk cId="2376168831" sldId="357"/>
        </pc:sldMkLst>
      </pc:sldChg>
      <pc:sldChg chg="addSp delSp 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4136794173" sldId="357"/>
        </pc:sldMkLst>
      </pc:sldChg>
      <pc:sldChg chg="modSp add del">
        <pc:chgData name="DEWE, HAYLEY L." userId="5cada80b-0f7b-49a5-96b2-656b100ca6c6" providerId="ADAL" clId="{632DF7FE-9916-4FAF-8457-3521400FFCEA}" dt="2025-11-19T13:11:07.436" v="88997" actId="47"/>
        <pc:sldMkLst>
          <pc:docMk/>
          <pc:sldMk cId="954592757" sldId="358"/>
        </pc:sldMkLst>
        <pc:spChg chg="mod">
          <ac:chgData name="DEWE, HAYLEY L." userId="5cada80b-0f7b-49a5-96b2-656b100ca6c6" providerId="ADAL" clId="{632DF7FE-9916-4FAF-8457-3521400FFCEA}" dt="2025-11-19T11:30:59.188" v="85470" actId="207"/>
          <ac:spMkLst>
            <pc:docMk/>
            <pc:sldMk cId="954592757" sldId="358"/>
            <ac:spMk id="3" creationId="{5740A8EE-E227-25EA-12BF-DE94E0958C52}"/>
          </ac:spMkLst>
        </pc:spChg>
        <pc:spChg chg="mod">
          <ac:chgData name="DEWE, HAYLEY L." userId="5cada80b-0f7b-49a5-96b2-656b100ca6c6" providerId="ADAL" clId="{632DF7FE-9916-4FAF-8457-3521400FFCEA}" dt="2025-11-19T11:30:59.188" v="85470" actId="207"/>
          <ac:spMkLst>
            <pc:docMk/>
            <pc:sldMk cId="954592757" sldId="358"/>
            <ac:spMk id="9" creationId="{8B8676F2-4335-7184-8F2C-C2727F9C78E9}"/>
          </ac:spMkLst>
        </pc:spChg>
        <pc:picChg chg="mod">
          <ac:chgData name="DEWE, HAYLEY L." userId="5cada80b-0f7b-49a5-96b2-656b100ca6c6" providerId="ADAL" clId="{632DF7FE-9916-4FAF-8457-3521400FFCEA}" dt="2025-11-19T11:30:59.188" v="85470" actId="207"/>
          <ac:picMkLst>
            <pc:docMk/>
            <pc:sldMk cId="954592757" sldId="358"/>
            <ac:picMk id="10" creationId="{B8C34E50-D15E-9FC3-DAE8-6513344B9DC9}"/>
          </ac:picMkLst>
        </pc:picChg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007729402" sldId="358"/>
        </pc:sldMkLst>
      </pc:sldChg>
      <pc:sldChg chg="add del">
        <pc:chgData name="DEWE, HAYLEY L." userId="5cada80b-0f7b-49a5-96b2-656b100ca6c6" providerId="ADAL" clId="{632DF7FE-9916-4FAF-8457-3521400FFCEA}" dt="2025-11-04T12:55:55.703" v="16519" actId="47"/>
        <pc:sldMkLst>
          <pc:docMk/>
          <pc:sldMk cId="2588908868" sldId="358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867249440" sldId="358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341453135" sldId="35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248304042" sldId="359"/>
        </pc:sldMkLst>
      </pc:sldChg>
      <pc:sldChg chg="add del">
        <pc:chgData name="DEWE, HAYLEY L." userId="5cada80b-0f7b-49a5-96b2-656b100ca6c6" providerId="ADAL" clId="{632DF7FE-9916-4FAF-8457-3521400FFCEA}" dt="2025-11-04T12:55:56.739" v="16520" actId="47"/>
        <pc:sldMkLst>
          <pc:docMk/>
          <pc:sldMk cId="2808956687" sldId="359"/>
        </pc:sldMkLst>
      </pc:sldChg>
      <pc:sldChg chg="add del">
        <pc:chgData name="DEWE, HAYLEY L." userId="5cada80b-0f7b-49a5-96b2-656b100ca6c6" providerId="ADAL" clId="{632DF7FE-9916-4FAF-8457-3521400FFCEA}" dt="2025-10-27T16:04:20.223" v="6137" actId="2696"/>
        <pc:sldMkLst>
          <pc:docMk/>
          <pc:sldMk cId="298386172" sldId="360"/>
        </pc:sldMkLst>
      </pc:sldChg>
      <pc:sldChg chg="add del">
        <pc:chgData name="DEWE, HAYLEY L." userId="5cada80b-0f7b-49a5-96b2-656b100ca6c6" providerId="ADAL" clId="{632DF7FE-9916-4FAF-8457-3521400FFCEA}" dt="2025-11-04T12:55:51.600" v="16518" actId="47"/>
        <pc:sldMkLst>
          <pc:docMk/>
          <pc:sldMk cId="791235966" sldId="360"/>
        </pc:sldMkLst>
      </pc:sldChg>
      <pc:sldChg chg="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793724040" sldId="360"/>
        </pc:sldMkLst>
      </pc:sldChg>
      <pc:sldChg chg="addSp modSp add mod modAnim modNotesTx">
        <pc:chgData name="DEWE, HAYLEY L." userId="5cada80b-0f7b-49a5-96b2-656b100ca6c6" providerId="ADAL" clId="{632DF7FE-9916-4FAF-8457-3521400FFCEA}" dt="2025-11-19T15:56:26.964" v="96943" actId="20577"/>
        <pc:sldMkLst>
          <pc:docMk/>
          <pc:sldMk cId="1270601805" sldId="361"/>
        </pc:sldMkLst>
        <pc:spChg chg="add mod">
          <ac:chgData name="DEWE, HAYLEY L." userId="5cada80b-0f7b-49a5-96b2-656b100ca6c6" providerId="ADAL" clId="{632DF7FE-9916-4FAF-8457-3521400FFCEA}" dt="2025-11-19T14:33:04.735" v="94093" actId="1035"/>
          <ac:spMkLst>
            <pc:docMk/>
            <pc:sldMk cId="1270601805" sldId="361"/>
            <ac:spMk id="2" creationId="{256E088F-BCA8-EB47-87A0-84898B441EB8}"/>
          </ac:spMkLst>
        </pc:spChg>
        <pc:spChg chg="mod">
          <ac:chgData name="DEWE, HAYLEY L." userId="5cada80b-0f7b-49a5-96b2-656b100ca6c6" providerId="ADAL" clId="{632DF7FE-9916-4FAF-8457-3521400FFCEA}" dt="2025-11-19T15:56:15.358" v="96940" actId="20577"/>
          <ac:spMkLst>
            <pc:docMk/>
            <pc:sldMk cId="1270601805" sldId="361"/>
            <ac:spMk id="9" creationId="{8B8676F2-4335-7184-8F2C-C2727F9C78E9}"/>
          </ac:spMkLst>
        </pc:spChg>
      </pc:sldChg>
      <pc:sldChg chg="addSp delSp modSp add del mod">
        <pc:chgData name="DEWE, HAYLEY L." userId="5cada80b-0f7b-49a5-96b2-656b100ca6c6" providerId="ADAL" clId="{632DF7FE-9916-4FAF-8457-3521400FFCEA}" dt="2025-10-27T16:22:33.883" v="6148" actId="47"/>
        <pc:sldMkLst>
          <pc:docMk/>
          <pc:sldMk cId="3423943591" sldId="361"/>
        </pc:sldMkLst>
      </pc:sldChg>
      <pc:sldChg chg="addSp delSp modSp add del mod">
        <pc:chgData name="DEWE, HAYLEY L." userId="5cada80b-0f7b-49a5-96b2-656b100ca6c6" providerId="ADAL" clId="{632DF7FE-9916-4FAF-8457-3521400FFCEA}" dt="2025-10-27T16:22:37.750" v="6149" actId="47"/>
        <pc:sldMkLst>
          <pc:docMk/>
          <pc:sldMk cId="616826077" sldId="362"/>
        </pc:sldMkLst>
      </pc:sldChg>
      <pc:sldChg chg="addSp delSp modSp add del mod setBg delDesignElem">
        <pc:chgData name="DEWE, HAYLEY L." userId="5cada80b-0f7b-49a5-96b2-656b100ca6c6" providerId="ADAL" clId="{632DF7FE-9916-4FAF-8457-3521400FFCEA}" dt="2025-10-27T16:22:15.207" v="6139" actId="47"/>
        <pc:sldMkLst>
          <pc:docMk/>
          <pc:sldMk cId="1618482742" sldId="363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6.312" v="6140" actId="47"/>
        <pc:sldMkLst>
          <pc:docMk/>
          <pc:sldMk cId="1745823413" sldId="364"/>
        </pc:sldMkLst>
      </pc:sldChg>
      <pc:sldChg chg="addSp delSp modSp add del mod modNotesTx">
        <pc:chgData name="DEWE, HAYLEY L." userId="5cada80b-0f7b-49a5-96b2-656b100ca6c6" providerId="ADAL" clId="{632DF7FE-9916-4FAF-8457-3521400FFCEA}" dt="2025-10-27T16:22:18.237" v="6142" actId="47"/>
        <pc:sldMkLst>
          <pc:docMk/>
          <pc:sldMk cId="3965961832" sldId="365"/>
        </pc:sldMkLst>
      </pc:sldChg>
      <pc:sldChg chg="addSp delSp modSp add del mod">
        <pc:chgData name="DEWE, HAYLEY L." userId="5cada80b-0f7b-49a5-96b2-656b100ca6c6" providerId="ADAL" clId="{632DF7FE-9916-4FAF-8457-3521400FFCEA}" dt="2025-10-27T16:22:21.182" v="6145" actId="47"/>
        <pc:sldMkLst>
          <pc:docMk/>
          <pc:sldMk cId="1163230819" sldId="366"/>
        </pc:sldMkLst>
      </pc:sldChg>
      <pc:sldChg chg="add del">
        <pc:chgData name="DEWE, HAYLEY L." userId="5cada80b-0f7b-49a5-96b2-656b100ca6c6" providerId="ADAL" clId="{632DF7FE-9916-4FAF-8457-3521400FFCEA}" dt="2025-10-22T11:10:42.588" v="2828" actId="47"/>
        <pc:sldMkLst>
          <pc:docMk/>
          <pc:sldMk cId="845730703" sldId="367"/>
        </pc:sldMkLst>
      </pc:sldChg>
      <pc:sldChg chg="modSp add del mod ord modNotesTx">
        <pc:chgData name="DEWE, HAYLEY L." userId="5cada80b-0f7b-49a5-96b2-656b100ca6c6" providerId="ADAL" clId="{632DF7FE-9916-4FAF-8457-3521400FFCEA}" dt="2025-10-27T16:22:38.858" v="6150" actId="47"/>
        <pc:sldMkLst>
          <pc:docMk/>
          <pc:sldMk cId="3401192606" sldId="368"/>
        </pc:sldMkLst>
      </pc:sldChg>
      <pc:sldChg chg="modSp add del mod modNotesTx">
        <pc:chgData name="DEWE, HAYLEY L." userId="5cada80b-0f7b-49a5-96b2-656b100ca6c6" providerId="ADAL" clId="{632DF7FE-9916-4FAF-8457-3521400FFCEA}" dt="2025-10-27T16:22:41.637" v="6152" actId="47"/>
        <pc:sldMkLst>
          <pc:docMk/>
          <pc:sldMk cId="872873463" sldId="369"/>
        </pc:sldMkLst>
      </pc:sldChg>
      <pc:sldChg chg="modSp add del mod modNotesTx">
        <pc:chgData name="DEWE, HAYLEY L." userId="5cada80b-0f7b-49a5-96b2-656b100ca6c6" providerId="ADAL" clId="{632DF7FE-9916-4FAF-8457-3521400FFCEA}" dt="2025-10-27T16:22:17.262" v="6141" actId="47"/>
        <pc:sldMkLst>
          <pc:docMk/>
          <pc:sldMk cId="2327931698" sldId="370"/>
        </pc:sldMkLst>
      </pc:sldChg>
      <pc:sldChg chg="add del modNotesTx">
        <pc:chgData name="DEWE, HAYLEY L." userId="5cada80b-0f7b-49a5-96b2-656b100ca6c6" providerId="ADAL" clId="{632DF7FE-9916-4FAF-8457-3521400FFCEA}" dt="2025-11-04T12:54:57.764" v="16516" actId="47"/>
        <pc:sldMkLst>
          <pc:docMk/>
          <pc:sldMk cId="1347041056" sldId="371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772312887" sldId="371"/>
        </pc:sldMkLst>
      </pc:sldChg>
      <pc:sldChg chg="modSp add del mod modNotesTx">
        <pc:chgData name="DEWE, HAYLEY L." userId="5cada80b-0f7b-49a5-96b2-656b100ca6c6" providerId="ADAL" clId="{632DF7FE-9916-4FAF-8457-3521400FFCEA}" dt="2025-10-28T11:49:56.007" v="6583" actId="2696"/>
        <pc:sldMkLst>
          <pc:docMk/>
          <pc:sldMk cId="3512671683" sldId="371"/>
        </pc:sldMkLst>
      </pc:sldChg>
      <pc:sldChg chg="modSp add del">
        <pc:chgData name="DEWE, HAYLEY L." userId="5cada80b-0f7b-49a5-96b2-656b100ca6c6" providerId="ADAL" clId="{632DF7FE-9916-4FAF-8457-3521400FFCEA}" dt="2025-10-22T13:43:17.540" v="2900"/>
        <pc:sldMkLst>
          <pc:docMk/>
          <pc:sldMk cId="663548929" sldId="372"/>
        </pc:sldMkLst>
      </pc:sldChg>
      <pc:sldChg chg="addSp delSp modSp add del mod ord">
        <pc:chgData name="DEWE, HAYLEY L." userId="5cada80b-0f7b-49a5-96b2-656b100ca6c6" providerId="ADAL" clId="{632DF7FE-9916-4FAF-8457-3521400FFCEA}" dt="2025-10-28T11:50:25.138" v="6679" actId="47"/>
        <pc:sldMkLst>
          <pc:docMk/>
          <pc:sldMk cId="3148318449" sldId="372"/>
        </pc:sldMkLst>
      </pc:sldChg>
      <pc:sldChg chg="modSp add del mod modNotesTx">
        <pc:chgData name="DEWE, HAYLEY L." userId="5cada80b-0f7b-49a5-96b2-656b100ca6c6" providerId="ADAL" clId="{632DF7FE-9916-4FAF-8457-3521400FFCEA}" dt="2025-10-28T11:50:41.418" v="6685" actId="47"/>
        <pc:sldMkLst>
          <pc:docMk/>
          <pc:sldMk cId="880974579" sldId="37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7T16:22:20.106" v="6144" actId="47"/>
        <pc:sldMkLst>
          <pc:docMk/>
          <pc:sldMk cId="1845433489" sldId="374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22.408" v="6146" actId="47"/>
        <pc:sldMkLst>
          <pc:docMk/>
          <pc:sldMk cId="626053130" sldId="37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29:28.305" v="26427" actId="47"/>
        <pc:sldMkLst>
          <pc:docMk/>
          <pc:sldMk cId="3286275415" sldId="375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40.215" v="6151" actId="47"/>
        <pc:sldMkLst>
          <pc:docMk/>
          <pc:sldMk cId="3958050279" sldId="376"/>
        </pc:sldMkLst>
      </pc:sldChg>
      <pc:sldChg chg="modSp add del mod">
        <pc:chgData name="DEWE, HAYLEY L." userId="5cada80b-0f7b-49a5-96b2-656b100ca6c6" providerId="ADAL" clId="{632DF7FE-9916-4FAF-8457-3521400FFCEA}" dt="2025-10-22T14:35:17.286" v="3417" actId="47"/>
        <pc:sldMkLst>
          <pc:docMk/>
          <pc:sldMk cId="3082376707" sldId="38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19:14.615" v="25447" actId="47"/>
        <pc:sldMkLst>
          <pc:docMk/>
          <pc:sldMk cId="3107351437" sldId="381"/>
        </pc:sldMkLst>
      </pc:sldChg>
      <pc:sldChg chg="delSp modSp add del mod setBg delDesignElem">
        <pc:chgData name="DEWE, HAYLEY L." userId="5cada80b-0f7b-49a5-96b2-656b100ca6c6" providerId="ADAL" clId="{632DF7FE-9916-4FAF-8457-3521400FFCEA}" dt="2025-10-29T10:32:32.897" v="11069" actId="47"/>
        <pc:sldMkLst>
          <pc:docMk/>
          <pc:sldMk cId="2818703248" sldId="383"/>
        </pc:sldMkLst>
      </pc:sldChg>
      <pc:sldChg chg="modSp add del mod modNotesTx">
        <pc:chgData name="DEWE, HAYLEY L." userId="5cada80b-0f7b-49a5-96b2-656b100ca6c6" providerId="ADAL" clId="{632DF7FE-9916-4FAF-8457-3521400FFCEA}" dt="2025-11-04T12:58:24.877" v="16539" actId="47"/>
        <pc:sldMkLst>
          <pc:docMk/>
          <pc:sldMk cId="130676191" sldId="384"/>
        </pc:sldMkLst>
      </pc:sldChg>
      <pc:sldChg chg="addSp delSp modSp add del mod delAnim">
        <pc:chgData name="DEWE, HAYLEY L." userId="5cada80b-0f7b-49a5-96b2-656b100ca6c6" providerId="ADAL" clId="{632DF7FE-9916-4FAF-8457-3521400FFCEA}" dt="2025-10-28T14:55:16.745" v="8291" actId="47"/>
        <pc:sldMkLst>
          <pc:docMk/>
          <pc:sldMk cId="361373974" sldId="385"/>
        </pc:sldMkLst>
      </pc:sldChg>
      <pc:sldChg chg="addSp delSp modSp add del mod addAnim delAnim modNotesTx">
        <pc:chgData name="DEWE, HAYLEY L." userId="5cada80b-0f7b-49a5-96b2-656b100ca6c6" providerId="ADAL" clId="{632DF7FE-9916-4FAF-8457-3521400FFCEA}" dt="2025-11-10T14:29:31.056" v="26429" actId="47"/>
        <pc:sldMkLst>
          <pc:docMk/>
          <pc:sldMk cId="1209465" sldId="386"/>
        </pc:sldMkLst>
      </pc:sldChg>
      <pc:sldChg chg="delSp modSp add del mod delAnim">
        <pc:chgData name="DEWE, HAYLEY L." userId="5cada80b-0f7b-49a5-96b2-656b100ca6c6" providerId="ADAL" clId="{632DF7FE-9916-4FAF-8457-3521400FFCEA}" dt="2025-11-04T12:58:26.140" v="16543" actId="47"/>
        <pc:sldMkLst>
          <pc:docMk/>
          <pc:sldMk cId="3899395918" sldId="389"/>
        </pc:sldMkLst>
      </pc:sldChg>
      <pc:sldChg chg="modSp add del mod modNotesTx">
        <pc:chgData name="DEWE, HAYLEY L." userId="5cada80b-0f7b-49a5-96b2-656b100ca6c6" providerId="ADAL" clId="{632DF7FE-9916-4FAF-8457-3521400FFCEA}" dt="2025-10-27T16:22:32.215" v="6147" actId="47"/>
        <pc:sldMkLst>
          <pc:docMk/>
          <pc:sldMk cId="1993061995" sldId="391"/>
        </pc:sldMkLst>
      </pc:sldChg>
      <pc:sldChg chg="add del ord">
        <pc:chgData name="DEWE, HAYLEY L." userId="5cada80b-0f7b-49a5-96b2-656b100ca6c6" providerId="ADAL" clId="{632DF7FE-9916-4FAF-8457-3521400FFCEA}" dt="2025-10-27T16:22:43.752" v="6153" actId="47"/>
        <pc:sldMkLst>
          <pc:docMk/>
          <pc:sldMk cId="3302362278" sldId="392"/>
        </pc:sldMkLst>
      </pc:sldChg>
      <pc:sldChg chg="addSp delSp modSp add del mod">
        <pc:chgData name="DEWE, HAYLEY L." userId="5cada80b-0f7b-49a5-96b2-656b100ca6c6" providerId="ADAL" clId="{632DF7FE-9916-4FAF-8457-3521400FFCEA}" dt="2025-10-22T14:24:00.122" v="3093" actId="2696"/>
        <pc:sldMkLst>
          <pc:docMk/>
          <pc:sldMk cId="4149964601" sldId="392"/>
        </pc:sldMkLst>
      </pc:sldChg>
      <pc:sldChg chg="addSp delSp modSp add del mod modAnim">
        <pc:chgData name="DEWE, HAYLEY L." userId="5cada80b-0f7b-49a5-96b2-656b100ca6c6" providerId="ADAL" clId="{632DF7FE-9916-4FAF-8457-3521400FFCEA}" dt="2025-10-27T16:22:19.201" v="6143" actId="47"/>
        <pc:sldMkLst>
          <pc:docMk/>
          <pc:sldMk cId="1120875955" sldId="393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1.260" v="27855" actId="47"/>
        <pc:sldMkLst>
          <pc:docMk/>
          <pc:sldMk cId="1029962819" sldId="394"/>
        </pc:sldMkLst>
      </pc:sldChg>
      <pc:sldChg chg="modSp add del mod">
        <pc:chgData name="DEWE, HAYLEY L." userId="5cada80b-0f7b-49a5-96b2-656b100ca6c6" providerId="ADAL" clId="{632DF7FE-9916-4FAF-8457-3521400FFCEA}" dt="2025-10-29T11:21:53.596" v="15221" actId="2696"/>
        <pc:sldMkLst>
          <pc:docMk/>
          <pc:sldMk cId="2428067809" sldId="394"/>
        </pc:sldMkLst>
      </pc:sldChg>
      <pc:sldChg chg="modSp add del ord modAnim modNotesTx">
        <pc:chgData name="DEWE, HAYLEY L." userId="5cada80b-0f7b-49a5-96b2-656b100ca6c6" providerId="ADAL" clId="{632DF7FE-9916-4FAF-8457-3521400FFCEA}" dt="2025-11-04T12:54:56.881" v="16515" actId="47"/>
        <pc:sldMkLst>
          <pc:docMk/>
          <pc:sldMk cId="4107442374" sldId="394"/>
        </pc:sldMkLst>
      </pc:sldChg>
      <pc:sldChg chg="modSp add del mod">
        <pc:chgData name="DEWE, HAYLEY L." userId="5cada80b-0f7b-49a5-96b2-656b100ca6c6" providerId="ADAL" clId="{632DF7FE-9916-4FAF-8457-3521400FFCEA}" dt="2025-11-10T14:44:41.435" v="27862" actId="47"/>
        <pc:sldMkLst>
          <pc:docMk/>
          <pc:sldMk cId="1041891191" sldId="395"/>
        </pc:sldMkLst>
      </pc:sldChg>
      <pc:sldChg chg="add del">
        <pc:chgData name="DEWE, HAYLEY L." userId="5cada80b-0f7b-49a5-96b2-656b100ca6c6" providerId="ADAL" clId="{632DF7FE-9916-4FAF-8457-3521400FFCEA}" dt="2025-10-22T14:37:51.729" v="3503"/>
        <pc:sldMkLst>
          <pc:docMk/>
          <pc:sldMk cId="1698462029" sldId="395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0-28T11:51:05.865" v="6703" actId="47"/>
        <pc:sldMkLst>
          <pc:docMk/>
          <pc:sldMk cId="1705992185" sldId="395"/>
        </pc:sldMkLst>
      </pc:sldChg>
      <pc:sldChg chg="modSp add del mod">
        <pc:chgData name="DEWE, HAYLEY L." userId="5cada80b-0f7b-49a5-96b2-656b100ca6c6" providerId="ADAL" clId="{632DF7FE-9916-4FAF-8457-3521400FFCEA}" dt="2025-10-22T14:33:35.433" v="3397"/>
        <pc:sldMkLst>
          <pc:docMk/>
          <pc:sldMk cId="3356674942" sldId="395"/>
        </pc:sldMkLst>
      </pc:sldChg>
      <pc:sldChg chg="addSp delSp modSp add del mod setBg modAnim">
        <pc:chgData name="DEWE, HAYLEY L." userId="5cada80b-0f7b-49a5-96b2-656b100ca6c6" providerId="ADAL" clId="{632DF7FE-9916-4FAF-8457-3521400FFCEA}" dt="2025-11-05T13:21:24.722" v="23875" actId="47"/>
        <pc:sldMkLst>
          <pc:docMk/>
          <pc:sldMk cId="3978237196" sldId="396"/>
        </pc:sldMkLst>
      </pc:sldChg>
      <pc:sldChg chg="addSp delSp modSp add mod modAnim modNotesTx">
        <pc:chgData name="DEWE, HAYLEY L." userId="5cada80b-0f7b-49a5-96b2-656b100ca6c6" providerId="ADAL" clId="{632DF7FE-9916-4FAF-8457-3521400FFCEA}" dt="2025-11-19T16:56:38.820" v="97968" actId="20577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5-10-22T14:51:36.895" v="4775" actId="20577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5-11-19T16:56:38.820" v="97968" actId="20577"/>
          <ac:spMkLst>
            <pc:docMk/>
            <pc:sldMk cId="2993719332" sldId="397"/>
            <ac:spMk id="6" creationId="{AA7DA80F-64D5-246B-6BB0-B05A9698EA09}"/>
          </ac:spMkLst>
        </pc:spChg>
        <pc:picChg chg="add del mod">
          <ac:chgData name="DEWE, HAYLEY L." userId="5cada80b-0f7b-49a5-96b2-656b100ca6c6" providerId="ADAL" clId="{632DF7FE-9916-4FAF-8457-3521400FFCEA}" dt="2025-11-18T15:11:30.707" v="70438" actId="478"/>
          <ac:picMkLst>
            <pc:docMk/>
            <pc:sldMk cId="2993719332" sldId="397"/>
            <ac:picMk id="3" creationId="{3B44FE74-FDCB-C3D9-854B-D20305B9CD5B}"/>
          </ac:picMkLst>
        </pc:picChg>
        <pc:picChg chg="add del mod">
          <ac:chgData name="DEWE, HAYLEY L." userId="5cada80b-0f7b-49a5-96b2-656b100ca6c6" providerId="ADAL" clId="{632DF7FE-9916-4FAF-8457-3521400FFCEA}" dt="2025-11-19T15:17:00.284" v="95653" actId="478"/>
          <ac:picMkLst>
            <pc:docMk/>
            <pc:sldMk cId="2993719332" sldId="397"/>
            <ac:picMk id="3074" creationId="{5DDA0E3E-9EB2-17E0-6218-61676C7D5434}"/>
          </ac:picMkLst>
        </pc:picChg>
      </pc:sldChg>
      <pc:sldChg chg="add del">
        <pc:chgData name="DEWE, HAYLEY L." userId="5cada80b-0f7b-49a5-96b2-656b100ca6c6" providerId="ADAL" clId="{632DF7FE-9916-4FAF-8457-3521400FFCEA}" dt="2025-11-04T14:39:51.983" v="19839" actId="47"/>
        <pc:sldMkLst>
          <pc:docMk/>
          <pc:sldMk cId="2442015100" sldId="398"/>
        </pc:sldMkLst>
      </pc:sldChg>
      <pc:sldChg chg="modSp add del mod modAnim modNotesTx">
        <pc:chgData name="DEWE, HAYLEY L." userId="5cada80b-0f7b-49a5-96b2-656b100ca6c6" providerId="ADAL" clId="{632DF7FE-9916-4FAF-8457-3521400FFCEA}" dt="2025-11-04T12:58:31.091" v="16546" actId="47"/>
        <pc:sldMkLst>
          <pc:docMk/>
          <pc:sldMk cId="3423943591" sldId="398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461" v="16540" actId="47"/>
        <pc:sldMkLst>
          <pc:docMk/>
          <pc:sldMk cId="616826077" sldId="399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5.536" v="27169" actId="47"/>
        <pc:sldMkLst>
          <pc:docMk/>
          <pc:sldMk cId="1068082831" sldId="399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04T12:58:25.776" v="16541" actId="47"/>
        <pc:sldMkLst>
          <pc:docMk/>
          <pc:sldMk cId="2191930255" sldId="400"/>
        </pc:sldMkLst>
      </pc:sldChg>
      <pc:sldChg chg="addSp delSp modSp add del mod">
        <pc:chgData name="DEWE, HAYLEY L." userId="5cada80b-0f7b-49a5-96b2-656b100ca6c6" providerId="ADAL" clId="{632DF7FE-9916-4FAF-8457-3521400FFCEA}" dt="2025-11-10T14:39:33.249" v="27166" actId="47"/>
        <pc:sldMkLst>
          <pc:docMk/>
          <pc:sldMk cId="2654480325" sldId="400"/>
        </pc:sldMkLst>
      </pc:sldChg>
      <pc:sldChg chg="add del">
        <pc:chgData name="DEWE, HAYLEY L." userId="5cada80b-0f7b-49a5-96b2-656b100ca6c6" providerId="ADAL" clId="{632DF7FE-9916-4FAF-8457-3521400FFCEA}" dt="2025-10-28T14:03:24.655" v="7073" actId="47"/>
        <pc:sldMkLst>
          <pc:docMk/>
          <pc:sldMk cId="2949820940" sldId="400"/>
        </pc:sldMkLst>
      </pc:sldChg>
      <pc:sldChg chg="addSp delSp modSp add del mod">
        <pc:chgData name="DEWE, HAYLEY L." userId="5cada80b-0f7b-49a5-96b2-656b100ca6c6" providerId="ADAL" clId="{632DF7FE-9916-4FAF-8457-3521400FFCEA}" dt="2025-11-04T12:58:25.967" v="16542" actId="47"/>
        <pc:sldMkLst>
          <pc:docMk/>
          <pc:sldMk cId="324737319" sldId="401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34.129" v="27167" actId="47"/>
        <pc:sldMkLst>
          <pc:docMk/>
          <pc:sldMk cId="799269774" sldId="401"/>
        </pc:sldMkLst>
      </pc:sldChg>
      <pc:sldChg chg="add del">
        <pc:chgData name="DEWE, HAYLEY L." userId="5cada80b-0f7b-49a5-96b2-656b100ca6c6" providerId="ADAL" clId="{632DF7FE-9916-4FAF-8457-3521400FFCEA}" dt="2025-10-28T15:24:10.551" v="9517" actId="47"/>
        <pc:sldMkLst>
          <pc:docMk/>
          <pc:sldMk cId="923773310" sldId="402"/>
        </pc:sldMkLst>
      </pc:sldChg>
      <pc:sldChg chg="addSp delSp modSp new del mod ord delAnim modAnim modNotesTx">
        <pc:chgData name="DEWE, HAYLEY L." userId="5cada80b-0f7b-49a5-96b2-656b100ca6c6" providerId="ADAL" clId="{632DF7FE-9916-4FAF-8457-3521400FFCEA}" dt="2025-11-04T12:58:26.284" v="16544" actId="47"/>
        <pc:sldMkLst>
          <pc:docMk/>
          <pc:sldMk cId="3289122278" sldId="402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2.068" v="16547" actId="47"/>
        <pc:sldMkLst>
          <pc:docMk/>
          <pc:sldMk cId="1544672499" sldId="403"/>
        </pc:sldMkLst>
      </pc:sldChg>
      <pc:sldChg chg="addSp delSp modSp add del mod modAnim">
        <pc:chgData name="DEWE, HAYLEY L." userId="5cada80b-0f7b-49a5-96b2-656b100ca6c6" providerId="ADAL" clId="{632DF7FE-9916-4FAF-8457-3521400FFCEA}" dt="2025-11-10T14:39:40.708" v="27174" actId="47"/>
        <pc:sldMkLst>
          <pc:docMk/>
          <pc:sldMk cId="3347045101" sldId="403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39:36.870" v="27171" actId="47"/>
        <pc:sldMkLst>
          <pc:docMk/>
          <pc:sldMk cId="636879762" sldId="404"/>
        </pc:sldMkLst>
      </pc:sldChg>
      <pc:sldChg chg="delSp modSp add del mod modNotesTx">
        <pc:chgData name="DEWE, HAYLEY L." userId="5cada80b-0f7b-49a5-96b2-656b100ca6c6" providerId="ADAL" clId="{632DF7FE-9916-4FAF-8457-3521400FFCEA}" dt="2025-11-10T14:44:36.732" v="27858" actId="47"/>
        <pc:sldMkLst>
          <pc:docMk/>
          <pc:sldMk cId="1271370317" sldId="405"/>
        </pc:sldMkLst>
      </pc:sldChg>
      <pc:sldChg chg="modSp add del mod modAnim">
        <pc:chgData name="DEWE, HAYLEY L." userId="5cada80b-0f7b-49a5-96b2-656b100ca6c6" providerId="ADAL" clId="{632DF7FE-9916-4FAF-8457-3521400FFCEA}" dt="2025-11-10T14:44:37.708" v="27859" actId="47"/>
        <pc:sldMkLst>
          <pc:docMk/>
          <pc:sldMk cId="2991312910" sldId="406"/>
        </pc:sldMkLst>
      </pc:sldChg>
      <pc:sldChg chg="delSp modSp add del mod">
        <pc:chgData name="DEWE, HAYLEY L." userId="5cada80b-0f7b-49a5-96b2-656b100ca6c6" providerId="ADAL" clId="{632DF7FE-9916-4FAF-8457-3521400FFCEA}" dt="2025-11-10T14:44:09.742" v="27845" actId="47"/>
        <pc:sldMkLst>
          <pc:docMk/>
          <pc:sldMk cId="3427582421" sldId="407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05T15:08:32.102" v="24118" actId="47"/>
        <pc:sldMkLst>
          <pc:docMk/>
          <pc:sldMk cId="3378335496" sldId="409"/>
        </pc:sldMkLst>
      </pc:sldChg>
      <pc:sldChg chg="addSp modSp add del mod">
        <pc:chgData name="DEWE, HAYLEY L." userId="5cada80b-0f7b-49a5-96b2-656b100ca6c6" providerId="ADAL" clId="{632DF7FE-9916-4FAF-8457-3521400FFCEA}" dt="2025-11-10T14:44:05.098" v="27838" actId="47"/>
        <pc:sldMkLst>
          <pc:docMk/>
          <pc:sldMk cId="213098105" sldId="410"/>
        </pc:sldMkLst>
      </pc:sldChg>
      <pc:sldChg chg="modSp add del mod">
        <pc:chgData name="DEWE, HAYLEY L." userId="5cada80b-0f7b-49a5-96b2-656b100ca6c6" providerId="ADAL" clId="{632DF7FE-9916-4FAF-8457-3521400FFCEA}" dt="2025-11-10T14:44:06.436" v="27840" actId="47"/>
        <pc:sldMkLst>
          <pc:docMk/>
          <pc:sldMk cId="3992526597" sldId="411"/>
        </pc:sldMkLst>
      </pc:sldChg>
      <pc:sldChg chg="addSp delSp modSp add del mod">
        <pc:chgData name="DEWE, HAYLEY L." userId="5cada80b-0f7b-49a5-96b2-656b100ca6c6" providerId="ADAL" clId="{632DF7FE-9916-4FAF-8457-3521400FFCEA}" dt="2025-11-10T14:44:04.752" v="27837" actId="47"/>
        <pc:sldMkLst>
          <pc:docMk/>
          <pc:sldMk cId="3108422262" sldId="412"/>
        </pc:sldMkLst>
      </pc:sldChg>
      <pc:sldChg chg="addSp delSp modSp add del mod">
        <pc:chgData name="DEWE, HAYLEY L." userId="5cada80b-0f7b-49a5-96b2-656b100ca6c6" providerId="ADAL" clId="{632DF7FE-9916-4FAF-8457-3521400FFCEA}" dt="2025-11-10T14:44:05.774" v="27839" actId="47"/>
        <pc:sldMkLst>
          <pc:docMk/>
          <pc:sldMk cId="3987039733" sldId="413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603" v="27842" actId="47"/>
        <pc:sldMkLst>
          <pc:docMk/>
          <pc:sldMk cId="2624310056" sldId="414"/>
        </pc:sldMkLst>
      </pc:sldChg>
      <pc:sldChg chg="addSp delSp modSp add del mod">
        <pc:chgData name="DEWE, HAYLEY L." userId="5cada80b-0f7b-49a5-96b2-656b100ca6c6" providerId="ADAL" clId="{632DF7FE-9916-4FAF-8457-3521400FFCEA}" dt="2025-11-10T14:44:08.610" v="27844" actId="47"/>
        <pc:sldMkLst>
          <pc:docMk/>
          <pc:sldMk cId="1147537879" sldId="415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0T14:44:07.934" v="27843" actId="47"/>
        <pc:sldMkLst>
          <pc:docMk/>
          <pc:sldMk cId="67869463" sldId="420"/>
        </pc:sldMkLst>
      </pc:sldChg>
      <pc:sldChg chg="addSp modSp add del mod modAnim modNotesTx">
        <pc:chgData name="DEWE, HAYLEY L." userId="5cada80b-0f7b-49a5-96b2-656b100ca6c6" providerId="ADAL" clId="{632DF7FE-9916-4FAF-8457-3521400FFCEA}" dt="2025-11-04T12:58:34.545" v="16549" actId="47"/>
        <pc:sldMkLst>
          <pc:docMk/>
          <pc:sldMk cId="2759775043" sldId="534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3T00:00:55.636" v="56912" actId="2696"/>
        <pc:sldMkLst>
          <pc:docMk/>
          <pc:sldMk cId="27429430" sldId="535"/>
        </pc:sldMkLst>
      </pc:sldChg>
      <pc:sldChg chg="delSp modSp add del mod delAnim">
        <pc:chgData name="DEWE, HAYLEY L." userId="5cada80b-0f7b-49a5-96b2-656b100ca6c6" providerId="ADAL" clId="{632DF7FE-9916-4FAF-8457-3521400FFCEA}" dt="2025-10-29T11:07:30.081" v="14147" actId="47"/>
        <pc:sldMkLst>
          <pc:docMk/>
          <pc:sldMk cId="766031777" sldId="535"/>
        </pc:sldMkLst>
      </pc:sldChg>
      <pc:sldChg chg="modSp add del mod">
        <pc:chgData name="DEWE, HAYLEY L." userId="5cada80b-0f7b-49a5-96b2-656b100ca6c6" providerId="ADAL" clId="{632DF7FE-9916-4FAF-8457-3521400FFCEA}" dt="2025-10-28T15:46:33.405" v="11068" actId="47"/>
        <pc:sldMkLst>
          <pc:docMk/>
          <pc:sldMk cId="910017448" sldId="535"/>
        </pc:sldMkLst>
      </pc:sldChg>
      <pc:sldChg chg="new del">
        <pc:chgData name="DEWE, HAYLEY L." userId="5cada80b-0f7b-49a5-96b2-656b100ca6c6" providerId="ADAL" clId="{632DF7FE-9916-4FAF-8457-3521400FFCEA}" dt="2025-10-29T10:45:27.507" v="11854" actId="47"/>
        <pc:sldMkLst>
          <pc:docMk/>
          <pc:sldMk cId="1388625213" sldId="535"/>
        </pc:sldMkLst>
      </pc:sldChg>
      <pc:sldChg chg="modSp add del mod">
        <pc:chgData name="DEWE, HAYLEY L." userId="5cada80b-0f7b-49a5-96b2-656b100ca6c6" providerId="ADAL" clId="{632DF7FE-9916-4FAF-8457-3521400FFCEA}" dt="2025-11-04T12:58:23.868" v="16538" actId="47"/>
        <pc:sldMkLst>
          <pc:docMk/>
          <pc:sldMk cId="3572128664" sldId="536"/>
        </pc:sldMkLst>
      </pc:sldChg>
      <pc:sldChg chg="modSp add del mod">
        <pc:chgData name="DEWE, HAYLEY L." userId="5cada80b-0f7b-49a5-96b2-656b100ca6c6" providerId="ADAL" clId="{632DF7FE-9916-4FAF-8457-3521400FFCEA}" dt="2025-11-04T12:58:29.007" v="16545" actId="47"/>
        <pc:sldMkLst>
          <pc:docMk/>
          <pc:sldMk cId="633455557" sldId="537"/>
        </pc:sldMkLst>
      </pc:sldChg>
      <pc:sldChg chg="modSp add del mod modNotesTx">
        <pc:chgData name="DEWE, HAYLEY L." userId="5cada80b-0f7b-49a5-96b2-656b100ca6c6" providerId="ADAL" clId="{632DF7FE-9916-4FAF-8457-3521400FFCEA}" dt="2025-11-04T12:58:35.661" v="16550" actId="47"/>
        <pc:sldMkLst>
          <pc:docMk/>
          <pc:sldMk cId="2250632354" sldId="538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19:13.354" v="25446" actId="47"/>
        <pc:sldMkLst>
          <pc:docMk/>
          <pc:sldMk cId="2767476084" sldId="539"/>
        </pc:sldMkLst>
      </pc:sldChg>
      <pc:sldChg chg="modSp add del mod">
        <pc:chgData name="DEWE, HAYLEY L." userId="5cada80b-0f7b-49a5-96b2-656b100ca6c6" providerId="ADAL" clId="{632DF7FE-9916-4FAF-8457-3521400FFCEA}" dt="2025-11-04T13:00:32.516" v="16612" actId="47"/>
        <pc:sldMkLst>
          <pc:docMk/>
          <pc:sldMk cId="490563823" sldId="540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1-18T13:01:53.542" v="62183" actId="47"/>
        <pc:sldMkLst>
          <pc:docMk/>
          <pc:sldMk cId="966310135" sldId="540"/>
        </pc:sldMkLst>
      </pc:sldChg>
      <pc:sldChg chg="add del">
        <pc:chgData name="DEWE, HAYLEY L." userId="5cada80b-0f7b-49a5-96b2-656b100ca6c6" providerId="ADAL" clId="{632DF7FE-9916-4FAF-8457-3521400FFCEA}" dt="2025-11-04T13:00:30.773" v="16611" actId="47"/>
        <pc:sldMkLst>
          <pc:docMk/>
          <pc:sldMk cId="2414140705" sldId="541"/>
        </pc:sldMkLst>
      </pc:sldChg>
      <pc:sldChg chg="add del">
        <pc:chgData name="DEWE, HAYLEY L." userId="5cada80b-0f7b-49a5-96b2-656b100ca6c6" providerId="ADAL" clId="{632DF7FE-9916-4FAF-8457-3521400FFCEA}" dt="2025-11-04T13:38:19.087" v="18006" actId="47"/>
        <pc:sldMkLst>
          <pc:docMk/>
          <pc:sldMk cId="4061520599" sldId="541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4.882" v="26424" actId="47"/>
        <pc:sldMkLst>
          <pc:docMk/>
          <pc:sldMk cId="2244129263" sldId="542"/>
        </pc:sldMkLst>
      </pc:sldChg>
      <pc:sldChg chg="modSp add del mod">
        <pc:chgData name="DEWE, HAYLEY L." userId="5cada80b-0f7b-49a5-96b2-656b100ca6c6" providerId="ADAL" clId="{632DF7FE-9916-4FAF-8457-3521400FFCEA}" dt="2025-11-04T13:00:43.693" v="16615" actId="47"/>
        <pc:sldMkLst>
          <pc:docMk/>
          <pc:sldMk cId="3219238689" sldId="542"/>
        </pc:sldMkLst>
      </pc:sldChg>
      <pc:sldChg chg="add del">
        <pc:chgData name="DEWE, HAYLEY L." userId="5cada80b-0f7b-49a5-96b2-656b100ca6c6" providerId="ADAL" clId="{632DF7FE-9916-4FAF-8457-3521400FFCEA}" dt="2025-11-04T13:00:51.640" v="16617" actId="47"/>
        <pc:sldMkLst>
          <pc:docMk/>
          <pc:sldMk cId="136045845" sldId="543"/>
        </pc:sldMkLst>
      </pc:sldChg>
      <pc:sldChg chg="add del">
        <pc:chgData name="DEWE, HAYLEY L." userId="5cada80b-0f7b-49a5-96b2-656b100ca6c6" providerId="ADAL" clId="{632DF7FE-9916-4FAF-8457-3521400FFCEA}" dt="2025-11-04T13:26:41.962" v="17441" actId="47"/>
        <pc:sldMkLst>
          <pc:docMk/>
          <pc:sldMk cId="1734001893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6.228" v="26425" actId="47"/>
        <pc:sldMkLst>
          <pc:docMk/>
          <pc:sldMk cId="2566423454" sldId="543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4:29:27.120" v="26426" actId="47"/>
        <pc:sldMkLst>
          <pc:docMk/>
          <pc:sldMk cId="2903201345" sldId="544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0T14:29:30.177" v="26428" actId="47"/>
        <pc:sldMkLst>
          <pc:docMk/>
          <pc:sldMk cId="64538461" sldId="545"/>
        </pc:sldMkLst>
      </pc:sldChg>
      <pc:sldChg chg="delSp modSp add del mod modAnim modNotesTx">
        <pc:chgData name="DEWE, HAYLEY L." userId="5cada80b-0f7b-49a5-96b2-656b100ca6c6" providerId="ADAL" clId="{632DF7FE-9916-4FAF-8457-3521400FFCEA}" dt="2025-11-10T14:44:30.551" v="27854" actId="47"/>
        <pc:sldMkLst>
          <pc:docMk/>
          <pc:sldMk cId="864515380" sldId="546"/>
        </pc:sldMkLst>
      </pc:sldChg>
      <pc:sldChg chg="addSp modSp add del mod modAnim modNotesTx">
        <pc:chgData name="DEWE, HAYLEY L." userId="5cada80b-0f7b-49a5-96b2-656b100ca6c6" providerId="ADAL" clId="{632DF7FE-9916-4FAF-8457-3521400FFCEA}" dt="2025-11-10T14:44:33.967" v="27856" actId="47"/>
        <pc:sldMkLst>
          <pc:docMk/>
          <pc:sldMk cId="4124143078" sldId="547"/>
        </pc:sldMkLst>
      </pc:sldChg>
      <pc:sldChg chg="addSp delSp modSp add del mod">
        <pc:chgData name="DEWE, HAYLEY L." userId="5cada80b-0f7b-49a5-96b2-656b100ca6c6" providerId="ADAL" clId="{632DF7FE-9916-4FAF-8457-3521400FFCEA}" dt="2025-11-10T14:44:35.664" v="27857" actId="47"/>
        <pc:sldMkLst>
          <pc:docMk/>
          <pc:sldMk cId="149378064" sldId="548"/>
        </pc:sldMkLst>
      </pc:sldChg>
      <pc:sldChg chg="addSp delSp modSp add del mod">
        <pc:chgData name="DEWE, HAYLEY L." userId="5cada80b-0f7b-49a5-96b2-656b100ca6c6" providerId="ADAL" clId="{632DF7FE-9916-4FAF-8457-3521400FFCEA}" dt="2025-11-04T14:39:49.727" v="19838" actId="47"/>
        <pc:sldMkLst>
          <pc:docMk/>
          <pc:sldMk cId="102968825" sldId="549"/>
        </pc:sldMkLst>
      </pc:sldChg>
      <pc:sldChg chg="addSp delSp modSp add del mod ord modNotesTx">
        <pc:chgData name="DEWE, HAYLEY L." userId="5cada80b-0f7b-49a5-96b2-656b100ca6c6" providerId="ADAL" clId="{632DF7FE-9916-4FAF-8457-3521400FFCEA}" dt="2025-11-10T14:39:36.379" v="27170" actId="47"/>
        <pc:sldMkLst>
          <pc:docMk/>
          <pc:sldMk cId="284813586" sldId="550"/>
        </pc:sldMkLst>
      </pc:sldChg>
      <pc:sldChg chg="addSp delSp modSp add del mod delAnim">
        <pc:chgData name="DEWE, HAYLEY L." userId="5cada80b-0f7b-49a5-96b2-656b100ca6c6" providerId="ADAL" clId="{632DF7FE-9916-4FAF-8457-3521400FFCEA}" dt="2025-11-10T14:39:34.665" v="27168" actId="47"/>
        <pc:sldMkLst>
          <pc:docMk/>
          <pc:sldMk cId="399367320" sldId="551"/>
        </pc:sldMkLst>
      </pc:sldChg>
      <pc:sldChg chg="add del">
        <pc:chgData name="DEWE, HAYLEY L." userId="5cada80b-0f7b-49a5-96b2-656b100ca6c6" providerId="ADAL" clId="{632DF7FE-9916-4FAF-8457-3521400FFCEA}" dt="2025-11-04T14:41:07.550" v="19848" actId="47"/>
        <pc:sldMkLst>
          <pc:docMk/>
          <pc:sldMk cId="923180151" sldId="551"/>
        </pc:sldMkLst>
      </pc:sldChg>
      <pc:sldChg chg="modSp add del mod modAnim">
        <pc:chgData name="DEWE, HAYLEY L." userId="5cada80b-0f7b-49a5-96b2-656b100ca6c6" providerId="ADAL" clId="{632DF7FE-9916-4FAF-8457-3521400FFCEA}" dt="2025-11-10T14:39:41.708" v="27175" actId="47"/>
        <pc:sldMkLst>
          <pc:docMk/>
          <pc:sldMk cId="439376531" sldId="552"/>
        </pc:sldMkLst>
      </pc:sldChg>
      <pc:sldChg chg="addSp delSp modSp add del mod modAnim">
        <pc:chgData name="DEWE, HAYLEY L." userId="5cada80b-0f7b-49a5-96b2-656b100ca6c6" providerId="ADAL" clId="{632DF7FE-9916-4FAF-8457-3521400FFCEA}" dt="2025-11-10T14:44:07.238" v="27841" actId="47"/>
        <pc:sldMkLst>
          <pc:docMk/>
          <pc:sldMk cId="3622617024" sldId="608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8T13:02:04.798" v="62197" actId="47"/>
        <pc:sldMkLst>
          <pc:docMk/>
          <pc:sldMk cId="2630911515" sldId="609"/>
        </pc:sldMkLst>
      </pc:sldChg>
      <pc:sldChg chg="addSp delSp modSp add del">
        <pc:chgData name="DEWE, HAYLEY L." userId="5cada80b-0f7b-49a5-96b2-656b100ca6c6" providerId="ADAL" clId="{632DF7FE-9916-4FAF-8457-3521400FFCEA}" dt="2025-11-05T11:59:19.160" v="22396" actId="47"/>
        <pc:sldMkLst>
          <pc:docMk/>
          <pc:sldMk cId="2879629649" sldId="610"/>
        </pc:sldMkLst>
      </pc:sldChg>
      <pc:sldChg chg="add del">
        <pc:chgData name="DEWE, HAYLEY L." userId="5cada80b-0f7b-49a5-96b2-656b100ca6c6" providerId="ADAL" clId="{632DF7FE-9916-4FAF-8457-3521400FFCEA}" dt="2025-11-05T11:59:21.095" v="22397" actId="47"/>
        <pc:sldMkLst>
          <pc:docMk/>
          <pc:sldMk cId="1521138352" sldId="612"/>
        </pc:sldMkLst>
      </pc:sldChg>
      <pc:sldChg chg="add del">
        <pc:chgData name="DEWE, HAYLEY L." userId="5cada80b-0f7b-49a5-96b2-656b100ca6c6" providerId="ADAL" clId="{632DF7FE-9916-4FAF-8457-3521400FFCEA}" dt="2025-11-05T11:59:21.910" v="22398" actId="47"/>
        <pc:sldMkLst>
          <pc:docMk/>
          <pc:sldMk cId="2429141251" sldId="621"/>
        </pc:sldMkLst>
      </pc:sldChg>
      <pc:sldChg chg="add del">
        <pc:chgData name="DEWE, HAYLEY L." userId="5cada80b-0f7b-49a5-96b2-656b100ca6c6" providerId="ADAL" clId="{632DF7FE-9916-4FAF-8457-3521400FFCEA}" dt="2025-11-05T11:59:24.128" v="22400" actId="47"/>
        <pc:sldMkLst>
          <pc:docMk/>
          <pc:sldMk cId="1436098841" sldId="622"/>
        </pc:sldMkLst>
      </pc:sldChg>
      <pc:sldChg chg="add del">
        <pc:chgData name="DEWE, HAYLEY L." userId="5cada80b-0f7b-49a5-96b2-656b100ca6c6" providerId="ADAL" clId="{632DF7FE-9916-4FAF-8457-3521400FFCEA}" dt="2025-11-05T11:59:23.043" v="22399" actId="47"/>
        <pc:sldMkLst>
          <pc:docMk/>
          <pc:sldMk cId="2604166906" sldId="624"/>
        </pc:sldMkLst>
      </pc:sldChg>
      <pc:sldChg chg="add del">
        <pc:chgData name="DEWE, HAYLEY L." userId="5cada80b-0f7b-49a5-96b2-656b100ca6c6" providerId="ADAL" clId="{632DF7FE-9916-4FAF-8457-3521400FFCEA}" dt="2025-11-05T11:59:25.149" v="22401" actId="47"/>
        <pc:sldMkLst>
          <pc:docMk/>
          <pc:sldMk cId="4143256112" sldId="625"/>
        </pc:sldMkLst>
      </pc:sldChg>
      <pc:sldChg chg="modSp add del mod modAnim">
        <pc:chgData name="DEWE, HAYLEY L." userId="5cada80b-0f7b-49a5-96b2-656b100ca6c6" providerId="ADAL" clId="{632DF7FE-9916-4FAF-8457-3521400FFCEA}" dt="2025-11-10T16:26:49.166" v="34683" actId="47"/>
        <pc:sldMkLst>
          <pc:docMk/>
          <pc:sldMk cId="4289999773" sldId="628"/>
        </pc:sldMkLst>
      </pc:sldChg>
      <pc:sldChg chg="addSp delSp modSp add del mod modNotesTx">
        <pc:chgData name="DEWE, HAYLEY L." userId="5cada80b-0f7b-49a5-96b2-656b100ca6c6" providerId="ADAL" clId="{632DF7FE-9916-4FAF-8457-3521400FFCEA}" dt="2025-11-18T13:01:54.530" v="62185" actId="47"/>
        <pc:sldMkLst>
          <pc:docMk/>
          <pc:sldMk cId="2781140019" sldId="656"/>
        </pc:sldMkLst>
      </pc:sldChg>
      <pc:sldChg chg="modSp add del mod ord">
        <pc:chgData name="DEWE, HAYLEY L." userId="5cada80b-0f7b-49a5-96b2-656b100ca6c6" providerId="ADAL" clId="{632DF7FE-9916-4FAF-8457-3521400FFCEA}" dt="2025-11-13T00:00:55.636" v="56912" actId="2696"/>
        <pc:sldMkLst>
          <pc:docMk/>
          <pc:sldMk cId="969764306" sldId="668"/>
        </pc:sldMkLst>
      </pc:sldChg>
      <pc:sldChg chg="addSp delSp modSp add del mod modAnim">
        <pc:chgData name="DEWE, HAYLEY L." userId="5cada80b-0f7b-49a5-96b2-656b100ca6c6" providerId="ADAL" clId="{632DF7FE-9916-4FAF-8457-3521400FFCEA}" dt="2025-11-12T11:07:29.020" v="39904" actId="47"/>
        <pc:sldMkLst>
          <pc:docMk/>
          <pc:sldMk cId="1336802447" sldId="689"/>
        </pc:sldMkLst>
      </pc:sldChg>
      <pc:sldChg chg="addSp delSp modSp add del mod modAnim">
        <pc:chgData name="DEWE, HAYLEY L." userId="5cada80b-0f7b-49a5-96b2-656b100ca6c6" providerId="ADAL" clId="{632DF7FE-9916-4FAF-8457-3521400FFCEA}" dt="2025-11-12T11:07:28.468" v="39903" actId="47"/>
        <pc:sldMkLst>
          <pc:docMk/>
          <pc:sldMk cId="3682708561" sldId="690"/>
        </pc:sldMkLst>
      </pc:sldChg>
      <pc:sldChg chg="addSp delSp modSp add del mod modNotesTx">
        <pc:chgData name="DEWE, HAYLEY L." userId="5cada80b-0f7b-49a5-96b2-656b100ca6c6" providerId="ADAL" clId="{632DF7FE-9916-4FAF-8457-3521400FFCEA}" dt="2025-11-10T16:26:40.610" v="34678" actId="47"/>
        <pc:sldMkLst>
          <pc:docMk/>
          <pc:sldMk cId="2173990465" sldId="691"/>
        </pc:sldMkLst>
      </pc:sldChg>
      <pc:sldChg chg="add del">
        <pc:chgData name="DEWE, HAYLEY L." userId="5cada80b-0f7b-49a5-96b2-656b100ca6c6" providerId="ADAL" clId="{632DF7FE-9916-4FAF-8457-3521400FFCEA}" dt="2025-11-05T11:48:35.486" v="22127" actId="47"/>
        <pc:sldMkLst>
          <pc:docMk/>
          <pc:sldMk cId="2981973231" sldId="692"/>
        </pc:sldMkLst>
      </pc:sldChg>
      <pc:sldChg chg="delSp add del modAnim">
        <pc:chgData name="DEWE, HAYLEY L." userId="5cada80b-0f7b-49a5-96b2-656b100ca6c6" providerId="ADAL" clId="{632DF7FE-9916-4FAF-8457-3521400FFCEA}" dt="2025-11-05T11:53:20.390" v="22163" actId="47"/>
        <pc:sldMkLst>
          <pc:docMk/>
          <pc:sldMk cId="1725210254" sldId="693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1-10T16:26:41.761" v="34679" actId="47"/>
        <pc:sldMkLst>
          <pc:docMk/>
          <pc:sldMk cId="2870194546" sldId="694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0T16:26:42.939" v="34680" actId="47"/>
        <pc:sldMkLst>
          <pc:docMk/>
          <pc:sldMk cId="77655853" sldId="695"/>
        </pc:sldMkLst>
      </pc:sldChg>
      <pc:sldChg chg="addSp modSp add del mod modAnim">
        <pc:chgData name="DEWE, HAYLEY L." userId="5cada80b-0f7b-49a5-96b2-656b100ca6c6" providerId="ADAL" clId="{632DF7FE-9916-4FAF-8457-3521400FFCEA}" dt="2025-11-12T11:07:27.887" v="39902" actId="47"/>
        <pc:sldMkLst>
          <pc:docMk/>
          <pc:sldMk cId="3247153559" sldId="696"/>
        </pc:sldMkLst>
      </pc:sldChg>
      <pc:sldChg chg="modSp add del mod ord">
        <pc:chgData name="DEWE, HAYLEY L." userId="5cada80b-0f7b-49a5-96b2-656b100ca6c6" providerId="ADAL" clId="{632DF7FE-9916-4FAF-8457-3521400FFCEA}" dt="2025-11-12T10:47:06.684" v="39817" actId="47"/>
        <pc:sldMkLst>
          <pc:docMk/>
          <pc:sldMk cId="785703097" sldId="697"/>
        </pc:sldMkLst>
      </pc:sldChg>
      <pc:sldChg chg="addSp delSp modSp add del mod addAnim delAnim modAnim modNotesTx">
        <pc:chgData name="DEWE, HAYLEY L." userId="5cada80b-0f7b-49a5-96b2-656b100ca6c6" providerId="ADAL" clId="{632DF7FE-9916-4FAF-8457-3521400FFCEA}" dt="2025-11-13T02:38:51.572" v="60370" actId="47"/>
        <pc:sldMkLst>
          <pc:docMk/>
          <pc:sldMk cId="1839842558" sldId="786"/>
        </pc:sldMkLst>
      </pc:sldChg>
      <pc:sldChg chg="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347010262" sldId="790"/>
        </pc:sldMkLst>
      </pc:sldChg>
      <pc:sldChg chg="addSp delSp modSp add del mod">
        <pc:chgData name="DEWE, HAYLEY L." userId="5cada80b-0f7b-49a5-96b2-656b100ca6c6" providerId="ADAL" clId="{632DF7FE-9916-4FAF-8457-3521400FFCEA}" dt="2025-11-18T13:03:40.208" v="62334" actId="47"/>
        <pc:sldMkLst>
          <pc:docMk/>
          <pc:sldMk cId="3398773832" sldId="790"/>
        </pc:sldMkLst>
      </pc:sldChg>
      <pc:sldChg chg="modSp add del mod ord">
        <pc:chgData name="DEWE, HAYLEY L." userId="5cada80b-0f7b-49a5-96b2-656b100ca6c6" providerId="ADAL" clId="{632DF7FE-9916-4FAF-8457-3521400FFCEA}" dt="2025-11-18T13:02:25.378" v="62209" actId="47"/>
        <pc:sldMkLst>
          <pc:docMk/>
          <pc:sldMk cId="2395185644" sldId="791"/>
        </pc:sldMkLst>
      </pc:sldChg>
      <pc:sldChg chg="delSp modSp add del mod modAnim">
        <pc:chgData name="DEWE, HAYLEY L." userId="5cada80b-0f7b-49a5-96b2-656b100ca6c6" providerId="ADAL" clId="{632DF7FE-9916-4FAF-8457-3521400FFCEA}" dt="2025-11-12T23:53:34.727" v="56692" actId="2696"/>
        <pc:sldMkLst>
          <pc:docMk/>
          <pc:sldMk cId="3711181391" sldId="791"/>
        </pc:sldMkLst>
      </pc:sldChg>
      <pc:sldChg chg="addSp delSp modSp add del mod or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4282450233" sldId="791"/>
        </pc:sldMkLst>
      </pc:sldChg>
      <pc:sldChg chg="addSp delSp modSp add del mod">
        <pc:chgData name="DEWE, HAYLEY L." userId="5cada80b-0f7b-49a5-96b2-656b100ca6c6" providerId="ADAL" clId="{632DF7FE-9916-4FAF-8457-3521400FFCEA}" dt="2025-11-18T13:03:34.136" v="62332" actId="47"/>
        <pc:sldMkLst>
          <pc:docMk/>
          <pc:sldMk cId="1568718387" sldId="793"/>
        </pc:sldMkLst>
      </pc:sldChg>
      <pc:sldChg chg="addSp delSp modSp add del mod modAnim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537879254" sldId="793"/>
        </pc:sldMkLst>
      </pc:sldChg>
      <pc:sldChg chg="modSp add del mod">
        <pc:chgData name="DEWE, HAYLEY L." userId="5cada80b-0f7b-49a5-96b2-656b100ca6c6" providerId="ADAL" clId="{632DF7FE-9916-4FAF-8457-3521400FFCEA}" dt="2025-11-12T10:39:20.343" v="39339" actId="47"/>
        <pc:sldMkLst>
          <pc:docMk/>
          <pc:sldMk cId="382062645" sldId="794"/>
        </pc:sldMkLst>
      </pc:sldChg>
      <pc:sldChg chg="addSp delSp modSp add del mod">
        <pc:chgData name="DEWE, HAYLEY L." userId="5cada80b-0f7b-49a5-96b2-656b100ca6c6" providerId="ADAL" clId="{632DF7FE-9916-4FAF-8457-3521400FFCEA}" dt="2025-11-12T16:30:07.943" v="50691" actId="2696"/>
        <pc:sldMkLst>
          <pc:docMk/>
          <pc:sldMk cId="2080683444" sldId="798"/>
        </pc:sldMkLst>
      </pc:sldChg>
      <pc:sldChg chg="addSp delSp modSp add del mod">
        <pc:chgData name="DEWE, HAYLEY L." userId="5cada80b-0f7b-49a5-96b2-656b100ca6c6" providerId="ADAL" clId="{632DF7FE-9916-4FAF-8457-3521400FFCEA}" dt="2025-11-12T13:18:26.690" v="47261" actId="2696"/>
        <pc:sldMkLst>
          <pc:docMk/>
          <pc:sldMk cId="2429779702" sldId="798"/>
        </pc:sldMkLst>
      </pc:sldChg>
      <pc:sldChg chg="modSp add del mod ord">
        <pc:chgData name="DEWE, HAYLEY L." userId="5cada80b-0f7b-49a5-96b2-656b100ca6c6" providerId="ADAL" clId="{632DF7FE-9916-4FAF-8457-3521400FFCEA}" dt="2025-11-12T16:27:03.975" v="50656" actId="2696"/>
        <pc:sldMkLst>
          <pc:docMk/>
          <pc:sldMk cId="2526267042" sldId="798"/>
        </pc:sldMkLst>
      </pc:sldChg>
      <pc:sldChg chg="addSp delSp modSp add del mod">
        <pc:chgData name="DEWE, HAYLEY L." userId="5cada80b-0f7b-49a5-96b2-656b100ca6c6" providerId="ADAL" clId="{632DF7FE-9916-4FAF-8457-3521400FFCEA}" dt="2025-11-18T13:02:06.491" v="62199" actId="47"/>
        <pc:sldMkLst>
          <pc:docMk/>
          <pc:sldMk cId="3375055263" sldId="798"/>
        </pc:sldMkLst>
      </pc:sldChg>
      <pc:sldChg chg="modSp add del mod">
        <pc:chgData name="DEWE, HAYLEY L." userId="5cada80b-0f7b-49a5-96b2-656b100ca6c6" providerId="ADAL" clId="{632DF7FE-9916-4FAF-8457-3521400FFCEA}" dt="2025-11-05T12:22:27.296" v="22892" actId="47"/>
        <pc:sldMkLst>
          <pc:docMk/>
          <pc:sldMk cId="1483130116" sldId="800"/>
        </pc:sldMkLst>
      </pc:sldChg>
      <pc:sldChg chg="modSp add del mod modAnim">
        <pc:chgData name="DEWE, HAYLEY L." userId="5cada80b-0f7b-49a5-96b2-656b100ca6c6" providerId="ADAL" clId="{632DF7FE-9916-4FAF-8457-3521400FFCEA}" dt="2025-11-10T16:26:51.246" v="34685" actId="47"/>
        <pc:sldMkLst>
          <pc:docMk/>
          <pc:sldMk cId="567994303" sldId="802"/>
        </pc:sldMkLst>
      </pc:sldChg>
      <pc:sldChg chg="addSp delSp modSp add del mod ord setBg">
        <pc:chgData name="DEWE, HAYLEY L." userId="5cada80b-0f7b-49a5-96b2-656b100ca6c6" providerId="ADAL" clId="{632DF7FE-9916-4FAF-8457-3521400FFCEA}" dt="2025-11-18T13:02:13.028" v="62202" actId="47"/>
        <pc:sldMkLst>
          <pc:docMk/>
          <pc:sldMk cId="2440709678" sldId="803"/>
        </pc:sldMkLst>
      </pc:sldChg>
      <pc:sldChg chg="modSp add del mod modAnim">
        <pc:chgData name="DEWE, HAYLEY L." userId="5cada80b-0f7b-49a5-96b2-656b100ca6c6" providerId="ADAL" clId="{632DF7FE-9916-4FAF-8457-3521400FFCEA}" dt="2025-11-10T16:26:50.436" v="34684" actId="47"/>
        <pc:sldMkLst>
          <pc:docMk/>
          <pc:sldMk cId="3489759283" sldId="803"/>
        </pc:sldMkLst>
      </pc:sldChg>
      <pc:sldChg chg="delSp modSp add del mod setBg delDesignElem">
        <pc:chgData name="DEWE, HAYLEY L." userId="5cada80b-0f7b-49a5-96b2-656b100ca6c6" providerId="ADAL" clId="{632DF7FE-9916-4FAF-8457-3521400FFCEA}" dt="2025-11-12T17:07:54.768" v="52043" actId="2696"/>
        <pc:sldMkLst>
          <pc:docMk/>
          <pc:sldMk cId="3556470377" sldId="803"/>
        </pc:sldMkLst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828054950" sldId="804"/>
        </pc:sldMkLst>
      </pc:sldChg>
      <pc:sldChg chg="addSp delSp modSp add del mod ord setBg delAnim modAnim">
        <pc:chgData name="DEWE, HAYLEY L." userId="5cada80b-0f7b-49a5-96b2-656b100ca6c6" providerId="ADAL" clId="{632DF7FE-9916-4FAF-8457-3521400FFCEA}" dt="2025-11-18T13:02:13.702" v="62203" actId="47"/>
        <pc:sldMkLst>
          <pc:docMk/>
          <pc:sldMk cId="1965139520" sldId="804"/>
        </pc:sldMkLst>
      </pc:sldChg>
      <pc:sldChg chg="add del">
        <pc:chgData name="DEWE, HAYLEY L." userId="5cada80b-0f7b-49a5-96b2-656b100ca6c6" providerId="ADAL" clId="{632DF7FE-9916-4FAF-8457-3521400FFCEA}" dt="2025-11-12T17:19:59.976" v="53132" actId="47"/>
        <pc:sldMkLst>
          <pc:docMk/>
          <pc:sldMk cId="1111592730" sldId="805"/>
        </pc:sldMkLst>
      </pc:sldChg>
      <pc:sldChg chg="modSp add del mod">
        <pc:chgData name="DEWE, HAYLEY L." userId="5cada80b-0f7b-49a5-96b2-656b100ca6c6" providerId="ADAL" clId="{632DF7FE-9916-4FAF-8457-3521400FFCEA}" dt="2025-11-12T17:07:54.768" v="52043" actId="2696"/>
        <pc:sldMkLst>
          <pc:docMk/>
          <pc:sldMk cId="1564813014" sldId="805"/>
        </pc:sldMkLst>
      </pc:sldChg>
      <pc:sldChg chg="modSp add del mod">
        <pc:chgData name="DEWE, HAYLEY L." userId="5cada80b-0f7b-49a5-96b2-656b100ca6c6" providerId="ADAL" clId="{632DF7FE-9916-4FAF-8457-3521400FFCEA}" dt="2025-11-18T13:02:03.214" v="62196" actId="47"/>
        <pc:sldMkLst>
          <pc:docMk/>
          <pc:sldMk cId="31641608" sldId="809"/>
        </pc:sldMkLst>
      </pc:sldChg>
      <pc:sldChg chg="addSp modSp add del mod modNotesTx">
        <pc:chgData name="DEWE, HAYLEY L." userId="5cada80b-0f7b-49a5-96b2-656b100ca6c6" providerId="ADAL" clId="{632DF7FE-9916-4FAF-8457-3521400FFCEA}" dt="2025-11-10T15:41:55.342" v="33114" actId="2696"/>
        <pc:sldMkLst>
          <pc:docMk/>
          <pc:sldMk cId="3530002709" sldId="809"/>
        </pc:sldMkLst>
      </pc:sldChg>
      <pc:sldChg chg="modSp add del mod">
        <pc:chgData name="DEWE, HAYLEY L." userId="5cada80b-0f7b-49a5-96b2-656b100ca6c6" providerId="ADAL" clId="{632DF7FE-9916-4FAF-8457-3521400FFCEA}" dt="2025-11-10T16:26:31.064" v="34677" actId="47"/>
        <pc:sldMkLst>
          <pc:docMk/>
          <pc:sldMk cId="482175367" sldId="810"/>
        </pc:sldMkLst>
      </pc:sldChg>
      <pc:sldChg chg="modSp add mod">
        <pc:chgData name="DEWE, HAYLEY L." userId="5cada80b-0f7b-49a5-96b2-656b100ca6c6" providerId="ADAL" clId="{632DF7FE-9916-4FAF-8457-3521400FFCEA}" dt="2025-11-19T18:14:55.022" v="98749" actId="27636"/>
        <pc:sldMkLst>
          <pc:docMk/>
          <pc:sldMk cId="2334158457" sldId="811"/>
        </pc:sldMkLst>
        <pc:spChg chg="mod">
          <ac:chgData name="DEWE, HAYLEY L." userId="5cada80b-0f7b-49a5-96b2-656b100ca6c6" providerId="ADAL" clId="{632DF7FE-9916-4FAF-8457-3521400FFCEA}" dt="2025-11-19T18:14:55.022" v="98749" actId="27636"/>
          <ac:spMkLst>
            <pc:docMk/>
            <pc:sldMk cId="2334158457" sldId="811"/>
            <ac:spMk id="9" creationId="{8B8676F2-4335-7184-8F2C-C2727F9C78E9}"/>
          </ac:spMkLst>
        </pc:spChg>
      </pc:sldChg>
      <pc:sldChg chg="addSp delSp modSp add del mod setBg setFolMasterObjs modNotesTx">
        <pc:chgData name="DEWE, HAYLEY L." userId="5cada80b-0f7b-49a5-96b2-656b100ca6c6" providerId="ADAL" clId="{632DF7FE-9916-4FAF-8457-3521400FFCEA}" dt="2025-11-19T16:56:46.672" v="97969" actId="47"/>
        <pc:sldMkLst>
          <pc:docMk/>
          <pc:sldMk cId="3707030054" sldId="812"/>
        </pc:sldMkLst>
        <pc:spChg chg="mod">
          <ac:chgData name="DEWE, HAYLEY L." userId="5cada80b-0f7b-49a5-96b2-656b100ca6c6" providerId="ADAL" clId="{632DF7FE-9916-4FAF-8457-3521400FFCEA}" dt="2025-11-18T11:19:04.627" v="60770" actId="404"/>
          <ac:spMkLst>
            <pc:docMk/>
            <pc:sldMk cId="3707030054" sldId="812"/>
            <ac:spMk id="2" creationId="{CD2C48A0-0C62-9F5B-4471-22A81A0DABE2}"/>
          </ac:spMkLst>
        </pc:spChg>
        <pc:spChg chg="del">
          <ac:chgData name="DEWE, HAYLEY L." userId="5cada80b-0f7b-49a5-96b2-656b100ca6c6" providerId="ADAL" clId="{632DF7FE-9916-4FAF-8457-3521400FFCEA}" dt="2025-11-18T11:17:52.194" v="60744" actId="478"/>
          <ac:spMkLst>
            <pc:docMk/>
            <pc:sldMk cId="3707030054" sldId="812"/>
            <ac:spMk id="6" creationId="{CDFD689B-DEC8-F9B2-659F-0036D5AD897D}"/>
          </ac:spMkLst>
        </pc:spChg>
        <pc:spChg chg="del">
          <ac:chgData name="DEWE, HAYLEY L." userId="5cada80b-0f7b-49a5-96b2-656b100ca6c6" providerId="ADAL" clId="{632DF7FE-9916-4FAF-8457-3521400FFCEA}" dt="2025-11-18T11:17:48.675" v="60740" actId="478"/>
          <ac:spMkLst>
            <pc:docMk/>
            <pc:sldMk cId="3707030054" sldId="812"/>
            <ac:spMk id="7" creationId="{E76B73C6-56F3-890D-99D4-D0E5564F6F2F}"/>
          </ac:spMkLst>
        </pc:spChg>
        <pc:spChg chg="del">
          <ac:chgData name="DEWE, HAYLEY L." userId="5cada80b-0f7b-49a5-96b2-656b100ca6c6" providerId="ADAL" clId="{632DF7FE-9916-4FAF-8457-3521400FFCEA}" dt="2025-11-18T11:17:50.591" v="60742" actId="478"/>
          <ac:spMkLst>
            <pc:docMk/>
            <pc:sldMk cId="3707030054" sldId="812"/>
            <ac:spMk id="8" creationId="{C771CD4F-796E-6406-68E5-7C0D9F600E2C}"/>
          </ac:spMkLst>
        </pc:spChg>
        <pc:spChg chg="del">
          <ac:chgData name="DEWE, HAYLEY L." userId="5cada80b-0f7b-49a5-96b2-656b100ca6c6" providerId="ADAL" clId="{632DF7FE-9916-4FAF-8457-3521400FFCEA}" dt="2025-11-18T11:17:52.580" v="60745" actId="478"/>
          <ac:spMkLst>
            <pc:docMk/>
            <pc:sldMk cId="3707030054" sldId="812"/>
            <ac:spMk id="10" creationId="{1750AC1D-03FD-161B-13FF-EE534BF6E4AB}"/>
          </ac:spMkLst>
        </pc:spChg>
        <pc:spChg chg="add">
          <ac:chgData name="DEWE, HAYLEY L." userId="5cada80b-0f7b-49a5-96b2-656b100ca6c6" providerId="ADAL" clId="{632DF7FE-9916-4FAF-8457-3521400FFCEA}" dt="2025-11-18T11:19:02.052" v="60768" actId="26606"/>
          <ac:spMkLst>
            <pc:docMk/>
            <pc:sldMk cId="3707030054" sldId="812"/>
            <ac:spMk id="17" creationId="{2779F603-B669-4AD6-82F9-E09F76165B99}"/>
          </ac:spMkLst>
        </pc:spChg>
        <pc:spChg chg="add">
          <ac:chgData name="DEWE, HAYLEY L." userId="5cada80b-0f7b-49a5-96b2-656b100ca6c6" providerId="ADAL" clId="{632DF7FE-9916-4FAF-8457-3521400FFCEA}" dt="2025-11-18T11:19:02.052" v="60768" actId="26606"/>
          <ac:spMkLst>
            <pc:docMk/>
            <pc:sldMk cId="3707030054" sldId="812"/>
            <ac:spMk id="21" creationId="{BC0D1FC6-352C-4C7D-825F-C4E2F6A8059C}"/>
          </ac:spMkLst>
        </pc:spChg>
        <pc:spChg chg="add">
          <ac:chgData name="DEWE, HAYLEY L." userId="5cada80b-0f7b-49a5-96b2-656b100ca6c6" providerId="ADAL" clId="{632DF7FE-9916-4FAF-8457-3521400FFCEA}" dt="2025-11-18T11:19:02.052" v="60768" actId="26606"/>
          <ac:spMkLst>
            <pc:docMk/>
            <pc:sldMk cId="3707030054" sldId="812"/>
            <ac:spMk id="23" creationId="{541AFC2C-CD98-4478-AB71-1A864026D92F}"/>
          </ac:spMkLst>
        </pc:spChg>
        <pc:picChg chg="del">
          <ac:chgData name="DEWE, HAYLEY L." userId="5cada80b-0f7b-49a5-96b2-656b100ca6c6" providerId="ADAL" clId="{632DF7FE-9916-4FAF-8457-3521400FFCEA}" dt="2025-11-18T11:17:39.820" v="60713" actId="478"/>
          <ac:picMkLst>
            <pc:docMk/>
            <pc:sldMk cId="3707030054" sldId="812"/>
            <ac:picMk id="3" creationId="{2C27EAC0-E4A6-A236-352C-3AB385BFAE9D}"/>
          </ac:picMkLst>
        </pc:picChg>
        <pc:picChg chg="del mod">
          <ac:chgData name="DEWE, HAYLEY L." userId="5cada80b-0f7b-49a5-96b2-656b100ca6c6" providerId="ADAL" clId="{632DF7FE-9916-4FAF-8457-3521400FFCEA}" dt="2025-11-18T11:18:01.846" v="60762" actId="478"/>
          <ac:picMkLst>
            <pc:docMk/>
            <pc:sldMk cId="3707030054" sldId="812"/>
            <ac:picMk id="4" creationId="{541B5184-E320-125E-14BC-3674823D2E03}"/>
          </ac:picMkLst>
        </pc:picChg>
        <pc:picChg chg="del mod">
          <ac:chgData name="DEWE, HAYLEY L." userId="5cada80b-0f7b-49a5-96b2-656b100ca6c6" providerId="ADAL" clId="{632DF7FE-9916-4FAF-8457-3521400FFCEA}" dt="2025-11-18T11:18:00.717" v="60761" actId="478"/>
          <ac:picMkLst>
            <pc:docMk/>
            <pc:sldMk cId="3707030054" sldId="812"/>
            <ac:picMk id="5" creationId="{A8D01C90-FCA3-5A17-724C-B9D0A17A3B51}"/>
          </ac:picMkLst>
        </pc:picChg>
        <pc:picChg chg="del">
          <ac:chgData name="DEWE, HAYLEY L." userId="5cada80b-0f7b-49a5-96b2-656b100ca6c6" providerId="ADAL" clId="{632DF7FE-9916-4FAF-8457-3521400FFCEA}" dt="2025-11-18T11:17:51.001" v="60743" actId="478"/>
          <ac:picMkLst>
            <pc:docMk/>
            <pc:sldMk cId="3707030054" sldId="812"/>
            <ac:picMk id="11" creationId="{2D2A9BD2-7D8D-00F5-E083-6843021318A0}"/>
          </ac:picMkLst>
        </pc:picChg>
        <pc:picChg chg="add mod">
          <ac:chgData name="DEWE, HAYLEY L." userId="5cada80b-0f7b-49a5-96b2-656b100ca6c6" providerId="ADAL" clId="{632DF7FE-9916-4FAF-8457-3521400FFCEA}" dt="2025-11-18T11:19:06.074" v="60771" actId="1076"/>
          <ac:picMkLst>
            <pc:docMk/>
            <pc:sldMk cId="3707030054" sldId="812"/>
            <ac:picMk id="12" creationId="{FAD224D6-8641-7F8A-C01F-216746DAF231}"/>
          </ac:picMkLst>
        </pc:picChg>
        <pc:picChg chg="del">
          <ac:chgData name="DEWE, HAYLEY L." userId="5cada80b-0f7b-49a5-96b2-656b100ca6c6" providerId="ADAL" clId="{632DF7FE-9916-4FAF-8457-3521400FFCEA}" dt="2025-11-18T11:17:49.253" v="60741" actId="478"/>
          <ac:picMkLst>
            <pc:docMk/>
            <pc:sldMk cId="3707030054" sldId="812"/>
            <ac:picMk id="14" creationId="{69CE5BA8-1C4A-B540-B03A-1E6DA708B08B}"/>
          </ac:picMkLst>
        </pc:picChg>
        <pc:cxnChg chg="add">
          <ac:chgData name="DEWE, HAYLEY L." userId="5cada80b-0f7b-49a5-96b2-656b100ca6c6" providerId="ADAL" clId="{632DF7FE-9916-4FAF-8457-3521400FFCEA}" dt="2025-11-18T11:19:02.052" v="60768" actId="26606"/>
          <ac:cxnSpMkLst>
            <pc:docMk/>
            <pc:sldMk cId="3707030054" sldId="812"/>
            <ac:cxnSpMk id="19" creationId="{7ABFD994-C2DC-4E7D-9411-C7FF7813EF47}"/>
          </ac:cxnSpMkLst>
        </pc:cxnChg>
      </pc:sldChg>
      <pc:sldChg chg="addSp delSp modSp add mod ord delAnim modAnim modNotesTx">
        <pc:chgData name="DEWE, HAYLEY L." userId="5cada80b-0f7b-49a5-96b2-656b100ca6c6" providerId="ADAL" clId="{632DF7FE-9916-4FAF-8457-3521400FFCEA}" dt="2025-11-19T16:58:40.896" v="98047" actId="20577"/>
        <pc:sldMkLst>
          <pc:docMk/>
          <pc:sldMk cId="2352799976" sldId="813"/>
        </pc:sldMkLst>
        <pc:spChg chg="add mod">
          <ac:chgData name="DEWE, HAYLEY L." userId="5cada80b-0f7b-49a5-96b2-656b100ca6c6" providerId="ADAL" clId="{632DF7FE-9916-4FAF-8457-3521400FFCEA}" dt="2025-11-18T15:21:12.013" v="71073" actId="255"/>
          <ac:spMkLst>
            <pc:docMk/>
            <pc:sldMk cId="2352799976" sldId="813"/>
            <ac:spMk id="2" creationId="{36BD4029-F463-C3FF-F4CD-3137368790D5}"/>
          </ac:spMkLst>
        </pc:spChg>
        <pc:spChg chg="add mod">
          <ac:chgData name="DEWE, HAYLEY L." userId="5cada80b-0f7b-49a5-96b2-656b100ca6c6" providerId="ADAL" clId="{632DF7FE-9916-4FAF-8457-3521400FFCEA}" dt="2025-11-18T15:21:03.399" v="71070" actId="1076"/>
          <ac:spMkLst>
            <pc:docMk/>
            <pc:sldMk cId="2352799976" sldId="813"/>
            <ac:spMk id="3" creationId="{459E715E-C783-88DD-0FAC-BECC36ED6C69}"/>
          </ac:spMkLst>
        </pc:spChg>
        <pc:spChg chg="mod">
          <ac:chgData name="DEWE, HAYLEY L." userId="5cada80b-0f7b-49a5-96b2-656b100ca6c6" providerId="ADAL" clId="{632DF7FE-9916-4FAF-8457-3521400FFCEA}" dt="2025-11-18T15:21:19.252" v="71075" actId="20577"/>
          <ac:spMkLst>
            <pc:docMk/>
            <pc:sldMk cId="2352799976" sldId="813"/>
            <ac:spMk id="4" creationId="{03AE23B3-6C85-B66F-7908-7A1B0DFB1C00}"/>
          </ac:spMkLst>
        </pc:spChg>
        <pc:spChg chg="mod">
          <ac:chgData name="DEWE, HAYLEY L." userId="5cada80b-0f7b-49a5-96b2-656b100ca6c6" providerId="ADAL" clId="{632DF7FE-9916-4FAF-8457-3521400FFCEA}" dt="2025-11-18T11:25:31.300" v="61125" actId="20577"/>
          <ac:spMkLst>
            <pc:docMk/>
            <pc:sldMk cId="2352799976" sldId="813"/>
            <ac:spMk id="9" creationId="{8B4D0ED3-855F-1DAB-78EF-436A633D73CD}"/>
          </ac:spMkLst>
        </pc:spChg>
        <pc:spChg chg="del">
          <ac:chgData name="DEWE, HAYLEY L." userId="5cada80b-0f7b-49a5-96b2-656b100ca6c6" providerId="ADAL" clId="{632DF7FE-9916-4FAF-8457-3521400FFCEA}" dt="2025-11-18T12:57:17.848" v="61441" actId="478"/>
          <ac:spMkLst>
            <pc:docMk/>
            <pc:sldMk cId="2352799976" sldId="813"/>
            <ac:spMk id="12" creationId="{70AD7DCC-6318-34B0-29DB-AF9A889AB0D4}"/>
          </ac:spMkLst>
        </pc:spChg>
      </pc:sldChg>
      <pc:sldChg chg="modSp add del mod">
        <pc:chgData name="DEWE, HAYLEY L." userId="5cada80b-0f7b-49a5-96b2-656b100ca6c6" providerId="ADAL" clId="{632DF7FE-9916-4FAF-8457-3521400FFCEA}" dt="2025-11-10T14:19:01.300" v="25445" actId="47"/>
        <pc:sldMkLst>
          <pc:docMk/>
          <pc:sldMk cId="3320827424" sldId="814"/>
        </pc:sldMkLst>
      </pc:sldChg>
      <pc:sldChg chg="addSp modSp add del mod ord modAnim modNotesTx">
        <pc:chgData name="DEWE, HAYLEY L." userId="5cada80b-0f7b-49a5-96b2-656b100ca6c6" providerId="ADAL" clId="{632DF7FE-9916-4FAF-8457-3521400FFCEA}" dt="2025-11-18T13:01:48.858" v="62182" actId="47"/>
        <pc:sldMkLst>
          <pc:docMk/>
          <pc:sldMk cId="3950946495" sldId="815"/>
        </pc:sldMkLst>
      </pc:sldChg>
      <pc:sldChg chg="delSp modSp add del mod delAnim modAnim modNotesTx">
        <pc:chgData name="DEWE, HAYLEY L." userId="5cada80b-0f7b-49a5-96b2-656b100ca6c6" providerId="ADAL" clId="{632DF7FE-9916-4FAF-8457-3521400FFCEA}" dt="2025-11-12T16:01:34.060" v="49568" actId="2696"/>
        <pc:sldMkLst>
          <pc:docMk/>
          <pc:sldMk cId="871254484" sldId="816"/>
        </pc:sldMkLst>
      </pc:sldChg>
      <pc:sldChg chg="add del ord">
        <pc:chgData name="DEWE, HAYLEY L." userId="5cada80b-0f7b-49a5-96b2-656b100ca6c6" providerId="ADAL" clId="{632DF7FE-9916-4FAF-8457-3521400FFCEA}" dt="2025-11-12T16:05:19.405" v="49608" actId="47"/>
        <pc:sldMkLst>
          <pc:docMk/>
          <pc:sldMk cId="2221532506" sldId="816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8T13:02:00.169" v="62193" actId="47"/>
        <pc:sldMkLst>
          <pc:docMk/>
          <pc:sldMk cId="3042981932" sldId="817"/>
        </pc:sldMkLst>
      </pc:sldChg>
      <pc:sldChg chg="addSp delSp modSp add del mod ord setBg delAnim modNotesTx">
        <pc:chgData name="DEWE, HAYLEY L." userId="5cada80b-0f7b-49a5-96b2-656b100ca6c6" providerId="ADAL" clId="{632DF7FE-9916-4FAF-8457-3521400FFCEA}" dt="2025-11-18T13:02:02.351" v="62195" actId="47"/>
        <pc:sldMkLst>
          <pc:docMk/>
          <pc:sldMk cId="631182621" sldId="818"/>
        </pc:sldMkLst>
      </pc:sldChg>
      <pc:sldChg chg="addSp modSp add del mod addAnim delAnim modAnim">
        <pc:chgData name="DEWE, HAYLEY L." userId="5cada80b-0f7b-49a5-96b2-656b100ca6c6" providerId="ADAL" clId="{632DF7FE-9916-4FAF-8457-3521400FFCEA}" dt="2025-11-18T13:01:53.999" v="62184" actId="47"/>
        <pc:sldMkLst>
          <pc:docMk/>
          <pc:sldMk cId="2122292998" sldId="819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5-11-18T13:01:55.269" v="62186" actId="47"/>
        <pc:sldMkLst>
          <pc:docMk/>
          <pc:sldMk cId="2969522156" sldId="820"/>
        </pc:sldMkLst>
      </pc:sldChg>
      <pc:sldChg chg="addSp delSp modSp add del mod">
        <pc:chgData name="DEWE, HAYLEY L." userId="5cada80b-0f7b-49a5-96b2-656b100ca6c6" providerId="ADAL" clId="{632DF7FE-9916-4FAF-8457-3521400FFCEA}" dt="2025-11-18T13:01:58.913" v="62191" actId="47"/>
        <pc:sldMkLst>
          <pc:docMk/>
          <pc:sldMk cId="571758267" sldId="821"/>
        </pc:sldMkLst>
      </pc:sldChg>
      <pc:sldChg chg="add del">
        <pc:chgData name="DEWE, HAYLEY L." userId="5cada80b-0f7b-49a5-96b2-656b100ca6c6" providerId="ADAL" clId="{632DF7FE-9916-4FAF-8457-3521400FFCEA}" dt="2025-11-10T15:47:19.712" v="33550" actId="2890"/>
        <pc:sldMkLst>
          <pc:docMk/>
          <pc:sldMk cId="1334763432" sldId="822"/>
        </pc:sldMkLst>
      </pc:sldChg>
      <pc:sldChg chg="addSp delSp modSp add del mod modNotesTx">
        <pc:chgData name="DEWE, HAYLEY L." userId="5cada80b-0f7b-49a5-96b2-656b100ca6c6" providerId="ADAL" clId="{632DF7FE-9916-4FAF-8457-3521400FFCEA}" dt="2025-11-18T13:01:59.447" v="62192" actId="47"/>
        <pc:sldMkLst>
          <pc:docMk/>
          <pc:sldMk cId="2038931712" sldId="822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8T13:01:57.251" v="62188" actId="47"/>
        <pc:sldMkLst>
          <pc:docMk/>
          <pc:sldMk cId="1286253549" sldId="823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8T13:01:57.670" v="62189" actId="47"/>
        <pc:sldMkLst>
          <pc:docMk/>
          <pc:sldMk cId="2417775896" sldId="824"/>
        </pc:sldMkLst>
      </pc:sldChg>
      <pc:sldChg chg="addSp delSp modSp add del mod modAnim modNotesTx">
        <pc:chgData name="DEWE, HAYLEY L." userId="5cada80b-0f7b-49a5-96b2-656b100ca6c6" providerId="ADAL" clId="{632DF7FE-9916-4FAF-8457-3521400FFCEA}" dt="2025-11-18T13:01:56.805" v="62187" actId="47"/>
        <pc:sldMkLst>
          <pc:docMk/>
          <pc:sldMk cId="1157879476" sldId="825"/>
        </pc:sldMkLst>
      </pc:sldChg>
      <pc:sldChg chg="delSp add del setBg delDesignElem">
        <pc:chgData name="DEWE, HAYLEY L." userId="5cada80b-0f7b-49a5-96b2-656b100ca6c6" providerId="ADAL" clId="{632DF7FE-9916-4FAF-8457-3521400FFCEA}" dt="2025-11-10T17:27:30.874" v="38234" actId="47"/>
        <pc:sldMkLst>
          <pc:docMk/>
          <pc:sldMk cId="179161384" sldId="826"/>
        </pc:sldMkLst>
      </pc:sldChg>
      <pc:sldChg chg="modSp add del mod ord modNotesTx">
        <pc:chgData name="DEWE, HAYLEY L." userId="5cada80b-0f7b-49a5-96b2-656b100ca6c6" providerId="ADAL" clId="{632DF7FE-9916-4FAF-8457-3521400FFCEA}" dt="2025-11-12T13:05:59.020" v="46289" actId="47"/>
        <pc:sldMkLst>
          <pc:docMk/>
          <pc:sldMk cId="2051444190" sldId="827"/>
        </pc:sldMkLst>
      </pc:sldChg>
      <pc:sldChg chg="modSp add mod modNotesTx">
        <pc:chgData name="DEWE, HAYLEY L." userId="5cada80b-0f7b-49a5-96b2-656b100ca6c6" providerId="ADAL" clId="{632DF7FE-9916-4FAF-8457-3521400FFCEA}" dt="2025-11-19T16:58:33.623" v="98046" actId="20577"/>
        <pc:sldMkLst>
          <pc:docMk/>
          <pc:sldMk cId="1281510875" sldId="828"/>
        </pc:sldMkLst>
        <pc:spChg chg="mod">
          <ac:chgData name="DEWE, HAYLEY L." userId="5cada80b-0f7b-49a5-96b2-656b100ca6c6" providerId="ADAL" clId="{632DF7FE-9916-4FAF-8457-3521400FFCEA}" dt="2025-11-18T14:02:27.140" v="65050" actId="20577"/>
          <ac:spMkLst>
            <pc:docMk/>
            <pc:sldMk cId="1281510875" sldId="828"/>
            <ac:spMk id="4" creationId="{91DD94FF-7B83-94F8-64B0-69EFCE5C3823}"/>
          </ac:spMkLst>
        </pc:spChg>
      </pc:sldChg>
      <pc:sldChg chg="addSp delSp modSp add del mod modAnim">
        <pc:chgData name="DEWE, HAYLEY L." userId="5cada80b-0f7b-49a5-96b2-656b100ca6c6" providerId="ADAL" clId="{632DF7FE-9916-4FAF-8457-3521400FFCEA}" dt="2025-11-18T13:02:26.555" v="62210" actId="47"/>
        <pc:sldMkLst>
          <pc:docMk/>
          <pc:sldMk cId="1586591189" sldId="829"/>
        </pc:sldMkLst>
      </pc:sldChg>
      <pc:sldChg chg="addSp delSp modSp add del mod ord modAnim">
        <pc:chgData name="DEWE, HAYLEY L." userId="5cada80b-0f7b-49a5-96b2-656b100ca6c6" providerId="ADAL" clId="{632DF7FE-9916-4FAF-8457-3521400FFCEA}" dt="2025-11-18T13:02:15.190" v="62204" actId="47"/>
        <pc:sldMkLst>
          <pc:docMk/>
          <pc:sldMk cId="2037999434" sldId="830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18T13:02:26.838" v="62211" actId="47"/>
        <pc:sldMkLst>
          <pc:docMk/>
          <pc:sldMk cId="99743214" sldId="831"/>
        </pc:sldMkLst>
      </pc:sldChg>
      <pc:sldChg chg="addSp delSp modSp add del mod ord modAnim">
        <pc:chgData name="DEWE, HAYLEY L." userId="5cada80b-0f7b-49a5-96b2-656b100ca6c6" providerId="ADAL" clId="{632DF7FE-9916-4FAF-8457-3521400FFCEA}" dt="2025-11-12T17:05:09.791" v="51899" actId="2696"/>
        <pc:sldMkLst>
          <pc:docMk/>
          <pc:sldMk cId="1836335614" sldId="832"/>
        </pc:sldMkLst>
      </pc:sldChg>
      <pc:sldChg chg="add del">
        <pc:chgData name="DEWE, HAYLEY L." userId="5cada80b-0f7b-49a5-96b2-656b100ca6c6" providerId="ADAL" clId="{632DF7FE-9916-4FAF-8457-3521400FFCEA}" dt="2025-11-18T13:02:00.750" v="62194" actId="47"/>
        <pc:sldMkLst>
          <pc:docMk/>
          <pc:sldMk cId="1958320168" sldId="832"/>
        </pc:sldMkLst>
      </pc:sldChg>
      <pc:sldChg chg="addSp delSp modSp add del mod delAnim modAnim">
        <pc:chgData name="DEWE, HAYLEY L." userId="5cada80b-0f7b-49a5-96b2-656b100ca6c6" providerId="ADAL" clId="{632DF7FE-9916-4FAF-8457-3521400FFCEA}" dt="2025-11-12T12:03:11.991" v="43062" actId="47"/>
        <pc:sldMkLst>
          <pc:docMk/>
          <pc:sldMk cId="30085567" sldId="833"/>
        </pc:sldMkLst>
      </pc:sldChg>
      <pc:sldChg chg="addSp delSp modSp add del mod">
        <pc:chgData name="DEWE, HAYLEY L." userId="5cada80b-0f7b-49a5-96b2-656b100ca6c6" providerId="ADAL" clId="{632DF7FE-9916-4FAF-8457-3521400FFCEA}" dt="2025-11-12T12:30:04.705" v="43306" actId="47"/>
        <pc:sldMkLst>
          <pc:docMk/>
          <pc:sldMk cId="2766479119" sldId="833"/>
        </pc:sldMkLst>
      </pc:sldChg>
      <pc:sldChg chg="add del ord">
        <pc:chgData name="DEWE, HAYLEY L." userId="5cada80b-0f7b-49a5-96b2-656b100ca6c6" providerId="ADAL" clId="{632DF7FE-9916-4FAF-8457-3521400FFCEA}" dt="2025-11-12T12:03:46.803" v="43064" actId="47"/>
        <pc:sldMkLst>
          <pc:docMk/>
          <pc:sldMk cId="103328062" sldId="834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8T13:02:10.516" v="62200" actId="47"/>
        <pc:sldMkLst>
          <pc:docMk/>
          <pc:sldMk cId="1287916347" sldId="834"/>
        </pc:sldMkLst>
      </pc:sldChg>
      <pc:sldChg chg="add del">
        <pc:chgData name="DEWE, HAYLEY L." userId="5cada80b-0f7b-49a5-96b2-656b100ca6c6" providerId="ADAL" clId="{632DF7FE-9916-4FAF-8457-3521400FFCEA}" dt="2025-11-12T12:30:15.353" v="43308"/>
        <pc:sldMkLst>
          <pc:docMk/>
          <pc:sldMk cId="346949277" sldId="835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8T13:02:16.118" v="62205" actId="47"/>
        <pc:sldMkLst>
          <pc:docMk/>
          <pc:sldMk cId="2560445687" sldId="835"/>
        </pc:sldMkLst>
      </pc:sldChg>
      <pc:sldChg chg="addSp delSp modSp add del mod delAnim modAnim">
        <pc:chgData name="DEWE, HAYLEY L." userId="5cada80b-0f7b-49a5-96b2-656b100ca6c6" providerId="ADAL" clId="{632DF7FE-9916-4FAF-8457-3521400FFCEA}" dt="2025-11-18T13:02:19.254" v="62207" actId="47"/>
        <pc:sldMkLst>
          <pc:docMk/>
          <pc:sldMk cId="4032138130" sldId="836"/>
        </pc:sldMkLst>
      </pc:sldChg>
      <pc:sldChg chg="addSp delSp modSp add del mod">
        <pc:chgData name="DEWE, HAYLEY L." userId="5cada80b-0f7b-49a5-96b2-656b100ca6c6" providerId="ADAL" clId="{632DF7FE-9916-4FAF-8457-3521400FFCEA}" dt="2025-11-18T13:02:17.167" v="62206" actId="47"/>
        <pc:sldMkLst>
          <pc:docMk/>
          <pc:sldMk cId="190480808" sldId="837"/>
        </pc:sldMkLst>
      </pc:sldChg>
      <pc:sldChg chg="modSp add del mod">
        <pc:chgData name="DEWE, HAYLEY L." userId="5cada80b-0f7b-49a5-96b2-656b100ca6c6" providerId="ADAL" clId="{632DF7FE-9916-4FAF-8457-3521400FFCEA}" dt="2025-11-12T23:53:34.727" v="56692" actId="2696"/>
        <pc:sldMkLst>
          <pc:docMk/>
          <pc:sldMk cId="1419812896" sldId="838"/>
        </pc:sldMkLst>
      </pc:sldChg>
      <pc:sldChg chg="modSp add del mod ord">
        <pc:chgData name="DEWE, HAYLEY L." userId="5cada80b-0f7b-49a5-96b2-656b100ca6c6" providerId="ADAL" clId="{632DF7FE-9916-4FAF-8457-3521400FFCEA}" dt="2025-11-12T23:54:29.273" v="56726" actId="2696"/>
        <pc:sldMkLst>
          <pc:docMk/>
          <pc:sldMk cId="2069950322" sldId="838"/>
        </pc:sldMkLst>
      </pc:sldChg>
      <pc:sldChg chg="addSp delSp modSp add del mod modAnim">
        <pc:chgData name="DEWE, HAYLEY L." userId="5cada80b-0f7b-49a5-96b2-656b100ca6c6" providerId="ADAL" clId="{632DF7FE-9916-4FAF-8457-3521400FFCEA}" dt="2025-11-19T17:15:44.996" v="98710" actId="113"/>
        <pc:sldMkLst>
          <pc:docMk/>
          <pc:sldMk cId="2521258886" sldId="838"/>
        </pc:sldMkLst>
        <pc:spChg chg="mod">
          <ac:chgData name="DEWE, HAYLEY L." userId="5cada80b-0f7b-49a5-96b2-656b100ca6c6" providerId="ADAL" clId="{632DF7FE-9916-4FAF-8457-3521400FFCEA}" dt="2025-11-19T17:15:44.996" v="98710" actId="113"/>
          <ac:spMkLst>
            <pc:docMk/>
            <pc:sldMk cId="2521258886" sldId="838"/>
            <ac:spMk id="2" creationId="{1D6D9839-7081-0FD3-3D9E-CD580E10C80D}"/>
          </ac:spMkLst>
        </pc:spChg>
        <pc:spChg chg="add del mod">
          <ac:chgData name="DEWE, HAYLEY L." userId="5cada80b-0f7b-49a5-96b2-656b100ca6c6" providerId="ADAL" clId="{632DF7FE-9916-4FAF-8457-3521400FFCEA}" dt="2025-11-18T14:05:17.450" v="65208" actId="478"/>
          <ac:spMkLst>
            <pc:docMk/>
            <pc:sldMk cId="2521258886" sldId="838"/>
            <ac:spMk id="4" creationId="{88908FA1-06E2-BC0E-1288-AAF6F920B485}"/>
          </ac:spMkLst>
        </pc:spChg>
        <pc:spChg chg="mod">
          <ac:chgData name="DEWE, HAYLEY L." userId="5cada80b-0f7b-49a5-96b2-656b100ca6c6" providerId="ADAL" clId="{632DF7FE-9916-4FAF-8457-3521400FFCEA}" dt="2025-11-18T14:04:58.520" v="65205" actId="20577"/>
          <ac:spMkLst>
            <pc:docMk/>
            <pc:sldMk cId="2521258886" sldId="838"/>
            <ac:spMk id="7" creationId="{095ADA02-C595-8B98-B5CB-575B38F4B57D}"/>
          </ac:spMkLst>
        </pc:spChg>
        <pc:picChg chg="del">
          <ac:chgData name="DEWE, HAYLEY L." userId="5cada80b-0f7b-49a5-96b2-656b100ca6c6" providerId="ADAL" clId="{632DF7FE-9916-4FAF-8457-3521400FFCEA}" dt="2025-11-18T14:05:17.827" v="65209" actId="478"/>
          <ac:picMkLst>
            <pc:docMk/>
            <pc:sldMk cId="2521258886" sldId="838"/>
            <ac:picMk id="1026" creationId="{AD90A2FB-BB4F-3365-F718-82DA985E596B}"/>
          </ac:picMkLst>
        </pc:picChg>
      </pc:sldChg>
      <pc:sldChg chg="addSp delSp modSp add del mod setBg setFolMasterObjs modAnim">
        <pc:chgData name="DEWE, HAYLEY L." userId="5cada80b-0f7b-49a5-96b2-656b100ca6c6" providerId="ADAL" clId="{632DF7FE-9916-4FAF-8457-3521400FFCEA}" dt="2025-11-12T16:38:47.962" v="51078" actId="2696"/>
        <pc:sldMkLst>
          <pc:docMk/>
          <pc:sldMk cId="3415805272" sldId="838"/>
        </pc:sldMkLst>
      </pc:sldChg>
      <pc:sldChg chg="addSp delSp modSp add del mod">
        <pc:chgData name="DEWE, HAYLEY L." userId="5cada80b-0f7b-49a5-96b2-656b100ca6c6" providerId="ADAL" clId="{632DF7FE-9916-4FAF-8457-3521400FFCEA}" dt="2025-11-12T13:38:44.236" v="48742" actId="47"/>
        <pc:sldMkLst>
          <pc:docMk/>
          <pc:sldMk cId="481057357" sldId="839"/>
        </pc:sldMkLst>
      </pc:sldChg>
      <pc:sldChg chg="add del">
        <pc:chgData name="DEWE, HAYLEY L." userId="5cada80b-0f7b-49a5-96b2-656b100ca6c6" providerId="ADAL" clId="{632DF7FE-9916-4FAF-8457-3521400FFCEA}" dt="2025-11-12T13:27:28.536" v="47421"/>
        <pc:sldMkLst>
          <pc:docMk/>
          <pc:sldMk cId="677241589" sldId="839"/>
        </pc:sldMkLst>
      </pc:sldChg>
      <pc:sldChg chg="modSp add del mod modAnim modNotesTx">
        <pc:chgData name="DEWE, HAYLEY L." userId="5cada80b-0f7b-49a5-96b2-656b100ca6c6" providerId="ADAL" clId="{632DF7FE-9916-4FAF-8457-3521400FFCEA}" dt="2025-11-18T13:02:05.346" v="62198" actId="47"/>
        <pc:sldMkLst>
          <pc:docMk/>
          <pc:sldMk cId="3122760086" sldId="83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1-18T13:05:11.582" v="62337" actId="47"/>
        <pc:sldMkLst>
          <pc:docMk/>
          <pc:sldMk cId="2168229095" sldId="840"/>
        </pc:sldMkLst>
      </pc:sldChg>
      <pc:sldChg chg="modSp add del mod ord modAnim modNotesTx">
        <pc:chgData name="DEWE, HAYLEY L." userId="5cada80b-0f7b-49a5-96b2-656b100ca6c6" providerId="ADAL" clId="{632DF7FE-9916-4FAF-8457-3521400FFCEA}" dt="2025-11-18T13:02:11.741" v="62201" actId="47"/>
        <pc:sldMkLst>
          <pc:docMk/>
          <pc:sldMk cId="2565012503" sldId="841"/>
        </pc:sldMkLst>
      </pc:sldChg>
      <pc:sldChg chg="addSp delSp modSp add del mod ord delAnim modAnim modNotesTx">
        <pc:chgData name="DEWE, HAYLEY L." userId="5cada80b-0f7b-49a5-96b2-656b100ca6c6" providerId="ADAL" clId="{632DF7FE-9916-4FAF-8457-3521400FFCEA}" dt="2025-11-18T13:02:27.199" v="62212" actId="47"/>
        <pc:sldMkLst>
          <pc:docMk/>
          <pc:sldMk cId="400950028" sldId="842"/>
        </pc:sldMkLst>
      </pc:sldChg>
      <pc:sldChg chg="modSp add del mod">
        <pc:chgData name="DEWE, HAYLEY L." userId="5cada80b-0f7b-49a5-96b2-656b100ca6c6" providerId="ADAL" clId="{632DF7FE-9916-4FAF-8457-3521400FFCEA}" dt="2025-11-18T13:03:42.867" v="62335" actId="47"/>
        <pc:sldMkLst>
          <pc:docMk/>
          <pc:sldMk cId="4061204570" sldId="843"/>
        </pc:sldMkLst>
      </pc:sldChg>
      <pc:sldChg chg="addSp modSp add del mod modAnim modNotesTx">
        <pc:chgData name="DEWE, HAYLEY L." userId="5cada80b-0f7b-49a5-96b2-656b100ca6c6" providerId="ADAL" clId="{632DF7FE-9916-4FAF-8457-3521400FFCEA}" dt="2025-11-18T13:02:28.971" v="62216" actId="47"/>
        <pc:sldMkLst>
          <pc:docMk/>
          <pc:sldMk cId="1878691589" sldId="844"/>
        </pc:sldMkLst>
      </pc:sldChg>
      <pc:sldChg chg="addSp delSp modSp add del mod delAnim modNotesTx">
        <pc:chgData name="DEWE, HAYLEY L." userId="5cada80b-0f7b-49a5-96b2-656b100ca6c6" providerId="ADAL" clId="{632DF7FE-9916-4FAF-8457-3521400FFCEA}" dt="2025-11-18T13:02:27.435" v="62213" actId="47"/>
        <pc:sldMkLst>
          <pc:docMk/>
          <pc:sldMk cId="1836696863" sldId="845"/>
        </pc:sldMkLst>
      </pc:sldChg>
      <pc:sldChg chg="addSp delSp modSp add del mod">
        <pc:chgData name="DEWE, HAYLEY L." userId="5cada80b-0f7b-49a5-96b2-656b100ca6c6" providerId="ADAL" clId="{632DF7FE-9916-4FAF-8457-3521400FFCEA}" dt="2025-11-18T13:02:27.999" v="62214" actId="47"/>
        <pc:sldMkLst>
          <pc:docMk/>
          <pc:sldMk cId="1891171936" sldId="846"/>
        </pc:sldMkLst>
      </pc:sldChg>
      <pc:sldChg chg="addSp delSp modSp add del mod modAnim">
        <pc:chgData name="DEWE, HAYLEY L." userId="5cada80b-0f7b-49a5-96b2-656b100ca6c6" providerId="ADAL" clId="{632DF7FE-9916-4FAF-8457-3521400FFCEA}" dt="2025-11-18T13:02:28.532" v="62215" actId="47"/>
        <pc:sldMkLst>
          <pc:docMk/>
          <pc:sldMk cId="3104340359" sldId="847"/>
        </pc:sldMkLst>
      </pc:sldChg>
      <pc:sldChg chg="add del">
        <pc:chgData name="DEWE, HAYLEY L." userId="5cada80b-0f7b-49a5-96b2-656b100ca6c6" providerId="ADAL" clId="{632DF7FE-9916-4FAF-8457-3521400FFCEA}" dt="2025-11-12T23:56:06.596" v="56750" actId="2696"/>
        <pc:sldMkLst>
          <pc:docMk/>
          <pc:sldMk cId="1809562384" sldId="848"/>
        </pc:sldMkLst>
      </pc:sldChg>
      <pc:sldChg chg="modSp add del mod modNotesTx">
        <pc:chgData name="DEWE, HAYLEY L." userId="5cada80b-0f7b-49a5-96b2-656b100ca6c6" providerId="ADAL" clId="{632DF7FE-9916-4FAF-8457-3521400FFCEA}" dt="2025-11-18T13:02:23.996" v="62208" actId="47"/>
        <pc:sldMkLst>
          <pc:docMk/>
          <pc:sldMk cId="3376970889" sldId="848"/>
        </pc:sldMkLst>
      </pc:sldChg>
      <pc:sldChg chg="modSp add mod ord">
        <pc:chgData name="DEWE, HAYLEY L." userId="5cada80b-0f7b-49a5-96b2-656b100ca6c6" providerId="ADAL" clId="{632DF7FE-9916-4FAF-8457-3521400FFCEA}" dt="2025-11-19T18:32:44.113" v="101862" actId="20577"/>
        <pc:sldMkLst>
          <pc:docMk/>
          <pc:sldMk cId="415047172" sldId="849"/>
        </pc:sldMkLst>
        <pc:spChg chg="mod">
          <ac:chgData name="DEWE, HAYLEY L." userId="5cada80b-0f7b-49a5-96b2-656b100ca6c6" providerId="ADAL" clId="{632DF7FE-9916-4FAF-8457-3521400FFCEA}" dt="2025-11-19T18:32:44.113" v="101862" actId="20577"/>
          <ac:spMkLst>
            <pc:docMk/>
            <pc:sldMk cId="415047172" sldId="849"/>
            <ac:spMk id="4" creationId="{25C2FCB7-F3B2-99AF-CBCF-47F880C6DE44}"/>
          </ac:spMkLst>
        </pc:spChg>
      </pc:sldChg>
      <pc:sldChg chg="addSp delSp modSp add del mod modAnim">
        <pc:chgData name="DEWE, HAYLEY L." userId="5cada80b-0f7b-49a5-96b2-656b100ca6c6" providerId="ADAL" clId="{632DF7FE-9916-4FAF-8457-3521400FFCEA}" dt="2025-11-13T01:45:33.717" v="58539" actId="47"/>
        <pc:sldMkLst>
          <pc:docMk/>
          <pc:sldMk cId="4094470537" sldId="850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5-11-18T13:03:34.895" v="62333" actId="47"/>
        <pc:sldMkLst>
          <pc:docMk/>
          <pc:sldMk cId="1650421637" sldId="851"/>
        </pc:sldMkLst>
      </pc:sldChg>
      <pc:sldChg chg="delSp modSp add del mod modAnim modNotesTx">
        <pc:chgData name="DEWE, HAYLEY L." userId="5cada80b-0f7b-49a5-96b2-656b100ca6c6" providerId="ADAL" clId="{632DF7FE-9916-4FAF-8457-3521400FFCEA}" dt="2025-11-18T13:03:45.521" v="62336" actId="47"/>
        <pc:sldMkLst>
          <pc:docMk/>
          <pc:sldMk cId="777281333" sldId="852"/>
        </pc:sldMkLst>
      </pc:sldChg>
      <pc:sldChg chg="add del">
        <pc:chgData name="DEWE, HAYLEY L." userId="5cada80b-0f7b-49a5-96b2-656b100ca6c6" providerId="ADAL" clId="{632DF7FE-9916-4FAF-8457-3521400FFCEA}" dt="2025-11-13T02:05:35.777" v="59137" actId="47"/>
        <pc:sldMkLst>
          <pc:docMk/>
          <pc:sldMk cId="3137822176" sldId="852"/>
        </pc:sldMkLst>
      </pc:sldChg>
      <pc:sldChg chg="addSp delSp modSp add mod setBg delAnim modAnim modNotesTx">
        <pc:chgData name="DEWE, HAYLEY L." userId="5cada80b-0f7b-49a5-96b2-656b100ca6c6" providerId="ADAL" clId="{632DF7FE-9916-4FAF-8457-3521400FFCEA}" dt="2025-11-19T17:10:43.372" v="98260" actId="5793"/>
        <pc:sldMkLst>
          <pc:docMk/>
          <pc:sldMk cId="3089547138" sldId="853"/>
        </pc:sldMkLst>
        <pc:spChg chg="mod ord">
          <ac:chgData name="DEWE, HAYLEY L." userId="5cada80b-0f7b-49a5-96b2-656b100ca6c6" providerId="ADAL" clId="{632DF7FE-9916-4FAF-8457-3521400FFCEA}" dt="2025-11-19T17:10:43.372" v="98260" actId="5793"/>
          <ac:spMkLst>
            <pc:docMk/>
            <pc:sldMk cId="3089547138" sldId="853"/>
            <ac:spMk id="4" creationId="{E6BA8494-3E07-5EDB-5F6D-B1621E792816}"/>
          </ac:spMkLst>
        </pc:spChg>
        <pc:spChg chg="mod">
          <ac:chgData name="DEWE, HAYLEY L." userId="5cada80b-0f7b-49a5-96b2-656b100ca6c6" providerId="ADAL" clId="{632DF7FE-9916-4FAF-8457-3521400FFCEA}" dt="2025-11-19T17:10:41.123" v="98256" actId="20577"/>
          <ac:spMkLst>
            <pc:docMk/>
            <pc:sldMk cId="3089547138" sldId="853"/>
            <ac:spMk id="7" creationId="{37BA554B-86A0-8C9B-8E5E-9EE32FB2134C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3" creationId="{D40791F6-715D-481A-9C4A-3645AECFD5A0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7" creationId="{CADA4CA0-9A57-4FBE-A9E5-24DFC23C3F1A}"/>
          </ac:spMkLst>
        </pc:spChg>
        <pc:spChg chg="add">
          <ac:chgData name="DEWE, HAYLEY L." userId="5cada80b-0f7b-49a5-96b2-656b100ca6c6" providerId="ADAL" clId="{632DF7FE-9916-4FAF-8457-3521400FFCEA}" dt="2025-11-13T02:31:51.191" v="60202" actId="26606"/>
          <ac:spMkLst>
            <pc:docMk/>
            <pc:sldMk cId="3089547138" sldId="853"/>
            <ac:spMk id="19" creationId="{811CBAFA-D7E0-40A7-BB94-2C05304B407B}"/>
          </ac:spMkLst>
        </pc:spChg>
        <pc:picChg chg="add mod">
          <ac:chgData name="DEWE, HAYLEY L." userId="5cada80b-0f7b-49a5-96b2-656b100ca6c6" providerId="ADAL" clId="{632DF7FE-9916-4FAF-8457-3521400FFCEA}" dt="2025-11-19T16:10:13.327" v="97147" actId="1076"/>
          <ac:picMkLst>
            <pc:docMk/>
            <pc:sldMk cId="3089547138" sldId="853"/>
            <ac:picMk id="3" creationId="{F7C7775C-CAE6-1161-0FB1-49DA09C41B16}"/>
          </ac:picMkLst>
        </pc:picChg>
        <pc:picChg chg="add del mod">
          <ac:chgData name="DEWE, HAYLEY L." userId="5cada80b-0f7b-49a5-96b2-656b100ca6c6" providerId="ADAL" clId="{632DF7FE-9916-4FAF-8457-3521400FFCEA}" dt="2025-11-19T16:09:40.734" v="97025" actId="478"/>
          <ac:picMkLst>
            <pc:docMk/>
            <pc:sldMk cId="3089547138" sldId="853"/>
            <ac:picMk id="8" creationId="{EF4BB1B2-BA7A-4BA3-EDB3-F2EC40D3AF64}"/>
          </ac:picMkLst>
        </pc:picChg>
        <pc:cxnChg chg="add">
          <ac:chgData name="DEWE, HAYLEY L." userId="5cada80b-0f7b-49a5-96b2-656b100ca6c6" providerId="ADAL" clId="{632DF7FE-9916-4FAF-8457-3521400FFCEA}" dt="2025-11-13T02:31:51.191" v="60202" actId="26606"/>
          <ac:cxnSpMkLst>
            <pc:docMk/>
            <pc:sldMk cId="3089547138" sldId="853"/>
            <ac:cxnSpMk id="15" creationId="{740F83A4-FAC4-4867-95A5-BBFD280C7BF5}"/>
          </ac:cxnSpMkLst>
        </pc:cxnChg>
      </pc:sldChg>
      <pc:sldChg chg="add del">
        <pc:chgData name="DEWE, HAYLEY L." userId="5cada80b-0f7b-49a5-96b2-656b100ca6c6" providerId="ADAL" clId="{632DF7FE-9916-4FAF-8457-3521400FFCEA}" dt="2025-11-18T13:01:58.299" v="62190" actId="47"/>
        <pc:sldMkLst>
          <pc:docMk/>
          <pc:sldMk cId="175860289" sldId="854"/>
        </pc:sldMkLst>
      </pc:sldChg>
      <pc:sldChg chg="delSp modSp add del mod delAnim modAnim">
        <pc:chgData name="DEWE, HAYLEY L." userId="5cada80b-0f7b-49a5-96b2-656b100ca6c6" providerId="ADAL" clId="{632DF7FE-9916-4FAF-8457-3521400FFCEA}" dt="2025-11-18T13:24:24.115" v="63729" actId="47"/>
        <pc:sldMkLst>
          <pc:docMk/>
          <pc:sldMk cId="319428771" sldId="854"/>
        </pc:sldMkLst>
        <pc:spChg chg="del">
          <ac:chgData name="DEWE, HAYLEY L." userId="5cada80b-0f7b-49a5-96b2-656b100ca6c6" providerId="ADAL" clId="{632DF7FE-9916-4FAF-8457-3521400FFCEA}" dt="2025-11-18T13:18:18.193" v="63064" actId="478"/>
          <ac:spMkLst>
            <pc:docMk/>
            <pc:sldMk cId="319428771" sldId="854"/>
            <ac:spMk id="2" creationId="{8273443D-C473-2D0C-21A9-2ACB13C1E174}"/>
          </ac:spMkLst>
        </pc:spChg>
        <pc:spChg chg="del">
          <ac:chgData name="DEWE, HAYLEY L." userId="5cada80b-0f7b-49a5-96b2-656b100ca6c6" providerId="ADAL" clId="{632DF7FE-9916-4FAF-8457-3521400FFCEA}" dt="2025-11-18T13:14:09.715" v="62805" actId="478"/>
          <ac:spMkLst>
            <pc:docMk/>
            <pc:sldMk cId="319428771" sldId="854"/>
            <ac:spMk id="3" creationId="{CB35DD6D-8AAA-F631-BD03-9328822F81BC}"/>
          </ac:spMkLst>
        </pc:spChg>
        <pc:spChg chg="mod">
          <ac:chgData name="DEWE, HAYLEY L." userId="5cada80b-0f7b-49a5-96b2-656b100ca6c6" providerId="ADAL" clId="{632DF7FE-9916-4FAF-8457-3521400FFCEA}" dt="2025-11-18T13:23:49.714" v="63689" actId="2085"/>
          <ac:spMkLst>
            <pc:docMk/>
            <pc:sldMk cId="319428771" sldId="854"/>
            <ac:spMk id="4" creationId="{DD317939-20D8-832C-3A57-EE41E36C258D}"/>
          </ac:spMkLst>
        </pc:spChg>
        <pc:spChg chg="mod">
          <ac:chgData name="DEWE, HAYLEY L." userId="5cada80b-0f7b-49a5-96b2-656b100ca6c6" providerId="ADAL" clId="{632DF7FE-9916-4FAF-8457-3521400FFCEA}" dt="2025-11-18T13:23:49.714" v="63689" actId="2085"/>
          <ac:spMkLst>
            <pc:docMk/>
            <pc:sldMk cId="319428771" sldId="854"/>
            <ac:spMk id="9" creationId="{BC7B1439-9DEA-12A0-CE2B-2629B1F42415}"/>
          </ac:spMkLst>
        </pc:spChg>
      </pc:sldChg>
      <pc:sldChg chg="modSp add mod ord modAnim modNotesTx">
        <pc:chgData name="DEWE, HAYLEY L." userId="5cada80b-0f7b-49a5-96b2-656b100ca6c6" providerId="ADAL" clId="{632DF7FE-9916-4FAF-8457-3521400FFCEA}" dt="2025-11-19T16:58:11.044" v="98044" actId="20577"/>
        <pc:sldMkLst>
          <pc:docMk/>
          <pc:sldMk cId="1379626609" sldId="855"/>
        </pc:sldMkLst>
        <pc:spChg chg="mod">
          <ac:chgData name="DEWE, HAYLEY L." userId="5cada80b-0f7b-49a5-96b2-656b100ca6c6" providerId="ADAL" clId="{632DF7FE-9916-4FAF-8457-3521400FFCEA}" dt="2025-11-19T16:58:11.044" v="98044" actId="20577"/>
          <ac:spMkLst>
            <pc:docMk/>
            <pc:sldMk cId="1379626609" sldId="855"/>
            <ac:spMk id="4" creationId="{98B91109-A81D-80E6-DC64-BE5FD17D87BF}"/>
          </ac:spMkLst>
        </pc:spChg>
        <pc:spChg chg="mod">
          <ac:chgData name="DEWE, HAYLEY L." userId="5cada80b-0f7b-49a5-96b2-656b100ca6c6" providerId="ADAL" clId="{632DF7FE-9916-4FAF-8457-3521400FFCEA}" dt="2025-11-18T13:24:11.573" v="63724" actId="27636"/>
          <ac:spMkLst>
            <pc:docMk/>
            <pc:sldMk cId="1379626609" sldId="855"/>
            <ac:spMk id="9" creationId="{6FF83460-1B29-9097-50D6-4500B9A044E3}"/>
          </ac:spMkLst>
        </pc:spChg>
      </pc:sldChg>
      <pc:sldChg chg="addSp delSp modSp add del mod modNotesTx">
        <pc:chgData name="DEWE, HAYLEY L." userId="5cada80b-0f7b-49a5-96b2-656b100ca6c6" providerId="ADAL" clId="{632DF7FE-9916-4FAF-8457-3521400FFCEA}" dt="2025-11-18T11:18:04.481" v="60763" actId="47"/>
        <pc:sldMkLst>
          <pc:docMk/>
          <pc:sldMk cId="1688952563" sldId="855"/>
        </pc:sldMkLst>
      </pc:sldChg>
      <pc:sldChg chg="addSp delSp modSp add mod modAnim">
        <pc:chgData name="DEWE, HAYLEY L." userId="5cada80b-0f7b-49a5-96b2-656b100ca6c6" providerId="ADAL" clId="{632DF7FE-9916-4FAF-8457-3521400FFCEA}" dt="2025-11-19T16:58:18.215" v="98045" actId="1076"/>
        <pc:sldMkLst>
          <pc:docMk/>
          <pc:sldMk cId="3831336560" sldId="856"/>
        </pc:sldMkLst>
        <pc:spChg chg="mod">
          <ac:chgData name="DEWE, HAYLEY L." userId="5cada80b-0f7b-49a5-96b2-656b100ca6c6" providerId="ADAL" clId="{632DF7FE-9916-4FAF-8457-3521400FFCEA}" dt="2025-11-19T16:58:18.215" v="98045" actId="1076"/>
          <ac:spMkLst>
            <pc:docMk/>
            <pc:sldMk cId="3831336560" sldId="856"/>
            <ac:spMk id="4" creationId="{4574B379-5A72-4FA8-DF55-FBEFD67FF9DE}"/>
          </ac:spMkLst>
        </pc:spChg>
        <pc:spChg chg="mod">
          <ac:chgData name="DEWE, HAYLEY L." userId="5cada80b-0f7b-49a5-96b2-656b100ca6c6" providerId="ADAL" clId="{632DF7FE-9916-4FAF-8457-3521400FFCEA}" dt="2025-11-18T13:24:30.810" v="63737" actId="20577"/>
          <ac:spMkLst>
            <pc:docMk/>
            <pc:sldMk cId="3831336560" sldId="856"/>
            <ac:spMk id="9" creationId="{CF252517-0976-9286-D6DF-1BBB22CB9B97}"/>
          </ac:spMkLst>
        </pc:spChg>
        <pc:graphicFrameChg chg="add mod">
          <ac:chgData name="DEWE, HAYLEY L." userId="5cada80b-0f7b-49a5-96b2-656b100ca6c6" providerId="ADAL" clId="{632DF7FE-9916-4FAF-8457-3521400FFCEA}" dt="2025-11-18T13:50:30.557" v="64344"/>
          <ac:graphicFrameMkLst>
            <pc:docMk/>
            <pc:sldMk cId="3831336560" sldId="856"/>
            <ac:graphicFrameMk id="2" creationId="{4F65AD57-3EAE-4472-B1A5-3FE53E0D45F9}"/>
          </ac:graphicFrameMkLst>
        </pc:graphicFrameChg>
        <pc:picChg chg="add del mod modCrop">
          <ac:chgData name="DEWE, HAYLEY L." userId="5cada80b-0f7b-49a5-96b2-656b100ca6c6" providerId="ADAL" clId="{632DF7FE-9916-4FAF-8457-3521400FFCEA}" dt="2025-11-18T13:51:05.573" v="64349" actId="478"/>
          <ac:picMkLst>
            <pc:docMk/>
            <pc:sldMk cId="3831336560" sldId="856"/>
            <ac:picMk id="5" creationId="{873445F3-82EF-26FB-B3B9-2A108EA869BE}"/>
          </ac:picMkLst>
        </pc:picChg>
        <pc:picChg chg="add mod">
          <ac:chgData name="DEWE, HAYLEY L." userId="5cada80b-0f7b-49a5-96b2-656b100ca6c6" providerId="ADAL" clId="{632DF7FE-9916-4FAF-8457-3521400FFCEA}" dt="2025-11-18T13:52:27.695" v="64524" actId="1076"/>
          <ac:picMkLst>
            <pc:docMk/>
            <pc:sldMk cId="3831336560" sldId="856"/>
            <ac:picMk id="7" creationId="{7960716D-875E-3C93-370A-07E7902E68E1}"/>
          </ac:picMkLst>
        </pc:picChg>
      </pc:sldChg>
      <pc:sldChg chg="addSp delSp modSp add mod delAnim modAnim modNotesTx">
        <pc:chgData name="DEWE, HAYLEY L." userId="5cada80b-0f7b-49a5-96b2-656b100ca6c6" providerId="ADAL" clId="{632DF7FE-9916-4FAF-8457-3521400FFCEA}" dt="2025-11-19T17:10:53.970" v="98261" actId="20577"/>
        <pc:sldMkLst>
          <pc:docMk/>
          <pc:sldMk cId="302438440" sldId="857"/>
        </pc:sldMkLst>
        <pc:spChg chg="mod">
          <ac:chgData name="DEWE, HAYLEY L." userId="5cada80b-0f7b-49a5-96b2-656b100ca6c6" providerId="ADAL" clId="{632DF7FE-9916-4FAF-8457-3521400FFCEA}" dt="2025-11-19T16:24:56.984" v="97610" actId="20577"/>
          <ac:spMkLst>
            <pc:docMk/>
            <pc:sldMk cId="302438440" sldId="857"/>
            <ac:spMk id="2" creationId="{CCC374BF-10D9-7D69-C5D2-C76666F9C627}"/>
          </ac:spMkLst>
        </pc:spChg>
        <pc:spChg chg="add del mod">
          <ac:chgData name="DEWE, HAYLEY L." userId="5cada80b-0f7b-49a5-96b2-656b100ca6c6" providerId="ADAL" clId="{632DF7FE-9916-4FAF-8457-3521400FFCEA}" dt="2025-11-19T16:00:02.340" v="97023" actId="21"/>
          <ac:spMkLst>
            <pc:docMk/>
            <pc:sldMk cId="302438440" sldId="857"/>
            <ac:spMk id="3" creationId="{4EB19E39-7FF1-D3D3-1DFE-58975A592811}"/>
          </ac:spMkLst>
        </pc:spChg>
        <pc:spChg chg="del">
          <ac:chgData name="DEWE, HAYLEY L." userId="5cada80b-0f7b-49a5-96b2-656b100ca6c6" providerId="ADAL" clId="{632DF7FE-9916-4FAF-8457-3521400FFCEA}" dt="2025-11-18T13:59:24.183" v="64932" actId="478"/>
          <ac:spMkLst>
            <pc:docMk/>
            <pc:sldMk cId="302438440" sldId="857"/>
            <ac:spMk id="4" creationId="{2F96A4AC-43BB-7259-0175-F96251D876B2}"/>
          </ac:spMkLst>
        </pc:spChg>
        <pc:spChg chg="add del mod">
          <ac:chgData name="DEWE, HAYLEY L." userId="5cada80b-0f7b-49a5-96b2-656b100ca6c6" providerId="ADAL" clId="{632DF7FE-9916-4FAF-8457-3521400FFCEA}" dt="2025-11-19T16:16:15.867" v="97332" actId="478"/>
          <ac:spMkLst>
            <pc:docMk/>
            <pc:sldMk cId="302438440" sldId="857"/>
            <ac:spMk id="5" creationId="{4EB19E39-7FF1-D3D3-1DFE-58975A592811}"/>
          </ac:spMkLst>
        </pc:spChg>
        <pc:picChg chg="del">
          <ac:chgData name="DEWE, HAYLEY L." userId="5cada80b-0f7b-49a5-96b2-656b100ca6c6" providerId="ADAL" clId="{632DF7FE-9916-4FAF-8457-3521400FFCEA}" dt="2025-11-18T13:59:23.282" v="64931" actId="478"/>
          <ac:picMkLst>
            <pc:docMk/>
            <pc:sldMk cId="302438440" sldId="857"/>
            <ac:picMk id="1026" creationId="{DE873D67-8D42-89F2-BBC8-2BFEA39BC18A}"/>
          </ac:picMkLst>
        </pc:picChg>
      </pc:sldChg>
      <pc:sldChg chg="addSp delSp modSp add mod ord delAnim modAnim">
        <pc:chgData name="DEWE, HAYLEY L." userId="5cada80b-0f7b-49a5-96b2-656b100ca6c6" providerId="ADAL" clId="{632DF7FE-9916-4FAF-8457-3521400FFCEA}" dt="2025-11-19T16:58:55.180" v="98050" actId="6549"/>
        <pc:sldMkLst>
          <pc:docMk/>
          <pc:sldMk cId="2082890939" sldId="858"/>
        </pc:sldMkLst>
        <pc:spChg chg="add del mod">
          <ac:chgData name="DEWE, HAYLEY L." userId="5cada80b-0f7b-49a5-96b2-656b100ca6c6" providerId="ADAL" clId="{632DF7FE-9916-4FAF-8457-3521400FFCEA}" dt="2025-11-18T14:08:31.765" v="65757" actId="478"/>
          <ac:spMkLst>
            <pc:docMk/>
            <pc:sldMk cId="2082890939" sldId="858"/>
            <ac:spMk id="2" creationId="{F41CB96E-934A-64EA-93FA-A67A567575C1}"/>
          </ac:spMkLst>
        </pc:spChg>
        <pc:spChg chg="mod">
          <ac:chgData name="DEWE, HAYLEY L." userId="5cada80b-0f7b-49a5-96b2-656b100ca6c6" providerId="ADAL" clId="{632DF7FE-9916-4FAF-8457-3521400FFCEA}" dt="2025-11-19T16:58:55.180" v="98050" actId="6549"/>
          <ac:spMkLst>
            <pc:docMk/>
            <pc:sldMk cId="2082890939" sldId="858"/>
            <ac:spMk id="4" creationId="{F7A0E462-58A1-EF27-85E6-5492658D2884}"/>
          </ac:spMkLst>
        </pc:spChg>
        <pc:spChg chg="mod">
          <ac:chgData name="DEWE, HAYLEY L." userId="5cada80b-0f7b-49a5-96b2-656b100ca6c6" providerId="ADAL" clId="{632DF7FE-9916-4FAF-8457-3521400FFCEA}" dt="2025-11-19T10:30:53.041" v="78747" actId="20577"/>
          <ac:spMkLst>
            <pc:docMk/>
            <pc:sldMk cId="2082890939" sldId="858"/>
            <ac:spMk id="9" creationId="{EF2B7A87-2FA2-4114-C21D-A5AC932A2044}"/>
          </ac:spMkLst>
        </pc:spChg>
        <pc:picChg chg="del">
          <ac:chgData name="DEWE, HAYLEY L." userId="5cada80b-0f7b-49a5-96b2-656b100ca6c6" providerId="ADAL" clId="{632DF7FE-9916-4FAF-8457-3521400FFCEA}" dt="2025-11-18T14:03:14.136" v="65060" actId="478"/>
          <ac:picMkLst>
            <pc:docMk/>
            <pc:sldMk cId="2082890939" sldId="858"/>
            <ac:picMk id="7" creationId="{7581E425-CDE2-8E10-9C03-37FADCB7164B}"/>
          </ac:picMkLst>
        </pc:picChg>
      </pc:sldChg>
      <pc:sldChg chg="addSp delSp modSp add mod ord setBg setFolMasterObjs modAnim">
        <pc:chgData name="DEWE, HAYLEY L." userId="5cada80b-0f7b-49a5-96b2-656b100ca6c6" providerId="ADAL" clId="{632DF7FE-9916-4FAF-8457-3521400FFCEA}" dt="2025-11-19T17:09:26.231" v="98247" actId="20577"/>
        <pc:sldMkLst>
          <pc:docMk/>
          <pc:sldMk cId="4121835797" sldId="859"/>
        </pc:sldMkLst>
        <pc:spChg chg="mod ord">
          <ac:chgData name="DEWE, HAYLEY L." userId="5cada80b-0f7b-49a5-96b2-656b100ca6c6" providerId="ADAL" clId="{632DF7FE-9916-4FAF-8457-3521400FFCEA}" dt="2025-11-19T17:09:26.231" v="98247" actId="20577"/>
          <ac:spMkLst>
            <pc:docMk/>
            <pc:sldMk cId="4121835797" sldId="859"/>
            <ac:spMk id="2" creationId="{2D279C74-8DC6-7A72-5A75-14201BFB633A}"/>
          </ac:spMkLst>
        </pc:spChg>
        <pc:spChg chg="del">
          <ac:chgData name="DEWE, HAYLEY L." userId="5cada80b-0f7b-49a5-96b2-656b100ca6c6" providerId="ADAL" clId="{632DF7FE-9916-4FAF-8457-3521400FFCEA}" dt="2025-11-18T14:34:48.281" v="68313" actId="478"/>
          <ac:spMkLst>
            <pc:docMk/>
            <pc:sldMk cId="4121835797" sldId="859"/>
            <ac:spMk id="4" creationId="{4D68E201-08FF-A32C-0773-9C0741C5E186}"/>
          </ac:spMkLst>
        </pc:spChg>
        <pc:spChg chg="mod">
          <ac:chgData name="DEWE, HAYLEY L." userId="5cada80b-0f7b-49a5-96b2-656b100ca6c6" providerId="ADAL" clId="{632DF7FE-9916-4FAF-8457-3521400FFCEA}" dt="2025-11-18T14:44:11.849" v="68766" actId="14100"/>
          <ac:spMkLst>
            <pc:docMk/>
            <pc:sldMk cId="4121835797" sldId="859"/>
            <ac:spMk id="7" creationId="{8A30B458-B5A3-9E4C-38B0-D463600DF165}"/>
          </ac:spMkLst>
        </pc:spChg>
        <pc:spChg chg="add">
          <ac:chgData name="DEWE, HAYLEY L." userId="5cada80b-0f7b-49a5-96b2-656b100ca6c6" providerId="ADAL" clId="{632DF7FE-9916-4FAF-8457-3521400FFCEA}" dt="2025-11-18T14:42:54.765" v="68736" actId="26606"/>
          <ac:spMkLst>
            <pc:docMk/>
            <pc:sldMk cId="4121835797" sldId="859"/>
            <ac:spMk id="12" creationId="{D40791F6-715D-481A-9C4A-3645AECFD5A0}"/>
          </ac:spMkLst>
        </pc:spChg>
        <pc:spChg chg="add">
          <ac:chgData name="DEWE, HAYLEY L." userId="5cada80b-0f7b-49a5-96b2-656b100ca6c6" providerId="ADAL" clId="{632DF7FE-9916-4FAF-8457-3521400FFCEA}" dt="2025-11-18T14:42:54.765" v="68736" actId="26606"/>
          <ac:spMkLst>
            <pc:docMk/>
            <pc:sldMk cId="4121835797" sldId="859"/>
            <ac:spMk id="16" creationId="{CADA4CA0-9A57-4FBE-A9E5-24DFC23C3F1A}"/>
          </ac:spMkLst>
        </pc:spChg>
        <pc:spChg chg="add">
          <ac:chgData name="DEWE, HAYLEY L." userId="5cada80b-0f7b-49a5-96b2-656b100ca6c6" providerId="ADAL" clId="{632DF7FE-9916-4FAF-8457-3521400FFCEA}" dt="2025-11-18T14:42:54.765" v="68736" actId="26606"/>
          <ac:spMkLst>
            <pc:docMk/>
            <pc:sldMk cId="4121835797" sldId="859"/>
            <ac:spMk id="18" creationId="{811CBAFA-D7E0-40A7-BB94-2C05304B407B}"/>
          </ac:spMkLst>
        </pc:spChg>
        <pc:picChg chg="add del mod">
          <ac:chgData name="DEWE, HAYLEY L." userId="5cada80b-0f7b-49a5-96b2-656b100ca6c6" providerId="ADAL" clId="{632DF7FE-9916-4FAF-8457-3521400FFCEA}" dt="2025-11-18T14:39:33.444" v="68732" actId="478"/>
          <ac:picMkLst>
            <pc:docMk/>
            <pc:sldMk cId="4121835797" sldId="859"/>
            <ac:picMk id="3" creationId="{46E19809-5E61-F2C6-A92D-90682B9A215F}"/>
          </ac:picMkLst>
        </pc:picChg>
        <pc:picChg chg="add mod">
          <ac:chgData name="DEWE, HAYLEY L." userId="5cada80b-0f7b-49a5-96b2-656b100ca6c6" providerId="ADAL" clId="{632DF7FE-9916-4FAF-8457-3521400FFCEA}" dt="2025-11-18T14:42:56.384" v="68738" actId="962"/>
          <ac:picMkLst>
            <pc:docMk/>
            <pc:sldMk cId="4121835797" sldId="859"/>
            <ac:picMk id="6" creationId="{D74AEBA5-F57B-7826-157F-1B2C7BA43EE0}"/>
          </ac:picMkLst>
        </pc:picChg>
        <pc:picChg chg="del">
          <ac:chgData name="DEWE, HAYLEY L." userId="5cada80b-0f7b-49a5-96b2-656b100ca6c6" providerId="ADAL" clId="{632DF7FE-9916-4FAF-8457-3521400FFCEA}" dt="2025-11-18T14:34:46.868" v="68312" actId="478"/>
          <ac:picMkLst>
            <pc:docMk/>
            <pc:sldMk cId="4121835797" sldId="859"/>
            <ac:picMk id="1026" creationId="{32EE00DA-CC5A-C3F1-439D-82C00D76AD98}"/>
          </ac:picMkLst>
        </pc:picChg>
        <pc:cxnChg chg="add">
          <ac:chgData name="DEWE, HAYLEY L." userId="5cada80b-0f7b-49a5-96b2-656b100ca6c6" providerId="ADAL" clId="{632DF7FE-9916-4FAF-8457-3521400FFCEA}" dt="2025-11-18T14:42:54.765" v="68736" actId="26606"/>
          <ac:cxnSpMkLst>
            <pc:docMk/>
            <pc:sldMk cId="4121835797" sldId="859"/>
            <ac:cxnSpMk id="14" creationId="{740F83A4-FAC4-4867-95A5-BBFD280C7BF5}"/>
          </ac:cxnSpMkLst>
        </pc:cxnChg>
      </pc:sldChg>
      <pc:sldChg chg="addSp delSp modSp add mod addAnim delAnim modAnim modNotesTx">
        <pc:chgData name="DEWE, HAYLEY L." userId="5cada80b-0f7b-49a5-96b2-656b100ca6c6" providerId="ADAL" clId="{632DF7FE-9916-4FAF-8457-3521400FFCEA}" dt="2025-11-19T18:14:43.001" v="98728" actId="1076"/>
        <pc:sldMkLst>
          <pc:docMk/>
          <pc:sldMk cId="4276990358" sldId="860"/>
        </pc:sldMkLst>
        <pc:spChg chg="mod">
          <ac:chgData name="DEWE, HAYLEY L." userId="5cada80b-0f7b-49a5-96b2-656b100ca6c6" providerId="ADAL" clId="{632DF7FE-9916-4FAF-8457-3521400FFCEA}" dt="2025-11-19T16:59:07.316" v="98054" actId="6549"/>
          <ac:spMkLst>
            <pc:docMk/>
            <pc:sldMk cId="4276990358" sldId="860"/>
            <ac:spMk id="2" creationId="{69AF31ED-63D6-E828-C054-0B7C7A2A16EE}"/>
          </ac:spMkLst>
        </pc:spChg>
        <pc:spChg chg="del">
          <ac:chgData name="DEWE, HAYLEY L." userId="5cada80b-0f7b-49a5-96b2-656b100ca6c6" providerId="ADAL" clId="{632DF7FE-9916-4FAF-8457-3521400FFCEA}" dt="2025-11-18T14:09:11.397" v="65952" actId="478"/>
          <ac:spMkLst>
            <pc:docMk/>
            <pc:sldMk cId="4276990358" sldId="860"/>
            <ac:spMk id="4" creationId="{F0E8FCCA-7188-35A4-334E-096974077DDB}"/>
          </ac:spMkLst>
        </pc:spChg>
        <pc:spChg chg="add del mod">
          <ac:chgData name="DEWE, HAYLEY L." userId="5cada80b-0f7b-49a5-96b2-656b100ca6c6" providerId="ADAL" clId="{632DF7FE-9916-4FAF-8457-3521400FFCEA}" dt="2025-11-19T10:31:00.472" v="78749" actId="478"/>
          <ac:spMkLst>
            <pc:docMk/>
            <pc:sldMk cId="4276990358" sldId="860"/>
            <ac:spMk id="5" creationId="{8990854D-117F-6C6C-08F1-26360E1437AC}"/>
          </ac:spMkLst>
        </pc:spChg>
        <pc:spChg chg="add mod">
          <ac:chgData name="DEWE, HAYLEY L." userId="5cada80b-0f7b-49a5-96b2-656b100ca6c6" providerId="ADAL" clId="{632DF7FE-9916-4FAF-8457-3521400FFCEA}" dt="2025-11-19T18:14:43.001" v="98728" actId="1076"/>
          <ac:spMkLst>
            <pc:docMk/>
            <pc:sldMk cId="4276990358" sldId="860"/>
            <ac:spMk id="6" creationId="{F3199F0D-B14F-9D27-35E9-AC70B92D6D5D}"/>
          </ac:spMkLst>
        </pc:spChg>
        <pc:spChg chg="del mod">
          <ac:chgData name="DEWE, HAYLEY L." userId="5cada80b-0f7b-49a5-96b2-656b100ca6c6" providerId="ADAL" clId="{632DF7FE-9916-4FAF-8457-3521400FFCEA}" dt="2025-11-19T10:30:57.983" v="78748" actId="478"/>
          <ac:spMkLst>
            <pc:docMk/>
            <pc:sldMk cId="4276990358" sldId="860"/>
            <ac:spMk id="9" creationId="{D1D8D5A5-C436-2109-E7F9-4409FD21A45A}"/>
          </ac:spMkLst>
        </pc:spChg>
      </pc:sldChg>
      <pc:sldChg chg="addSp delSp modSp add mod delAnim modAnim modNotesTx">
        <pc:chgData name="DEWE, HAYLEY L." userId="5cada80b-0f7b-49a5-96b2-656b100ca6c6" providerId="ADAL" clId="{632DF7FE-9916-4FAF-8457-3521400FFCEA}" dt="2025-11-19T16:59:11.219" v="98055" actId="20577"/>
        <pc:sldMkLst>
          <pc:docMk/>
          <pc:sldMk cId="3962458305" sldId="861"/>
        </pc:sldMkLst>
        <pc:spChg chg="del">
          <ac:chgData name="DEWE, HAYLEY L." userId="5cada80b-0f7b-49a5-96b2-656b100ca6c6" providerId="ADAL" clId="{632DF7FE-9916-4FAF-8457-3521400FFCEA}" dt="2025-11-18T14:12:03.041" v="66385" actId="478"/>
          <ac:spMkLst>
            <pc:docMk/>
            <pc:sldMk cId="3962458305" sldId="861"/>
            <ac:spMk id="2" creationId="{022359AA-F55F-B8ED-5CD5-10FDB3E3C230}"/>
          </ac:spMkLst>
        </pc:spChg>
        <pc:spChg chg="add mod">
          <ac:chgData name="DEWE, HAYLEY L." userId="5cada80b-0f7b-49a5-96b2-656b100ca6c6" providerId="ADAL" clId="{632DF7FE-9916-4FAF-8457-3521400FFCEA}" dt="2025-11-18T14:16:29.488" v="66763" actId="14100"/>
          <ac:spMkLst>
            <pc:docMk/>
            <pc:sldMk cId="3962458305" sldId="861"/>
            <ac:spMk id="5" creationId="{0960D3D3-A024-872B-B00A-C434BE8C2E04}"/>
          </ac:spMkLst>
        </pc:spChg>
        <pc:spChg chg="add mod">
          <ac:chgData name="DEWE, HAYLEY L." userId="5cada80b-0f7b-49a5-96b2-656b100ca6c6" providerId="ADAL" clId="{632DF7FE-9916-4FAF-8457-3521400FFCEA}" dt="2025-11-18T14:12:59.550" v="66556"/>
          <ac:spMkLst>
            <pc:docMk/>
            <pc:sldMk cId="3962458305" sldId="861"/>
            <ac:spMk id="6" creationId="{2AF78D40-BAEA-F3EC-62D0-71760DB229BE}"/>
          </ac:spMkLst>
        </pc:spChg>
        <pc:spChg chg="mod">
          <ac:chgData name="DEWE, HAYLEY L." userId="5cada80b-0f7b-49a5-96b2-656b100ca6c6" providerId="ADAL" clId="{632DF7FE-9916-4FAF-8457-3521400FFCEA}" dt="2025-11-19T10:31:14.668" v="78752" actId="2711"/>
          <ac:spMkLst>
            <pc:docMk/>
            <pc:sldMk cId="3962458305" sldId="861"/>
            <ac:spMk id="9" creationId="{1F49F6D4-1F92-D9F7-775E-4AD68F359AED}"/>
          </ac:spMkLst>
        </pc:spChg>
        <pc:spChg chg="add mod">
          <ac:chgData name="DEWE, HAYLEY L." userId="5cada80b-0f7b-49a5-96b2-656b100ca6c6" providerId="ADAL" clId="{632DF7FE-9916-4FAF-8457-3521400FFCEA}" dt="2025-11-18T17:18:31.385" v="74604" actId="14100"/>
          <ac:spMkLst>
            <pc:docMk/>
            <pc:sldMk cId="3962458305" sldId="861"/>
            <ac:spMk id="12" creationId="{8CA407E6-6A43-0541-C8E9-E91A68142719}"/>
          </ac:spMkLst>
        </pc:spChg>
        <pc:spChg chg="add mod">
          <ac:chgData name="DEWE, HAYLEY L." userId="5cada80b-0f7b-49a5-96b2-656b100ca6c6" providerId="ADAL" clId="{632DF7FE-9916-4FAF-8457-3521400FFCEA}" dt="2025-11-18T14:15:50.042" v="66731" actId="1076"/>
          <ac:spMkLst>
            <pc:docMk/>
            <pc:sldMk cId="3962458305" sldId="861"/>
            <ac:spMk id="13" creationId="{408DE381-BDEC-0C7E-E3A2-701A1A106D67}"/>
          </ac:spMkLst>
        </pc:spChg>
        <pc:spChg chg="add mod">
          <ac:chgData name="DEWE, HAYLEY L." userId="5cada80b-0f7b-49a5-96b2-656b100ca6c6" providerId="ADAL" clId="{632DF7FE-9916-4FAF-8457-3521400FFCEA}" dt="2025-11-18T14:19:30.283" v="66913" actId="20577"/>
          <ac:spMkLst>
            <pc:docMk/>
            <pc:sldMk cId="3962458305" sldId="861"/>
            <ac:spMk id="15" creationId="{B7471D99-7859-32A1-12C4-52BC3E02E390}"/>
          </ac:spMkLst>
        </pc:spChg>
        <pc:spChg chg="add mod">
          <ac:chgData name="DEWE, HAYLEY L." userId="5cada80b-0f7b-49a5-96b2-656b100ca6c6" providerId="ADAL" clId="{632DF7FE-9916-4FAF-8457-3521400FFCEA}" dt="2025-11-18T14:17:08.235" v="66837" actId="1076"/>
          <ac:spMkLst>
            <pc:docMk/>
            <pc:sldMk cId="3962458305" sldId="861"/>
            <ac:spMk id="16" creationId="{A530339D-F4F8-BC67-1EC5-D4ED8A4CF195}"/>
          </ac:spMkLst>
        </pc:spChg>
        <pc:spChg chg="add mod">
          <ac:chgData name="DEWE, HAYLEY L." userId="5cada80b-0f7b-49a5-96b2-656b100ca6c6" providerId="ADAL" clId="{632DF7FE-9916-4FAF-8457-3521400FFCEA}" dt="2025-11-18T14:17:37.048" v="66860" actId="1076"/>
          <ac:spMkLst>
            <pc:docMk/>
            <pc:sldMk cId="3962458305" sldId="861"/>
            <ac:spMk id="17" creationId="{F4DB45FC-2308-1880-A2F3-79F4B00D9124}"/>
          </ac:spMkLst>
        </pc:spChg>
        <pc:spChg chg="add mod">
          <ac:chgData name="DEWE, HAYLEY L." userId="5cada80b-0f7b-49a5-96b2-656b100ca6c6" providerId="ADAL" clId="{632DF7FE-9916-4FAF-8457-3521400FFCEA}" dt="2025-11-18T14:18:02.493" v="66877" actId="20577"/>
          <ac:spMkLst>
            <pc:docMk/>
            <pc:sldMk cId="3962458305" sldId="861"/>
            <ac:spMk id="19" creationId="{26AD72F5-613C-C2AD-A395-1899C704BE2D}"/>
          </ac:spMkLst>
        </pc:spChg>
        <pc:spChg chg="add mod">
          <ac:chgData name="DEWE, HAYLEY L." userId="5cada80b-0f7b-49a5-96b2-656b100ca6c6" providerId="ADAL" clId="{632DF7FE-9916-4FAF-8457-3521400FFCEA}" dt="2025-11-18T14:18:10.695" v="66891" actId="20577"/>
          <ac:spMkLst>
            <pc:docMk/>
            <pc:sldMk cId="3962458305" sldId="861"/>
            <ac:spMk id="20" creationId="{47CB92F7-18C5-A42A-C895-63053A336A7C}"/>
          </ac:spMkLst>
        </pc:spChg>
        <pc:spChg chg="add del mod">
          <ac:chgData name="DEWE, HAYLEY L." userId="5cada80b-0f7b-49a5-96b2-656b100ca6c6" providerId="ADAL" clId="{632DF7FE-9916-4FAF-8457-3521400FFCEA}" dt="2025-11-18T14:19:28.990" v="66912" actId="478"/>
          <ac:spMkLst>
            <pc:docMk/>
            <pc:sldMk cId="3962458305" sldId="861"/>
            <ac:spMk id="21" creationId="{68A031E0-3B7A-FA0C-3B29-5C496B94181F}"/>
          </ac:spMkLst>
        </pc:spChg>
        <pc:spChg chg="add mod">
          <ac:chgData name="DEWE, HAYLEY L." userId="5cada80b-0f7b-49a5-96b2-656b100ca6c6" providerId="ADAL" clId="{632DF7FE-9916-4FAF-8457-3521400FFCEA}" dt="2025-11-18T14:20:39.039" v="67040" actId="20577"/>
          <ac:spMkLst>
            <pc:docMk/>
            <pc:sldMk cId="3962458305" sldId="861"/>
            <ac:spMk id="22" creationId="{38D469FA-9871-8A41-FBEF-AC1849A25D43}"/>
          </ac:spMkLst>
        </pc:spChg>
        <pc:spChg chg="add del">
          <ac:chgData name="DEWE, HAYLEY L." userId="5cada80b-0f7b-49a5-96b2-656b100ca6c6" providerId="ADAL" clId="{632DF7FE-9916-4FAF-8457-3521400FFCEA}" dt="2025-11-18T17:15:52.097" v="74513" actId="22"/>
          <ac:spMkLst>
            <pc:docMk/>
            <pc:sldMk cId="3962458305" sldId="861"/>
            <ac:spMk id="24" creationId="{1DAABD31-D62F-35DD-1DCD-FC6BCEA07981}"/>
          </ac:spMkLst>
        </pc:spChg>
        <pc:picChg chg="add del mod">
          <ac:chgData name="DEWE, HAYLEY L." userId="5cada80b-0f7b-49a5-96b2-656b100ca6c6" providerId="ADAL" clId="{632DF7FE-9916-4FAF-8457-3521400FFCEA}" dt="2025-11-18T14:13:11.537" v="66561" actId="478"/>
          <ac:picMkLst>
            <pc:docMk/>
            <pc:sldMk cId="3962458305" sldId="861"/>
            <ac:picMk id="4" creationId="{0565158E-6333-B1B1-7C24-5C16DE59F5C5}"/>
          </ac:picMkLst>
        </pc:picChg>
        <pc:picChg chg="add mod ord modCrop">
          <ac:chgData name="DEWE, HAYLEY L." userId="5cada80b-0f7b-49a5-96b2-656b100ca6c6" providerId="ADAL" clId="{632DF7FE-9916-4FAF-8457-3521400FFCEA}" dt="2025-11-18T14:15:28.735" v="66694" actId="1076"/>
          <ac:picMkLst>
            <pc:docMk/>
            <pc:sldMk cId="3962458305" sldId="861"/>
            <ac:picMk id="8" creationId="{017C5088-5E01-4D3F-DD24-5DB07AC8671B}"/>
          </ac:picMkLst>
        </pc:picChg>
        <pc:picChg chg="add del">
          <ac:chgData name="DEWE, HAYLEY L." userId="5cada80b-0f7b-49a5-96b2-656b100ca6c6" providerId="ADAL" clId="{632DF7FE-9916-4FAF-8457-3521400FFCEA}" dt="2025-11-18T14:14:16.921" v="66620" actId="22"/>
          <ac:picMkLst>
            <pc:docMk/>
            <pc:sldMk cId="3962458305" sldId="861"/>
            <ac:picMk id="11" creationId="{5442F3DC-56C1-1009-6DB3-7C9307AC36C6}"/>
          </ac:picMkLst>
        </pc:picChg>
        <pc:picChg chg="add mod">
          <ac:chgData name="DEWE, HAYLEY L." userId="5cada80b-0f7b-49a5-96b2-656b100ca6c6" providerId="ADAL" clId="{632DF7FE-9916-4FAF-8457-3521400FFCEA}" dt="2025-11-18T14:17:40.485" v="66861"/>
          <ac:picMkLst>
            <pc:docMk/>
            <pc:sldMk cId="3962458305" sldId="861"/>
            <ac:picMk id="18" creationId="{760A4CFC-10A6-51B1-59A6-20D8585EBEF5}"/>
          </ac:picMkLst>
        </pc:picChg>
      </pc:sldChg>
      <pc:sldChg chg="addSp delSp modSp add del mod ord delAnim modAnim">
        <pc:chgData name="DEWE, HAYLEY L." userId="5cada80b-0f7b-49a5-96b2-656b100ca6c6" providerId="ADAL" clId="{632DF7FE-9916-4FAF-8457-3521400FFCEA}" dt="2025-11-19T10:11:33.677" v="75097" actId="2696"/>
        <pc:sldMkLst>
          <pc:docMk/>
          <pc:sldMk cId="1128370945" sldId="862"/>
        </pc:sldMkLst>
        <pc:spChg chg="del">
          <ac:chgData name="DEWE, HAYLEY L." userId="5cada80b-0f7b-49a5-96b2-656b100ca6c6" providerId="ADAL" clId="{632DF7FE-9916-4FAF-8457-3521400FFCEA}" dt="2025-11-18T15:30:28.448" v="71684" actId="478"/>
          <ac:spMkLst>
            <pc:docMk/>
            <pc:sldMk cId="1128370945" sldId="862"/>
            <ac:spMk id="2" creationId="{64487129-B4EB-C6DF-64B9-8A205134F304}"/>
          </ac:spMkLst>
        </pc:spChg>
        <pc:spChg chg="add mod">
          <ac:chgData name="DEWE, HAYLEY L." userId="5cada80b-0f7b-49a5-96b2-656b100ca6c6" providerId="ADAL" clId="{632DF7FE-9916-4FAF-8457-3521400FFCEA}" dt="2025-11-18T15:38:41.278" v="73329" actId="21"/>
          <ac:spMkLst>
            <pc:docMk/>
            <pc:sldMk cId="1128370945" sldId="862"/>
            <ac:spMk id="4" creationId="{96A7372E-697B-64CF-A6B0-FBE2734C7896}"/>
          </ac:spMkLst>
        </pc:spChg>
        <pc:spChg chg="mod">
          <ac:chgData name="DEWE, HAYLEY L." userId="5cada80b-0f7b-49a5-96b2-656b100ca6c6" providerId="ADAL" clId="{632DF7FE-9916-4FAF-8457-3521400FFCEA}" dt="2025-11-18T15:33:49.410" v="71923" actId="20577"/>
          <ac:spMkLst>
            <pc:docMk/>
            <pc:sldMk cId="1128370945" sldId="862"/>
            <ac:spMk id="7" creationId="{6C16D1DD-5EAF-AB2E-BD66-605C27D3A6CB}"/>
          </ac:spMkLst>
        </pc:spChg>
        <pc:picChg chg="del">
          <ac:chgData name="DEWE, HAYLEY L." userId="5cada80b-0f7b-49a5-96b2-656b100ca6c6" providerId="ADAL" clId="{632DF7FE-9916-4FAF-8457-3521400FFCEA}" dt="2025-11-18T14:45:17.771" v="68804" actId="478"/>
          <ac:picMkLst>
            <pc:docMk/>
            <pc:sldMk cId="1128370945" sldId="862"/>
            <ac:picMk id="3" creationId="{7B876A81-E6D4-86FE-8F62-F932ABF5BA71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5-11-19T15:41:56.899" v="96674"/>
        <pc:sldMkLst>
          <pc:docMk/>
          <pc:sldMk cId="3904336727" sldId="862"/>
        </pc:sldMkLst>
        <pc:spChg chg="add del mod">
          <ac:chgData name="DEWE, HAYLEY L." userId="5cada80b-0f7b-49a5-96b2-656b100ca6c6" providerId="ADAL" clId="{632DF7FE-9916-4FAF-8457-3521400FFCEA}" dt="2025-11-19T10:41:02.226" v="79097" actId="478"/>
          <ac:spMkLst>
            <pc:docMk/>
            <pc:sldMk cId="3904336727" sldId="862"/>
            <ac:spMk id="2" creationId="{E5275611-F396-2F9D-F332-4B1B6154D562}"/>
          </ac:spMkLst>
        </pc:spChg>
        <pc:spChg chg="add mod">
          <ac:chgData name="DEWE, HAYLEY L." userId="5cada80b-0f7b-49a5-96b2-656b100ca6c6" providerId="ADAL" clId="{632DF7FE-9916-4FAF-8457-3521400FFCEA}" dt="2025-11-19T10:43:39.813" v="79239"/>
          <ac:spMkLst>
            <pc:docMk/>
            <pc:sldMk cId="3904336727" sldId="862"/>
            <ac:spMk id="3" creationId="{EAFDF9CD-5EC5-A7DF-82C9-5D3326A104D5}"/>
          </ac:spMkLst>
        </pc:spChg>
        <pc:spChg chg="mod">
          <ac:chgData name="DEWE, HAYLEY L." userId="5cada80b-0f7b-49a5-96b2-656b100ca6c6" providerId="ADAL" clId="{632DF7FE-9916-4FAF-8457-3521400FFCEA}" dt="2025-11-19T11:29:33.084" v="85457" actId="20577"/>
          <ac:spMkLst>
            <pc:docMk/>
            <pc:sldMk cId="3904336727" sldId="862"/>
            <ac:spMk id="4" creationId="{96A7372E-697B-64CF-A6B0-FBE2734C7896}"/>
          </ac:spMkLst>
        </pc:spChg>
        <pc:picChg chg="add mod">
          <ac:chgData name="DEWE, HAYLEY L." userId="5cada80b-0f7b-49a5-96b2-656b100ca6c6" providerId="ADAL" clId="{632DF7FE-9916-4FAF-8457-3521400FFCEA}" dt="2025-11-19T11:08:50.138" v="81892" actId="1076"/>
          <ac:picMkLst>
            <pc:docMk/>
            <pc:sldMk cId="3904336727" sldId="862"/>
            <ac:picMk id="5" creationId="{995DA50E-020D-75B3-7AA6-CD548837CC6F}"/>
          </ac:picMkLst>
        </pc:picChg>
        <pc:picChg chg="add mod">
          <ac:chgData name="DEWE, HAYLEY L." userId="5cada80b-0f7b-49a5-96b2-656b100ca6c6" providerId="ADAL" clId="{632DF7FE-9916-4FAF-8457-3521400FFCEA}" dt="2025-11-19T11:08:50.138" v="81892" actId="1076"/>
          <ac:picMkLst>
            <pc:docMk/>
            <pc:sldMk cId="3904336727" sldId="862"/>
            <ac:picMk id="6" creationId="{809196F4-A799-EEEC-036F-5867BB5BC4F8}"/>
          </ac:picMkLst>
        </pc:picChg>
        <pc:picChg chg="add mod">
          <ac:chgData name="DEWE, HAYLEY L." userId="5cada80b-0f7b-49a5-96b2-656b100ca6c6" providerId="ADAL" clId="{632DF7FE-9916-4FAF-8457-3521400FFCEA}" dt="2025-11-19T11:29:39.640" v="85460" actId="1076"/>
          <ac:picMkLst>
            <pc:docMk/>
            <pc:sldMk cId="3904336727" sldId="862"/>
            <ac:picMk id="8" creationId="{A7AE4ED9-5E72-7A25-CB13-924ACB45E02E}"/>
          </ac:picMkLst>
        </pc:picChg>
        <pc:picChg chg="add mod">
          <ac:chgData name="DEWE, HAYLEY L." userId="5cada80b-0f7b-49a5-96b2-656b100ca6c6" providerId="ADAL" clId="{632DF7FE-9916-4FAF-8457-3521400FFCEA}" dt="2025-11-19T11:29:37.386" v="85459" actId="1076"/>
          <ac:picMkLst>
            <pc:docMk/>
            <pc:sldMk cId="3904336727" sldId="862"/>
            <ac:picMk id="9" creationId="{9D13EA55-5E25-BF43-A8A3-82713D22740D}"/>
          </ac:picMkLst>
        </pc:picChg>
        <pc:picChg chg="add mod">
          <ac:chgData name="DEWE, HAYLEY L." userId="5cada80b-0f7b-49a5-96b2-656b100ca6c6" providerId="ADAL" clId="{632DF7FE-9916-4FAF-8457-3521400FFCEA}" dt="2025-11-19T11:29:35.559" v="85458" actId="1076"/>
          <ac:picMkLst>
            <pc:docMk/>
            <pc:sldMk cId="3904336727" sldId="862"/>
            <ac:picMk id="10" creationId="{A7009ED9-E840-BC3D-FD66-B45752D3CC7A}"/>
          </ac:picMkLst>
        </pc:picChg>
        <pc:picChg chg="add mod">
          <ac:chgData name="DEWE, HAYLEY L." userId="5cada80b-0f7b-49a5-96b2-656b100ca6c6" providerId="ADAL" clId="{632DF7FE-9916-4FAF-8457-3521400FFCEA}" dt="2025-11-19T11:08:50.138" v="81892" actId="1076"/>
          <ac:picMkLst>
            <pc:docMk/>
            <pc:sldMk cId="3904336727" sldId="862"/>
            <ac:picMk id="13" creationId="{CEFBD61F-F766-6267-81A1-513D031E7067}"/>
          </ac:picMkLst>
        </pc:picChg>
      </pc:sldChg>
      <pc:sldChg chg="modSp add mod ord modAnim modNotesTx">
        <pc:chgData name="DEWE, HAYLEY L." userId="5cada80b-0f7b-49a5-96b2-656b100ca6c6" providerId="ADAL" clId="{632DF7FE-9916-4FAF-8457-3521400FFCEA}" dt="2025-11-19T17:11:43.257" v="98267" actId="6549"/>
        <pc:sldMkLst>
          <pc:docMk/>
          <pc:sldMk cId="3617626063" sldId="863"/>
        </pc:sldMkLst>
        <pc:spChg chg="mod">
          <ac:chgData name="DEWE, HAYLEY L." userId="5cada80b-0f7b-49a5-96b2-656b100ca6c6" providerId="ADAL" clId="{632DF7FE-9916-4FAF-8457-3521400FFCEA}" dt="2025-11-19T17:11:43.257" v="98267" actId="6549"/>
          <ac:spMkLst>
            <pc:docMk/>
            <pc:sldMk cId="3617626063" sldId="863"/>
            <ac:spMk id="2" creationId="{29A4627F-9808-3DF2-A188-5CD01FB6E214}"/>
          </ac:spMkLst>
        </pc:spChg>
        <pc:spChg chg="mod">
          <ac:chgData name="DEWE, HAYLEY L." userId="5cada80b-0f7b-49a5-96b2-656b100ca6c6" providerId="ADAL" clId="{632DF7FE-9916-4FAF-8457-3521400FFCEA}" dt="2025-11-18T15:30:42.482" v="71697" actId="20577"/>
          <ac:spMkLst>
            <pc:docMk/>
            <pc:sldMk cId="3617626063" sldId="863"/>
            <ac:spMk id="7" creationId="{CF4100E7-8A40-39F3-E260-B8673EE96B1F}"/>
          </ac:spMkLst>
        </pc:spChg>
        <pc:picChg chg="mod">
          <ac:chgData name="DEWE, HAYLEY L." userId="5cada80b-0f7b-49a5-96b2-656b100ca6c6" providerId="ADAL" clId="{632DF7FE-9916-4FAF-8457-3521400FFCEA}" dt="2025-11-18T15:30:46.571" v="71698" actId="14100"/>
          <ac:picMkLst>
            <pc:docMk/>
            <pc:sldMk cId="3617626063" sldId="863"/>
            <ac:picMk id="3" creationId="{E64B8D83-9DBB-50B1-2FAC-C0CE315E9E70}"/>
          </ac:picMkLst>
        </pc:picChg>
      </pc:sldChg>
      <pc:sldChg chg="delSp add del mod delAnim">
        <pc:chgData name="DEWE, HAYLEY L." userId="5cada80b-0f7b-49a5-96b2-656b100ca6c6" providerId="ADAL" clId="{632DF7FE-9916-4FAF-8457-3521400FFCEA}" dt="2025-11-18T14:51:40.218" v="69654" actId="47"/>
        <pc:sldMkLst>
          <pc:docMk/>
          <pc:sldMk cId="108842966" sldId="864"/>
        </pc:sldMkLst>
        <pc:spChg chg="del">
          <ac:chgData name="DEWE, HAYLEY L." userId="5cada80b-0f7b-49a5-96b2-656b100ca6c6" providerId="ADAL" clId="{632DF7FE-9916-4FAF-8457-3521400FFCEA}" dt="2025-11-18T14:51:38.570" v="69653" actId="478"/>
          <ac:spMkLst>
            <pc:docMk/>
            <pc:sldMk cId="108842966" sldId="864"/>
            <ac:spMk id="2" creationId="{C2544218-B8BF-F79C-64C3-DBC1BCFFD850}"/>
          </ac:spMkLst>
        </pc:spChg>
      </pc:sldChg>
      <pc:sldChg chg="addSp delSp modSp add mod ord addAnim delAnim modAnim">
        <pc:chgData name="DEWE, HAYLEY L." userId="5cada80b-0f7b-49a5-96b2-656b100ca6c6" providerId="ADAL" clId="{632DF7FE-9916-4FAF-8457-3521400FFCEA}" dt="2025-11-19T17:08:32.388" v="98228" actId="478"/>
        <pc:sldMkLst>
          <pc:docMk/>
          <pc:sldMk cId="3227986638" sldId="864"/>
        </pc:sldMkLst>
        <pc:spChg chg="add del">
          <ac:chgData name="DEWE, HAYLEY L." userId="5cada80b-0f7b-49a5-96b2-656b100ca6c6" providerId="ADAL" clId="{632DF7FE-9916-4FAF-8457-3521400FFCEA}" dt="2025-11-18T14:52:05.774" v="69710" actId="478"/>
          <ac:spMkLst>
            <pc:docMk/>
            <pc:sldMk cId="3227986638" sldId="864"/>
            <ac:spMk id="2" creationId="{02615452-8C10-1AF2-95C0-BE970239DB65}"/>
          </ac:spMkLst>
        </pc:spChg>
        <pc:spChg chg="add del mod">
          <ac:chgData name="DEWE, HAYLEY L." userId="5cada80b-0f7b-49a5-96b2-656b100ca6c6" providerId="ADAL" clId="{632DF7FE-9916-4FAF-8457-3521400FFCEA}" dt="2025-11-19T17:08:32.388" v="98228" actId="478"/>
          <ac:spMkLst>
            <pc:docMk/>
            <pc:sldMk cId="3227986638" sldId="864"/>
            <ac:spMk id="5" creationId="{4BEA1677-C1C3-86BF-F2BD-09E2D3A7D0D8}"/>
          </ac:spMkLst>
        </pc:spChg>
        <pc:spChg chg="add del mod">
          <ac:chgData name="DEWE, HAYLEY L." userId="5cada80b-0f7b-49a5-96b2-656b100ca6c6" providerId="ADAL" clId="{632DF7FE-9916-4FAF-8457-3521400FFCEA}" dt="2025-11-19T17:08:31.215" v="98227" actId="478"/>
          <ac:spMkLst>
            <pc:docMk/>
            <pc:sldMk cId="3227986638" sldId="864"/>
            <ac:spMk id="6" creationId="{BF669CC8-0525-1F2C-4891-E79ED2DD51ED}"/>
          </ac:spMkLst>
        </pc:spChg>
        <pc:spChg chg="mod">
          <ac:chgData name="DEWE, HAYLEY L." userId="5cada80b-0f7b-49a5-96b2-656b100ca6c6" providerId="ADAL" clId="{632DF7FE-9916-4FAF-8457-3521400FFCEA}" dt="2025-11-18T14:51:55.048" v="69706" actId="20577"/>
          <ac:spMkLst>
            <pc:docMk/>
            <pc:sldMk cId="3227986638" sldId="864"/>
            <ac:spMk id="7" creationId="{E767D5CE-C083-EAB9-1E72-E72A9DA041DD}"/>
          </ac:spMkLst>
        </pc:spChg>
        <pc:spChg chg="add del mod">
          <ac:chgData name="DEWE, HAYLEY L." userId="5cada80b-0f7b-49a5-96b2-656b100ca6c6" providerId="ADAL" clId="{632DF7FE-9916-4FAF-8457-3521400FFCEA}" dt="2025-11-18T15:02:08.844" v="70096" actId="478"/>
          <ac:spMkLst>
            <pc:docMk/>
            <pc:sldMk cId="3227986638" sldId="864"/>
            <ac:spMk id="8" creationId="{7B22CAF2-B447-E47C-CD1D-749D9F2C74FA}"/>
          </ac:spMkLst>
        </pc:spChg>
        <pc:spChg chg="add del mod">
          <ac:chgData name="DEWE, HAYLEY L." userId="5cada80b-0f7b-49a5-96b2-656b100ca6c6" providerId="ADAL" clId="{632DF7FE-9916-4FAF-8457-3521400FFCEA}" dt="2025-11-19T17:08:16.336" v="98218" actId="478"/>
          <ac:spMkLst>
            <pc:docMk/>
            <pc:sldMk cId="3227986638" sldId="864"/>
            <ac:spMk id="9" creationId="{A0FBA146-7574-4903-8B55-C96A5D12D812}"/>
          </ac:spMkLst>
        </pc:spChg>
        <pc:spChg chg="add del mod">
          <ac:chgData name="DEWE, HAYLEY L." userId="5cada80b-0f7b-49a5-96b2-656b100ca6c6" providerId="ADAL" clId="{632DF7FE-9916-4FAF-8457-3521400FFCEA}" dt="2025-11-19T17:08:16.971" v="98219" actId="478"/>
          <ac:spMkLst>
            <pc:docMk/>
            <pc:sldMk cId="3227986638" sldId="864"/>
            <ac:spMk id="10" creationId="{E0F6ECE5-C680-55A7-5D31-B6591B12D8B1}"/>
          </ac:spMkLst>
        </pc:spChg>
        <pc:spChg chg="add del mod">
          <ac:chgData name="DEWE, HAYLEY L." userId="5cada80b-0f7b-49a5-96b2-656b100ca6c6" providerId="ADAL" clId="{632DF7FE-9916-4FAF-8457-3521400FFCEA}" dt="2025-11-19T17:08:17.519" v="98220" actId="478"/>
          <ac:spMkLst>
            <pc:docMk/>
            <pc:sldMk cId="3227986638" sldId="864"/>
            <ac:spMk id="11" creationId="{E0DCAEF9-61DA-DD34-C5A8-B1FC5D519DD3}"/>
          </ac:spMkLst>
        </pc:spChg>
        <pc:spChg chg="add del mod">
          <ac:chgData name="DEWE, HAYLEY L." userId="5cada80b-0f7b-49a5-96b2-656b100ca6c6" providerId="ADAL" clId="{632DF7FE-9916-4FAF-8457-3521400FFCEA}" dt="2025-11-19T17:08:14.726" v="98217" actId="478"/>
          <ac:spMkLst>
            <pc:docMk/>
            <pc:sldMk cId="3227986638" sldId="864"/>
            <ac:spMk id="12" creationId="{05C8EF71-4E95-EECF-F191-17E828E2845F}"/>
          </ac:spMkLst>
        </pc:spChg>
        <pc:spChg chg="add del mod">
          <ac:chgData name="DEWE, HAYLEY L." userId="5cada80b-0f7b-49a5-96b2-656b100ca6c6" providerId="ADAL" clId="{632DF7FE-9916-4FAF-8457-3521400FFCEA}" dt="2025-11-19T17:08:17.929" v="98221" actId="478"/>
          <ac:spMkLst>
            <pc:docMk/>
            <pc:sldMk cId="3227986638" sldId="864"/>
            <ac:spMk id="13" creationId="{E1805D7A-7B23-85A8-7C2E-BD815C456CE3}"/>
          </ac:spMkLst>
        </pc:spChg>
        <pc:spChg chg="add del mod">
          <ac:chgData name="DEWE, HAYLEY L." userId="5cada80b-0f7b-49a5-96b2-656b100ca6c6" providerId="ADAL" clId="{632DF7FE-9916-4FAF-8457-3521400FFCEA}" dt="2025-11-19T17:08:19.224" v="98223" actId="478"/>
          <ac:spMkLst>
            <pc:docMk/>
            <pc:sldMk cId="3227986638" sldId="864"/>
            <ac:spMk id="14" creationId="{2F2667D9-787D-FEE2-AF90-A30ABFF5BA23}"/>
          </ac:spMkLst>
        </pc:spChg>
        <pc:spChg chg="add del mod">
          <ac:chgData name="DEWE, HAYLEY L." userId="5cada80b-0f7b-49a5-96b2-656b100ca6c6" providerId="ADAL" clId="{632DF7FE-9916-4FAF-8457-3521400FFCEA}" dt="2025-11-19T17:08:18.796" v="98222" actId="478"/>
          <ac:spMkLst>
            <pc:docMk/>
            <pc:sldMk cId="3227986638" sldId="864"/>
            <ac:spMk id="15" creationId="{E7794387-FC8F-14CF-B815-38F2549B20C7}"/>
          </ac:spMkLst>
        </pc:spChg>
        <pc:graphicFrameChg chg="add mod modGraphic">
          <ac:chgData name="DEWE, HAYLEY L." userId="5cada80b-0f7b-49a5-96b2-656b100ca6c6" providerId="ADAL" clId="{632DF7FE-9916-4FAF-8457-3521400FFCEA}" dt="2025-11-18T15:00:19.250" v="70048" actId="1076"/>
          <ac:graphicFrameMkLst>
            <pc:docMk/>
            <pc:sldMk cId="3227986638" sldId="864"/>
            <ac:graphicFrameMk id="4" creationId="{DAA65B8F-6C26-651D-872E-11C76F723389}"/>
          </ac:graphicFrameMkLst>
        </pc:graphicFrameChg>
        <pc:picChg chg="del">
          <ac:chgData name="DEWE, HAYLEY L." userId="5cada80b-0f7b-49a5-96b2-656b100ca6c6" providerId="ADAL" clId="{632DF7FE-9916-4FAF-8457-3521400FFCEA}" dt="2025-11-18T14:51:56.182" v="69707" actId="478"/>
          <ac:picMkLst>
            <pc:docMk/>
            <pc:sldMk cId="3227986638" sldId="864"/>
            <ac:picMk id="3" creationId="{73662192-C766-F56D-5E7E-08F4820AF1C6}"/>
          </ac:picMkLst>
        </pc:picChg>
      </pc:sldChg>
      <pc:sldChg chg="modSp add del mod">
        <pc:chgData name="DEWE, HAYLEY L." userId="5cada80b-0f7b-49a5-96b2-656b100ca6c6" providerId="ADAL" clId="{632DF7FE-9916-4FAF-8457-3521400FFCEA}" dt="2025-11-19T10:11:29.552" v="75096" actId="2696"/>
        <pc:sldMkLst>
          <pc:docMk/>
          <pc:sldMk cId="1589864272" sldId="865"/>
        </pc:sldMkLst>
        <pc:spChg chg="mod">
          <ac:chgData name="DEWE, HAYLEY L." userId="5cada80b-0f7b-49a5-96b2-656b100ca6c6" providerId="ADAL" clId="{632DF7FE-9916-4FAF-8457-3521400FFCEA}" dt="2025-11-19T10:09:45.463" v="74995" actId="20577"/>
          <ac:spMkLst>
            <pc:docMk/>
            <pc:sldMk cId="1589864272" sldId="865"/>
            <ac:spMk id="4" creationId="{C24E46F2-2816-D4FE-47AF-F9A3B4B728B6}"/>
          </ac:spMkLst>
        </pc:spChg>
      </pc:sldChg>
      <pc:sldChg chg="addSp delSp new del mod">
        <pc:chgData name="DEWE, HAYLEY L." userId="5cada80b-0f7b-49a5-96b2-656b100ca6c6" providerId="ADAL" clId="{632DF7FE-9916-4FAF-8457-3521400FFCEA}" dt="2025-11-18T17:20:24.865" v="74828" actId="47"/>
        <pc:sldMkLst>
          <pc:docMk/>
          <pc:sldMk cId="3172808355" sldId="865"/>
        </pc:sldMkLst>
        <pc:spChg chg="del">
          <ac:chgData name="DEWE, HAYLEY L." userId="5cada80b-0f7b-49a5-96b2-656b100ca6c6" providerId="ADAL" clId="{632DF7FE-9916-4FAF-8457-3521400FFCEA}" dt="2025-11-18T17:15:43.962" v="74509" actId="478"/>
          <ac:spMkLst>
            <pc:docMk/>
            <pc:sldMk cId="3172808355" sldId="865"/>
            <ac:spMk id="2" creationId="{27317B1F-4127-24D7-A147-33B5EB9DC6F9}"/>
          </ac:spMkLst>
        </pc:spChg>
        <pc:spChg chg="del">
          <ac:chgData name="DEWE, HAYLEY L." userId="5cada80b-0f7b-49a5-96b2-656b100ca6c6" providerId="ADAL" clId="{632DF7FE-9916-4FAF-8457-3521400FFCEA}" dt="2025-11-18T17:15:44.769" v="74510" actId="478"/>
          <ac:spMkLst>
            <pc:docMk/>
            <pc:sldMk cId="3172808355" sldId="865"/>
            <ac:spMk id="3" creationId="{8F24F143-6E84-D8F4-49C2-4664477CE3F9}"/>
          </ac:spMkLst>
        </pc:spChg>
        <pc:spChg chg="add">
          <ac:chgData name="DEWE, HAYLEY L." userId="5cada80b-0f7b-49a5-96b2-656b100ca6c6" providerId="ADAL" clId="{632DF7FE-9916-4FAF-8457-3521400FFCEA}" dt="2025-11-18T17:15:45.464" v="74511" actId="22"/>
          <ac:spMkLst>
            <pc:docMk/>
            <pc:sldMk cId="3172808355" sldId="865"/>
            <ac:spMk id="5" creationId="{2A4C0C9E-6C21-836A-B07D-BD447D9ED1E8}"/>
          </ac:spMkLst>
        </pc:spChg>
      </pc:sldChg>
      <pc:sldChg chg="modSp add mod">
        <pc:chgData name="DEWE, HAYLEY L." userId="5cada80b-0f7b-49a5-96b2-656b100ca6c6" providerId="ADAL" clId="{632DF7FE-9916-4FAF-8457-3521400FFCEA}" dt="2025-11-19T10:09:54.309" v="75004" actId="20577"/>
        <pc:sldMkLst>
          <pc:docMk/>
          <pc:sldMk cId="2171719835" sldId="866"/>
        </pc:sldMkLst>
        <pc:spChg chg="mod">
          <ac:chgData name="DEWE, HAYLEY L." userId="5cada80b-0f7b-49a5-96b2-656b100ca6c6" providerId="ADAL" clId="{632DF7FE-9916-4FAF-8457-3521400FFCEA}" dt="2025-11-19T10:09:54.309" v="75004" actId="20577"/>
          <ac:spMkLst>
            <pc:docMk/>
            <pc:sldMk cId="2171719835" sldId="866"/>
            <ac:spMk id="4" creationId="{E4BDC329-E6E4-9431-592D-6E9337995DEF}"/>
          </ac:spMkLst>
        </pc:spChg>
      </pc:sldChg>
      <pc:sldChg chg="modSp add del mod modAnim">
        <pc:chgData name="DEWE, HAYLEY L." userId="5cada80b-0f7b-49a5-96b2-656b100ca6c6" providerId="ADAL" clId="{632DF7FE-9916-4FAF-8457-3521400FFCEA}" dt="2025-11-19T17:10:15.819" v="98251" actId="47"/>
        <pc:sldMkLst>
          <pc:docMk/>
          <pc:sldMk cId="1607800024" sldId="867"/>
        </pc:sldMkLst>
        <pc:spChg chg="mod">
          <ac:chgData name="DEWE, HAYLEY L." userId="5cada80b-0f7b-49a5-96b2-656b100ca6c6" providerId="ADAL" clId="{632DF7FE-9916-4FAF-8457-3521400FFCEA}" dt="2025-11-19T17:09:47.056" v="98250" actId="20577"/>
          <ac:spMkLst>
            <pc:docMk/>
            <pc:sldMk cId="1607800024" sldId="867"/>
            <ac:spMk id="4" creationId="{29177D11-FD5B-0076-7C6A-5983315B5F06}"/>
          </ac:spMkLst>
        </pc:spChg>
        <pc:spChg chg="mod">
          <ac:chgData name="DEWE, HAYLEY L." userId="5cada80b-0f7b-49a5-96b2-656b100ca6c6" providerId="ADAL" clId="{632DF7FE-9916-4FAF-8457-3521400FFCEA}" dt="2025-11-19T10:10:43.687" v="75094" actId="20577"/>
          <ac:spMkLst>
            <pc:docMk/>
            <pc:sldMk cId="1607800024" sldId="867"/>
            <ac:spMk id="7" creationId="{F2E2721C-7642-B0DD-5065-AD0E38F9749B}"/>
          </ac:spMkLst>
        </pc:spChg>
      </pc:sldChg>
      <pc:sldChg chg="addSp delSp modSp add mod modAnim modNotesTx">
        <pc:chgData name="DEWE, HAYLEY L." userId="5cada80b-0f7b-49a5-96b2-656b100ca6c6" providerId="ADAL" clId="{632DF7FE-9916-4FAF-8457-3521400FFCEA}" dt="2025-11-19T17:02:45.626" v="98134" actId="20577"/>
        <pc:sldMkLst>
          <pc:docMk/>
          <pc:sldMk cId="1894622539" sldId="868"/>
        </pc:sldMkLst>
        <pc:spChg chg="add del mod">
          <ac:chgData name="DEWE, HAYLEY L." userId="5cada80b-0f7b-49a5-96b2-656b100ca6c6" providerId="ADAL" clId="{632DF7FE-9916-4FAF-8457-3521400FFCEA}" dt="2025-11-19T15:39:10.314" v="96517" actId="21"/>
          <ac:spMkLst>
            <pc:docMk/>
            <pc:sldMk cId="1894622539" sldId="868"/>
            <ac:spMk id="2" creationId="{F81D47B8-54B8-99BF-C3D3-12D8581E9026}"/>
          </ac:spMkLst>
        </pc:spChg>
        <pc:spChg chg="add del mod">
          <ac:chgData name="DEWE, HAYLEY L." userId="5cada80b-0f7b-49a5-96b2-656b100ca6c6" providerId="ADAL" clId="{632DF7FE-9916-4FAF-8457-3521400FFCEA}" dt="2025-11-19T15:39:29.475" v="96521" actId="478"/>
          <ac:spMkLst>
            <pc:docMk/>
            <pc:sldMk cId="1894622539" sldId="868"/>
            <ac:spMk id="3" creationId="{F81D47B8-54B8-99BF-C3D3-12D8581E9026}"/>
          </ac:spMkLst>
        </pc:spChg>
        <pc:spChg chg="mod">
          <ac:chgData name="DEWE, HAYLEY L." userId="5cada80b-0f7b-49a5-96b2-656b100ca6c6" providerId="ADAL" clId="{632DF7FE-9916-4FAF-8457-3521400FFCEA}" dt="2025-11-19T17:02:45.626" v="98134" actId="20577"/>
          <ac:spMkLst>
            <pc:docMk/>
            <pc:sldMk cId="1894622539" sldId="868"/>
            <ac:spMk id="4" creationId="{F3CCD19A-A066-6FE7-369E-0BEF5B716C96}"/>
          </ac:spMkLst>
        </pc:spChg>
        <pc:spChg chg="mod">
          <ac:chgData name="DEWE, HAYLEY L." userId="5cada80b-0f7b-49a5-96b2-656b100ca6c6" providerId="ADAL" clId="{632DF7FE-9916-4FAF-8457-3521400FFCEA}" dt="2025-11-19T10:31:36.002" v="78756" actId="1076"/>
          <ac:spMkLst>
            <pc:docMk/>
            <pc:sldMk cId="1894622539" sldId="868"/>
            <ac:spMk id="9" creationId="{0C32C2A9-59EF-78B2-06F8-964BFCB1C7E8}"/>
          </ac:spMkLst>
        </pc:spChg>
      </pc:sldChg>
      <pc:sldChg chg="addSp delSp modSp add del mod modAnim modNotesTx">
        <pc:chgData name="DEWE, HAYLEY L." userId="5cada80b-0f7b-49a5-96b2-656b100ca6c6" providerId="ADAL" clId="{632DF7FE-9916-4FAF-8457-3521400FFCEA}" dt="2025-11-19T17:23:39.111" v="98725" actId="20577"/>
        <pc:sldMkLst>
          <pc:docMk/>
          <pc:sldMk cId="795901545" sldId="869"/>
        </pc:sldMkLst>
        <pc:spChg chg="mod">
          <ac:chgData name="DEWE, HAYLEY L." userId="5cada80b-0f7b-49a5-96b2-656b100ca6c6" providerId="ADAL" clId="{632DF7FE-9916-4FAF-8457-3521400FFCEA}" dt="2025-11-19T17:23:39.111" v="98725" actId="20577"/>
          <ac:spMkLst>
            <pc:docMk/>
            <pc:sldMk cId="795901545" sldId="869"/>
            <ac:spMk id="2" creationId="{D7E78FD4-6D49-6338-4F5D-4FCBBC26D1C3}"/>
          </ac:spMkLst>
        </pc:spChg>
        <pc:spChg chg="add del mod">
          <ac:chgData name="DEWE, HAYLEY L." userId="5cada80b-0f7b-49a5-96b2-656b100ca6c6" providerId="ADAL" clId="{632DF7FE-9916-4FAF-8457-3521400FFCEA}" dt="2025-11-19T10:21:53.444" v="77249" actId="478"/>
          <ac:spMkLst>
            <pc:docMk/>
            <pc:sldMk cId="795901545" sldId="869"/>
            <ac:spMk id="4" creationId="{C3841ECC-658F-D8ED-499C-70D5283DF90C}"/>
          </ac:spMkLst>
        </pc:spChg>
        <pc:spChg chg="add del mod">
          <ac:chgData name="DEWE, HAYLEY L." userId="5cada80b-0f7b-49a5-96b2-656b100ca6c6" providerId="ADAL" clId="{632DF7FE-9916-4FAF-8457-3521400FFCEA}" dt="2025-11-19T10:31:56.387" v="78769" actId="478"/>
          <ac:spMkLst>
            <pc:docMk/>
            <pc:sldMk cId="795901545" sldId="869"/>
            <ac:spMk id="5" creationId="{5331A420-1737-9ABB-F5AA-8F94C041040F}"/>
          </ac:spMkLst>
        </pc:spChg>
        <pc:spChg chg="add del mod">
          <ac:chgData name="DEWE, HAYLEY L." userId="5cada80b-0f7b-49a5-96b2-656b100ca6c6" providerId="ADAL" clId="{632DF7FE-9916-4FAF-8457-3521400FFCEA}" dt="2025-11-19T10:32:01.667" v="78771" actId="478"/>
          <ac:spMkLst>
            <pc:docMk/>
            <pc:sldMk cId="795901545" sldId="869"/>
            <ac:spMk id="7" creationId="{B97AA5AF-25D6-724A-38EA-95D7DEFFBC76}"/>
          </ac:spMkLst>
        </pc:spChg>
        <pc:spChg chg="add mod">
          <ac:chgData name="DEWE, HAYLEY L." userId="5cada80b-0f7b-49a5-96b2-656b100ca6c6" providerId="ADAL" clId="{632DF7FE-9916-4FAF-8457-3521400FFCEA}" dt="2025-11-19T17:03:34.258" v="98142" actId="1076"/>
          <ac:spMkLst>
            <pc:docMk/>
            <pc:sldMk cId="795901545" sldId="869"/>
            <ac:spMk id="8" creationId="{25612E03-D084-3324-28C2-7EB190E9868E}"/>
          </ac:spMkLst>
        </pc:spChg>
        <pc:spChg chg="del">
          <ac:chgData name="DEWE, HAYLEY L." userId="5cada80b-0f7b-49a5-96b2-656b100ca6c6" providerId="ADAL" clId="{632DF7FE-9916-4FAF-8457-3521400FFCEA}" dt="2025-11-19T10:21:50.481" v="77248" actId="478"/>
          <ac:spMkLst>
            <pc:docMk/>
            <pc:sldMk cId="795901545" sldId="869"/>
            <ac:spMk id="9" creationId="{6D1A5DC5-D222-86BF-B143-C312411B04BF}"/>
          </ac:spMkLst>
        </pc:spChg>
      </pc:sldChg>
      <pc:sldChg chg="addSp modSp add mod ord addAnim delAnim modAnim">
        <pc:chgData name="DEWE, HAYLEY L." userId="5cada80b-0f7b-49a5-96b2-656b100ca6c6" providerId="ADAL" clId="{632DF7FE-9916-4FAF-8457-3521400FFCEA}" dt="2025-11-19T17:23:45.422" v="98726" actId="255"/>
        <pc:sldMkLst>
          <pc:docMk/>
          <pc:sldMk cId="28924826" sldId="870"/>
        </pc:sldMkLst>
        <pc:spChg chg="add mod">
          <ac:chgData name="DEWE, HAYLEY L." userId="5cada80b-0f7b-49a5-96b2-656b100ca6c6" providerId="ADAL" clId="{632DF7FE-9916-4FAF-8457-3521400FFCEA}" dt="2025-11-19T10:54:45.112" v="80986" actId="5793"/>
          <ac:spMkLst>
            <pc:docMk/>
            <pc:sldMk cId="28924826" sldId="870"/>
            <ac:spMk id="2" creationId="{D15EBACE-8703-2871-4D8B-ED6EC1799AA1}"/>
          </ac:spMkLst>
        </pc:spChg>
        <pc:spChg chg="mod">
          <ac:chgData name="DEWE, HAYLEY L." userId="5cada80b-0f7b-49a5-96b2-656b100ca6c6" providerId="ADAL" clId="{632DF7FE-9916-4FAF-8457-3521400FFCEA}" dt="2025-11-19T17:23:45.422" v="98726" actId="255"/>
          <ac:spMkLst>
            <pc:docMk/>
            <pc:sldMk cId="28924826" sldId="870"/>
            <ac:spMk id="4" creationId="{6DDD5747-F472-F501-D68A-0F1779D8A6D8}"/>
          </ac:spMkLst>
        </pc:spChg>
      </pc:sldChg>
      <pc:sldChg chg="addSp delSp modSp add mod modAnim">
        <pc:chgData name="DEWE, HAYLEY L." userId="5cada80b-0f7b-49a5-96b2-656b100ca6c6" providerId="ADAL" clId="{632DF7FE-9916-4FAF-8457-3521400FFCEA}" dt="2025-11-19T15:48:08.009" v="96698"/>
        <pc:sldMkLst>
          <pc:docMk/>
          <pc:sldMk cId="3185289358" sldId="871"/>
        </pc:sldMkLst>
        <pc:spChg chg="mod">
          <ac:chgData name="DEWE, HAYLEY L." userId="5cada80b-0f7b-49a5-96b2-656b100ca6c6" providerId="ADAL" clId="{632DF7FE-9916-4FAF-8457-3521400FFCEA}" dt="2025-11-19T11:11:21.994" v="82161" actId="20577"/>
          <ac:spMkLst>
            <pc:docMk/>
            <pc:sldMk cId="3185289358" sldId="871"/>
            <ac:spMk id="4" creationId="{EC3CF654-AB2E-A57C-86A9-9B527552CDE2}"/>
          </ac:spMkLst>
        </pc:spChg>
        <pc:picChg chg="add del mod">
          <ac:chgData name="DEWE, HAYLEY L." userId="5cada80b-0f7b-49a5-96b2-656b100ca6c6" providerId="ADAL" clId="{632DF7FE-9916-4FAF-8457-3521400FFCEA}" dt="2025-11-19T11:04:22.706" v="81800" actId="478"/>
          <ac:picMkLst>
            <pc:docMk/>
            <pc:sldMk cId="3185289358" sldId="871"/>
            <ac:picMk id="3" creationId="{1AC23987-D2B4-7D47-E329-EEEC08EB72EC}"/>
          </ac:picMkLst>
        </pc:picChg>
        <pc:picChg chg="add mod">
          <ac:chgData name="DEWE, HAYLEY L." userId="5cada80b-0f7b-49a5-96b2-656b100ca6c6" providerId="ADAL" clId="{632DF7FE-9916-4FAF-8457-3521400FFCEA}" dt="2025-11-19T11:05:12.825" v="81811" actId="688"/>
          <ac:picMkLst>
            <pc:docMk/>
            <pc:sldMk cId="3185289358" sldId="871"/>
            <ac:picMk id="6" creationId="{DB6E6DFA-8AE7-9C8D-80AB-5180DFFC1925}"/>
          </ac:picMkLst>
        </pc:picChg>
        <pc:picChg chg="add del mod">
          <ac:chgData name="DEWE, HAYLEY L." userId="5cada80b-0f7b-49a5-96b2-656b100ca6c6" providerId="ADAL" clId="{632DF7FE-9916-4FAF-8457-3521400FFCEA}" dt="2025-11-19T11:11:13.476" v="82159" actId="478"/>
          <ac:picMkLst>
            <pc:docMk/>
            <pc:sldMk cId="3185289358" sldId="871"/>
            <ac:picMk id="8" creationId="{B05701E6-AA21-0910-895B-C6F040C60A41}"/>
          </ac:picMkLst>
        </pc:picChg>
        <pc:picChg chg="add del mod">
          <ac:chgData name="DEWE, HAYLEY L." userId="5cada80b-0f7b-49a5-96b2-656b100ca6c6" providerId="ADAL" clId="{632DF7FE-9916-4FAF-8457-3521400FFCEA}" dt="2025-11-19T11:11:48.214" v="82162" actId="478"/>
          <ac:picMkLst>
            <pc:docMk/>
            <pc:sldMk cId="3185289358" sldId="871"/>
            <ac:picMk id="9" creationId="{87695BAB-240C-F4B0-FB2C-B8B6C0B132F8}"/>
          </ac:picMkLst>
        </pc:picChg>
        <pc:picChg chg="add del mod">
          <ac:chgData name="DEWE, HAYLEY L." userId="5cada80b-0f7b-49a5-96b2-656b100ca6c6" providerId="ADAL" clId="{632DF7FE-9916-4FAF-8457-3521400FFCEA}" dt="2025-11-19T11:05:59.984" v="81818" actId="478"/>
          <ac:picMkLst>
            <pc:docMk/>
            <pc:sldMk cId="3185289358" sldId="871"/>
            <ac:picMk id="11" creationId="{EAC7F698-4171-AD6D-8185-F75438AA311A}"/>
          </ac:picMkLst>
        </pc:picChg>
        <pc:picChg chg="add del mod">
          <ac:chgData name="DEWE, HAYLEY L." userId="5cada80b-0f7b-49a5-96b2-656b100ca6c6" providerId="ADAL" clId="{632DF7FE-9916-4FAF-8457-3521400FFCEA}" dt="2025-11-19T11:06:32.027" v="81827" actId="21"/>
          <ac:picMkLst>
            <pc:docMk/>
            <pc:sldMk cId="3185289358" sldId="871"/>
            <ac:picMk id="13" creationId="{CEFBD61F-F766-6267-81A1-513D031E7067}"/>
          </ac:picMkLst>
        </pc:picChg>
      </pc:sldChg>
      <pc:sldChg chg="addSp modSp add mod modAnim">
        <pc:chgData name="DEWE, HAYLEY L." userId="5cada80b-0f7b-49a5-96b2-656b100ca6c6" providerId="ADAL" clId="{632DF7FE-9916-4FAF-8457-3521400FFCEA}" dt="2025-11-19T15:47:14.684" v="96696" actId="20577"/>
        <pc:sldMkLst>
          <pc:docMk/>
          <pc:sldMk cId="499465969" sldId="872"/>
        </pc:sldMkLst>
        <pc:spChg chg="add mod">
          <ac:chgData name="DEWE, HAYLEY L." userId="5cada80b-0f7b-49a5-96b2-656b100ca6c6" providerId="ADAL" clId="{632DF7FE-9916-4FAF-8457-3521400FFCEA}" dt="2025-11-19T15:47:14.684" v="96696" actId="20577"/>
          <ac:spMkLst>
            <pc:docMk/>
            <pc:sldMk cId="499465969" sldId="872"/>
            <ac:spMk id="2" creationId="{9350A637-BA3F-0B67-1118-A910420F4A67}"/>
          </ac:spMkLst>
        </pc:spChg>
        <pc:spChg chg="mod">
          <ac:chgData name="DEWE, HAYLEY L." userId="5cada80b-0f7b-49a5-96b2-656b100ca6c6" providerId="ADAL" clId="{632DF7FE-9916-4FAF-8457-3521400FFCEA}" dt="2025-11-19T11:12:39.515" v="82171" actId="14100"/>
          <ac:spMkLst>
            <pc:docMk/>
            <pc:sldMk cId="499465969" sldId="872"/>
            <ac:spMk id="4" creationId="{2C3B360B-DC42-A7CE-0339-6476F72E3835}"/>
          </ac:spMkLst>
        </pc:spChg>
      </pc:sldChg>
      <pc:sldChg chg="addSp modSp add mod ord modAnim">
        <pc:chgData name="DEWE, HAYLEY L." userId="5cada80b-0f7b-49a5-96b2-656b100ca6c6" providerId="ADAL" clId="{632DF7FE-9916-4FAF-8457-3521400FFCEA}" dt="2025-11-19T15:47:37.921" v="96697"/>
        <pc:sldMkLst>
          <pc:docMk/>
          <pc:sldMk cId="2948836339" sldId="873"/>
        </pc:sldMkLst>
        <pc:spChg chg="mod">
          <ac:chgData name="DEWE, HAYLEY L." userId="5cada80b-0f7b-49a5-96b2-656b100ca6c6" providerId="ADAL" clId="{632DF7FE-9916-4FAF-8457-3521400FFCEA}" dt="2025-11-19T11:26:23.668" v="85067" actId="207"/>
          <ac:spMkLst>
            <pc:docMk/>
            <pc:sldMk cId="2948836339" sldId="873"/>
            <ac:spMk id="4" creationId="{ED61BFC9-F7CA-69EA-752D-AD356184E713}"/>
          </ac:spMkLst>
        </pc:spChg>
        <pc:picChg chg="add mod">
          <ac:chgData name="DEWE, HAYLEY L." userId="5cada80b-0f7b-49a5-96b2-656b100ca6c6" providerId="ADAL" clId="{632DF7FE-9916-4FAF-8457-3521400FFCEA}" dt="2025-11-19T11:24:41.675" v="84810" actId="1076"/>
          <ac:picMkLst>
            <pc:docMk/>
            <pc:sldMk cId="2948836339" sldId="873"/>
            <ac:picMk id="2" creationId="{0B342F1A-6E29-CD78-7CED-6E738C5EB44D}"/>
          </ac:picMkLst>
        </pc:picChg>
        <pc:picChg chg="add mod">
          <ac:chgData name="DEWE, HAYLEY L." userId="5cada80b-0f7b-49a5-96b2-656b100ca6c6" providerId="ADAL" clId="{632DF7FE-9916-4FAF-8457-3521400FFCEA}" dt="2025-11-19T11:24:32.484" v="84807" actId="1076"/>
          <ac:picMkLst>
            <pc:docMk/>
            <pc:sldMk cId="2948836339" sldId="873"/>
            <ac:picMk id="3" creationId="{2FEA4F68-312E-100F-A52E-82E61D623817}"/>
          </ac:picMkLst>
        </pc:picChg>
        <pc:picChg chg="add mod">
          <ac:chgData name="DEWE, HAYLEY L." userId="5cada80b-0f7b-49a5-96b2-656b100ca6c6" providerId="ADAL" clId="{632DF7FE-9916-4FAF-8457-3521400FFCEA}" dt="2025-11-19T11:24:34.410" v="84808" actId="1076"/>
          <ac:picMkLst>
            <pc:docMk/>
            <pc:sldMk cId="2948836339" sldId="873"/>
            <ac:picMk id="5" creationId="{C68B5F22-4285-E00C-F5E5-F6CB325455DC}"/>
          </ac:picMkLst>
        </pc:picChg>
        <pc:picChg chg="mod">
          <ac:chgData name="DEWE, HAYLEY L." userId="5cada80b-0f7b-49a5-96b2-656b100ca6c6" providerId="ADAL" clId="{632DF7FE-9916-4FAF-8457-3521400FFCEA}" dt="2025-11-19T11:24:27.796" v="84805" actId="1076"/>
          <ac:picMkLst>
            <pc:docMk/>
            <pc:sldMk cId="2948836339" sldId="873"/>
            <ac:picMk id="6" creationId="{B265C13D-A1F5-9061-3EAF-F79F153148B9}"/>
          </ac:picMkLst>
        </pc:picChg>
        <pc:picChg chg="add mod">
          <ac:chgData name="DEWE, HAYLEY L." userId="5cada80b-0f7b-49a5-96b2-656b100ca6c6" providerId="ADAL" clId="{632DF7FE-9916-4FAF-8457-3521400FFCEA}" dt="2025-11-19T11:24:39.463" v="84809" actId="1076"/>
          <ac:picMkLst>
            <pc:docMk/>
            <pc:sldMk cId="2948836339" sldId="873"/>
            <ac:picMk id="8" creationId="{76F331E3-CE14-B363-7CAC-AD3BE4ABAF0D}"/>
          </ac:picMkLst>
        </pc:picChg>
      </pc:sldChg>
      <pc:sldChg chg="addSp delSp modSp add mod delAnim modAnim modNotesTx">
        <pc:chgData name="DEWE, HAYLEY L." userId="5cada80b-0f7b-49a5-96b2-656b100ca6c6" providerId="ADAL" clId="{632DF7FE-9916-4FAF-8457-3521400FFCEA}" dt="2025-11-19T17:16:30.226" v="98711" actId="20577"/>
        <pc:sldMkLst>
          <pc:docMk/>
          <pc:sldMk cId="2335793884" sldId="874"/>
        </pc:sldMkLst>
        <pc:spChg chg="mod">
          <ac:chgData name="DEWE, HAYLEY L." userId="5cada80b-0f7b-49a5-96b2-656b100ca6c6" providerId="ADAL" clId="{632DF7FE-9916-4FAF-8457-3521400FFCEA}" dt="2025-11-19T11:40:56.930" v="87108" actId="1076"/>
          <ac:spMkLst>
            <pc:docMk/>
            <pc:sldMk cId="2335793884" sldId="874"/>
            <ac:spMk id="2" creationId="{247AB184-F1D6-4633-BBEB-F844B66EF924}"/>
          </ac:spMkLst>
        </pc:spChg>
        <pc:spChg chg="del">
          <ac:chgData name="DEWE, HAYLEY L." userId="5cada80b-0f7b-49a5-96b2-656b100ca6c6" providerId="ADAL" clId="{632DF7FE-9916-4FAF-8457-3521400FFCEA}" dt="2025-11-19T11:35:51.066" v="86350" actId="478"/>
          <ac:spMkLst>
            <pc:docMk/>
            <pc:sldMk cId="2335793884" sldId="874"/>
            <ac:spMk id="3" creationId="{F1815644-40F6-2BF3-B1C9-A473872CEA81}"/>
          </ac:spMkLst>
        </pc:spChg>
        <pc:spChg chg="del mod">
          <ac:chgData name="DEWE, HAYLEY L." userId="5cada80b-0f7b-49a5-96b2-656b100ca6c6" providerId="ADAL" clId="{632DF7FE-9916-4FAF-8457-3521400FFCEA}" dt="2025-11-19T11:40:08.207" v="87094" actId="478"/>
          <ac:spMkLst>
            <pc:docMk/>
            <pc:sldMk cId="2335793884" sldId="874"/>
            <ac:spMk id="5" creationId="{A80360D4-3028-151F-0BA1-70CBF584C17F}"/>
          </ac:spMkLst>
        </pc:spChg>
        <pc:spChg chg="add del mod">
          <ac:chgData name="DEWE, HAYLEY L." userId="5cada80b-0f7b-49a5-96b2-656b100ca6c6" providerId="ADAL" clId="{632DF7FE-9916-4FAF-8457-3521400FFCEA}" dt="2025-11-19T11:35:46.586" v="86347" actId="478"/>
          <ac:spMkLst>
            <pc:docMk/>
            <pc:sldMk cId="2335793884" sldId="874"/>
            <ac:spMk id="7" creationId="{071DC40D-E31B-B618-0087-E5F6CE506123}"/>
          </ac:spMkLst>
        </pc:spChg>
        <pc:spChg chg="del mod">
          <ac:chgData name="DEWE, HAYLEY L." userId="5cada80b-0f7b-49a5-96b2-656b100ca6c6" providerId="ADAL" clId="{632DF7FE-9916-4FAF-8457-3521400FFCEA}" dt="2025-11-19T11:35:45.453" v="86346" actId="478"/>
          <ac:spMkLst>
            <pc:docMk/>
            <pc:sldMk cId="2335793884" sldId="874"/>
            <ac:spMk id="9" creationId="{5007AB4D-C511-9C2D-AD0E-623623D93DEF}"/>
          </ac:spMkLst>
        </pc:spChg>
        <pc:spChg chg="add mod">
          <ac:chgData name="DEWE, HAYLEY L." userId="5cada80b-0f7b-49a5-96b2-656b100ca6c6" providerId="ADAL" clId="{632DF7FE-9916-4FAF-8457-3521400FFCEA}" dt="2025-11-19T11:40:33.801" v="87098" actId="20577"/>
          <ac:spMkLst>
            <pc:docMk/>
            <pc:sldMk cId="2335793884" sldId="874"/>
            <ac:spMk id="10" creationId="{D5AFACDA-2731-428C-1F8E-EF199D02E34E}"/>
          </ac:spMkLst>
        </pc:spChg>
        <pc:spChg chg="add mod">
          <ac:chgData name="DEWE, HAYLEY L." userId="5cada80b-0f7b-49a5-96b2-656b100ca6c6" providerId="ADAL" clId="{632DF7FE-9916-4FAF-8457-3521400FFCEA}" dt="2025-11-19T15:50:38.619" v="96785" actId="20577"/>
          <ac:spMkLst>
            <pc:docMk/>
            <pc:sldMk cId="2335793884" sldId="874"/>
            <ac:spMk id="12" creationId="{20C265F9-25E4-2AAF-5B5B-744DE17E1F92}"/>
          </ac:spMkLst>
        </pc:spChg>
        <pc:spChg chg="add mod">
          <ac:chgData name="DEWE, HAYLEY L." userId="5cada80b-0f7b-49a5-96b2-656b100ca6c6" providerId="ADAL" clId="{632DF7FE-9916-4FAF-8457-3521400FFCEA}" dt="2025-11-19T11:40:59.418" v="87109"/>
          <ac:spMkLst>
            <pc:docMk/>
            <pc:sldMk cId="2335793884" sldId="874"/>
            <ac:spMk id="13" creationId="{9C9C7BD1-48B8-8D1E-4DAD-11AF3C47A988}"/>
          </ac:spMkLst>
        </pc:spChg>
        <pc:spChg chg="add mod">
          <ac:chgData name="DEWE, HAYLEY L." userId="5cada80b-0f7b-49a5-96b2-656b100ca6c6" providerId="ADAL" clId="{632DF7FE-9916-4FAF-8457-3521400FFCEA}" dt="2025-11-19T11:40:59.418" v="87109"/>
          <ac:spMkLst>
            <pc:docMk/>
            <pc:sldMk cId="2335793884" sldId="874"/>
            <ac:spMk id="14" creationId="{7D60E938-76DD-1675-DAAA-9A5C00541333}"/>
          </ac:spMkLst>
        </pc:spChg>
        <pc:spChg chg="add mod">
          <ac:chgData name="DEWE, HAYLEY L." userId="5cada80b-0f7b-49a5-96b2-656b100ca6c6" providerId="ADAL" clId="{632DF7FE-9916-4FAF-8457-3521400FFCEA}" dt="2025-11-19T11:42:03.707" v="87125" actId="20577"/>
          <ac:spMkLst>
            <pc:docMk/>
            <pc:sldMk cId="2335793884" sldId="874"/>
            <ac:spMk id="15" creationId="{81F12828-0B5F-8B8E-458E-ACAFF40D4126}"/>
          </ac:spMkLst>
        </pc:spChg>
        <pc:spChg chg="add mod">
          <ac:chgData name="DEWE, HAYLEY L." userId="5cada80b-0f7b-49a5-96b2-656b100ca6c6" providerId="ADAL" clId="{632DF7FE-9916-4FAF-8457-3521400FFCEA}" dt="2025-11-19T15:50:45.988" v="96786" actId="21"/>
          <ac:spMkLst>
            <pc:docMk/>
            <pc:sldMk cId="2335793884" sldId="874"/>
            <ac:spMk id="16" creationId="{4599D73F-F9FA-7EBD-46AA-EF7D57A5BFD9}"/>
          </ac:spMkLst>
        </pc:spChg>
        <pc:picChg chg="del mod modCrop">
          <ac:chgData name="DEWE, HAYLEY L." userId="5cada80b-0f7b-49a5-96b2-656b100ca6c6" providerId="ADAL" clId="{632DF7FE-9916-4FAF-8457-3521400FFCEA}" dt="2025-11-19T11:43:53.976" v="87355" actId="478"/>
          <ac:picMkLst>
            <pc:docMk/>
            <pc:sldMk cId="2335793884" sldId="874"/>
            <ac:picMk id="4" creationId="{DD844D68-C5FA-59B0-171F-BDF311A89632}"/>
          </ac:picMkLst>
        </pc:picChg>
        <pc:picChg chg="add mod">
          <ac:chgData name="DEWE, HAYLEY L." userId="5cada80b-0f7b-49a5-96b2-656b100ca6c6" providerId="ADAL" clId="{632DF7FE-9916-4FAF-8457-3521400FFCEA}" dt="2025-11-19T11:40:56.287" v="87107" actId="1076"/>
          <ac:picMkLst>
            <pc:docMk/>
            <pc:sldMk cId="2335793884" sldId="874"/>
            <ac:picMk id="8" creationId="{49D2A4FB-F763-A0BE-3341-AD6D598A0E10}"/>
          </ac:picMkLst>
        </pc:picChg>
        <pc:picChg chg="add mod modCrop">
          <ac:chgData name="DEWE, HAYLEY L." userId="5cada80b-0f7b-49a5-96b2-656b100ca6c6" providerId="ADAL" clId="{632DF7FE-9916-4FAF-8457-3521400FFCEA}" dt="2025-11-19T11:44:31.908" v="87367" actId="1076"/>
          <ac:picMkLst>
            <pc:docMk/>
            <pc:sldMk cId="2335793884" sldId="874"/>
            <ac:picMk id="17" creationId="{B8E4E000-0F77-F135-A546-648F157C92E3}"/>
          </ac:picMkLst>
        </pc:picChg>
      </pc:sldChg>
      <pc:sldChg chg="add del">
        <pc:chgData name="DEWE, HAYLEY L." userId="5cada80b-0f7b-49a5-96b2-656b100ca6c6" providerId="ADAL" clId="{632DF7FE-9916-4FAF-8457-3521400FFCEA}" dt="2025-11-19T11:30:21.234" v="85462" actId="47"/>
        <pc:sldMkLst>
          <pc:docMk/>
          <pc:sldMk cId="2604387212" sldId="874"/>
        </pc:sldMkLst>
      </pc:sldChg>
      <pc:sldChg chg="addSp delSp modSp add mod delAnim modAnim">
        <pc:chgData name="DEWE, HAYLEY L." userId="5cada80b-0f7b-49a5-96b2-656b100ca6c6" providerId="ADAL" clId="{632DF7FE-9916-4FAF-8457-3521400FFCEA}" dt="2025-11-19T15:50:05.421" v="96752"/>
        <pc:sldMkLst>
          <pc:docMk/>
          <pc:sldMk cId="3755666625" sldId="875"/>
        </pc:sldMkLst>
        <pc:spChg chg="mod">
          <ac:chgData name="DEWE, HAYLEY L." userId="5cada80b-0f7b-49a5-96b2-656b100ca6c6" providerId="ADAL" clId="{632DF7FE-9916-4FAF-8457-3521400FFCEA}" dt="2025-11-19T11:53:48.096" v="88295" actId="20577"/>
          <ac:spMkLst>
            <pc:docMk/>
            <pc:sldMk cId="3755666625" sldId="875"/>
            <ac:spMk id="10" creationId="{BE0328E3-FA93-7E1E-3B8D-C4852613720F}"/>
          </ac:spMkLst>
        </pc:spChg>
        <pc:spChg chg="mod">
          <ac:chgData name="DEWE, HAYLEY L." userId="5cada80b-0f7b-49a5-96b2-656b100ca6c6" providerId="ADAL" clId="{632DF7FE-9916-4FAF-8457-3521400FFCEA}" dt="2025-11-19T11:57:22.646" v="88654" actId="14100"/>
          <ac:spMkLst>
            <pc:docMk/>
            <pc:sldMk cId="3755666625" sldId="875"/>
            <ac:spMk id="12" creationId="{C64F5CF1-B778-0102-F8D0-088EC80A3D48}"/>
          </ac:spMkLst>
        </pc:spChg>
        <pc:spChg chg="del">
          <ac:chgData name="DEWE, HAYLEY L." userId="5cada80b-0f7b-49a5-96b2-656b100ca6c6" providerId="ADAL" clId="{632DF7FE-9916-4FAF-8457-3521400FFCEA}" dt="2025-11-19T11:50:23.581" v="87675" actId="478"/>
          <ac:spMkLst>
            <pc:docMk/>
            <pc:sldMk cId="3755666625" sldId="875"/>
            <ac:spMk id="15" creationId="{CF626C3E-37D2-1D4E-02DB-3E7C9D936E5B}"/>
          </ac:spMkLst>
        </pc:spChg>
        <pc:spChg chg="del">
          <ac:chgData name="DEWE, HAYLEY L." userId="5cada80b-0f7b-49a5-96b2-656b100ca6c6" providerId="ADAL" clId="{632DF7FE-9916-4FAF-8457-3521400FFCEA}" dt="2025-11-19T11:50:25.748" v="87676" actId="478"/>
          <ac:spMkLst>
            <pc:docMk/>
            <pc:sldMk cId="3755666625" sldId="875"/>
            <ac:spMk id="16" creationId="{935034BB-390C-DEBD-1D8E-7FA7EF61F692}"/>
          </ac:spMkLst>
        </pc:spChg>
        <pc:picChg chg="add mod modCrop">
          <ac:chgData name="DEWE, HAYLEY L." userId="5cada80b-0f7b-49a5-96b2-656b100ca6c6" providerId="ADAL" clId="{632DF7FE-9916-4FAF-8457-3521400FFCEA}" dt="2025-11-19T11:56:35.529" v="88526" actId="1076"/>
          <ac:picMkLst>
            <pc:docMk/>
            <pc:sldMk cId="3755666625" sldId="875"/>
            <ac:picMk id="3" creationId="{C90CFFFE-FCA7-FEBD-93E6-155428F38525}"/>
          </ac:picMkLst>
        </pc:picChg>
        <pc:picChg chg="del">
          <ac:chgData name="DEWE, HAYLEY L." userId="5cada80b-0f7b-49a5-96b2-656b100ca6c6" providerId="ADAL" clId="{632DF7FE-9916-4FAF-8457-3521400FFCEA}" dt="2025-11-19T11:56:32.253" v="88524" actId="478"/>
          <ac:picMkLst>
            <pc:docMk/>
            <pc:sldMk cId="3755666625" sldId="875"/>
            <ac:picMk id="8" creationId="{E7086D05-A8FA-0690-F1D3-4364344FDFC3}"/>
          </ac:picMkLst>
        </pc:picChg>
        <pc:picChg chg="del">
          <ac:chgData name="DEWE, HAYLEY L." userId="5cada80b-0f7b-49a5-96b2-656b100ca6c6" providerId="ADAL" clId="{632DF7FE-9916-4FAF-8457-3521400FFCEA}" dt="2025-11-19T11:55:36.426" v="88513" actId="478"/>
          <ac:picMkLst>
            <pc:docMk/>
            <pc:sldMk cId="3755666625" sldId="875"/>
            <ac:picMk id="17" creationId="{B5CD1872-C996-EFB1-6861-AAB73AA2A2F8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5-11-19T17:06:19.061" v="98193" actId="478"/>
        <pc:sldMkLst>
          <pc:docMk/>
          <pc:sldMk cId="3910580463" sldId="876"/>
        </pc:sldMkLst>
        <pc:spChg chg="add del mod">
          <ac:chgData name="DEWE, HAYLEY L." userId="5cada80b-0f7b-49a5-96b2-656b100ca6c6" providerId="ADAL" clId="{632DF7FE-9916-4FAF-8457-3521400FFCEA}" dt="2025-11-19T15:52:09.661" v="96895" actId="21"/>
          <ac:spMkLst>
            <pc:docMk/>
            <pc:sldMk cId="3910580463" sldId="876"/>
            <ac:spMk id="2" creationId="{56CB3CA8-5F17-C320-6507-C6A52E7CA09C}"/>
          </ac:spMkLst>
        </pc:spChg>
        <pc:spChg chg="add del mod">
          <ac:chgData name="DEWE, HAYLEY L." userId="5cada80b-0f7b-49a5-96b2-656b100ca6c6" providerId="ADAL" clId="{632DF7FE-9916-4FAF-8457-3521400FFCEA}" dt="2025-11-19T15:52:22.951" v="96898" actId="478"/>
          <ac:spMkLst>
            <pc:docMk/>
            <pc:sldMk cId="3910580463" sldId="876"/>
            <ac:spMk id="3" creationId="{56CB3CA8-5F17-C320-6507-C6A52E7CA09C}"/>
          </ac:spMkLst>
        </pc:spChg>
        <pc:spChg chg="mod">
          <ac:chgData name="DEWE, HAYLEY L." userId="5cada80b-0f7b-49a5-96b2-656b100ca6c6" providerId="ADAL" clId="{632DF7FE-9916-4FAF-8457-3521400FFCEA}" dt="2025-11-19T15:19:37.636" v="95819" actId="255"/>
          <ac:spMkLst>
            <pc:docMk/>
            <pc:sldMk cId="3910580463" sldId="876"/>
            <ac:spMk id="4" creationId="{719922D1-B2C4-0EE4-4D95-43A233303FE8}"/>
          </ac:spMkLst>
        </pc:spChg>
        <pc:spChg chg="add del mod">
          <ac:chgData name="DEWE, HAYLEY L." userId="5cada80b-0f7b-49a5-96b2-656b100ca6c6" providerId="ADAL" clId="{632DF7FE-9916-4FAF-8457-3521400FFCEA}" dt="2025-11-19T17:06:19.061" v="98193" actId="478"/>
          <ac:spMkLst>
            <pc:docMk/>
            <pc:sldMk cId="3910580463" sldId="876"/>
            <ac:spMk id="6" creationId="{0BB614BD-B207-97A4-BCDE-F83FE403CBA6}"/>
          </ac:spMkLst>
        </pc:spChg>
        <pc:spChg chg="mod">
          <ac:chgData name="DEWE, HAYLEY L." userId="5cada80b-0f7b-49a5-96b2-656b100ca6c6" providerId="ADAL" clId="{632DF7FE-9916-4FAF-8457-3521400FFCEA}" dt="2025-11-19T13:39:46.909" v="92178" actId="1076"/>
          <ac:spMkLst>
            <pc:docMk/>
            <pc:sldMk cId="3910580463" sldId="876"/>
            <ac:spMk id="9" creationId="{E5B29E0B-4139-3A95-B850-AA7EFA3C11FE}"/>
          </ac:spMkLst>
        </pc:spChg>
      </pc:sldChg>
      <pc:sldChg chg="addSp delSp modSp add mod modAnim modNotesTx">
        <pc:chgData name="DEWE, HAYLEY L." userId="5cada80b-0f7b-49a5-96b2-656b100ca6c6" providerId="ADAL" clId="{632DF7FE-9916-4FAF-8457-3521400FFCEA}" dt="2025-11-19T16:41:17.855" v="97928" actId="20577"/>
        <pc:sldMkLst>
          <pc:docMk/>
          <pc:sldMk cId="243747264" sldId="877"/>
        </pc:sldMkLst>
        <pc:spChg chg="mod">
          <ac:chgData name="DEWE, HAYLEY L." userId="5cada80b-0f7b-49a5-96b2-656b100ca6c6" providerId="ADAL" clId="{632DF7FE-9916-4FAF-8457-3521400FFCEA}" dt="2025-11-19T16:41:10.196" v="97927" actId="6549"/>
          <ac:spMkLst>
            <pc:docMk/>
            <pc:sldMk cId="243747264" sldId="877"/>
            <ac:spMk id="2" creationId="{C38D1CEA-B01D-436D-BCC3-4C508E46E1A0}"/>
          </ac:spMkLst>
        </pc:spChg>
        <pc:spChg chg="add del mod">
          <ac:chgData name="DEWE, HAYLEY L." userId="5cada80b-0f7b-49a5-96b2-656b100ca6c6" providerId="ADAL" clId="{632DF7FE-9916-4FAF-8457-3521400FFCEA}" dt="2025-11-19T13:12:28.036" v="89027" actId="478"/>
          <ac:spMkLst>
            <pc:docMk/>
            <pc:sldMk cId="243747264" sldId="877"/>
            <ac:spMk id="4" creationId="{CAB627F4-B6C3-9037-5B5F-759E7845606D}"/>
          </ac:spMkLst>
        </pc:spChg>
        <pc:spChg chg="add mod">
          <ac:chgData name="DEWE, HAYLEY L." userId="5cada80b-0f7b-49a5-96b2-656b100ca6c6" providerId="ADAL" clId="{632DF7FE-9916-4FAF-8457-3521400FFCEA}" dt="2025-11-19T13:39:43.262" v="92177" actId="1076"/>
          <ac:spMkLst>
            <pc:docMk/>
            <pc:sldMk cId="243747264" sldId="877"/>
            <ac:spMk id="5" creationId="{17265E6A-EF18-B194-9AB2-E97B9003E00B}"/>
          </ac:spMkLst>
        </pc:spChg>
        <pc:spChg chg="del">
          <ac:chgData name="DEWE, HAYLEY L." userId="5cada80b-0f7b-49a5-96b2-656b100ca6c6" providerId="ADAL" clId="{632DF7FE-9916-4FAF-8457-3521400FFCEA}" dt="2025-11-19T13:12:24.857" v="89026" actId="478"/>
          <ac:spMkLst>
            <pc:docMk/>
            <pc:sldMk cId="243747264" sldId="877"/>
            <ac:spMk id="6" creationId="{12E1FFE6-9E24-5ADD-D084-29CE311FFE49}"/>
          </ac:spMkLst>
        </pc:spChg>
      </pc:sldChg>
      <pc:sldChg chg="modSp add mod modAnim modNotesTx">
        <pc:chgData name="DEWE, HAYLEY L." userId="5cada80b-0f7b-49a5-96b2-656b100ca6c6" providerId="ADAL" clId="{632DF7FE-9916-4FAF-8457-3521400FFCEA}" dt="2025-11-19T15:53:46.802" v="96916"/>
        <pc:sldMkLst>
          <pc:docMk/>
          <pc:sldMk cId="3829273836" sldId="878"/>
        </pc:sldMkLst>
        <pc:spChg chg="mod">
          <ac:chgData name="DEWE, HAYLEY L." userId="5cada80b-0f7b-49a5-96b2-656b100ca6c6" providerId="ADAL" clId="{632DF7FE-9916-4FAF-8457-3521400FFCEA}" dt="2025-11-19T15:53:26.934" v="96909" actId="113"/>
          <ac:spMkLst>
            <pc:docMk/>
            <pc:sldMk cId="3829273836" sldId="878"/>
            <ac:spMk id="2" creationId="{8B267AE0-320C-5A27-5F38-4E153B5A3B7C}"/>
          </ac:spMkLst>
        </pc:spChg>
        <pc:spChg chg="mod">
          <ac:chgData name="DEWE, HAYLEY L." userId="5cada80b-0f7b-49a5-96b2-656b100ca6c6" providerId="ADAL" clId="{632DF7FE-9916-4FAF-8457-3521400FFCEA}" dt="2025-11-19T13:39:32.078" v="92174" actId="1076"/>
          <ac:spMkLst>
            <pc:docMk/>
            <pc:sldMk cId="3829273836" sldId="878"/>
            <ac:spMk id="5" creationId="{190AF3CB-9320-02F6-4E9F-135BA9F1368D}"/>
          </ac:spMkLst>
        </pc:spChg>
      </pc:sldChg>
      <pc:sldChg chg="modSp add modAnim modNotesTx">
        <pc:chgData name="DEWE, HAYLEY L." userId="5cada80b-0f7b-49a5-96b2-656b100ca6c6" providerId="ADAL" clId="{632DF7FE-9916-4FAF-8457-3521400FFCEA}" dt="2025-11-19T15:54:07.358" v="96921"/>
        <pc:sldMkLst>
          <pc:docMk/>
          <pc:sldMk cId="620974396" sldId="879"/>
        </pc:sldMkLst>
        <pc:spChg chg="mod">
          <ac:chgData name="DEWE, HAYLEY L." userId="5cada80b-0f7b-49a5-96b2-656b100ca6c6" providerId="ADAL" clId="{632DF7FE-9916-4FAF-8457-3521400FFCEA}" dt="2025-11-19T15:54:02.655" v="96917" actId="113"/>
          <ac:spMkLst>
            <pc:docMk/>
            <pc:sldMk cId="620974396" sldId="879"/>
            <ac:spMk id="2" creationId="{4A4505FD-FD50-5000-FB67-5BA2BD9103BD}"/>
          </ac:spMkLst>
        </pc:spChg>
      </pc:sldChg>
      <pc:sldChg chg="modSp add modAnim modNotesTx">
        <pc:chgData name="DEWE, HAYLEY L." userId="5cada80b-0f7b-49a5-96b2-656b100ca6c6" providerId="ADAL" clId="{632DF7FE-9916-4FAF-8457-3521400FFCEA}" dt="2025-11-19T15:54:45.797" v="96932" actId="20577"/>
        <pc:sldMkLst>
          <pc:docMk/>
          <pc:sldMk cId="1043767238" sldId="880"/>
        </pc:sldMkLst>
        <pc:spChg chg="mod">
          <ac:chgData name="DEWE, HAYLEY L." userId="5cada80b-0f7b-49a5-96b2-656b100ca6c6" providerId="ADAL" clId="{632DF7FE-9916-4FAF-8457-3521400FFCEA}" dt="2025-11-19T15:54:45.797" v="96932" actId="20577"/>
          <ac:spMkLst>
            <pc:docMk/>
            <pc:sldMk cId="1043767238" sldId="880"/>
            <ac:spMk id="2" creationId="{A3505DDF-AFF6-5D0D-DC9A-D8BCFECF9CEA}"/>
          </ac:spMkLst>
        </pc:spChg>
      </pc:sldChg>
      <pc:sldChg chg="modSp add mod">
        <pc:chgData name="DEWE, HAYLEY L." userId="5cada80b-0f7b-49a5-96b2-656b100ca6c6" providerId="ADAL" clId="{632DF7FE-9916-4FAF-8457-3521400FFCEA}" dt="2025-11-19T18:32:47.810" v="101864" actId="20577"/>
        <pc:sldMkLst>
          <pc:docMk/>
          <pc:sldMk cId="96028403" sldId="881"/>
        </pc:sldMkLst>
        <pc:spChg chg="mod">
          <ac:chgData name="DEWE, HAYLEY L." userId="5cada80b-0f7b-49a5-96b2-656b100ca6c6" providerId="ADAL" clId="{632DF7FE-9916-4FAF-8457-3521400FFCEA}" dt="2025-11-19T18:32:47.810" v="101864" actId="20577"/>
          <ac:spMkLst>
            <pc:docMk/>
            <pc:sldMk cId="96028403" sldId="881"/>
            <ac:spMk id="4" creationId="{1E01E6D0-38C9-AAEA-991A-F49AD5E97F50}"/>
          </ac:spMkLst>
        </pc:spChg>
      </pc:sldChg>
      <pc:sldChg chg="addSp delSp modSp add mod ord addAnim delAnim modAnim">
        <pc:chgData name="DEWE, HAYLEY L." userId="5cada80b-0f7b-49a5-96b2-656b100ca6c6" providerId="ADAL" clId="{632DF7FE-9916-4FAF-8457-3521400FFCEA}" dt="2025-11-19T17:06:35.055" v="98196" actId="1076"/>
        <pc:sldMkLst>
          <pc:docMk/>
          <pc:sldMk cId="2270122590" sldId="882"/>
        </pc:sldMkLst>
        <pc:spChg chg="mod">
          <ac:chgData name="DEWE, HAYLEY L." userId="5cada80b-0f7b-49a5-96b2-656b100ca6c6" providerId="ADAL" clId="{632DF7FE-9916-4FAF-8457-3521400FFCEA}" dt="2025-11-19T14:57:38.911" v="94887" actId="20577"/>
          <ac:spMkLst>
            <pc:docMk/>
            <pc:sldMk cId="2270122590" sldId="882"/>
            <ac:spMk id="2" creationId="{EA3D4BF7-241F-B244-B230-CB6E3E2B59C2}"/>
          </ac:spMkLst>
        </pc:spChg>
        <pc:spChg chg="add del mod">
          <ac:chgData name="DEWE, HAYLEY L." userId="5cada80b-0f7b-49a5-96b2-656b100ca6c6" providerId="ADAL" clId="{632DF7FE-9916-4FAF-8457-3521400FFCEA}" dt="2025-11-19T17:06:35.055" v="98196" actId="1076"/>
          <ac:spMkLst>
            <pc:docMk/>
            <pc:sldMk cId="2270122590" sldId="882"/>
            <ac:spMk id="4" creationId="{EF75E374-C8D4-DE45-6A3D-81357C099494}"/>
          </ac:spMkLst>
        </pc:spChg>
        <pc:spChg chg="mod">
          <ac:chgData name="DEWE, HAYLEY L." userId="5cada80b-0f7b-49a5-96b2-656b100ca6c6" providerId="ADAL" clId="{632DF7FE-9916-4FAF-8457-3521400FFCEA}" dt="2025-11-19T14:28:39.088" v="93666" actId="20577"/>
          <ac:spMkLst>
            <pc:docMk/>
            <pc:sldMk cId="2270122590" sldId="882"/>
            <ac:spMk id="7" creationId="{714242F1-42DB-4560-770B-4B2E0C94F060}"/>
          </ac:spMkLst>
        </pc:spChg>
      </pc:sldChg>
      <pc:sldChg chg="modSp add mod modAnim modNotesTx">
        <pc:chgData name="DEWE, HAYLEY L." userId="5cada80b-0f7b-49a5-96b2-656b100ca6c6" providerId="ADAL" clId="{632DF7FE-9916-4FAF-8457-3521400FFCEA}" dt="2025-11-19T15:56:44.469" v="96945"/>
        <pc:sldMkLst>
          <pc:docMk/>
          <pc:sldMk cId="3277532848" sldId="883"/>
        </pc:sldMkLst>
        <pc:spChg chg="mod">
          <ac:chgData name="DEWE, HAYLEY L." userId="5cada80b-0f7b-49a5-96b2-656b100ca6c6" providerId="ADAL" clId="{632DF7FE-9916-4FAF-8457-3521400FFCEA}" dt="2025-11-19T15:12:42.048" v="95416" actId="207"/>
          <ac:spMkLst>
            <pc:docMk/>
            <pc:sldMk cId="3277532848" sldId="883"/>
            <ac:spMk id="9" creationId="{FC704F03-A2D5-5334-4F69-BDE30A7AB671}"/>
          </ac:spMkLst>
        </pc:spChg>
      </pc:sldChg>
      <pc:sldChg chg="delSp modSp add mod modAnim">
        <pc:chgData name="DEWE, HAYLEY L." userId="5cada80b-0f7b-49a5-96b2-656b100ca6c6" providerId="ADAL" clId="{632DF7FE-9916-4FAF-8457-3521400FFCEA}" dt="2025-11-19T17:07:04.524" v="98216" actId="6549"/>
        <pc:sldMkLst>
          <pc:docMk/>
          <pc:sldMk cId="802584171" sldId="884"/>
        </pc:sldMkLst>
        <pc:spChg chg="mod">
          <ac:chgData name="DEWE, HAYLEY L." userId="5cada80b-0f7b-49a5-96b2-656b100ca6c6" providerId="ADAL" clId="{632DF7FE-9916-4FAF-8457-3521400FFCEA}" dt="2025-11-19T17:07:04.524" v="98216" actId="6549"/>
          <ac:spMkLst>
            <pc:docMk/>
            <pc:sldMk cId="802584171" sldId="884"/>
            <ac:spMk id="2" creationId="{61FF31D4-0EE3-F742-5DED-01AFC954A9B8}"/>
          </ac:spMkLst>
        </pc:spChg>
        <pc:spChg chg="del">
          <ac:chgData name="DEWE, HAYLEY L." userId="5cada80b-0f7b-49a5-96b2-656b100ca6c6" providerId="ADAL" clId="{632DF7FE-9916-4FAF-8457-3521400FFCEA}" dt="2025-11-19T15:14:05.701" v="95442" actId="478"/>
          <ac:spMkLst>
            <pc:docMk/>
            <pc:sldMk cId="802584171" sldId="884"/>
            <ac:spMk id="4" creationId="{5F2946D4-585F-8F27-D3D8-1CF5951A2859}"/>
          </ac:spMkLst>
        </pc:spChg>
        <pc:spChg chg="mod">
          <ac:chgData name="DEWE, HAYLEY L." userId="5cada80b-0f7b-49a5-96b2-656b100ca6c6" providerId="ADAL" clId="{632DF7FE-9916-4FAF-8457-3521400FFCEA}" dt="2025-11-19T15:14:08.255" v="95447" actId="20577"/>
          <ac:spMkLst>
            <pc:docMk/>
            <pc:sldMk cId="802584171" sldId="884"/>
            <ac:spMk id="7" creationId="{D2AA1B17-213F-4019-102F-E0726F4C069C}"/>
          </ac:spMkLst>
        </pc:spChg>
      </pc:sldChg>
      <pc:sldChg chg="modSp add mod">
        <pc:chgData name="DEWE, HAYLEY L." userId="5cada80b-0f7b-49a5-96b2-656b100ca6c6" providerId="ADAL" clId="{632DF7FE-9916-4FAF-8457-3521400FFCEA}" dt="2025-11-19T18:15:33.865" v="98785" actId="20577"/>
        <pc:sldMkLst>
          <pc:docMk/>
          <pc:sldMk cId="3753917589" sldId="885"/>
        </pc:sldMkLst>
        <pc:spChg chg="mod">
          <ac:chgData name="DEWE, HAYLEY L." userId="5cada80b-0f7b-49a5-96b2-656b100ca6c6" providerId="ADAL" clId="{632DF7FE-9916-4FAF-8457-3521400FFCEA}" dt="2025-11-19T18:15:33.865" v="98785" actId="20577"/>
          <ac:spMkLst>
            <pc:docMk/>
            <pc:sldMk cId="3753917589" sldId="885"/>
            <ac:spMk id="4" creationId="{8373D87A-48C4-5672-B9BC-5C0305B3399F}"/>
          </ac:spMkLst>
        </pc:spChg>
      </pc:sldChg>
      <pc:sldChg chg="modSp add mod modAnim">
        <pc:chgData name="DEWE, HAYLEY L." userId="5cada80b-0f7b-49a5-96b2-656b100ca6c6" providerId="ADAL" clId="{632DF7FE-9916-4FAF-8457-3521400FFCEA}" dt="2025-11-19T18:38:51.047" v="102136" actId="20577"/>
        <pc:sldMkLst>
          <pc:docMk/>
          <pc:sldMk cId="776418470" sldId="886"/>
        </pc:sldMkLst>
        <pc:spChg chg="mod">
          <ac:chgData name="DEWE, HAYLEY L." userId="5cada80b-0f7b-49a5-96b2-656b100ca6c6" providerId="ADAL" clId="{632DF7FE-9916-4FAF-8457-3521400FFCEA}" dt="2025-11-19T18:38:51.047" v="102136" actId="20577"/>
          <ac:spMkLst>
            <pc:docMk/>
            <pc:sldMk cId="776418470" sldId="886"/>
            <ac:spMk id="4" creationId="{C618FFA7-2DB4-8ED8-045C-96074F32C1BC}"/>
          </ac:spMkLst>
        </pc:spChg>
        <pc:spChg chg="mod">
          <ac:chgData name="DEWE, HAYLEY L." userId="5cada80b-0f7b-49a5-96b2-656b100ca6c6" providerId="ADAL" clId="{632DF7FE-9916-4FAF-8457-3521400FFCEA}" dt="2025-11-19T18:16:11.618" v="98797" actId="20577"/>
          <ac:spMkLst>
            <pc:docMk/>
            <pc:sldMk cId="776418470" sldId="886"/>
            <ac:spMk id="9" creationId="{DE7795F8-ED0A-4B98-82F9-72AD88782217}"/>
          </ac:spMkLst>
        </pc:spChg>
      </pc:sldChg>
      <pc:sldChg chg="addSp modSp add mod ord modAnim">
        <pc:chgData name="DEWE, HAYLEY L." userId="5cada80b-0f7b-49a5-96b2-656b100ca6c6" providerId="ADAL" clId="{632DF7FE-9916-4FAF-8457-3521400FFCEA}" dt="2025-11-19T18:32:06.096" v="101856" actId="1076"/>
        <pc:sldMkLst>
          <pc:docMk/>
          <pc:sldMk cId="449456916" sldId="887"/>
        </pc:sldMkLst>
        <pc:spChg chg="add mod">
          <ac:chgData name="DEWE, HAYLEY L." userId="5cada80b-0f7b-49a5-96b2-656b100ca6c6" providerId="ADAL" clId="{632DF7FE-9916-4FAF-8457-3521400FFCEA}" dt="2025-11-19T18:32:06.096" v="101856" actId="1076"/>
          <ac:spMkLst>
            <pc:docMk/>
            <pc:sldMk cId="449456916" sldId="887"/>
            <ac:spMk id="2" creationId="{A0108798-8E5E-71E4-8F69-C0ED7333D07B}"/>
          </ac:spMkLst>
        </pc:spChg>
        <pc:spChg chg="mod">
          <ac:chgData name="DEWE, HAYLEY L." userId="5cada80b-0f7b-49a5-96b2-656b100ca6c6" providerId="ADAL" clId="{632DF7FE-9916-4FAF-8457-3521400FFCEA}" dt="2025-11-19T18:31:09.541" v="101708" actId="313"/>
          <ac:spMkLst>
            <pc:docMk/>
            <pc:sldMk cId="449456916" sldId="887"/>
            <ac:spMk id="4" creationId="{B35B9D3F-135D-DE3A-F871-1B4A27A9C350}"/>
          </ac:spMkLst>
        </pc:spChg>
      </pc:sldChg>
      <pc:sldChg chg="add del">
        <pc:chgData name="DEWE, HAYLEY L." userId="5cada80b-0f7b-49a5-96b2-656b100ca6c6" providerId="ADAL" clId="{632DF7FE-9916-4FAF-8457-3521400FFCEA}" dt="2025-11-19T18:16:19.420" v="98822" actId="47"/>
        <pc:sldMkLst>
          <pc:docMk/>
          <pc:sldMk cId="3361684659" sldId="887"/>
        </pc:sldMkLst>
      </pc:sldChg>
      <pc:sldMasterChg chg="delSldLayout">
        <pc:chgData name="DEWE, HAYLEY L." userId="5cada80b-0f7b-49a5-96b2-656b100ca6c6" providerId="ADAL" clId="{632DF7FE-9916-4FAF-8457-3521400FFCEA}" dt="2025-11-04T12:58:34.545" v="16549" actId="47"/>
        <pc:sldMasterMkLst>
          <pc:docMk/>
          <pc:sldMasterMk cId="2172761751" sldId="2147483786"/>
        </pc:sldMasterMkLst>
        <pc:sldLayoutChg chg="del">
          <pc:chgData name="DEWE, HAYLEY L." userId="5cada80b-0f7b-49a5-96b2-656b100ca6c6" providerId="ADAL" clId="{632DF7FE-9916-4FAF-8457-3521400FFCEA}" dt="2025-11-04T12:58:34.545" v="16549" actId="47"/>
          <pc:sldLayoutMkLst>
            <pc:docMk/>
            <pc:sldMasterMk cId="2172761751" sldId="2147483786"/>
            <pc:sldLayoutMk cId="1581712644" sldId="21474837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1A1-9ECD-4E0D-C60B-6F4E2E6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C435-ABC6-6133-C325-CE254FDE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0D2B-C7DA-55F4-8F34-62A9A48F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C2B-5EA1-2F0F-70DE-492CA2C7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2B80-937E-F278-9BC4-FC19C0F9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675C-F415-1FB0-03A4-734EAF67B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2082B-3AAA-8CC4-0A4F-5ECD1327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1570-5B3C-5A34-A7C2-DBA827228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52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3735-D17F-F1A5-54E0-F490AC31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2A1BD-0DA3-FCBB-9FBF-A08780C92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A2E5B-7604-8AA3-63F8-9CB321AE1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02867-5A48-C389-715F-27217C00F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10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78E2-D47C-F7E2-AD4E-50184666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C6157-90A1-EEC4-A73A-25174532C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73D48-5318-76AE-C850-D6532D7A9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132D1-6EBB-D3B3-10C1-E8BCC1E13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1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FFD1-9CA4-D832-94C4-BBEFC8C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BDFBD-8F34-657E-75C2-DF96160B4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4989D-4315-DF14-D40D-CCC559B4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4611-C609-A360-4F9C-9A90D7860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028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7F57-8676-93C1-7CF0-279FD264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10E2B-E762-5154-5A6D-6C8966E36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05948-6629-300B-03BC-829899394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F90E6-0BFC-1609-7B2E-86BE30B48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82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DAB0-C10C-872C-ADAE-537C47D9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83293-06A4-7DE9-6377-F4290534C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0D6F1-45A2-A258-6E6A-3ADFB0905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AFCC9-5FF9-9BB3-79DB-9857A8F14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401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7787-3E4B-2A63-95EC-E9C4431F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957F6-0A9D-6BDF-C5C4-AB064D653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0D04A-98F2-71F4-7EEB-6D5C07C04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7C2FE-60F8-8EF4-3BF7-118BFB045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211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E7E6E6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533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426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CD03-70F8-C211-C950-4E793FE4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3EF95-29A0-E212-D5E6-6CEE9FCAC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AB5B9-7A49-7737-D4DE-FE8F6B26C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9894A-9429-9CB8-5B3E-D1B8D8082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728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DB8A-F4B3-2147-3AF7-3481BCD8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D2551-6E64-F07D-6D13-C52976619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4C348-C18C-91E7-050C-A8EC345FF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5D19-D80A-CB28-D33D-2370DF003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141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bg2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9716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8D00-EF7D-9BC0-A26F-23383553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32E58-3951-18F3-51FE-F2C988522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278F7-6DF1-07A2-DBB3-EE68D42EB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EE3B1-BE4C-85B3-BC17-0005B0CF5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663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5745-1792-D3BE-898F-24FFB23D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AD213-4AD4-2EBA-D289-2A79B39C5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B4811-3AB9-7C37-48CE-01889BB52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156CD-5D24-6281-AB86-80FD5CE5C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24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81C8-DD05-7942-3409-067E2627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FC192-7BFD-71B5-CAFB-1FBF9BBF9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5AB66-F019-0D39-CF88-195F5DD06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4BA6F-4C9D-1801-0F42-F179D7553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644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2A3F-C61C-6F51-CB85-063C1226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50FDF-4802-B459-2864-900F70C06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F532C-CDC7-3EF3-5996-C500127E4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77CA9-ECD7-D0F5-70DF-2FB76FEB3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766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94E8-10C1-DFD1-4DE6-BA9A414F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A8D5B-F097-C26F-CDF3-BD7B445D6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E9AA1-592B-4521-CCB1-67BC0009D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3BD57-3ABF-7842-CF2E-42F9A3CC0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2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3F65-9A4D-D161-D3AF-21285338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3915E-0971-A92D-B95F-9B192D188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C90C-0683-5B74-563C-4EDFBC302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3C60B-3490-26C5-E29D-47CAE6351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073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E7E6E6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875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5F96-1640-45E7-B4B3-DECE38C1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BFB3E-6C08-685E-063A-D49A27FB9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972CE-4948-3743-7CA4-BC6BD252D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E7E6E6"/>
              </a:solidFill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D2605-717B-9AAD-66A7-078EF333D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6751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24DB-6F63-4C99-DBA8-D3742EBD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57DD8-A16D-73E5-ECAD-8CCF3E404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46F12-D024-40D2-F026-364616E27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E7E6E6"/>
              </a:solidFill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6A88B-878C-B465-A354-FF7EF0254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855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E7E6E6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41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1307-3A6E-B73B-7DC8-A4B5A0D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04D1C-AD08-CAEE-3B6E-9E4CE12EE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D03E9-7F7D-2DCE-6A23-DDFE16203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3F0FA-3A0A-C45B-7C6A-0074E09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642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9AA1-6062-1BFA-D4E8-2D1913DE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60F9E-C233-8205-FEFC-FDD8F1DE6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E2A4B-04F3-C35E-62AF-20F1BA0C2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CADB5-6D4A-3048-8965-B62827598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273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2BA2-5D59-4ED2-4BDF-FAA05086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9973A-0E1C-C5FC-081F-8494B38FB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32FEC-48C7-897D-E063-C54396F0A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E230-7D27-04A4-EE0C-430922758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4700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9B5A-9FB0-FF26-BEA9-9985A3BA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2E82F-3775-F5A6-57AD-A348C678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3A483-06B1-2D4D-5BE6-DAE826F77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F0EFF-206D-9C30-5524-4B92FBF34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487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10C9-CA1A-AC9E-CD6C-2C64C2DE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9CCE0-9A7A-966D-CE3E-38D248960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34442-BE43-F7C4-6AB9-2CC787261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78BD-D511-415E-6408-292ACA1FD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2405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D803-448F-9BE0-5047-2FF35D087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E0758-D717-F02A-1A4A-F0D730410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A2DD6-2A79-4FC2-9288-11A6E92BF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759E5-705D-60A3-3803-52FF6D152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0868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98CB-9482-55B8-8901-99F7AF60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95CB3-4F29-CF96-1363-3D6127878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9277B-2D91-C182-1808-82DBAFFE0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49550-0B85-3D9C-B799-E6D483FB8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4846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8179-81D5-2E1C-098A-6C294CF5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00B42-E557-023B-4979-1CC8B3F3A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B2A32-3ADC-D363-AAB0-4A1E33C7A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80492-0685-DC5B-FB4A-031067774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5142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B088-A1EE-55D3-2225-6595AEEF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57B19-CC65-D374-9D9B-E5C0A605D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96A9D-36BA-8E34-E7FA-B053D9A1A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9423E-C578-E36E-2B40-C0B1789C2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9773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390E-3467-7D98-270D-620566D1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453DB-ED23-C447-12BA-15FAF7E77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F6B27-EEBF-7D7D-273F-F1603386E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7DB9-666A-501A-E70A-062B3F6C9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907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E917-CC2F-BE6D-9B95-04CA53C8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DE7EB-0B8C-DF09-78BF-7E63D5C80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E176B-D573-2F3C-5EB5-8F7B2A04C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4BD43-64AB-3F16-6124-D36D5E9A5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9262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F90D-890C-2667-093E-120F0389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668C9-B423-0AAE-A713-13A2ED344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B2FEC-4BED-A474-FFB6-693F9B342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A6D8A-D2BE-5F5B-397E-492B704EF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1719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1919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5214-9D02-2DAE-1C22-21ADAFCA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8BECF-4408-2D5F-66B9-4E84D9222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410C2-1DC7-8889-5EB5-0E82F8AAB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E5629-D324-47EA-7824-31457FFC7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21B416-F7FB-4E18-878D-8E41009988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3704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B9B4-6ED9-335B-0DB9-44F2BA50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5FD5B-0139-62D3-B716-FAC7581FE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A87A0-931E-F862-236F-9E0F29F4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E84AD-F4FE-691B-C498-DDB1E7BD5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9164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01593-F289-5693-F400-6879D772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A8E31-5E48-2E9B-B2F4-686859149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AE329-4FD0-0BBD-7B24-F86FA91FE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671FA-AF77-B08C-660B-02B78EEC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0874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765-30CE-B9C5-D040-F1F3DCD8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383E2-955A-AD4B-97B3-4CFE00218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8727D-A3EA-CAA3-9766-35472A518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68DB1-DCDE-5D3A-8BB8-571200D6E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714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9CF4-A6E4-B819-958B-3BCD237B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41792-F8E8-24DE-9820-7D649424B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B806E-A8EF-7A64-C243-270F7AA61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2DEB7-03DB-0978-165E-5D4FDEF3C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5177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A350-4D7E-8C8E-B077-FC8E5F42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15313-B3C2-B4DA-17FB-87B966A8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09B0E-6FD4-4DCF-0B85-954D52DF2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979E0-07AF-6B11-498D-D2613B95F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4256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B3E0-36C8-0A4A-B6AD-E02993D7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F05DC-8D5B-696D-1277-DCA84FC6E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0760A-E5DD-A102-BD60-70373F0B0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D8BB-CB57-CE45-C9DE-EC23692D9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910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5222-9CDE-73A7-AB9E-B72C265D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53DF3-695F-01D8-A8E8-530519C18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E288D-A41E-D389-7AEC-4DA681CEB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4841-A3BF-2E6C-C433-499696DFF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06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hyperlink" Target="https://apastyle.apa.org/style-grammar-guidelines/citations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1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1 Week 7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Lab report writing (1)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Formative lab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AEBD-01BB-F9F4-BC94-58DFEB53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245C3-45E4-59AA-074B-3FE100DDBD4A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Announcements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7DA80F-64D5-246B-6BB0-B05A9698EA09}"/>
              </a:ext>
            </a:extLst>
          </p:cNvPr>
          <p:cNvSpPr txBox="1">
            <a:spLocks/>
          </p:cNvSpPr>
          <p:nvPr/>
        </p:nvSpPr>
        <p:spPr>
          <a:xfrm>
            <a:off x="953039" y="1355082"/>
            <a:ext cx="7985272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b="1" dirty="0">
                <a:latin typeface="+mn-lt"/>
              </a:rPr>
              <a:t>Formative Assessment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Due 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GB" sz="2400" b="1" baseline="30000" dirty="0">
                <a:solidFill>
                  <a:srgbClr val="FF0000"/>
                </a:solidFill>
                <a:latin typeface="+mn-lt"/>
              </a:rPr>
              <a:t>rd</a:t>
            </a:r>
            <a:r>
              <a:rPr lang="en-GB" sz="2400" b="1" dirty="0">
                <a:solidFill>
                  <a:srgbClr val="FF0000"/>
                </a:solidFill>
                <a:latin typeface="+mn-lt"/>
              </a:rPr>
              <a:t> December 2025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70C0"/>
                </a:solidFill>
                <a:latin typeface="+mn-lt"/>
              </a:rPr>
              <a:t>UPDATED</a:t>
            </a:r>
            <a:r>
              <a:rPr lang="en-GB" sz="2400" dirty="0">
                <a:latin typeface="+mn-lt"/>
              </a:rPr>
              <a:t> information now on ultra (template, marking rubric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latin typeface="+mn-lt"/>
              </a:rPr>
              <a:t>AI declaration form</a:t>
            </a:r>
            <a:r>
              <a:rPr lang="en-GB" sz="2400" dirty="0">
                <a:latin typeface="+mn-lt"/>
              </a:rPr>
              <a:t> – you </a:t>
            </a:r>
            <a:r>
              <a:rPr lang="en-GB" sz="2400" b="1" i="1" dirty="0">
                <a:latin typeface="+mn-lt"/>
              </a:rPr>
              <a:t>must</a:t>
            </a:r>
            <a:r>
              <a:rPr lang="en-GB" sz="2400" dirty="0">
                <a:latin typeface="+mn-lt"/>
              </a:rPr>
              <a:t> complete first (once you’ve written your report), to see the submission folder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See the Assessment Brief for level of AI permitted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latin typeface="+mn-lt"/>
              </a:rPr>
              <a:t>Remember department policy</a:t>
            </a:r>
            <a:r>
              <a:rPr lang="en-GB" sz="2400" dirty="0">
                <a:latin typeface="+mn-lt"/>
              </a:rPr>
              <a:t>: you’re not permitted to upload any of our slides/exam questions/data into AI!</a:t>
            </a:r>
          </a:p>
          <a:p>
            <a:pPr algn="l">
              <a:buClrTx/>
            </a:pPr>
            <a:endParaRPr lang="en-GB" sz="24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7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+mn-lt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793887" y="1544008"/>
            <a:ext cx="794753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how to write a lab report and the key sections 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This is part 1: aka what is necessary for your Formative lab report: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Title, Introduction, Methods, Results and in-text citations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good examples / practices in report writing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IPR Formative info, disclaimer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Writing a Title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Writing an Introduction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Writing the Methods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Writing the Results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In-text citations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General advice / tips and FAQs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Online hour content</a:t>
            </a:r>
          </a:p>
          <a:p>
            <a:pPr marL="0" indent="0">
              <a:buClrTx/>
              <a:buNone/>
            </a:pPr>
            <a:endParaRPr lang="en-GB" sz="24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15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351" y="10886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Formative lab report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F997-E6F6-5D52-CAFF-0045BB7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4D0ED3-855F-1DAB-78EF-436A633D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Disclaimer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E23B3-6C85-B66F-7908-7A1B0DFB1C00}"/>
              </a:ext>
            </a:extLst>
          </p:cNvPr>
          <p:cNvSpPr txBox="1"/>
          <p:nvPr/>
        </p:nvSpPr>
        <p:spPr>
          <a:xfrm>
            <a:off x="583095" y="1740465"/>
            <a:ext cx="8162899" cy="2015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200" b="1" dirty="0">
                <a:solidFill>
                  <a:schemeClr val="tx1"/>
                </a:solidFill>
              </a:rPr>
              <a:t>Lab report writing for IPR (or in Year 2) may slightly differ to writing a ‘</a:t>
            </a:r>
            <a:r>
              <a:rPr lang="en-GB" sz="2200" b="1" i="1" u="sng" dirty="0">
                <a:solidFill>
                  <a:schemeClr val="tx1"/>
                </a:solidFill>
              </a:rPr>
              <a:t>real world</a:t>
            </a:r>
            <a:r>
              <a:rPr lang="en-GB" sz="2200" b="1" dirty="0">
                <a:solidFill>
                  <a:schemeClr val="tx1"/>
                </a:solidFill>
              </a:rPr>
              <a:t>’ paper e.g., 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Lacking justification / novel research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Limited demographic info (testing on each other)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Limited choice in experiments (practical reasons)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BD4029-F463-C3FF-F4CD-3137368790D5}"/>
              </a:ext>
            </a:extLst>
          </p:cNvPr>
          <p:cNvSpPr txBox="1"/>
          <p:nvPr/>
        </p:nvSpPr>
        <p:spPr>
          <a:xfrm>
            <a:off x="573380" y="3984764"/>
            <a:ext cx="8162899" cy="1938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200" b="1" dirty="0">
                <a:solidFill>
                  <a:schemeClr val="tx1"/>
                </a:solidFill>
              </a:rPr>
              <a:t>Reports here may slightly differ for Year 3 dissertations e.g., 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Supervisor requirements / preferences on style and what to include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More choice of experiments here (but still some limitations, dependent on supervisor etc.)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E715E-C783-88DD-0FAC-BECC36ED6C69}"/>
              </a:ext>
            </a:extLst>
          </p:cNvPr>
          <p:cNvSpPr txBox="1"/>
          <p:nvPr/>
        </p:nvSpPr>
        <p:spPr>
          <a:xfrm>
            <a:off x="1109517" y="942999"/>
            <a:ext cx="7110056" cy="5691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000" b="1" dirty="0">
                <a:solidFill>
                  <a:sysClr val="windowText" lastClr="000000"/>
                </a:solidFill>
              </a:rPr>
              <a:t>Most advice today is relevant for both the course and real (published) papers / reports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7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88E8EE-D8C1-07F2-4043-C5C835B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F83460-1B29-9097-50D6-4500B9A0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1128333"/>
          </a:xfr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Formative Lab Report</a:t>
            </a:r>
          </a:p>
          <a:p>
            <a:pPr marL="0" indent="0" algn="ctr"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</a:rPr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91109-A81D-80E6-DC64-BE5FD17D87BF}"/>
              </a:ext>
            </a:extLst>
          </p:cNvPr>
          <p:cNvSpPr txBox="1"/>
          <p:nvPr/>
        </p:nvSpPr>
        <p:spPr>
          <a:xfrm>
            <a:off x="573380" y="1326581"/>
            <a:ext cx="8424846" cy="37797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Tx/>
            </a:pPr>
            <a:r>
              <a:rPr lang="en-GB" sz="2400" dirty="0">
                <a:solidFill>
                  <a:schemeClr val="tx1"/>
                </a:solidFill>
              </a:rPr>
              <a:t>Read </a:t>
            </a:r>
            <a:r>
              <a:rPr lang="en-GB" sz="2400" b="1" dirty="0">
                <a:solidFill>
                  <a:schemeClr val="tx1"/>
                </a:solidFill>
              </a:rPr>
              <a:t>“What you need to do” </a:t>
            </a:r>
            <a:r>
              <a:rPr lang="en-GB" sz="2400" dirty="0">
                <a:solidFill>
                  <a:schemeClr val="tx1"/>
                </a:solidFill>
              </a:rPr>
              <a:t>document for important info!</a:t>
            </a:r>
          </a:p>
          <a:p>
            <a:pPr>
              <a:buClrTx/>
            </a:pPr>
            <a:r>
              <a:rPr lang="en-GB" sz="2400" dirty="0">
                <a:solidFill>
                  <a:schemeClr val="tx1"/>
                </a:solidFill>
              </a:rPr>
              <a:t>Due</a:t>
            </a:r>
            <a:r>
              <a:rPr lang="en-GB" sz="2400" b="1" dirty="0">
                <a:solidFill>
                  <a:schemeClr val="tx1"/>
                </a:solidFill>
              </a:rPr>
              <a:t>: </a:t>
            </a:r>
            <a:r>
              <a:rPr lang="en-GB" sz="2400" b="1" dirty="0">
                <a:solidFill>
                  <a:srgbClr val="FF0000"/>
                </a:solidFill>
              </a:rPr>
              <a:t>3</a:t>
            </a:r>
            <a:r>
              <a:rPr lang="en-GB" sz="2400" b="1" baseline="30000" dirty="0">
                <a:solidFill>
                  <a:srgbClr val="FF0000"/>
                </a:solidFill>
              </a:rPr>
              <a:t>rd</a:t>
            </a:r>
            <a:r>
              <a:rPr lang="en-GB" sz="2400" b="1" dirty="0">
                <a:solidFill>
                  <a:srgbClr val="FF0000"/>
                </a:solidFill>
              </a:rPr>
              <a:t> December 2025 </a:t>
            </a:r>
            <a:r>
              <a:rPr lang="en-GB" sz="2400" i="1" dirty="0">
                <a:solidFill>
                  <a:srgbClr val="FF0000"/>
                </a:solidFill>
              </a:rPr>
              <a:t>(just under 2 weeks time!)</a:t>
            </a:r>
          </a:p>
          <a:p>
            <a:pPr>
              <a:buClrTx/>
            </a:pPr>
            <a:r>
              <a:rPr lang="en-GB" sz="2400" dirty="0">
                <a:solidFill>
                  <a:schemeClr val="tx1"/>
                </a:solidFill>
              </a:rPr>
              <a:t>Words:</a:t>
            </a:r>
            <a:r>
              <a:rPr lang="en-GB" sz="2400" b="1" dirty="0">
                <a:solidFill>
                  <a:srgbClr val="FF0000"/>
                </a:solidFill>
              </a:rPr>
              <a:t> 1500 max</a:t>
            </a:r>
          </a:p>
          <a:p>
            <a:pPr>
              <a:buClrTx/>
            </a:pPr>
            <a:r>
              <a:rPr lang="en-GB" sz="2400" dirty="0">
                <a:solidFill>
                  <a:schemeClr val="tx1"/>
                </a:solidFill>
              </a:rPr>
              <a:t>Include:</a:t>
            </a:r>
          </a:p>
          <a:p>
            <a:pPr marL="800100" lvl="1" indent="-34290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Introduction (short / mini review of RHI)</a:t>
            </a:r>
          </a:p>
          <a:p>
            <a:pPr marL="800100" lvl="1" indent="-34290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Method (RHI)</a:t>
            </a:r>
          </a:p>
          <a:p>
            <a:pPr marL="800100" lvl="1" indent="-34290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Results (Data from the </a:t>
            </a:r>
            <a:r>
              <a:rPr lang="en-GB" sz="2400" dirty="0" err="1">
                <a:solidFill>
                  <a:schemeClr val="tx1"/>
                </a:solidFill>
              </a:rPr>
              <a:t>practicals</a:t>
            </a:r>
            <a:r>
              <a:rPr lang="en-GB" sz="2400" dirty="0">
                <a:solidFill>
                  <a:schemeClr val="tx1"/>
                </a:solidFill>
              </a:rPr>
              <a:t>, descriptives only)</a:t>
            </a:r>
          </a:p>
          <a:p>
            <a:r>
              <a:rPr lang="en-GB" sz="2400" dirty="0">
                <a:solidFill>
                  <a:schemeClr val="tx1"/>
                </a:solidFill>
              </a:rPr>
              <a:t>Template: on Ultra</a:t>
            </a:r>
          </a:p>
          <a:p>
            <a:r>
              <a:rPr lang="en-GB" sz="2400" dirty="0">
                <a:solidFill>
                  <a:schemeClr val="tx1"/>
                </a:solidFill>
              </a:rPr>
              <a:t>References: not required, but in-text citations </a:t>
            </a:r>
            <a:r>
              <a:rPr lang="en-GB" sz="2400" i="1" dirty="0">
                <a:solidFill>
                  <a:schemeClr val="tx1"/>
                </a:solidFill>
              </a:rPr>
              <a:t>are</a:t>
            </a:r>
            <a:r>
              <a:rPr lang="en-GB" sz="2400" dirty="0">
                <a:solidFill>
                  <a:schemeClr val="tx1"/>
                </a:solidFill>
              </a:rPr>
              <a:t> required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962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538925-8FAC-BD75-DC06-E2B33746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252517-0976-9286-D6DF-1BBB22CB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1128333"/>
          </a:xfr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Formative Lab Report</a:t>
            </a:r>
          </a:p>
          <a:p>
            <a:pPr marL="0" indent="0" algn="ctr"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</a:rPr>
              <a:t>Marking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4B379-5A72-4FA8-DF55-FBEFD67FF9DE}"/>
              </a:ext>
            </a:extLst>
          </p:cNvPr>
          <p:cNvSpPr txBox="1"/>
          <p:nvPr/>
        </p:nvSpPr>
        <p:spPr>
          <a:xfrm>
            <a:off x="454110" y="1444487"/>
            <a:ext cx="5615385" cy="5293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</a:pPr>
            <a:r>
              <a:rPr lang="en-GB" sz="2200" dirty="0">
                <a:solidFill>
                  <a:schemeClr val="tx1"/>
                </a:solidFill>
              </a:rPr>
              <a:t>Formative: you will not receive a grade. It doesn’t count towards the module</a:t>
            </a:r>
          </a:p>
          <a:p>
            <a:pPr>
              <a:spcBef>
                <a:spcPts val="600"/>
              </a:spcBef>
              <a:buClrTx/>
            </a:pPr>
            <a:r>
              <a:rPr lang="en-GB" sz="2200" dirty="0">
                <a:solidFill>
                  <a:schemeClr val="tx1"/>
                </a:solidFill>
              </a:rPr>
              <a:t>Marking rubric (criteria)</a:t>
            </a:r>
          </a:p>
          <a:p>
            <a:pPr>
              <a:spcBef>
                <a:spcPts val="600"/>
              </a:spcBef>
              <a:buClrTx/>
            </a:pPr>
            <a:endParaRPr lang="en-GB" sz="2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ClrTx/>
            </a:pPr>
            <a:r>
              <a:rPr lang="en-GB" sz="2200" dirty="0">
                <a:solidFill>
                  <a:schemeClr val="tx1"/>
                </a:solidFill>
              </a:rPr>
              <a:t>When your submission is given back to you, you will see:</a:t>
            </a:r>
          </a:p>
          <a:p>
            <a:pPr marL="342900" indent="-342900">
              <a:spcBef>
                <a:spcPts val="600"/>
              </a:spcBef>
              <a:buClrTx/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Grade will be </a:t>
            </a:r>
            <a:r>
              <a:rPr lang="en-GB" sz="2200" b="1" dirty="0">
                <a:solidFill>
                  <a:schemeClr val="tx1"/>
                </a:solidFill>
              </a:rPr>
              <a:t>1</a:t>
            </a:r>
            <a:r>
              <a:rPr lang="en-GB" sz="2200" dirty="0">
                <a:solidFill>
                  <a:schemeClr val="tx1"/>
                </a:solidFill>
              </a:rPr>
              <a:t> (been marked/it’s passed) </a:t>
            </a:r>
            <a:r>
              <a:rPr lang="en-GB" sz="2200" b="1" dirty="0">
                <a:solidFill>
                  <a:schemeClr val="tx1"/>
                </a:solidFill>
              </a:rPr>
              <a:t>or 0 </a:t>
            </a:r>
            <a:r>
              <a:rPr lang="en-GB" sz="2200" dirty="0">
                <a:solidFill>
                  <a:schemeClr val="tx1"/>
                </a:solidFill>
              </a:rPr>
              <a:t>(not been marked or not passed due to missing too much information) </a:t>
            </a:r>
          </a:p>
          <a:p>
            <a:pPr marL="342900" indent="-342900">
              <a:spcBef>
                <a:spcPts val="600"/>
              </a:spcBef>
              <a:buClrTx/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Text comment summary box: column indicating performance against each criteria</a:t>
            </a:r>
          </a:p>
          <a:p>
            <a:pPr marL="342900" indent="-342900">
              <a:spcBef>
                <a:spcPts val="600"/>
              </a:spcBef>
              <a:buClrTx/>
              <a:buFontTx/>
              <a:buChar char="-"/>
            </a:pPr>
            <a:r>
              <a:rPr lang="en-GB" sz="2200" dirty="0">
                <a:solidFill>
                  <a:schemeClr val="tx1"/>
                </a:solidFill>
              </a:rPr>
              <a:t>Performance ratings: </a:t>
            </a:r>
            <a:r>
              <a:rPr lang="en-GB" sz="2200" b="1" dirty="0">
                <a:solidFill>
                  <a:schemeClr val="tx1"/>
                </a:solidFill>
              </a:rPr>
              <a:t>P</a:t>
            </a:r>
            <a:r>
              <a:rPr lang="en-GB" sz="2200" dirty="0">
                <a:solidFill>
                  <a:schemeClr val="tx1"/>
                </a:solidFill>
              </a:rPr>
              <a:t> (Poor), </a:t>
            </a:r>
            <a:r>
              <a:rPr lang="en-GB" sz="2200" b="1" dirty="0">
                <a:solidFill>
                  <a:schemeClr val="tx1"/>
                </a:solidFill>
              </a:rPr>
              <a:t>S</a:t>
            </a:r>
            <a:r>
              <a:rPr lang="en-GB" sz="2200" dirty="0">
                <a:solidFill>
                  <a:schemeClr val="tx1"/>
                </a:solidFill>
              </a:rPr>
              <a:t> (Satisfactory), </a:t>
            </a:r>
            <a:r>
              <a:rPr lang="en-GB" sz="2200" b="1" dirty="0">
                <a:solidFill>
                  <a:schemeClr val="tx1"/>
                </a:solidFill>
              </a:rPr>
              <a:t>A</a:t>
            </a:r>
            <a:r>
              <a:rPr lang="en-GB" sz="2200" dirty="0">
                <a:solidFill>
                  <a:schemeClr val="tx1"/>
                </a:solidFill>
              </a:rPr>
              <a:t> (Average), </a:t>
            </a:r>
            <a:r>
              <a:rPr lang="en-GB" sz="2200" b="1" dirty="0">
                <a:solidFill>
                  <a:schemeClr val="tx1"/>
                </a:solidFill>
              </a:rPr>
              <a:t>G</a:t>
            </a:r>
            <a:r>
              <a:rPr lang="en-GB" sz="2200" dirty="0">
                <a:solidFill>
                  <a:schemeClr val="tx1"/>
                </a:solidFill>
              </a:rPr>
              <a:t> (Good) or </a:t>
            </a:r>
            <a:r>
              <a:rPr lang="en-GB" sz="2200" b="1" dirty="0">
                <a:solidFill>
                  <a:schemeClr val="tx1"/>
                </a:solidFill>
              </a:rPr>
              <a:t>E</a:t>
            </a:r>
            <a:r>
              <a:rPr lang="en-GB" sz="2200" dirty="0">
                <a:solidFill>
                  <a:schemeClr val="tx1"/>
                </a:solidFill>
              </a:rPr>
              <a:t> (Excellent)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0716D-875E-3C93-370A-07E7902E6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419" y="1604877"/>
            <a:ext cx="1863369" cy="42048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133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4AFC8-CE01-FD39-C090-1949C917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1DD94FF-7B83-94F8-64B0-69EFCE5C3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Writing a title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01A3399A-1671-D0D3-6F3C-DE8FA5FE9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51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10E842-7C87-B25C-307A-A17670AD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2B7A87-2FA2-4114-C21D-A5AC932A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1128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Title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0E462-58A1-EF27-85E6-5492658D2884}"/>
              </a:ext>
            </a:extLst>
          </p:cNvPr>
          <p:cNvSpPr txBox="1"/>
          <p:nvPr/>
        </p:nvSpPr>
        <p:spPr>
          <a:xfrm>
            <a:off x="531855" y="1046921"/>
            <a:ext cx="8080290" cy="5555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100" b="1" dirty="0">
                <a:solidFill>
                  <a:schemeClr val="tx1"/>
                </a:solidFill>
              </a:rPr>
              <a:t>The goal of a Title:</a:t>
            </a:r>
            <a:endParaRPr lang="en-GB" sz="21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Communicate the main topic and scope clearly</a:t>
            </a:r>
            <a:r>
              <a:rPr lang="en-GB" sz="2100" dirty="0">
                <a:solidFill>
                  <a:schemeClr val="tx1"/>
                </a:solidFill>
              </a:rPr>
              <a:t>: readers should immediate understand what your study is about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Reflect the key variables or relationships: </a:t>
            </a:r>
            <a:r>
              <a:rPr lang="en-GB" sz="2100" dirty="0">
                <a:solidFill>
                  <a:schemeClr val="tx1"/>
                </a:solidFill>
              </a:rPr>
              <a:t>often the main variables or key topic / phenomena</a:t>
            </a:r>
            <a:endParaRPr lang="en-GB" sz="2100" b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Be concise yet informative</a:t>
            </a:r>
            <a:r>
              <a:rPr lang="en-GB" sz="2100" dirty="0">
                <a:solidFill>
                  <a:schemeClr val="tx1"/>
                </a:solidFill>
              </a:rPr>
              <a:t>: should summarise the research without being too long or vague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Helps discoverability</a:t>
            </a:r>
            <a:r>
              <a:rPr lang="en-GB" sz="2100" dirty="0">
                <a:solidFill>
                  <a:schemeClr val="tx1"/>
                </a:solidFill>
              </a:rPr>
              <a:t>: help others find your work in databases/search. Make it interesting and engaging – you want people to find and read it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endParaRPr lang="en-GB" sz="21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100" dirty="0">
                <a:solidFill>
                  <a:schemeClr val="tx1"/>
                </a:solidFill>
              </a:rPr>
              <a:t>First thing people read! </a:t>
            </a:r>
          </a:p>
          <a:p>
            <a:pPr>
              <a:spcBef>
                <a:spcPts val="600"/>
              </a:spcBef>
            </a:pPr>
            <a:r>
              <a:rPr lang="en-GB" sz="2100" dirty="0">
                <a:solidFill>
                  <a:schemeClr val="tx1"/>
                </a:solidFill>
              </a:rPr>
              <a:t>Very important!</a:t>
            </a:r>
          </a:p>
          <a:p>
            <a:pPr>
              <a:spcBef>
                <a:spcPts val="600"/>
              </a:spcBef>
            </a:pPr>
            <a:r>
              <a:rPr lang="en-GB" sz="2100" dirty="0">
                <a:solidFill>
                  <a:schemeClr val="tx1"/>
                </a:solidFill>
              </a:rPr>
              <a:t>Think about how you select papers – what kind of titles have piqued your interest or put you off.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89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F65796-BC85-88EF-AB98-9E03E390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F31ED-63D6-E828-C054-0B7C7A2A16EE}"/>
              </a:ext>
            </a:extLst>
          </p:cNvPr>
          <p:cNvSpPr txBox="1"/>
          <p:nvPr/>
        </p:nvSpPr>
        <p:spPr>
          <a:xfrm>
            <a:off x="583096" y="676917"/>
            <a:ext cx="8560904" cy="6017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essential and relevant elements 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e.g., key variables, phenomena, population, method or design </a:t>
            </a:r>
            <a:r>
              <a:rPr lang="en-GB" sz="2000" i="1" dirty="0">
                <a:solidFill>
                  <a:schemeClr val="tx1"/>
                </a:solidFill>
              </a:rPr>
              <a:t>where relevant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Avoid unnecessary / irrelevant words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e.g., fillers like “a study of”, “an experimental investigation into” 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Keep it clear, concise and focused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Avoid vague or broad info 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Avoid overly technical jargon (avoid acronyms &amp; abbreviations)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There’s no word limit – but approx. 8-12 words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Avoid bias or sensationalism</a:t>
            </a:r>
          </a:p>
          <a:p>
            <a:pPr lvl="1"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Can explain results (if you had one), but the tone should still be descriptive / neutral rather than persuasive or dramatic</a:t>
            </a:r>
          </a:p>
          <a:p>
            <a:pPr>
              <a:spcBef>
                <a:spcPts val="600"/>
              </a:spcBef>
            </a:pPr>
            <a:r>
              <a:rPr lang="en-GB" sz="2000" dirty="0">
                <a:solidFill>
                  <a:schemeClr val="tx1"/>
                </a:solidFill>
              </a:rPr>
              <a:t>Titles in the ‘Real world’: 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GB" sz="2000" dirty="0">
                <a:solidFill>
                  <a:schemeClr val="tx1"/>
                </a:solidFill>
              </a:rPr>
              <a:t>Check journal guidelines (e.g. some have word limits)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GB" sz="2000" dirty="0">
                <a:solidFill>
                  <a:schemeClr val="tx1"/>
                </a:solidFill>
              </a:rPr>
              <a:t>Use keywords strategically (</a:t>
            </a:r>
            <a:r>
              <a:rPr lang="en-GB" sz="2000" b="1" dirty="0">
                <a:solidFill>
                  <a:schemeClr val="tx1"/>
                </a:solidFill>
              </a:rPr>
              <a:t>S</a:t>
            </a:r>
            <a:r>
              <a:rPr lang="en-GB" sz="2000" dirty="0">
                <a:solidFill>
                  <a:schemeClr val="tx1"/>
                </a:solidFill>
              </a:rPr>
              <a:t>earch </a:t>
            </a:r>
            <a:r>
              <a:rPr lang="en-GB" sz="2000" b="1" dirty="0">
                <a:solidFill>
                  <a:schemeClr val="tx1"/>
                </a:solidFill>
              </a:rPr>
              <a:t>E</a:t>
            </a:r>
            <a:r>
              <a:rPr lang="en-GB" sz="2000" dirty="0">
                <a:solidFill>
                  <a:schemeClr val="tx1"/>
                </a:solidFill>
              </a:rPr>
              <a:t>ngine </a:t>
            </a:r>
            <a:r>
              <a:rPr lang="en-GB" sz="2000" b="1" dirty="0">
                <a:solidFill>
                  <a:schemeClr val="tx1"/>
                </a:solidFill>
              </a:rPr>
              <a:t>O</a:t>
            </a:r>
            <a:r>
              <a:rPr lang="en-GB" sz="2000" dirty="0">
                <a:solidFill>
                  <a:schemeClr val="tx1"/>
                </a:solidFill>
              </a:rPr>
              <a:t>ptimization – visibility/traffic)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199F0D-B14F-9D27-35E9-AC70B92D6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4" y="164051"/>
            <a:ext cx="7812148" cy="7958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Title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699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2ACC43-523E-2C79-3283-6A1D3B9F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7C5088-5E01-4D3F-DD24-5DB07AC86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6" t="7695" r="5540" b="4074"/>
          <a:stretch>
            <a:fillRect/>
          </a:stretch>
        </p:blipFill>
        <p:spPr>
          <a:xfrm>
            <a:off x="1020416" y="801360"/>
            <a:ext cx="6944141" cy="548017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49F6D4-1F92-D9F7-775E-4AD68F35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26" y="99218"/>
            <a:ext cx="7812148" cy="1128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Title Page (APA style)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0D3D3-A024-872B-B00A-C434BE8C2E04}"/>
              </a:ext>
            </a:extLst>
          </p:cNvPr>
          <p:cNvSpPr txBox="1"/>
          <p:nvPr/>
        </p:nvSpPr>
        <p:spPr>
          <a:xfrm>
            <a:off x="868026" y="2700572"/>
            <a:ext cx="1146305" cy="320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Author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A407E6-6A43-0541-C8E9-E91A68142719}"/>
              </a:ext>
            </a:extLst>
          </p:cNvPr>
          <p:cNvSpPr txBox="1"/>
          <p:nvPr/>
        </p:nvSpPr>
        <p:spPr>
          <a:xfrm>
            <a:off x="498764" y="1378243"/>
            <a:ext cx="1681209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spcBef>
                <a:spcPct val="0"/>
              </a:spcBef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Title</a:t>
            </a:r>
          </a:p>
          <a:p>
            <a:pPr marL="0" lvl="1" algn="ctr" defTabSz="914400">
              <a:spcBef>
                <a:spcPct val="0"/>
              </a:spcBef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centered, bold. No quote marks and in Sentence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DE381-BDEC-0C7E-E3A2-701A1A106D67}"/>
              </a:ext>
            </a:extLst>
          </p:cNvPr>
          <p:cNvSpPr txBox="1"/>
          <p:nvPr/>
        </p:nvSpPr>
        <p:spPr>
          <a:xfrm>
            <a:off x="6612880" y="1750789"/>
            <a:ext cx="1510704" cy="6132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spcBef>
                <a:spcPct val="0"/>
              </a:spcBef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Page numbers (throughout)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71D99-7859-32A1-12C4-52BC3E02E390}"/>
              </a:ext>
            </a:extLst>
          </p:cNvPr>
          <p:cNvSpPr txBox="1"/>
          <p:nvPr/>
        </p:nvSpPr>
        <p:spPr>
          <a:xfrm>
            <a:off x="669269" y="4612621"/>
            <a:ext cx="457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ysClr val="windowText" lastClr="000000"/>
                </a:solidFill>
              </a:rPr>
              <a:t>Author: DON’T put your name. Use Z-code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0339D-F4F8-BC67-1EC5-D4ED8A4CF195}"/>
              </a:ext>
            </a:extLst>
          </p:cNvPr>
          <p:cNvSpPr txBox="1"/>
          <p:nvPr/>
        </p:nvSpPr>
        <p:spPr>
          <a:xfrm>
            <a:off x="868026" y="3067523"/>
            <a:ext cx="1146305" cy="320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Affiliation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DB45FC-2308-1880-A2F3-79F4B00D9124}"/>
              </a:ext>
            </a:extLst>
          </p:cNvPr>
          <p:cNvSpPr txBox="1"/>
          <p:nvPr/>
        </p:nvSpPr>
        <p:spPr>
          <a:xfrm>
            <a:off x="6308078" y="3331297"/>
            <a:ext cx="1656479" cy="320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Course, Module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AD72F5-613C-C2AD-A395-1899C704BE2D}"/>
              </a:ext>
            </a:extLst>
          </p:cNvPr>
          <p:cNvSpPr txBox="1"/>
          <p:nvPr/>
        </p:nvSpPr>
        <p:spPr>
          <a:xfrm>
            <a:off x="6308078" y="3712297"/>
            <a:ext cx="1656479" cy="320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Instructor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CB92F7-18C5-A42A-C895-63053A336A7C}"/>
              </a:ext>
            </a:extLst>
          </p:cNvPr>
          <p:cNvSpPr txBox="1"/>
          <p:nvPr/>
        </p:nvSpPr>
        <p:spPr>
          <a:xfrm>
            <a:off x="6308077" y="4093297"/>
            <a:ext cx="1656479" cy="320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b="1" dirty="0">
                <a:solidFill>
                  <a:sysClr val="windowText" lastClr="000000"/>
                </a:solidFill>
              </a:rPr>
              <a:t>Due date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D469FA-9871-8A41-FBEF-AC1849A25D43}"/>
              </a:ext>
            </a:extLst>
          </p:cNvPr>
          <p:cNvSpPr txBox="1"/>
          <p:nvPr/>
        </p:nvSpPr>
        <p:spPr>
          <a:xfrm>
            <a:off x="669269" y="5262410"/>
            <a:ext cx="457200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ysClr val="windowText" lastClr="000000"/>
                </a:solidFill>
              </a:rPr>
              <a:t>Below due date, we also ask for:</a:t>
            </a:r>
          </a:p>
          <a:p>
            <a:endParaRPr lang="en-US" b="1" dirty="0">
              <a:solidFill>
                <a:sysClr val="windowText" lastClr="000000"/>
              </a:solidFill>
            </a:endParaRPr>
          </a:p>
          <a:p>
            <a:r>
              <a:rPr lang="en-US" sz="1800" b="1" dirty="0">
                <a:solidFill>
                  <a:sysClr val="windowText" lastClr="000000"/>
                </a:solidFill>
              </a:rPr>
              <a:t>“Word count: XX”</a:t>
            </a:r>
          </a:p>
          <a:p>
            <a:endParaRPr lang="en-US" sz="1800" b="1" dirty="0">
              <a:solidFill>
                <a:sysClr val="windowText" lastClr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24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14" y="348573"/>
            <a:ext cx="8021571" cy="5669842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chemeClr val="tx1"/>
                </a:solidFill>
              </a:rPr>
              <a:t>Instead of:</a:t>
            </a:r>
            <a:r>
              <a:rPr lang="en-GB" dirty="0">
                <a:solidFill>
                  <a:schemeClr val="tx1"/>
                </a:solidFill>
              </a:rPr>
              <a:t> A study on mental health in students</a:t>
            </a: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Consider</a:t>
            </a:r>
            <a:r>
              <a:rPr lang="en-GB" b="1" dirty="0">
                <a:solidFill>
                  <a:schemeClr val="tx1"/>
                </a:solidFill>
              </a:rPr>
              <a:t>:</a:t>
            </a:r>
            <a:r>
              <a:rPr lang="en-GB" dirty="0">
                <a:solidFill>
                  <a:schemeClr val="tx1"/>
                </a:solidFill>
              </a:rPr>
              <a:t> examining the impact of social media use on anxiety and sleep quality among university students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chemeClr val="tx1"/>
                </a:solidFill>
              </a:rPr>
              <a:t>Instead of:</a:t>
            </a:r>
            <a:r>
              <a:rPr lang="en-GB" dirty="0">
                <a:solidFill>
                  <a:schemeClr val="tx1"/>
                </a:solidFill>
              </a:rPr>
              <a:t> stress in high school students</a:t>
            </a: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Consider</a:t>
            </a:r>
            <a:r>
              <a:rPr lang="en-GB" b="1" dirty="0">
                <a:solidFill>
                  <a:schemeClr val="tx1"/>
                </a:solidFill>
              </a:rPr>
              <a:t>:</a:t>
            </a:r>
            <a:r>
              <a:rPr lang="en-GB" dirty="0">
                <a:solidFill>
                  <a:schemeClr val="tx1"/>
                </a:solidFill>
              </a:rPr>
              <a:t> investigating how academic pressure affects stress levels among high school students: A qualitative interview study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chemeClr val="tx1"/>
                </a:solidFill>
              </a:rPr>
              <a:t>Instead of:</a:t>
            </a:r>
            <a:r>
              <a:rPr lang="en-GB" dirty="0">
                <a:solidFill>
                  <a:schemeClr val="tx1"/>
                </a:solidFill>
              </a:rPr>
              <a:t> the impact of parents on development</a:t>
            </a: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Consider</a:t>
            </a:r>
            <a:r>
              <a:rPr lang="en-GB" b="1" dirty="0">
                <a:solidFill>
                  <a:schemeClr val="tx1"/>
                </a:solidFill>
              </a:rPr>
              <a:t>:</a:t>
            </a:r>
            <a:r>
              <a:rPr lang="en-GB" dirty="0">
                <a:solidFill>
                  <a:schemeClr val="tx1"/>
                </a:solidFill>
              </a:rPr>
              <a:t> parental involvement in language development of preschool-aged children</a:t>
            </a:r>
          </a:p>
          <a:p>
            <a:pPr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chemeClr val="tx1"/>
                </a:solidFill>
              </a:rPr>
              <a:t>Instead of:</a:t>
            </a:r>
            <a:r>
              <a:rPr lang="en-GB" dirty="0">
                <a:solidFill>
                  <a:schemeClr val="tx1"/>
                </a:solidFill>
              </a:rPr>
              <a:t> investigating the impact of sleep deprivation</a:t>
            </a:r>
          </a:p>
          <a:p>
            <a:pPr>
              <a:spcBef>
                <a:spcPts val="600"/>
              </a:spcBef>
            </a:pPr>
            <a:r>
              <a:rPr lang="en-GB" b="1" dirty="0">
                <a:solidFill>
                  <a:srgbClr val="00B050"/>
                </a:solidFill>
              </a:rPr>
              <a:t>Consider</a:t>
            </a:r>
            <a:r>
              <a:rPr lang="en-GB" b="1" dirty="0">
                <a:solidFill>
                  <a:schemeClr val="tx1"/>
                </a:solidFill>
              </a:rPr>
              <a:t>:</a:t>
            </a:r>
            <a:r>
              <a:rPr lang="en-GB" dirty="0">
                <a:solidFill>
                  <a:schemeClr val="tx1"/>
                </a:solidFill>
              </a:rPr>
              <a:t> assessing how sleep deprivation affects memory retention in undergraduate psychology students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3B8851-77B0-F845-C429-F9E7E8A04365}"/>
              </a:ext>
            </a:extLst>
          </p:cNvPr>
          <p:cNvSpPr txBox="1">
            <a:spLocks/>
          </p:cNvSpPr>
          <p:nvPr/>
        </p:nvSpPr>
        <p:spPr>
          <a:xfrm>
            <a:off x="868026" y="99218"/>
            <a:ext cx="7812148" cy="740367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Example Titles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53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84"/>
    </mc:Choice>
    <mc:Fallback xmlns="">
      <p:transition spd="slow" advTm="91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81DC-474E-E538-3477-6B1604B8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96B15-8338-45D5-A943-561235072D66}" type="slidenum">
              <a:rPr kumimoji="0" lang="en-US" sz="2801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2801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A3F74-6D59-C645-4364-93130C8B25A5}"/>
              </a:ext>
            </a:extLst>
          </p:cNvPr>
          <p:cNvSpPr txBox="1"/>
          <p:nvPr/>
        </p:nvSpPr>
        <p:spPr>
          <a:xfrm>
            <a:off x="868026" y="964095"/>
            <a:ext cx="80600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tx1"/>
                </a:solidFill>
              </a:rPr>
              <a:t>Which is more effective?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Why and When Hierarchy Impacts Team Effectiveness: A Meta-Analytic Integration</a:t>
            </a:r>
            <a:endParaRPr lang="en-GB" sz="2400" u="sng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Hierarchy and Team Effectiveness</a:t>
            </a:r>
            <a:endParaRPr lang="en-GB" sz="24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A Study of the Effect of Depression on the Decision to Join a Clinical Trial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Effect of Depression on the Decision to Join a Clinical Trial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Closing Your Eyes to Follow Your Heart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Closing Your Eyes to Follow Your Heart: Avoiding Information to Protect a Strong Intuitive Preference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A17579-1916-480E-A215-317297218431}"/>
              </a:ext>
            </a:extLst>
          </p:cNvPr>
          <p:cNvSpPr txBox="1">
            <a:spLocks/>
          </p:cNvSpPr>
          <p:nvPr/>
        </p:nvSpPr>
        <p:spPr>
          <a:xfrm>
            <a:off x="868026" y="99218"/>
            <a:ext cx="7812148" cy="740367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Example Titles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05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68"/>
    </mc:Choice>
    <mc:Fallback xmlns="">
      <p:transition spd="slow" advTm="390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97ED-92A1-45CE-7C78-AFD581A5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24E46F2-2816-D4FE-47AF-F9A3B4B72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Writing an Introduction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9A183E98-A782-74AE-0BCC-A7A50813E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86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632D69-EC16-7864-D466-A06A2D74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32C2A9-59EF-78B2-06F8-964BFCB1C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98" y="230154"/>
            <a:ext cx="7812148" cy="1128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an Introduction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CD19A-A066-6FE7-369E-0BEF5B716C96}"/>
              </a:ext>
            </a:extLst>
          </p:cNvPr>
          <p:cNvSpPr txBox="1"/>
          <p:nvPr/>
        </p:nvSpPr>
        <p:spPr>
          <a:xfrm>
            <a:off x="531854" y="1057090"/>
            <a:ext cx="8320045" cy="46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100" b="1" dirty="0">
                <a:solidFill>
                  <a:schemeClr val="tx1"/>
                </a:solidFill>
              </a:rPr>
              <a:t>The goal of an Introduction:</a:t>
            </a:r>
            <a:endParaRPr lang="en-GB" sz="21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Set the context</a:t>
            </a:r>
            <a:r>
              <a:rPr lang="en-GB" sz="2100" dirty="0">
                <a:solidFill>
                  <a:schemeClr val="tx1"/>
                </a:solidFill>
              </a:rPr>
              <a:t>: explain the broader topic (what has been done before) and why it matters. Give readers the background information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Review relevant literature: </a:t>
            </a:r>
            <a:r>
              <a:rPr lang="en-GB" sz="2100" dirty="0">
                <a:solidFill>
                  <a:schemeClr val="tx1"/>
                </a:solidFill>
              </a:rPr>
              <a:t>summarise key studies (previous literature) and theories. Your evidence to support your study – so pick relevant/related research.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Identify research gap/problem</a:t>
            </a:r>
            <a:r>
              <a:rPr lang="en-GB" sz="2100" dirty="0">
                <a:solidFill>
                  <a:schemeClr val="tx1"/>
                </a:solidFill>
              </a:rPr>
              <a:t>: what’s missing in current research, understudied or unclear? Justify the need for your study based on ‘gaps’.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100" b="1" dirty="0">
                <a:solidFill>
                  <a:schemeClr val="tx1"/>
                </a:solidFill>
              </a:rPr>
              <a:t>State aims and hypotheses</a:t>
            </a:r>
            <a:r>
              <a:rPr lang="en-GB" sz="2100" dirty="0">
                <a:solidFill>
                  <a:schemeClr val="tx1"/>
                </a:solidFill>
              </a:rPr>
              <a:t>: end by outlining what your study will test or explore. State predictions on findings where possible – based on prior evidence. Predictions shouldn’t come out of nowhere! It should ‘make sense’ because of the evidence described above.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462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009" y="1221816"/>
            <a:ext cx="3642485" cy="414351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chemeClr val="tx1"/>
                </a:solidFill>
              </a:rPr>
              <a:t>The Funnel Method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0F43394-98CD-4A0D-C4F7-7B2337B34E88}"/>
              </a:ext>
            </a:extLst>
          </p:cNvPr>
          <p:cNvSpPr/>
          <p:nvPr/>
        </p:nvSpPr>
        <p:spPr>
          <a:xfrm>
            <a:off x="2732690" y="1701350"/>
            <a:ext cx="6367124" cy="1104702"/>
          </a:xfrm>
          <a:custGeom>
            <a:avLst/>
            <a:gdLst>
              <a:gd name="connsiteX0" fmla="*/ 0 w 6096000"/>
              <a:gd name="connsiteY0" fmla="*/ 1016000 h 1016000"/>
              <a:gd name="connsiteX1" fmla="*/ 762000 w 6096000"/>
              <a:gd name="connsiteY1" fmla="*/ 0 h 1016000"/>
              <a:gd name="connsiteX2" fmla="*/ 5334000 w 6096000"/>
              <a:gd name="connsiteY2" fmla="*/ 0 h 1016000"/>
              <a:gd name="connsiteX3" fmla="*/ 6096000 w 6096000"/>
              <a:gd name="connsiteY3" fmla="*/ 1016000 h 1016000"/>
              <a:gd name="connsiteX4" fmla="*/ 0 w 6096000"/>
              <a:gd name="connsiteY4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016000">
                <a:moveTo>
                  <a:pt x="6096000" y="1"/>
                </a:moveTo>
                <a:lnTo>
                  <a:pt x="5334000" y="1015999"/>
                </a:lnTo>
                <a:lnTo>
                  <a:pt x="762000" y="1015999"/>
                </a:lnTo>
                <a:lnTo>
                  <a:pt x="0" y="1"/>
                </a:lnTo>
                <a:lnTo>
                  <a:pt x="6096000" y="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7119" tIns="20321" rIns="1087121" bIns="2032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kern="1200" dirty="0">
                <a:solidFill>
                  <a:schemeClr val="tx1"/>
                </a:solidFill>
              </a:rPr>
              <a:t>Begin general. Briefly introduce topic or general issues. e.g. how does your study/research area relate or apply to the real-world?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0C5AAFA-6168-AF0B-6AB1-724A276EA4DF}"/>
              </a:ext>
            </a:extLst>
          </p:cNvPr>
          <p:cNvSpPr/>
          <p:nvPr/>
        </p:nvSpPr>
        <p:spPr>
          <a:xfrm>
            <a:off x="3506413" y="2806052"/>
            <a:ext cx="4787300" cy="1104701"/>
          </a:xfrm>
          <a:custGeom>
            <a:avLst/>
            <a:gdLst>
              <a:gd name="connsiteX0" fmla="*/ 0 w 4572000"/>
              <a:gd name="connsiteY0" fmla="*/ 1016000 h 1016000"/>
              <a:gd name="connsiteX1" fmla="*/ 762000 w 4572000"/>
              <a:gd name="connsiteY1" fmla="*/ 0 h 1016000"/>
              <a:gd name="connsiteX2" fmla="*/ 3810000 w 4572000"/>
              <a:gd name="connsiteY2" fmla="*/ 0 h 1016000"/>
              <a:gd name="connsiteX3" fmla="*/ 4572000 w 4572000"/>
              <a:gd name="connsiteY3" fmla="*/ 1016000 h 1016000"/>
              <a:gd name="connsiteX4" fmla="*/ 0 w 4572000"/>
              <a:gd name="connsiteY4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1016000">
                <a:moveTo>
                  <a:pt x="4572000" y="1"/>
                </a:moveTo>
                <a:lnTo>
                  <a:pt x="3810000" y="1015999"/>
                </a:lnTo>
                <a:lnTo>
                  <a:pt x="762000" y="1015999"/>
                </a:lnTo>
                <a:lnTo>
                  <a:pt x="0" y="1"/>
                </a:lnTo>
                <a:lnTo>
                  <a:pt x="4572000" y="1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0420" tIns="20321" rIns="820420" bIns="2032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kern="1200" dirty="0">
                <a:solidFill>
                  <a:schemeClr val="tx1"/>
                </a:solidFill>
              </a:rPr>
              <a:t>Review relevant literature, theoretical / experimental background and relate these to your study.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E01E71A-F8D2-D83F-CB76-44E530E6C998}"/>
              </a:ext>
            </a:extLst>
          </p:cNvPr>
          <p:cNvSpPr/>
          <p:nvPr/>
        </p:nvSpPr>
        <p:spPr>
          <a:xfrm>
            <a:off x="4316799" y="3917550"/>
            <a:ext cx="3165231" cy="1318787"/>
          </a:xfrm>
          <a:custGeom>
            <a:avLst/>
            <a:gdLst>
              <a:gd name="connsiteX0" fmla="*/ 0 w 3048000"/>
              <a:gd name="connsiteY0" fmla="*/ 1016000 h 1016000"/>
              <a:gd name="connsiteX1" fmla="*/ 762000 w 3048000"/>
              <a:gd name="connsiteY1" fmla="*/ 0 h 1016000"/>
              <a:gd name="connsiteX2" fmla="*/ 2286000 w 3048000"/>
              <a:gd name="connsiteY2" fmla="*/ 0 h 1016000"/>
              <a:gd name="connsiteX3" fmla="*/ 3048000 w 3048000"/>
              <a:gd name="connsiteY3" fmla="*/ 1016000 h 1016000"/>
              <a:gd name="connsiteX4" fmla="*/ 0 w 3048000"/>
              <a:gd name="connsiteY4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016000">
                <a:moveTo>
                  <a:pt x="3048000" y="1"/>
                </a:moveTo>
                <a:lnTo>
                  <a:pt x="2286000" y="1015999"/>
                </a:lnTo>
                <a:lnTo>
                  <a:pt x="762000" y="1015999"/>
                </a:lnTo>
                <a:lnTo>
                  <a:pt x="0" y="1"/>
                </a:lnTo>
                <a:lnTo>
                  <a:pt x="3048000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3720" tIns="20320" rIns="553720" bIns="2032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kern="1200" dirty="0">
                <a:solidFill>
                  <a:schemeClr val="tx1"/>
                </a:solidFill>
              </a:rPr>
              <a:t>Provide justification / rationale for the study based on review.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C243D27-46A6-99A9-2009-BCEB2C685E53}"/>
              </a:ext>
            </a:extLst>
          </p:cNvPr>
          <p:cNvSpPr/>
          <p:nvPr/>
        </p:nvSpPr>
        <p:spPr>
          <a:xfrm>
            <a:off x="5055353" y="5179008"/>
            <a:ext cx="1688123" cy="1182764"/>
          </a:xfrm>
          <a:custGeom>
            <a:avLst/>
            <a:gdLst>
              <a:gd name="connsiteX0" fmla="*/ 0 w 1524000"/>
              <a:gd name="connsiteY0" fmla="*/ 1016000 h 1016000"/>
              <a:gd name="connsiteX1" fmla="*/ 762000 w 1524000"/>
              <a:gd name="connsiteY1" fmla="*/ 0 h 1016000"/>
              <a:gd name="connsiteX2" fmla="*/ 762000 w 1524000"/>
              <a:gd name="connsiteY2" fmla="*/ 0 h 1016000"/>
              <a:gd name="connsiteX3" fmla="*/ 1524000 w 1524000"/>
              <a:gd name="connsiteY3" fmla="*/ 1016000 h 1016000"/>
              <a:gd name="connsiteX4" fmla="*/ 0 w 1524000"/>
              <a:gd name="connsiteY4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016000">
                <a:moveTo>
                  <a:pt x="1524000" y="1"/>
                </a:moveTo>
                <a:lnTo>
                  <a:pt x="762000" y="1015999"/>
                </a:lnTo>
                <a:lnTo>
                  <a:pt x="762000" y="1015999"/>
                </a:lnTo>
                <a:lnTo>
                  <a:pt x="0" y="1"/>
                </a:lnTo>
                <a:lnTo>
                  <a:pt x="1524000" y="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21" tIns="20320" rIns="20320" bIns="2032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kern="1200" dirty="0">
                <a:solidFill>
                  <a:schemeClr val="tx1"/>
                </a:solidFill>
              </a:rPr>
              <a:t>Aims &amp;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kern="1200" dirty="0">
                <a:solidFill>
                  <a:schemeClr val="tx1"/>
                </a:solidFill>
              </a:rPr>
              <a:t>RQ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600" kern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D4253-2759-6072-3D15-B46733CB444D}"/>
              </a:ext>
            </a:extLst>
          </p:cNvPr>
          <p:cNvSpPr txBox="1"/>
          <p:nvPr/>
        </p:nvSpPr>
        <p:spPr>
          <a:xfrm>
            <a:off x="666063" y="1516684"/>
            <a:ext cx="209618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424C9F-E449-FAB9-D771-D764D9B38C87}"/>
              </a:ext>
            </a:extLst>
          </p:cNvPr>
          <p:cNvSpPr txBox="1">
            <a:spLocks/>
          </p:cNvSpPr>
          <p:nvPr/>
        </p:nvSpPr>
        <p:spPr>
          <a:xfrm>
            <a:off x="799998" y="230154"/>
            <a:ext cx="7812148" cy="1128333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>
                <a:solidFill>
                  <a:schemeClr val="tx1"/>
                </a:solidFill>
              </a:rPr>
              <a:t>Writing an Introduction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E83C3-165E-E28D-BD53-05A81DAA3646}"/>
              </a:ext>
            </a:extLst>
          </p:cNvPr>
          <p:cNvSpPr txBox="1"/>
          <p:nvPr/>
        </p:nvSpPr>
        <p:spPr>
          <a:xfrm>
            <a:off x="-73362" y="1101084"/>
            <a:ext cx="30070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Context and Background</a:t>
            </a:r>
            <a:r>
              <a:rPr lang="en-GB" dirty="0"/>
              <a:t>: general information on the topic.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Problem Statement</a:t>
            </a:r>
            <a:r>
              <a:rPr lang="en-GB" dirty="0"/>
              <a:t>: define the issue your research will address.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Rationale</a:t>
            </a:r>
            <a:r>
              <a:rPr lang="en-GB" dirty="0"/>
              <a:t>: Explain why your study is necessary/interesting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Research Question(s)</a:t>
            </a:r>
            <a:r>
              <a:rPr lang="en-GB" dirty="0"/>
              <a:t>: Specify what you aim to achieve</a:t>
            </a:r>
            <a:br>
              <a:rPr lang="en-GB" i="1" dirty="0"/>
            </a:br>
            <a:endParaRPr lang="en-GB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A853A-9317-81C3-2339-60EFB022ECA1}"/>
              </a:ext>
            </a:extLst>
          </p:cNvPr>
          <p:cNvSpPr txBox="1"/>
          <p:nvPr/>
        </p:nvSpPr>
        <p:spPr>
          <a:xfrm rot="21256373">
            <a:off x="2287918" y="4988610"/>
            <a:ext cx="1988330" cy="11259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 dirty="0">
                <a:solidFill>
                  <a:sysClr val="windowText" lastClr="000000"/>
                </a:solidFill>
              </a:rPr>
              <a:t>IPR formative: just 1 and 4. You can do a little bit of 3 – why is it interesting to study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357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F3239D-1632-15FD-1C11-829083B5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78FD4-6D49-6338-4F5D-4FCBBC26D1C3}"/>
              </a:ext>
            </a:extLst>
          </p:cNvPr>
          <p:cNvSpPr txBox="1"/>
          <p:nvPr/>
        </p:nvSpPr>
        <p:spPr>
          <a:xfrm>
            <a:off x="531854" y="798994"/>
            <a:ext cx="8294646" cy="5324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Takes practice! 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Set stage for your study – be selective about previous literature (can’t cover it all) </a:t>
            </a:r>
            <a:endParaRPr lang="en-GB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Think about the reader: assume they don’t know the topic. What are the main findings they should know?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Form a narrative: ‘lead’ the reader to your study 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Lead the reader to the research gap (</a:t>
            </a:r>
            <a:r>
              <a:rPr lang="en-GB" i="1" dirty="0">
                <a:solidFill>
                  <a:schemeClr val="tx1"/>
                </a:solidFill>
              </a:rPr>
              <a:t>Formative = no, Summative = possible)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some theory (more advanced): theoretical interpretations / importance of the research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GB" sz="2000" dirty="0">
                <a:solidFill>
                  <a:schemeClr val="tx1"/>
                </a:solidFill>
              </a:rPr>
              <a:t>State clear research question. End the introduction with a clear outline of what you are researching.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GB" sz="2000" dirty="0">
                <a:solidFill>
                  <a:schemeClr val="tx1"/>
                </a:solidFill>
              </a:rPr>
              <a:t>State clear a prediction about what you expect to find (i.e. hypothesis). You can be specific e.g., X </a:t>
            </a:r>
            <a:r>
              <a:rPr lang="en-GB" sz="2000" i="1" dirty="0">
                <a:solidFill>
                  <a:schemeClr val="tx1"/>
                </a:solidFill>
              </a:rPr>
              <a:t>higher</a:t>
            </a:r>
            <a:r>
              <a:rPr lang="en-GB" sz="2000" dirty="0">
                <a:solidFill>
                  <a:schemeClr val="tx1"/>
                </a:solidFill>
              </a:rPr>
              <a:t> than Y. Or if (from the literature you presented) it’s still unclear, say an expected</a:t>
            </a:r>
            <a:r>
              <a:rPr lang="en-GB" sz="2000" i="1" dirty="0">
                <a:solidFill>
                  <a:schemeClr val="tx1"/>
                </a:solidFill>
              </a:rPr>
              <a:t> difference</a:t>
            </a:r>
            <a:r>
              <a:rPr lang="en-GB" sz="2000" dirty="0">
                <a:solidFill>
                  <a:schemeClr val="tx1"/>
                </a:solidFill>
              </a:rPr>
              <a:t> between X and 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612E03-D084-3324-28C2-7EB190E9868E}"/>
              </a:ext>
            </a:extLst>
          </p:cNvPr>
          <p:cNvSpPr txBox="1">
            <a:spLocks/>
          </p:cNvSpPr>
          <p:nvPr/>
        </p:nvSpPr>
        <p:spPr>
          <a:xfrm>
            <a:off x="799998" y="230154"/>
            <a:ext cx="7812148" cy="1128333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GB" sz="4000">
                <a:solidFill>
                  <a:schemeClr val="tx1"/>
                </a:solidFill>
              </a:rPr>
              <a:t>Writing an Introduction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590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6CAD2D-32C2-1341-71E8-AA423B97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62F911-D7D1-8864-2F49-404F67C9DA3E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Discussing Previous Literature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D5747-F472-F501-D68A-0F1779D8A6D8}"/>
              </a:ext>
            </a:extLst>
          </p:cNvPr>
          <p:cNvSpPr txBox="1"/>
          <p:nvPr/>
        </p:nvSpPr>
        <p:spPr>
          <a:xfrm>
            <a:off x="825020" y="1087707"/>
            <a:ext cx="7940298" cy="528210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2200" u="sng" dirty="0"/>
              <a:t>Think about:</a:t>
            </a:r>
            <a:endParaRPr lang="en-US" sz="2200" dirty="0"/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200" dirty="0"/>
              <a:t>Write as if the reader hasn’t read the studies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200" dirty="0"/>
              <a:t>Write in *</a:t>
            </a:r>
            <a:r>
              <a:rPr lang="en-US" sz="2200" b="1" i="1" dirty="0"/>
              <a:t>enough</a:t>
            </a:r>
            <a:r>
              <a:rPr lang="en-US" sz="2200" dirty="0"/>
              <a:t>* detail (e.g., aim/purpose, method, results, conclusion) so we understand what they did.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200" dirty="0"/>
              <a:t>Why have you included it? What point are you trying to make? 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200" dirty="0"/>
              <a:t>Is it the most relevant to your current study? Why? 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200" dirty="0"/>
              <a:t>How does it compare to your study?  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22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2200" dirty="0">
                <a:solidFill>
                  <a:schemeClr val="accent2"/>
                </a:solidFill>
              </a:rPr>
              <a:t>IPR Formative: mini-intro. Give the reader a good (but brief) background/context of RHI work so far. The general findings/trends.</a:t>
            </a:r>
            <a:endParaRPr lang="en-US" sz="2200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2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C5FF73-44AC-9EA5-152A-DB4963D5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16D1DD-5EAF-AB2E-BD66-605C27D3A6CB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Discussing Previous Literature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7372E-697B-64CF-A6B0-FBE2734C7896}"/>
              </a:ext>
            </a:extLst>
          </p:cNvPr>
          <p:cNvSpPr txBox="1"/>
          <p:nvPr/>
        </p:nvSpPr>
        <p:spPr>
          <a:xfrm>
            <a:off x="657352" y="905373"/>
            <a:ext cx="8333232" cy="528210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1900" b="1" u="sng" dirty="0">
                <a:solidFill>
                  <a:srgbClr val="00B050"/>
                </a:solidFill>
              </a:rPr>
              <a:t>Some “Do’s” when describing a study:</a:t>
            </a:r>
            <a:endParaRPr lang="en-US" sz="1900" b="1" dirty="0">
              <a:solidFill>
                <a:srgbClr val="00B05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</a:t>
            </a:r>
            <a:r>
              <a:rPr lang="en-US" sz="1900" dirty="0"/>
              <a:t> provide </a:t>
            </a:r>
            <a:r>
              <a:rPr lang="en-US" sz="1900" b="1" dirty="0"/>
              <a:t>context</a:t>
            </a:r>
            <a:r>
              <a:rPr lang="en-US" sz="1900" dirty="0"/>
              <a:t> – introduce or link to the study (so the reader knows why you have included it). Why it is relevant? 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19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 </a:t>
            </a:r>
            <a:r>
              <a:rPr lang="en-US" sz="1900" dirty="0"/>
              <a:t>briefly mention the </a:t>
            </a:r>
            <a:r>
              <a:rPr lang="en-US" sz="1900" b="1" dirty="0"/>
              <a:t>method</a:t>
            </a:r>
            <a:r>
              <a:rPr lang="en-US" sz="1900" dirty="0"/>
              <a:t>: enough context so we understand their study / how it differs to yours. Summarise what’s relevant – avoid listing every measure or step. 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19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 </a:t>
            </a:r>
            <a:r>
              <a:rPr lang="en-US" sz="1900" dirty="0"/>
              <a:t>briefly describe key </a:t>
            </a:r>
            <a:r>
              <a:rPr lang="en-US" sz="1900" b="1" dirty="0"/>
              <a:t>findings</a:t>
            </a:r>
            <a:r>
              <a:rPr lang="en-US" sz="1900" dirty="0"/>
              <a:t>: we don’t often need to know every result. Just main  / important one’s that relates to your RQ. 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19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 </a:t>
            </a:r>
            <a:r>
              <a:rPr lang="en-US" sz="1900" dirty="0"/>
              <a:t>briefly describe their </a:t>
            </a:r>
            <a:r>
              <a:rPr lang="en-US" sz="1900" b="1" dirty="0"/>
              <a:t>conclusion</a:t>
            </a:r>
            <a:r>
              <a:rPr lang="en-US" sz="1900" dirty="0"/>
              <a:t>: take home / major conclusion that’s most relevant.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1900" b="1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 </a:t>
            </a:r>
            <a:r>
              <a:rPr lang="en-US" sz="1900" b="1" dirty="0"/>
              <a:t>evaluate </a:t>
            </a:r>
            <a:r>
              <a:rPr lang="en-US" sz="1900" dirty="0"/>
              <a:t>– limitations or what the study addresses/extends. How the study/findings compare to your own study (e.g., did they use a different sample, was their method stronger or weaker?)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19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1900" b="1" dirty="0">
                <a:solidFill>
                  <a:srgbClr val="00B050"/>
                </a:solidFill>
              </a:rPr>
              <a:t>Do </a:t>
            </a:r>
            <a:r>
              <a:rPr lang="en-US" sz="1900" b="1" dirty="0"/>
              <a:t>cite</a:t>
            </a:r>
            <a:r>
              <a:rPr lang="en-US" sz="1900" dirty="0"/>
              <a:t> the research. In-text citations must be included as evidence/support for arguments/points (APA style).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FBD61F-F766-6267-81A1-513D031E7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1248664"/>
            <a:ext cx="503936" cy="503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DA50E-020D-75B3-7AA6-CD548837C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2169862"/>
            <a:ext cx="503936" cy="503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196F4-A799-EEEC-036F-5867BB5BC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8" y="3029789"/>
            <a:ext cx="503936" cy="503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E4ED9-5E72-7A25-CB13-924ACB45E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3866159"/>
            <a:ext cx="503936" cy="503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13EA55-5E25-BF43-A8A3-82713D227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4743909"/>
            <a:ext cx="503936" cy="5039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009ED9-E840-BC3D-FD66-B45752D3C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5804567"/>
            <a:ext cx="503936" cy="5039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433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CD8E2B-6C1C-D590-5EB7-8C67CF2B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1783B5-60F3-D762-C9F7-A5DDA8BF6E17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Discussing Previous Literature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CF654-AB2E-A57C-86A9-9B527552CDE2}"/>
              </a:ext>
            </a:extLst>
          </p:cNvPr>
          <p:cNvSpPr txBox="1"/>
          <p:nvPr/>
        </p:nvSpPr>
        <p:spPr>
          <a:xfrm>
            <a:off x="825020" y="1087707"/>
            <a:ext cx="7783548" cy="528210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2000" b="1" u="sng" dirty="0">
                <a:solidFill>
                  <a:srgbClr val="FF0000"/>
                </a:solidFill>
              </a:rPr>
              <a:t>Some “</a:t>
            </a:r>
            <a:r>
              <a:rPr lang="en-US" sz="2000" b="1" u="sng" dirty="0" err="1">
                <a:solidFill>
                  <a:srgbClr val="FF0000"/>
                </a:solidFill>
              </a:rPr>
              <a:t>Dont’s</a:t>
            </a:r>
            <a:r>
              <a:rPr lang="en-US" sz="2000" b="1" u="sng" dirty="0">
                <a:solidFill>
                  <a:srgbClr val="FF0000"/>
                </a:solidFill>
              </a:rPr>
              <a:t>” when describing a study: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give </a:t>
            </a:r>
            <a:r>
              <a:rPr lang="en-US" sz="2000" b="1" dirty="0"/>
              <a:t>excessive detail</a:t>
            </a:r>
            <a:r>
              <a:rPr lang="en-US" sz="2000" dirty="0"/>
              <a:t>: we don’t need every detail of the method or findings of study etc. This is hard to do! Also, studies may require more detail than others.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>
              <a:buClr>
                <a:srgbClr val="FF0000"/>
              </a:buClr>
            </a:pPr>
            <a:r>
              <a:rPr lang="en-US" sz="2000" dirty="0"/>
              <a:t>		</a:t>
            </a:r>
            <a:r>
              <a:rPr lang="en-GB" dirty="0">
                <a:solidFill>
                  <a:srgbClr val="0070C0"/>
                </a:solidFill>
              </a:rPr>
              <a:t>For example, what information do we need from this sentence?:</a:t>
            </a:r>
          </a:p>
          <a:p>
            <a:pPr lvl="1">
              <a:buClr>
                <a:srgbClr val="FF0000"/>
              </a:buClr>
            </a:pPr>
            <a:r>
              <a:rPr lang="en-GB" dirty="0">
                <a:solidFill>
                  <a:srgbClr val="0070C0"/>
                </a:solidFill>
              </a:rPr>
              <a:t>"The study involved distributing a 35-question survey to 1,200 participants, with questions ranging from demographic details to anxiety and stressors.“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>
              <a:solidFill>
                <a:srgbClr val="0070C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</p:txBody>
      </p:sp>
      <p:pic>
        <p:nvPicPr>
          <p:cNvPr id="6" name="Picture 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B6E6DFA-8AE7-9C8D-80AB-5180DFFC1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63919" y="1401492"/>
            <a:ext cx="543024" cy="5430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528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C8D533-A701-7B77-246B-0451DFCE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641E1-C69D-702C-A9C2-916D0E11F09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Discussing Previous Literature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B360B-DC42-A7CE-0339-6476F72E3835}"/>
              </a:ext>
            </a:extLst>
          </p:cNvPr>
          <p:cNvSpPr txBox="1"/>
          <p:nvPr/>
        </p:nvSpPr>
        <p:spPr>
          <a:xfrm>
            <a:off x="825020" y="1087707"/>
            <a:ext cx="7783548" cy="3077893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2000" b="1" u="sng" dirty="0">
                <a:solidFill>
                  <a:srgbClr val="FF0000"/>
                </a:solidFill>
              </a:rPr>
              <a:t>Some “</a:t>
            </a:r>
            <a:r>
              <a:rPr lang="en-US" sz="2000" b="1" u="sng" dirty="0" err="1">
                <a:solidFill>
                  <a:srgbClr val="FF0000"/>
                </a:solidFill>
              </a:rPr>
              <a:t>Dont’s</a:t>
            </a:r>
            <a:r>
              <a:rPr lang="en-US" sz="2000" b="1" u="sng" dirty="0">
                <a:solidFill>
                  <a:srgbClr val="FF0000"/>
                </a:solidFill>
              </a:rPr>
              <a:t>” when describing a study: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give </a:t>
            </a:r>
            <a:r>
              <a:rPr lang="en-US" sz="2000" b="1" dirty="0"/>
              <a:t>excessive detail</a:t>
            </a:r>
            <a:r>
              <a:rPr lang="en-US" sz="2000" dirty="0"/>
              <a:t>: we don’t need every detail of the method or findings of study etc. This is hard to do! Also, studies may require more detail than others.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>
              <a:buClr>
                <a:srgbClr val="FF0000"/>
              </a:buClr>
            </a:pPr>
            <a:r>
              <a:rPr lang="en-US" sz="2000" dirty="0"/>
              <a:t>		</a:t>
            </a:r>
            <a:r>
              <a:rPr lang="en-GB" dirty="0">
                <a:solidFill>
                  <a:srgbClr val="0070C0"/>
                </a:solidFill>
              </a:rPr>
              <a:t>For example, what information do we need from this sentence?:</a:t>
            </a:r>
          </a:p>
          <a:p>
            <a:pPr lvl="1">
              <a:buClr>
                <a:srgbClr val="FF0000"/>
              </a:buClr>
            </a:pPr>
            <a:r>
              <a:rPr lang="en-GB" dirty="0">
                <a:solidFill>
                  <a:srgbClr val="0070C0"/>
                </a:solidFill>
              </a:rPr>
              <a:t>"The study involved distributing a 35-question </a:t>
            </a:r>
            <a:r>
              <a:rPr lang="en-GB" dirty="0">
                <a:solidFill>
                  <a:srgbClr val="0070C0"/>
                </a:solidFill>
                <a:highlight>
                  <a:srgbClr val="00FF00"/>
                </a:highlight>
              </a:rPr>
              <a:t>survey</a:t>
            </a:r>
            <a:r>
              <a:rPr lang="en-GB" dirty="0">
                <a:solidFill>
                  <a:srgbClr val="0070C0"/>
                </a:solidFill>
              </a:rPr>
              <a:t> to </a:t>
            </a:r>
            <a:r>
              <a:rPr lang="en-GB" dirty="0">
                <a:solidFill>
                  <a:srgbClr val="0070C0"/>
                </a:solidFill>
                <a:highlight>
                  <a:srgbClr val="FFFF00"/>
                </a:highlight>
              </a:rPr>
              <a:t>1,200 participants</a:t>
            </a:r>
            <a:r>
              <a:rPr lang="en-GB" dirty="0">
                <a:solidFill>
                  <a:srgbClr val="0070C0"/>
                </a:solidFill>
              </a:rPr>
              <a:t>, with questions ranging from demographic details to </a:t>
            </a:r>
            <a:r>
              <a:rPr lang="en-GB" dirty="0">
                <a:solidFill>
                  <a:srgbClr val="0070C0"/>
                </a:solidFill>
                <a:highlight>
                  <a:srgbClr val="00FF00"/>
                </a:highlight>
              </a:rPr>
              <a:t>anxiety</a:t>
            </a:r>
            <a:r>
              <a:rPr lang="en-GB" dirty="0">
                <a:solidFill>
                  <a:srgbClr val="0070C0"/>
                </a:solidFill>
              </a:rPr>
              <a:t> and </a:t>
            </a:r>
            <a:r>
              <a:rPr lang="en-GB" dirty="0">
                <a:solidFill>
                  <a:srgbClr val="0070C0"/>
                </a:solidFill>
                <a:highlight>
                  <a:srgbClr val="00FF00"/>
                </a:highlight>
              </a:rPr>
              <a:t>stressors</a:t>
            </a:r>
            <a:r>
              <a:rPr lang="en-GB" dirty="0">
                <a:solidFill>
                  <a:srgbClr val="0070C0"/>
                </a:solidFill>
              </a:rPr>
              <a:t>.“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>
              <a:solidFill>
                <a:srgbClr val="0070C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</p:txBody>
      </p:sp>
      <p:pic>
        <p:nvPicPr>
          <p:cNvPr id="6" name="Picture 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E3B99F9-0E71-D7CE-F044-7CDBBB9EB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63919" y="1401492"/>
            <a:ext cx="543024" cy="5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50A637-BA3F-0B67-1118-A910420F4A67}"/>
              </a:ext>
            </a:extLst>
          </p:cNvPr>
          <p:cNvSpPr txBox="1"/>
          <p:nvPr/>
        </p:nvSpPr>
        <p:spPr>
          <a:xfrm>
            <a:off x="247516" y="3806471"/>
            <a:ext cx="87567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dirty="0">
                <a:latin typeface="+mn-lt"/>
              </a:rPr>
              <a:t>Here the most important </a:t>
            </a:r>
            <a:r>
              <a:rPr lang="en-GB" dirty="0"/>
              <a:t>part is that participants provided ratings for </a:t>
            </a:r>
            <a:r>
              <a:rPr lang="en-GB" dirty="0">
                <a:highlight>
                  <a:srgbClr val="00FF00"/>
                </a:highlight>
              </a:rPr>
              <a:t>anxiety</a:t>
            </a:r>
            <a:r>
              <a:rPr lang="en-GB" dirty="0"/>
              <a:t> and </a:t>
            </a:r>
            <a:r>
              <a:rPr lang="en-GB" dirty="0">
                <a:highlight>
                  <a:srgbClr val="00FF00"/>
                </a:highlight>
              </a:rPr>
              <a:t>stressors.</a:t>
            </a:r>
          </a:p>
          <a:p>
            <a:pPr lvl="1"/>
            <a:endParaRPr lang="en-GB" dirty="0">
              <a:highlight>
                <a:srgbClr val="00FF00"/>
              </a:highlight>
            </a:endParaRPr>
          </a:p>
          <a:p>
            <a:pPr lvl="1"/>
            <a:r>
              <a:rPr lang="en-GB" dirty="0">
                <a:latin typeface="+mn-lt"/>
              </a:rPr>
              <a:t>If you’re comparing studies/method directly or using it </a:t>
            </a:r>
            <a:r>
              <a:rPr lang="en-GB" dirty="0"/>
              <a:t>to justify a method – then that</a:t>
            </a:r>
            <a:r>
              <a:rPr lang="en-GB" dirty="0">
                <a:latin typeface="+mn-lt"/>
              </a:rPr>
              <a:t> </a:t>
            </a:r>
            <a:r>
              <a:rPr lang="en-GB" dirty="0"/>
              <a:t>it </a:t>
            </a:r>
            <a:r>
              <a:rPr lang="en-GB" dirty="0">
                <a:latin typeface="+mn-lt"/>
              </a:rPr>
              <a:t>was a </a:t>
            </a:r>
            <a:r>
              <a:rPr lang="en-GB" dirty="0">
                <a:highlight>
                  <a:srgbClr val="00FF00"/>
                </a:highlight>
                <a:latin typeface="+mn-lt"/>
              </a:rPr>
              <a:t>survey </a:t>
            </a:r>
            <a:r>
              <a:rPr lang="en-GB" dirty="0"/>
              <a:t> is also sometimes important.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Re. the sample size </a:t>
            </a:r>
            <a:r>
              <a:rPr lang="en-GB" dirty="0">
                <a:highlight>
                  <a:srgbClr val="FFFF00"/>
                </a:highlight>
              </a:rPr>
              <a:t>(1200 participants) </a:t>
            </a:r>
            <a:r>
              <a:rPr lang="en-GB" dirty="0"/>
              <a:t>– not typically included. But it could be, if you’re making a specific point about it (e.g., a large sample size being a good thing) or making a point about it (to compare/contextualise to your own study). </a:t>
            </a:r>
          </a:p>
          <a:p>
            <a:pPr lvl="1"/>
            <a:r>
              <a:rPr lang="en-GB" dirty="0"/>
              <a:t>BUT: “I ran their same study with a larger sample size” is NOT justification of a study!</a:t>
            </a:r>
            <a:endParaRPr lang="en-GB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46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F2FB5D-2993-A46F-50D6-F10FDFC8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51B236-919B-D2DC-E7CC-0536463ABA13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Discussing Previous Literature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1BFC9-F7CA-69EA-752D-AD356184E713}"/>
              </a:ext>
            </a:extLst>
          </p:cNvPr>
          <p:cNvSpPr txBox="1"/>
          <p:nvPr/>
        </p:nvSpPr>
        <p:spPr>
          <a:xfrm>
            <a:off x="825020" y="1087707"/>
            <a:ext cx="8126252" cy="5581086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</a:pPr>
            <a:r>
              <a:rPr lang="en-US" sz="2000" b="1" u="sng" dirty="0">
                <a:solidFill>
                  <a:srgbClr val="FF0000"/>
                </a:solidFill>
              </a:rPr>
              <a:t>Some “</a:t>
            </a:r>
            <a:r>
              <a:rPr lang="en-US" sz="2000" b="1" u="sng" dirty="0" err="1">
                <a:solidFill>
                  <a:srgbClr val="FF0000"/>
                </a:solidFill>
              </a:rPr>
              <a:t>Dont’s</a:t>
            </a:r>
            <a:r>
              <a:rPr lang="en-US" sz="2000" b="1" u="sng" dirty="0">
                <a:solidFill>
                  <a:srgbClr val="FF0000"/>
                </a:solidFill>
              </a:rPr>
              <a:t>” when describing a study: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give excessive detail: we don’t need every detail of the method or findings of study etc. This can be challenging! Also, studies may require more detail than others.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copy the study’s words/language and don’t use quotes. Quotes should be avoided. Write about the study in </a:t>
            </a:r>
            <a:r>
              <a:rPr lang="en-US" sz="2000" b="1" dirty="0"/>
              <a:t>your own words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b="1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overemphasize what the study measures/shows (to suit your own narrative) or ‘cherry pick’ - focus on the elements of the study that relate to your RQ but it must be balanced/representative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critique without purpose: if you point out a limitation of a study – it must be for a reason/relevant (you seek to address it / identify a gap)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r>
              <a:rPr lang="en-US" sz="2000" dirty="0">
                <a:solidFill>
                  <a:srgbClr val="FF0000"/>
                </a:solidFill>
              </a:rPr>
              <a:t>Don’t</a:t>
            </a:r>
            <a:r>
              <a:rPr lang="en-US" sz="2000" dirty="0"/>
              <a:t> list studies without explanation/links. Integrate them into a coherent narrative that connects to your RQ. This is challenging! Advanced: collate studies/citations</a:t>
            </a: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00B050"/>
              </a:buClr>
            </a:pPr>
            <a:endParaRPr lang="en-US" sz="2000" dirty="0"/>
          </a:p>
          <a:p>
            <a:pPr>
              <a:buClr>
                <a:srgbClr val="FF0000"/>
              </a:buClr>
            </a:pPr>
            <a:endParaRPr lang="en-US" sz="2000" dirty="0"/>
          </a:p>
        </p:txBody>
      </p:sp>
      <p:pic>
        <p:nvPicPr>
          <p:cNvPr id="6" name="Picture 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265C13D-A1F5-9061-3EAF-F79F15314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09131" y="1527413"/>
            <a:ext cx="543024" cy="543024"/>
          </a:xfrm>
          <a:prstGeom prst="rect">
            <a:avLst/>
          </a:prstGeom>
        </p:spPr>
      </p:pic>
      <p:pic>
        <p:nvPicPr>
          <p:cNvPr id="2" name="Picture 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B342F1A-6E29-CD78-7CED-6E738C5EB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09129" y="2598564"/>
            <a:ext cx="543024" cy="543024"/>
          </a:xfrm>
          <a:prstGeom prst="rect">
            <a:avLst/>
          </a:prstGeom>
        </p:spPr>
      </p:pic>
      <p:pic>
        <p:nvPicPr>
          <p:cNvPr id="3" name="Picture 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FEA4F68-312E-100F-A52E-82E61D623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09132" y="3567490"/>
            <a:ext cx="543024" cy="543024"/>
          </a:xfrm>
          <a:prstGeom prst="rect">
            <a:avLst/>
          </a:prstGeom>
        </p:spPr>
      </p:pic>
      <p:pic>
        <p:nvPicPr>
          <p:cNvPr id="5" name="Picture 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68B5F22-4285-E00C-F5E5-F6CB32545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10005" y="4707582"/>
            <a:ext cx="543024" cy="543024"/>
          </a:xfrm>
          <a:prstGeom prst="rect">
            <a:avLst/>
          </a:prstGeom>
        </p:spPr>
      </p:pic>
      <p:pic>
        <p:nvPicPr>
          <p:cNvPr id="8" name="Picture 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6F331E3-CE14-B363-7CAC-AD3BE4ABA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5490">
            <a:off x="209130" y="5659445"/>
            <a:ext cx="543024" cy="5430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883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14" y="1668448"/>
            <a:ext cx="7876730" cy="4454559"/>
          </a:xfrm>
          <a:noFill/>
        </p:spPr>
        <p:txBody>
          <a:bodyPr>
            <a:noAutofit/>
          </a:bodyPr>
          <a:lstStyle/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Typically…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In the Introduction and Discussion. 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And you only critique a study if you plan on fixing/improving that point in your own study! Even if you can’t improve it all, you tend to make a ‘step’ in the right direction.</a:t>
            </a:r>
          </a:p>
          <a:p>
            <a:pPr marL="0" indent="0">
              <a:buClr>
                <a:srgbClr val="FF0000"/>
              </a:buClr>
              <a:buNone/>
            </a:pPr>
            <a:endParaRPr lang="en-GB" sz="2200" dirty="0">
              <a:solidFill>
                <a:schemeClr val="tx1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It’s difficult to do and takes practice.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Limitations and critiques must be justified (e.g., evidenced) and convincing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GB" sz="2200" dirty="0">
                <a:solidFill>
                  <a:schemeClr val="tx1"/>
                </a:solidFill>
              </a:rPr>
              <a:t>Let’s look at an example - everyone’s ‘</a:t>
            </a:r>
            <a:r>
              <a:rPr lang="en-GB" sz="2200" i="1" u="sng" dirty="0">
                <a:solidFill>
                  <a:schemeClr val="tx1"/>
                </a:solidFill>
              </a:rPr>
              <a:t>favourite’</a:t>
            </a:r>
            <a:r>
              <a:rPr lang="en-GB" sz="2200" dirty="0">
                <a:solidFill>
                  <a:schemeClr val="tx1"/>
                </a:solidFill>
              </a:rPr>
              <a:t> “</a:t>
            </a:r>
            <a:r>
              <a:rPr lang="en-GB" sz="2200" b="1" dirty="0">
                <a:solidFill>
                  <a:schemeClr val="tx1"/>
                </a:solidFill>
              </a:rPr>
              <a:t>small sample size</a:t>
            </a:r>
            <a:r>
              <a:rPr lang="en-GB" sz="2200" dirty="0">
                <a:solidFill>
                  <a:schemeClr val="tx1"/>
                </a:solidFill>
              </a:rPr>
              <a:t>” (ft. Michael Scott)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FF566C-1CA0-FD1F-FDD9-1B4087C3001C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Critiquing a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1084F-798F-9E87-3026-2DC3820FA2BE}"/>
              </a:ext>
            </a:extLst>
          </p:cNvPr>
          <p:cNvSpPr txBox="1"/>
          <p:nvPr/>
        </p:nvSpPr>
        <p:spPr>
          <a:xfrm rot="963742">
            <a:off x="5092861" y="1384557"/>
            <a:ext cx="2887883" cy="5909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800" dirty="0">
                <a:solidFill>
                  <a:sysClr val="windowText" lastClr="000000"/>
                </a:solidFill>
              </a:rPr>
              <a:t>Less relevant for IPR lab reports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043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41DD0A-9B51-A82E-78A7-2B299853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7AB184-F1D6-4633-BBEB-F844B66EF924}"/>
              </a:ext>
            </a:extLst>
          </p:cNvPr>
          <p:cNvSpPr txBox="1">
            <a:spLocks/>
          </p:cNvSpPr>
          <p:nvPr/>
        </p:nvSpPr>
        <p:spPr>
          <a:xfrm>
            <a:off x="424180" y="128474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Critiquing a study</a:t>
            </a:r>
          </a:p>
        </p:txBody>
      </p:sp>
      <p:pic>
        <p:nvPicPr>
          <p:cNvPr id="8" name="Picture 2" descr="Unamused Blank Template - Imgflip">
            <a:extLst>
              <a:ext uri="{FF2B5EF4-FFF2-40B4-BE49-F238E27FC236}">
                <a16:creationId xmlns:a16="http://schemas.microsoft.com/office/drawing/2014/main" id="{49D2A4FB-F763-A0BE-3341-AD6D598A0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14" r="7775" b="19653"/>
          <a:stretch>
            <a:fillRect/>
          </a:stretch>
        </p:blipFill>
        <p:spPr bwMode="auto">
          <a:xfrm>
            <a:off x="6598356" y="1083741"/>
            <a:ext cx="2166962" cy="164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AFACDA-2731-428C-1F8E-EF199D02E34E}"/>
              </a:ext>
            </a:extLst>
          </p:cNvPr>
          <p:cNvSpPr txBox="1"/>
          <p:nvPr/>
        </p:nvSpPr>
        <p:spPr>
          <a:xfrm>
            <a:off x="573818" y="1083741"/>
            <a:ext cx="6007100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>
                <a:solidFill>
                  <a:srgbClr val="1477B4"/>
                </a:solidFill>
              </a:rPr>
              <a:t>Student writes “</a:t>
            </a:r>
            <a:r>
              <a:rPr lang="en-GB" i="1" dirty="0">
                <a:solidFill>
                  <a:srgbClr val="1477B4"/>
                </a:solidFill>
              </a:rPr>
              <a:t>A problem with this study is that it had a small sample size</a:t>
            </a:r>
            <a:r>
              <a:rPr lang="en-GB" dirty="0">
                <a:solidFill>
                  <a:srgbClr val="1477B4"/>
                </a:solidFill>
              </a:rPr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265F9-25E4-2AAF-5B5B-744DE17E1F92}"/>
              </a:ext>
            </a:extLst>
          </p:cNvPr>
          <p:cNvSpPr txBox="1"/>
          <p:nvPr/>
        </p:nvSpPr>
        <p:spPr>
          <a:xfrm>
            <a:off x="573819" y="1730072"/>
            <a:ext cx="6007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>
                <a:solidFill>
                  <a:schemeClr val="tx1"/>
                </a:solidFill>
              </a:rPr>
              <a:t>Vague, unconvincing. </a:t>
            </a:r>
            <a:r>
              <a:rPr lang="en-GB" dirty="0"/>
              <a:t>What is considered small/large? How does this affect the results/interpretation?</a:t>
            </a:r>
            <a:endParaRPr lang="en-GB" dirty="0">
              <a:solidFill>
                <a:schemeClr val="tx1"/>
              </a:solidFill>
            </a:endParaRPr>
          </a:p>
          <a:p>
            <a:pPr marL="0" lvl="1" indent="0">
              <a:buNone/>
            </a:pPr>
            <a:r>
              <a:rPr lang="en-GB" dirty="0">
                <a:solidFill>
                  <a:schemeClr val="tx1"/>
                </a:solidFill>
              </a:rPr>
              <a:t>Sample size isn’t a convincing limitation (unless you have the statistics to back it up</a:t>
            </a:r>
            <a:r>
              <a:rPr lang="en-GB" dirty="0"/>
              <a:t>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12828-0B5F-8B8E-458E-ACAFF40D4126}"/>
              </a:ext>
            </a:extLst>
          </p:cNvPr>
          <p:cNvSpPr txBox="1"/>
          <p:nvPr/>
        </p:nvSpPr>
        <p:spPr>
          <a:xfrm>
            <a:off x="591256" y="3650601"/>
            <a:ext cx="6007100" cy="92333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>
                <a:solidFill>
                  <a:srgbClr val="1477B4"/>
                </a:solidFill>
              </a:rPr>
              <a:t>Student writes “</a:t>
            </a:r>
            <a:r>
              <a:rPr lang="en-GB" i="1" dirty="0">
                <a:solidFill>
                  <a:srgbClr val="1477B4"/>
                </a:solidFill>
              </a:rPr>
              <a:t>The study’s small sample size of 30 participants may limit the generalisability of the findings to a broader population”</a:t>
            </a:r>
            <a:endParaRPr lang="en-GB" dirty="0">
              <a:solidFill>
                <a:srgbClr val="1477B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9D73F-F9FA-7EBD-46AA-EF7D57A5BFD9}"/>
              </a:ext>
            </a:extLst>
          </p:cNvPr>
          <p:cNvSpPr txBox="1"/>
          <p:nvPr/>
        </p:nvSpPr>
        <p:spPr>
          <a:xfrm>
            <a:off x="573819" y="4651029"/>
            <a:ext cx="6007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/>
              <a:t>M</a:t>
            </a:r>
            <a:r>
              <a:rPr lang="en-GB" dirty="0">
                <a:solidFill>
                  <a:schemeClr val="tx1"/>
                </a:solidFill>
              </a:rPr>
              <a:t>ore detailed but still unconvincing. How do you know that with more</a:t>
            </a:r>
            <a:r>
              <a:rPr lang="en-GB" dirty="0"/>
              <a:t> than 30</a:t>
            </a:r>
            <a:r>
              <a:rPr lang="en-GB" dirty="0">
                <a:solidFill>
                  <a:schemeClr val="tx1"/>
                </a:solidFill>
              </a:rPr>
              <a:t> people there would/wouldn’t be an effect?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E4E000-0F77-F135-A546-648F157C92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08"/>
          <a:stretch>
            <a:fillRect/>
          </a:stretch>
        </p:blipFill>
        <p:spPr>
          <a:xfrm>
            <a:off x="6598357" y="3789101"/>
            <a:ext cx="2166961" cy="16467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79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build="allAtOnce"/>
      <p:bldP spid="15" grpId="0" animBg="1"/>
      <p:bldP spid="16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21D28C-763D-3C53-4B70-8C83B295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6039991-F1B2-417A-BE25-062E4E2CA74B}"/>
              </a:ext>
            </a:extLst>
          </p:cNvPr>
          <p:cNvSpPr txBox="1">
            <a:spLocks/>
          </p:cNvSpPr>
          <p:nvPr/>
        </p:nvSpPr>
        <p:spPr>
          <a:xfrm>
            <a:off x="424180" y="128474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Critiquing a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328E3-FA93-7E1E-3B8D-C4852613720F}"/>
              </a:ext>
            </a:extLst>
          </p:cNvPr>
          <p:cNvSpPr txBox="1"/>
          <p:nvPr/>
        </p:nvSpPr>
        <p:spPr>
          <a:xfrm>
            <a:off x="573818" y="1083741"/>
            <a:ext cx="6007100" cy="230832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>
                <a:solidFill>
                  <a:srgbClr val="1477B4"/>
                </a:solidFill>
              </a:rPr>
              <a:t>Student writes critique with some statistical knowledge/evidence (or should search the study for it)</a:t>
            </a:r>
          </a:p>
          <a:p>
            <a:pPr marL="0" lvl="1" indent="0">
              <a:buNone/>
            </a:pPr>
            <a:endParaRPr lang="en-GB" dirty="0">
              <a:solidFill>
                <a:srgbClr val="1477B4"/>
              </a:solidFill>
            </a:endParaRPr>
          </a:p>
          <a:p>
            <a:pPr marL="0" lvl="1" indent="0">
              <a:buNone/>
            </a:pPr>
            <a:r>
              <a:rPr lang="en-GB" dirty="0">
                <a:solidFill>
                  <a:srgbClr val="1477B4"/>
                </a:solidFill>
              </a:rPr>
              <a:t>e.g.,  “</a:t>
            </a:r>
            <a:r>
              <a:rPr lang="en-GB" i="1" dirty="0">
                <a:solidFill>
                  <a:srgbClr val="1477B4"/>
                </a:solidFill>
              </a:rPr>
              <a:t>The sample size may have limited statistical power, increasing the risk of Type II errors. As a result, the study might have failed to detect a smaller but meaningful effect. Without a power analysis or confidence intervals, it is difficult to judge whether the findings are robust</a:t>
            </a:r>
            <a:r>
              <a:rPr lang="en-GB" dirty="0">
                <a:solidFill>
                  <a:srgbClr val="1477B4"/>
                </a:solidFill>
              </a:rPr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F5CF1-B778-0102-F8D0-088EC80A3D48}"/>
              </a:ext>
            </a:extLst>
          </p:cNvPr>
          <p:cNvSpPr txBox="1"/>
          <p:nvPr/>
        </p:nvSpPr>
        <p:spPr>
          <a:xfrm>
            <a:off x="573818" y="3429000"/>
            <a:ext cx="79224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dirty="0">
                <a:solidFill>
                  <a:schemeClr val="tx1"/>
                </a:solidFill>
              </a:rPr>
              <a:t>Stronger! More specific – explains why sample size matters, suggests what could be missing (power analysis).</a:t>
            </a:r>
          </a:p>
          <a:p>
            <a:pPr marL="0" lvl="1" indent="0">
              <a:buNone/>
            </a:pPr>
            <a:endParaRPr lang="en-GB" dirty="0"/>
          </a:p>
          <a:p>
            <a:pPr marL="0" lvl="1" indent="0">
              <a:buNone/>
            </a:pPr>
            <a:r>
              <a:rPr lang="en-GB" dirty="0"/>
              <a:t>If a study had provided this statistical information and justified their sample – the argument is again unconvincing </a:t>
            </a:r>
          </a:p>
          <a:p>
            <a:pPr marL="0" lvl="1" indent="0">
              <a:buNone/>
            </a:pPr>
            <a:endParaRPr lang="en-GB" dirty="0"/>
          </a:p>
          <a:p>
            <a:pPr marL="0" lvl="1" indent="0">
              <a:buNone/>
            </a:pPr>
            <a:r>
              <a:rPr lang="en-GB" b="1" u="sng" dirty="0"/>
              <a:t>So</a:t>
            </a:r>
            <a:r>
              <a:rPr lang="en-GB" dirty="0"/>
              <a:t>: critiquing sample size isn’t typically done. Sample size alone rarely determines validity. </a:t>
            </a:r>
          </a:p>
          <a:p>
            <a:pPr marL="0" lvl="1" indent="0">
              <a:buNone/>
            </a:pPr>
            <a:r>
              <a:rPr lang="en-GB" b="1" dirty="0">
                <a:solidFill>
                  <a:srgbClr val="00B050"/>
                </a:solidFill>
              </a:rPr>
              <a:t>Better critiques often focus on the design, measures or interpretation of findings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CFFFE-FCA7-FEBD-93E6-155428F38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49" t="2275"/>
          <a:stretch>
            <a:fillRect/>
          </a:stretch>
        </p:blipFill>
        <p:spPr>
          <a:xfrm>
            <a:off x="6598356" y="1313440"/>
            <a:ext cx="2166962" cy="16467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566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uiExpand="1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0A8EE-E227-25EA-12BF-DE94E0958C52}"/>
              </a:ext>
            </a:extLst>
          </p:cNvPr>
          <p:cNvSpPr txBox="1"/>
          <p:nvPr/>
        </p:nvSpPr>
        <p:spPr>
          <a:xfrm>
            <a:off x="292286" y="1084245"/>
            <a:ext cx="706921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None/>
            </a:pPr>
            <a:r>
              <a:rPr lang="en-GB" sz="2000" b="1" u="sng" dirty="0">
                <a:solidFill>
                  <a:srgbClr val="00B050"/>
                </a:solidFill>
              </a:rPr>
              <a:t>Instead, remember (and think about):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How useful is this to your overall narrative / review in the introduction?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How does it compare to all of the other studies you’ve mentioned?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Instead of harshly critiquing one study, or each study individually, you need to create an overall picture / story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Create an overall narrative of general patterns or trends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Compare and contrast studies – what are they </a:t>
            </a:r>
            <a:r>
              <a:rPr lang="en-GB" sz="2000" b="1" dirty="0"/>
              <a:t>collectively</a:t>
            </a:r>
            <a:r>
              <a:rPr lang="en-GB" sz="2000" dirty="0"/>
              <a:t> suggesting?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The </a:t>
            </a:r>
            <a:r>
              <a:rPr lang="en-GB" sz="2000" b="1" u="sng" dirty="0"/>
              <a:t>general</a:t>
            </a:r>
            <a:r>
              <a:rPr lang="en-GB" sz="2000" dirty="0"/>
              <a:t> findings/trends common issues (e.g. in methodology), or things that might have been missed, not controlled for or not explored?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Can’t base your conclusions on one study (nor be solely affected by their limitations)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What should readers believe / take away? General findings / ‘consensus’ of the topic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8BF7AF-B863-92EC-9C85-56DC35DC90E9}"/>
              </a:ext>
            </a:extLst>
          </p:cNvPr>
          <p:cNvSpPr txBox="1">
            <a:spLocks/>
          </p:cNvSpPr>
          <p:nvPr/>
        </p:nvSpPr>
        <p:spPr>
          <a:xfrm>
            <a:off x="522150" y="251226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Critiquing a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5CAA2-FE23-0B35-22D7-D87772BB7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973" y="1269440"/>
            <a:ext cx="2150741" cy="15895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447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9AEB-8D9D-C66B-E9AA-833BEB7E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4BDC329-E6E4-9431-592D-6E9337995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Writing a MEthod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5257D31B-351F-A1BF-500C-1C7AE7FD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71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5B482E-B065-942D-AB44-FAED2F91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B29E0B-4139-3A95-B850-AA7EFA3C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42" y="189206"/>
            <a:ext cx="7812148" cy="7307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Method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922D1-B2C4-0EE4-4D95-43A233303FE8}"/>
              </a:ext>
            </a:extLst>
          </p:cNvPr>
          <p:cNvSpPr txBox="1"/>
          <p:nvPr/>
        </p:nvSpPr>
        <p:spPr>
          <a:xfrm>
            <a:off x="531855" y="1202218"/>
            <a:ext cx="8228522" cy="5216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200" b="1" dirty="0">
                <a:solidFill>
                  <a:schemeClr val="tx1"/>
                </a:solidFill>
              </a:rPr>
              <a:t>The goal of a Method:</a:t>
            </a:r>
            <a:endParaRPr lang="en-GB" sz="22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Allow replication</a:t>
            </a:r>
            <a:r>
              <a:rPr lang="en-GB" sz="2200" dirty="0">
                <a:solidFill>
                  <a:schemeClr val="tx1"/>
                </a:solidFill>
              </a:rPr>
              <a:t>: provide enough detail so another researcher could repeat your study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Describe participants: </a:t>
            </a:r>
            <a:r>
              <a:rPr lang="en-GB" sz="2200" dirty="0">
                <a:solidFill>
                  <a:schemeClr val="tx1"/>
                </a:solidFill>
              </a:rPr>
              <a:t>who took part? Include sample size, demographics, recruitment</a:t>
            </a:r>
            <a:endParaRPr lang="en-GB" sz="2200" b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Specify design and variables </a:t>
            </a:r>
            <a:r>
              <a:rPr lang="en-GB" sz="2200" dirty="0">
                <a:solidFill>
                  <a:schemeClr val="tx1"/>
                </a:solidFill>
              </a:rPr>
              <a:t>– for example what design you are using, is it between-subjects or within-subjects, the independent and dependent variables (sometimes the type of analysis you used goes here too)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Explain measures and materials</a:t>
            </a:r>
            <a:r>
              <a:rPr lang="en-GB" sz="2200" dirty="0">
                <a:solidFill>
                  <a:schemeClr val="tx1"/>
                </a:solidFill>
              </a:rPr>
              <a:t>: what measures (or stimuli, materials) did you use? What questionnaires etc? How were they administered etc.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Describe the procedure</a:t>
            </a:r>
            <a:r>
              <a:rPr lang="en-GB" sz="2200" dirty="0">
                <a:solidFill>
                  <a:schemeClr val="tx1"/>
                </a:solidFill>
              </a:rPr>
              <a:t>: a step-by-step description of what the participants did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058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EF14F2-1C6C-6CE8-E5A6-124F1223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D1CEA-B01D-436D-BCC3-4C508E46E1A0}"/>
              </a:ext>
            </a:extLst>
          </p:cNvPr>
          <p:cNvSpPr txBox="1"/>
          <p:nvPr/>
        </p:nvSpPr>
        <p:spPr>
          <a:xfrm>
            <a:off x="455775" y="1036037"/>
            <a:ext cx="8560904" cy="5478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sufficient details so that someone could copy and replicate your study exactly how you did it</a:t>
            </a:r>
            <a:endParaRPr lang="en-GB" i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Use sub-headings, in this order: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tx1"/>
                </a:solidFill>
              </a:rPr>
              <a:t>Participants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How many participants? Where are they from?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How were they recruited? Were they compensated for taking part?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Demographic info that is relevant to study, contextualise the findings (e.g., age).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Presented in a table or text (table often easier)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Exclusion/inclusion criteria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Will you have different groups? Then you can split the above information up per group – if useful for interpretation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You should also mention </a:t>
            </a:r>
            <a:r>
              <a:rPr lang="en-GB" sz="2000" b="1" dirty="0">
                <a:solidFill>
                  <a:schemeClr val="tx1"/>
                </a:solidFill>
              </a:rPr>
              <a:t>ethics</a:t>
            </a:r>
            <a:r>
              <a:rPr lang="en-GB" sz="2000" dirty="0">
                <a:solidFill>
                  <a:schemeClr val="tx1"/>
                </a:solidFill>
              </a:rPr>
              <a:t> here – just if it had some or minimal risk, and you had approval etc.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265E6A-EF18-B194-9AB2-E97B9003E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42533"/>
            <a:ext cx="7812148" cy="7307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Method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74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474FAE-4810-EA4D-D0AF-3C1DC3F2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67AE0-320C-5A27-5F38-4E153B5A3B7C}"/>
              </a:ext>
            </a:extLst>
          </p:cNvPr>
          <p:cNvSpPr txBox="1"/>
          <p:nvPr/>
        </p:nvSpPr>
        <p:spPr>
          <a:xfrm>
            <a:off x="467349" y="838576"/>
            <a:ext cx="8560904" cy="5478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sufficient details so that someone could copy and replicate your study exactly how you did it</a:t>
            </a:r>
            <a:endParaRPr lang="en-GB" i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Use sub-headings, in this order: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Participants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tx1"/>
                </a:solidFill>
              </a:rPr>
              <a:t>Design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State research design (e.g. experimental, correlation, qualitative) 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Any advantages of the design for your research question?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Is it between-subjects vs. within-subjects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What are your independent variables (IVs) and dependent variables (DVs), how are they scored/measured or what type of data are they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Any other relevant details e.g., if you needed to group participants, counterbalanced the order of measures, randomised trials, controlling for extraneous variables (only state this if you did it)</a:t>
            </a:r>
          </a:p>
          <a:p>
            <a:pPr lvl="2">
              <a:spcBef>
                <a:spcPts val="600"/>
              </a:spcBef>
            </a:pP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0AF3CB-9320-02F6-4E9F-135BA9F13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07809"/>
            <a:ext cx="7812148" cy="7307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Method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927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6E187A-8432-5154-F172-042E9FF6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505FD-FD50-5000-FB67-5BA2BD9103BD}"/>
              </a:ext>
            </a:extLst>
          </p:cNvPr>
          <p:cNvSpPr txBox="1"/>
          <p:nvPr/>
        </p:nvSpPr>
        <p:spPr>
          <a:xfrm>
            <a:off x="583096" y="676917"/>
            <a:ext cx="8560904" cy="5247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sufficient details so that someone could copy and replicate your study exactly how you did it</a:t>
            </a:r>
            <a:endParaRPr lang="en-GB" i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Use sub-headings, in this order: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Participants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Design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tx1"/>
                </a:solidFill>
              </a:rPr>
              <a:t>Measures (or materials / tasks / paradigms)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How will you collect data (e.g., online surveys)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List the measures/equipment you used.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Often a separate sub-heading and paragraph for each measure (e.g., “The Rubber Hand Illusion task”)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Do not write this as a bullet point list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Assume the reader hasn’t heard about your measures – explain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Cite the authors of the tasks/measures! If you didn’t create 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F7C833-3683-F4A5-CE1A-24FB28D7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107809"/>
            <a:ext cx="7812148" cy="7307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Method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097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F2A245-4233-F6BE-D45E-E7A30288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505DDF-AFF6-5D0D-DC9A-D8BCFECF9CEA}"/>
              </a:ext>
            </a:extLst>
          </p:cNvPr>
          <p:cNvSpPr txBox="1"/>
          <p:nvPr/>
        </p:nvSpPr>
        <p:spPr>
          <a:xfrm>
            <a:off x="583096" y="676917"/>
            <a:ext cx="8560904" cy="5940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b="1" dirty="0">
                <a:solidFill>
                  <a:schemeClr val="tx1"/>
                </a:solidFill>
              </a:rPr>
              <a:t>Best Practice Tips:</a:t>
            </a:r>
            <a:endParaRPr lang="en-GB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Include sufficient details so that someone could copy and replicate your study exactly how you did it</a:t>
            </a:r>
            <a:endParaRPr lang="en-GB" sz="2000" i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Use sub-headings, in this order: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Participants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Design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Measures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tx1"/>
                </a:solidFill>
              </a:rPr>
              <a:t>Procedure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Step-by-step explanation of relevant/useful information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You don’t need to mention things that are ‘standard practice’ but e.g., briefly state you obtained consent and got ethical approval (but not typically more detail than that)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Be organised, and chronological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Where did it take place? How long did it take? In a single session? 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Will different groups do things in a different order?</a:t>
            </a:r>
          </a:p>
          <a:p>
            <a:pPr marL="1371600" lvl="2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How much were participants told? Were they debriefed?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FBE781-E957-5110-56AB-34C7F9063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107809"/>
            <a:ext cx="7812148" cy="73076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a Method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376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94E7-2955-2B03-C11E-528B6967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373D87A-48C4-5672-B9BC-5C0305B33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351" y="1088645"/>
            <a:ext cx="3420629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4. Writing the Results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BD362808-9487-F522-A4A8-F0ED032C2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917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42A0AB-7B98-6065-D642-B11447D4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1477B5-527B-6C6C-2298-D3967558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1128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the Results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B9D3F-135D-DE3A-F871-1B4A27A9C350}"/>
              </a:ext>
            </a:extLst>
          </p:cNvPr>
          <p:cNvSpPr txBox="1"/>
          <p:nvPr/>
        </p:nvSpPr>
        <p:spPr>
          <a:xfrm>
            <a:off x="531855" y="1046921"/>
            <a:ext cx="8080290" cy="3708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200" b="1" dirty="0">
                <a:solidFill>
                  <a:schemeClr val="tx1"/>
                </a:solidFill>
              </a:rPr>
              <a:t>The goal of a Results section:</a:t>
            </a:r>
            <a:endParaRPr lang="en-GB" sz="22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Present findings clearly and objectively</a:t>
            </a:r>
            <a:r>
              <a:rPr lang="en-GB" sz="2200" dirty="0">
                <a:solidFill>
                  <a:schemeClr val="tx1"/>
                </a:solidFill>
              </a:rPr>
              <a:t>: show what the data reveal (without interpretation). Use precise language, avoid speculation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Organise you results logically: </a:t>
            </a:r>
            <a:r>
              <a:rPr lang="en-GB" sz="2200" dirty="0">
                <a:solidFill>
                  <a:schemeClr val="tx1"/>
                </a:solidFill>
              </a:rPr>
              <a:t>follow the order of your research question(s), group related findings, separate distinct measures. Remember to introduce each result, analysis or figure for the reader!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2200" b="1" dirty="0">
                <a:solidFill>
                  <a:schemeClr val="tx1"/>
                </a:solidFill>
              </a:rPr>
              <a:t>Discuss key patterns / trends</a:t>
            </a:r>
            <a:r>
              <a:rPr lang="en-GB" sz="2200" dirty="0">
                <a:solidFill>
                  <a:schemeClr val="tx1"/>
                </a:solidFill>
              </a:rPr>
              <a:t>: make it clear / easy for readers to see the main results.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08798-8E5E-71E4-8F69-C0ED7333D07B}"/>
              </a:ext>
            </a:extLst>
          </p:cNvPr>
          <p:cNvSpPr txBox="1"/>
          <p:nvPr/>
        </p:nvSpPr>
        <p:spPr>
          <a:xfrm>
            <a:off x="1177633" y="5058565"/>
            <a:ext cx="6106035" cy="150502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1800" dirty="0"/>
              <a:t>IPR Formative requirements: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Descriptive data only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1800" dirty="0"/>
              <a:t>Figure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dirty="0"/>
              <a:t>And a table (optional) of the same results in the Figure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1800" dirty="0"/>
              <a:t>Comment on results (a broad interpretation)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45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70510A-598C-E9F8-9C32-7A108C2B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7795F8-ED0A-4B98-82F9-72AD8878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11283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</a:rPr>
              <a:t>Writing the Results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8FFA7-2DB4-8ED8-045C-96074F32C1BC}"/>
              </a:ext>
            </a:extLst>
          </p:cNvPr>
          <p:cNvSpPr txBox="1"/>
          <p:nvPr/>
        </p:nvSpPr>
        <p:spPr>
          <a:xfrm>
            <a:off x="378372" y="880320"/>
            <a:ext cx="8285014" cy="53860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1900" b="1" dirty="0">
                <a:solidFill>
                  <a:schemeClr val="tx1"/>
                </a:solidFill>
              </a:rPr>
              <a:t>Best Practice Tips:</a:t>
            </a:r>
            <a:endParaRPr lang="en-GB" sz="19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dirty="0">
                <a:solidFill>
                  <a:schemeClr val="tx1"/>
                </a:solidFill>
              </a:rPr>
              <a:t>Remind reader of RQ, variables – how were data processed (e.g. average?)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Use sub-headings: </a:t>
            </a:r>
            <a:r>
              <a:rPr lang="en-GB" sz="1900" dirty="0">
                <a:solidFill>
                  <a:schemeClr val="tx1"/>
                </a:solidFill>
              </a:rPr>
              <a:t>break down results by hypothesis, RQ or measures. </a:t>
            </a:r>
            <a:endParaRPr lang="en-GB" sz="1900" b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Report statistics correctly: </a:t>
            </a:r>
            <a:r>
              <a:rPr lang="en-GB" sz="1900" dirty="0">
                <a:solidFill>
                  <a:schemeClr val="tx1"/>
                </a:solidFill>
              </a:rPr>
              <a:t>include precise values and double-check numbers, variables, outputs etc. for accuracy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Keep it concise and simple: </a:t>
            </a:r>
            <a:r>
              <a:rPr lang="en-GB" sz="1900" dirty="0">
                <a:solidFill>
                  <a:schemeClr val="tx1"/>
                </a:solidFill>
              </a:rPr>
              <a:t>focus on analysis relevant to your RQ, don’t overcomplicate or analyse the data in multiple ways</a:t>
            </a:r>
            <a:endParaRPr lang="en-GB" sz="1900" b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Use visuals</a:t>
            </a:r>
            <a:r>
              <a:rPr lang="en-GB" sz="1900" dirty="0">
                <a:solidFill>
                  <a:schemeClr val="tx1"/>
                </a:solidFill>
              </a:rPr>
              <a:t>: figures or tables for clarity / conciseness. Must be clearly labelled and referred to. Typically: we don’t repeat info in text and visually (but for the IPR formative you can)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Follow APA formatting</a:t>
            </a:r>
            <a:r>
              <a:rPr lang="en-GB" sz="1900" dirty="0">
                <a:solidFill>
                  <a:schemeClr val="tx1"/>
                </a:solidFill>
              </a:rPr>
              <a:t>: ensure correct formatting</a:t>
            </a:r>
            <a:endParaRPr lang="en-GB" sz="1900" b="1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Be transparent</a:t>
            </a:r>
            <a:r>
              <a:rPr lang="en-GB" sz="1900" dirty="0">
                <a:solidFill>
                  <a:schemeClr val="tx1"/>
                </a:solidFill>
              </a:rPr>
              <a:t>: use </a:t>
            </a:r>
            <a:r>
              <a:rPr lang="en-GB" sz="1900" i="1" dirty="0">
                <a:solidFill>
                  <a:schemeClr val="tx1"/>
                </a:solidFill>
              </a:rPr>
              <a:t>appropriate</a:t>
            </a:r>
            <a:r>
              <a:rPr lang="en-GB" sz="1900" dirty="0">
                <a:solidFill>
                  <a:schemeClr val="tx1"/>
                </a:solidFill>
              </a:rPr>
              <a:t> descriptives and figures for your data. Give enough detail for someone to replicate e.g. tests used. Report all relevant results (including non-significant results), and all measures in your Methods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GB" sz="1900" b="1" dirty="0">
                <a:solidFill>
                  <a:schemeClr val="tx1"/>
                </a:solidFill>
              </a:rPr>
              <a:t>Be consistent</a:t>
            </a:r>
            <a:r>
              <a:rPr lang="en-GB" sz="1900" dirty="0">
                <a:solidFill>
                  <a:schemeClr val="tx1"/>
                </a:solidFill>
              </a:rPr>
              <a:t>: use same terms for measures throughout (or same formatting, style, units etc.)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641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80E6-2EF6-A2F8-C8C7-7AD2FCE9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5C2FCB7-F3B2-99AF-CBCF-47F880C6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5. in-text citations (references)</a:t>
            </a:r>
          </a:p>
          <a:p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B8671465-C246-5DA0-C962-EBAF31C7D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4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BF6758-88DE-32C2-E295-4F57D875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14242F1-42DB-4560-770B-4B2E0C94F060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In-text citations (referencing)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D4BF7-241F-B244-B230-CB6E3E2B59C2}"/>
              </a:ext>
            </a:extLst>
          </p:cNvPr>
          <p:cNvSpPr txBox="1"/>
          <p:nvPr/>
        </p:nvSpPr>
        <p:spPr>
          <a:xfrm>
            <a:off x="256032" y="1119849"/>
            <a:ext cx="88879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b="1" dirty="0"/>
              <a:t>Goal</a:t>
            </a:r>
            <a:r>
              <a:rPr lang="en-GB" sz="2200" dirty="0"/>
              <a:t>: Acknowledge sources that you have consulted and used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2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Citations: in the text (names and dates only, short-hand refs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References: listed in full, title of the paper, journal, date, page num. etc. not called a bibliography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	(These should match!)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2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Evidence all claims / points (e.g. findings you’re discussing in the literature)  (e.g. Introduction, Discussion)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Cite / acknowledge those who made the materials you’re using (e.g. Method)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APA style guide: </a:t>
            </a:r>
            <a:r>
              <a:rPr lang="en-GB" sz="2400" dirty="0">
                <a:hlinkClick r:id="rId4"/>
              </a:rPr>
              <a:t>In-text citations</a:t>
            </a:r>
            <a:endParaRPr lang="en-GB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5E374-C8D4-DE45-6A3D-81357C099494}"/>
              </a:ext>
            </a:extLst>
          </p:cNvPr>
          <p:cNvSpPr txBox="1"/>
          <p:nvPr/>
        </p:nvSpPr>
        <p:spPr>
          <a:xfrm>
            <a:off x="4594749" y="2621437"/>
            <a:ext cx="1595917" cy="5909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1800" dirty="0"/>
              <a:t>IPR Formative = Citations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012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88D2B0-99AF-DE51-7211-2CF5C0AF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AA1B17-213F-4019-102F-E0726F4C069C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What can I cite?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F31D4-0EE3-F742-5DED-01AFC954A9B8}"/>
              </a:ext>
            </a:extLst>
          </p:cNvPr>
          <p:cNvSpPr txBox="1"/>
          <p:nvPr/>
        </p:nvSpPr>
        <p:spPr>
          <a:xfrm>
            <a:off x="617667" y="1119849"/>
            <a:ext cx="834113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You should only cite empirical research (primary sources, published journal articles)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While some of these may be useful for background reading/understanding: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200" dirty="0"/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Don’t cite: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Review articles – use sparingly/avoid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Wikipedia or other general ‘psychology’ websites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Textbooks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Blogs/posts/videos etc.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Secondary papers you’ve not read (e.g. if one paper cites another)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Do NOT use older versions of APA – use the APA 7</a:t>
            </a:r>
            <a:r>
              <a:rPr lang="en-GB" sz="2200" baseline="30000" dirty="0"/>
              <a:t>th</a:t>
            </a:r>
            <a:r>
              <a:rPr lang="en-GB" sz="2200" dirty="0"/>
              <a:t> version. Otherwise, things like referencing / formatting will be outdated and incorrect (link in template document)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258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60" y="1192191"/>
            <a:ext cx="8152480" cy="510443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Citations can go in parentheses 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Surname(s) and date only, use “&amp;” if it’s in brackets:</a:t>
            </a:r>
          </a:p>
          <a:p>
            <a:pPr marL="0" indent="0" algn="ctr">
              <a:buNone/>
            </a:pPr>
            <a:r>
              <a:rPr lang="en-GB" sz="2200" i="1" dirty="0">
                <a:solidFill>
                  <a:srgbClr val="1477B4"/>
                </a:solidFill>
              </a:rPr>
              <a:t>“Studies have found that statistics anxiety decreased after attending IPR lectures (Walker &amp; Jones, 2020)”</a:t>
            </a:r>
          </a:p>
          <a:p>
            <a:pPr marL="0" indent="0">
              <a:buNone/>
            </a:pPr>
            <a:r>
              <a:rPr lang="en-GB" sz="2200" b="1" i="1" dirty="0">
                <a:solidFill>
                  <a:schemeClr val="tx1"/>
                </a:solidFill>
              </a:rPr>
              <a:t>or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Include as part of a sentence (out of parentheses) use “and” not “&amp;”</a:t>
            </a:r>
          </a:p>
          <a:p>
            <a:pPr marL="0" indent="0" algn="ctr">
              <a:buNone/>
            </a:pPr>
            <a:r>
              <a:rPr lang="en-GB" sz="2200" i="1" dirty="0">
                <a:solidFill>
                  <a:srgbClr val="1477B4"/>
                </a:solidFill>
              </a:rPr>
              <a:t>“Walker and Jones (2020) showed that …”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One author: Smith, 2025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Two author: Walker &amp; Jones, 2020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Three or more authors: Frost et al., 2013   - </a:t>
            </a:r>
            <a:r>
              <a:rPr lang="en-GB" sz="2200" i="1" dirty="0">
                <a:solidFill>
                  <a:srgbClr val="FF0000"/>
                </a:solidFill>
              </a:rPr>
              <a:t>notice the punctuation!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Discussing a study in detail: you don’t need to write the citation after each sentence! So long as it’s mentioned once, nearby etc.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6E088F-BCA8-EB47-87A0-84898B441EB8}"/>
              </a:ext>
            </a:extLst>
          </p:cNvPr>
          <p:cNvSpPr txBox="1">
            <a:spLocks/>
          </p:cNvSpPr>
          <p:nvPr/>
        </p:nvSpPr>
        <p:spPr>
          <a:xfrm>
            <a:off x="424180" y="177632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In-text citations (referencing)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60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129"/>
    </mc:Choice>
    <mc:Fallback xmlns="">
      <p:transition spd="slow" advTm="1611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5732E4-C928-E50C-4ADE-6CF460C2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704F03-A2D5-5334-4F69-BDE30A7AB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60" y="1192191"/>
            <a:ext cx="8152480" cy="510443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Citing multiple research at once – i.e., multiple citations in parentheses</a:t>
            </a:r>
          </a:p>
          <a:p>
            <a:pPr marL="0" indent="0">
              <a:buNone/>
            </a:pPr>
            <a:endParaRPr lang="en-GB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Order them alphabetically by first author’s surname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Separate citations with semicolons</a:t>
            </a:r>
          </a:p>
          <a:p>
            <a:pPr marL="0" indent="0" algn="ctr">
              <a:buNone/>
            </a:pPr>
            <a:r>
              <a:rPr lang="en-GB" sz="2200" i="1" dirty="0">
                <a:solidFill>
                  <a:srgbClr val="0070C0"/>
                </a:solidFill>
              </a:rPr>
              <a:t>e.g., Brown, 2019; Jones, 2018; Smith, 2020</a:t>
            </a:r>
          </a:p>
          <a:p>
            <a:pPr marL="0" indent="0">
              <a:buNone/>
            </a:pPr>
            <a:endParaRPr lang="en-GB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If two or more papers have the exact same author(s) and year, add lowercase letters after the year</a:t>
            </a:r>
          </a:p>
          <a:p>
            <a:pPr marL="0" indent="0" algn="ctr">
              <a:buNone/>
            </a:pPr>
            <a:r>
              <a:rPr lang="en-GB" sz="2200" dirty="0">
                <a:solidFill>
                  <a:srgbClr val="0070C0"/>
                </a:solidFill>
              </a:rPr>
              <a:t>e.g.., Smith, 2020a; Smith, 2020b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1210CB-5042-2BE8-5F0C-8446A02366C4}"/>
              </a:ext>
            </a:extLst>
          </p:cNvPr>
          <p:cNvSpPr txBox="1">
            <a:spLocks/>
          </p:cNvSpPr>
          <p:nvPr/>
        </p:nvSpPr>
        <p:spPr>
          <a:xfrm>
            <a:off x="424180" y="177632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In-text citations (referencing)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129"/>
    </mc:Choice>
    <mc:Fallback xmlns="">
      <p:transition spd="slow" advTm="1611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1AA2-0412-4405-8903-AE9708A5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E01E6D0-38C9-AAEA-991A-F49AD5E97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6. General advice/tips and FAQs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F517A275-CE2E-AFEE-460C-AE55BAC14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F74E39-838F-C80E-6F30-82A64D4B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5ADA02-C595-8B98-B5CB-575B38F4B57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General Advice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D9839-7081-0FD3-3D9E-CD580E10C80D}"/>
              </a:ext>
            </a:extLst>
          </p:cNvPr>
          <p:cNvSpPr txBox="1"/>
          <p:nvPr/>
        </p:nvSpPr>
        <p:spPr>
          <a:xfrm>
            <a:off x="256032" y="969378"/>
            <a:ext cx="8887968" cy="547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The goal of a lab report/paper/research article</a:t>
            </a:r>
            <a:r>
              <a:rPr lang="en-GB" sz="2200" dirty="0"/>
              <a:t>: to communicate your ideas effectively (and in the real world - so it could be replicated)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Keep it simple and clear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Avoid overly complicated language – an ‘easy-read’ for the reader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Write logically and sequentially – ensure each part flows naturally to the next. Transitions between ideas should be smooth </a:t>
            </a:r>
          </a:p>
          <a:p>
            <a:pPr marL="457200" lvl="2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(e.g. don’t talk about findings before you’ve explained a method)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Writing style: past tense</a:t>
            </a:r>
            <a:r>
              <a:rPr lang="en-GB" sz="2200" dirty="0"/>
              <a:t>, </a:t>
            </a:r>
            <a:r>
              <a:rPr lang="en-GB" sz="2200" b="1" dirty="0"/>
              <a:t>active</a:t>
            </a:r>
            <a:r>
              <a:rPr lang="en-GB" sz="2200" dirty="0"/>
              <a:t> voice (increasingly preferred) e.g. we collected the data online or </a:t>
            </a:r>
            <a:r>
              <a:rPr lang="en-GB" sz="2200" b="1" dirty="0"/>
              <a:t>passive</a:t>
            </a:r>
            <a:r>
              <a:rPr lang="en-GB" sz="2200" dirty="0"/>
              <a:t> (the experiment was conducted online). </a:t>
            </a:r>
          </a:p>
          <a:p>
            <a:pPr marL="0" lvl="1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Use sub-headings? Where appropriate e.g.,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Method section = Yes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Results = Yes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Introduction = No or only if it adds something / helps clarity and used correctly (writing should flow/link as if they weren’t there!)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Since your formative introduction is mini: sub-headings are not needed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25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7872E9-DA78-BD90-3957-CFEEA731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4100E7-8A40-39F3-E260-B8673EE96B1F}"/>
              </a:ext>
            </a:extLst>
          </p:cNvPr>
          <p:cNvSpPr txBox="1">
            <a:spLocks/>
          </p:cNvSpPr>
          <p:nvPr/>
        </p:nvSpPr>
        <p:spPr>
          <a:xfrm>
            <a:off x="401431" y="137875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Writing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4627F-9808-3DF2-A188-5CD01FB6E214}"/>
              </a:ext>
            </a:extLst>
          </p:cNvPr>
          <p:cNvSpPr txBox="1"/>
          <p:nvPr/>
        </p:nvSpPr>
        <p:spPr>
          <a:xfrm>
            <a:off x="129936" y="808189"/>
            <a:ext cx="4246991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Write for your reader 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Goal: understanding rather than overly convoluted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Use short, familiar words over long, formal ones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Use academic terms and technical terms but if you mention it, briefly define it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Avoid unnecessary jargon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Use SHORT sentences. Keep sentences short and active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Avoid long/too few paragraphs (one main idea per paragraph)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Read aloud / ask someone to read it (simplify it if it sounds unnatural or difficult)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GB" sz="2100" dirty="0"/>
              <a:t>Aim for clarity, not impressiveness</a:t>
            </a:r>
          </a:p>
        </p:txBody>
      </p:sp>
      <p:pic>
        <p:nvPicPr>
          <p:cNvPr id="3" name="Picture 2" descr="Buzz Lightyear : r/IncreasinglyVerbose">
            <a:extLst>
              <a:ext uri="{FF2B5EF4-FFF2-40B4-BE49-F238E27FC236}">
                <a16:creationId xmlns:a16="http://schemas.microsoft.com/office/drawing/2014/main" id="{E64B8D83-9DBB-50B1-2FAC-C0CE315E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819" y="1082815"/>
            <a:ext cx="4354797" cy="406220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762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13CED2-9B50-13F2-E835-FF900BA6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67D5CE-C083-EAB9-1E72-E72A9DA041DD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Complicated vs Clear language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A65B8F-6C26-651D-872E-11C76F723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429067"/>
              </p:ext>
            </p:extLst>
          </p:nvPr>
        </p:nvGraphicFramePr>
        <p:xfrm>
          <a:off x="1280160" y="1556667"/>
          <a:ext cx="6998208" cy="4591427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3499104">
                  <a:extLst>
                    <a:ext uri="{9D8B030D-6E8A-4147-A177-3AD203B41FA5}">
                      <a16:colId xmlns:a16="http://schemas.microsoft.com/office/drawing/2014/main" val="3874250522"/>
                    </a:ext>
                  </a:extLst>
                </a:gridCol>
                <a:gridCol w="3499104">
                  <a:extLst>
                    <a:ext uri="{9D8B030D-6E8A-4147-A177-3AD203B41FA5}">
                      <a16:colId xmlns:a16="http://schemas.microsoft.com/office/drawing/2014/main" val="3482984125"/>
                    </a:ext>
                  </a:extLst>
                </a:gridCol>
              </a:tblGrid>
              <a:tr h="930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Rubber Hand Illusion constitutes a paradigmatic exemplar of visuotactile integration anomalies within corporeal self-representation.</a:t>
                      </a:r>
                    </a:p>
                  </a:txBody>
                  <a:tcPr marL="70574" marR="70574" marT="35287" marB="35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Rubber Hand Illusion is a well-known example of how the brain integrates visual and tactile information to create a sense of body ownership.</a:t>
                      </a:r>
                    </a:p>
                  </a:txBody>
                  <a:tcPr marL="70574" marR="70574" marT="35287" marB="35287" anchor="ctr"/>
                </a:tc>
                <a:extLst>
                  <a:ext uri="{0D108BD9-81ED-4DB2-BD59-A6C34878D82A}">
                    <a16:rowId xmlns:a16="http://schemas.microsoft.com/office/drawing/2014/main" val="1790826172"/>
                  </a:ext>
                </a:extLst>
              </a:tr>
              <a:tr h="930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experimental manipulation engendered a perceptual recalibration of corporeal ownership, underscoring the malleability of embodied selfhood.</a:t>
                      </a:r>
                    </a:p>
                  </a:txBody>
                  <a:tcPr marL="70574" marR="70574" marT="35287" marB="35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procedure altered participants’ sense of hand ownership, highlighting the flexibility of body perception.</a:t>
                      </a:r>
                    </a:p>
                  </a:txBody>
                  <a:tcPr marL="70574" marR="70574" marT="35287" marB="35287" anchor="ctr"/>
                </a:tc>
                <a:extLst>
                  <a:ext uri="{0D108BD9-81ED-4DB2-BD59-A6C34878D82A}">
                    <a16:rowId xmlns:a16="http://schemas.microsoft.com/office/drawing/2014/main" val="1831497915"/>
                  </a:ext>
                </a:extLst>
              </a:tr>
              <a:tr h="930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This phenomenon elucidates the susceptibility of multisensory integration processes to exogenous perturbations, thereby challenging the invariance of bodily selfhood.</a:t>
                      </a:r>
                    </a:p>
                  </a:txBody>
                  <a:tcPr marL="70574" marR="70574" marT="35287" marB="35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illusion demonstrates that multisensory integration can be influenced by external factors, questioning the stability of body ownership.</a:t>
                      </a:r>
                    </a:p>
                  </a:txBody>
                  <a:tcPr marL="70574" marR="70574" marT="35287" marB="35287" anchor="ctr"/>
                </a:tc>
                <a:extLst>
                  <a:ext uri="{0D108BD9-81ED-4DB2-BD59-A6C34878D82A}">
                    <a16:rowId xmlns:a16="http://schemas.microsoft.com/office/drawing/2014/main" val="2756356808"/>
                  </a:ext>
                </a:extLst>
              </a:tr>
              <a:tr h="1209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Empirical findings accentuate the salience of temporal congruency in visuotactile input as a determinant of illusory embodiment.</a:t>
                      </a:r>
                    </a:p>
                  </a:txBody>
                  <a:tcPr marL="70574" marR="70574" marT="35287" marB="35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The results show that the sensory timing between visual and tactile signals is crucial for creating the illusion of ownership.</a:t>
                      </a:r>
                    </a:p>
                  </a:txBody>
                  <a:tcPr marL="70574" marR="70574" marT="35287" marB="35287" anchor="ctr"/>
                </a:tc>
                <a:extLst>
                  <a:ext uri="{0D108BD9-81ED-4DB2-BD59-A6C34878D82A}">
                    <a16:rowId xmlns:a16="http://schemas.microsoft.com/office/drawing/2014/main" val="20845621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EA1677-C1C3-86BF-F2BD-09E2D3A7D0D8}"/>
              </a:ext>
            </a:extLst>
          </p:cNvPr>
          <p:cNvSpPr txBox="1"/>
          <p:nvPr/>
        </p:nvSpPr>
        <p:spPr>
          <a:xfrm>
            <a:off x="1948180" y="1084342"/>
            <a:ext cx="1563116" cy="29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1477B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1" dirty="0">
                <a:solidFill>
                  <a:sysClr val="windowText" lastClr="000000"/>
                </a:solidFill>
              </a:rPr>
              <a:t>Complicated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69CC8-0525-1F2C-4891-E79ED2DD51ED}"/>
              </a:ext>
            </a:extLst>
          </p:cNvPr>
          <p:cNvSpPr txBox="1"/>
          <p:nvPr/>
        </p:nvSpPr>
        <p:spPr>
          <a:xfrm>
            <a:off x="5441188" y="1084342"/>
            <a:ext cx="1563116" cy="29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1477B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1" dirty="0">
                <a:solidFill>
                  <a:sysClr val="windowText" lastClr="000000"/>
                </a:solidFill>
              </a:rPr>
              <a:t>Clear &amp; Concise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79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465D8-435E-84A5-3554-226F9DF7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30B458-B5A3-9E4C-38B0-D463600DF165}"/>
              </a:ext>
            </a:extLst>
          </p:cNvPr>
          <p:cNvSpPr txBox="1">
            <a:spLocks/>
          </p:cNvSpPr>
          <p:nvPr/>
        </p:nvSpPr>
        <p:spPr>
          <a:xfrm>
            <a:off x="3731078" y="634947"/>
            <a:ext cx="4931229" cy="767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Think about the reader</a:t>
            </a:r>
          </a:p>
        </p:txBody>
      </p:sp>
      <p:pic>
        <p:nvPicPr>
          <p:cNvPr id="6" name="Picture 5" descr="A person holding a piece of paper&#10;&#10;AI-generated content may be incorrect.">
            <a:extLst>
              <a:ext uri="{FF2B5EF4-FFF2-40B4-BE49-F238E27FC236}">
                <a16:creationId xmlns:a16="http://schemas.microsoft.com/office/drawing/2014/main" id="{D74AEBA5-F57B-7826-157F-1B2C7BA43E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15" r="35615" b="-2"/>
          <a:stretch>
            <a:fillRect/>
          </a:stretch>
        </p:blipFill>
        <p:spPr>
          <a:xfrm>
            <a:off x="475499" y="640081"/>
            <a:ext cx="3000986" cy="53144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279C74-8DC6-7A72-5A75-14201BFB633A}"/>
              </a:ext>
            </a:extLst>
          </p:cNvPr>
          <p:cNvSpPr txBox="1"/>
          <p:nvPr/>
        </p:nvSpPr>
        <p:spPr>
          <a:xfrm>
            <a:off x="3603780" y="1642951"/>
            <a:ext cx="5412924" cy="4724607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/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Intended audience / readership is important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Assume readers have some basic background knowledge and interest in psychology </a:t>
            </a:r>
          </a:p>
          <a:p>
            <a:pPr marL="457200" lvl="2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100" dirty="0">
                <a:solidFill>
                  <a:srgbClr val="1477B4"/>
                </a:solidFill>
              </a:rPr>
              <a:t>e.g., know what an ‘experiment’ is, “reaction time” or what ‘anxiety’ means (don’t define)</a:t>
            </a:r>
          </a:p>
          <a:p>
            <a:pPr marL="342900" lvl="1" indent="-34290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assume they aren’t familiar with topic-specific knowledge.</a:t>
            </a:r>
          </a:p>
          <a:p>
            <a:pPr marL="457200" lvl="2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100" dirty="0">
                <a:solidFill>
                  <a:srgbClr val="1477B4"/>
                </a:solidFill>
              </a:rPr>
              <a:t>e.g., don’t know the RHI, nuances of embodiment or of specific measures (define)</a:t>
            </a:r>
          </a:p>
          <a:p>
            <a:pPr marL="285750" lvl="1" indent="-285750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 how a topic is quantified or explored in your specific study</a:t>
            </a:r>
          </a:p>
          <a:p>
            <a:pPr marL="457200" lvl="2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100" dirty="0">
                <a:solidFill>
                  <a:srgbClr val="1477B4"/>
                </a:solidFill>
              </a:rPr>
              <a:t>e.g., how you’re measuring perception (define)</a:t>
            </a:r>
            <a:endParaRPr lang="en-US" sz="2100" dirty="0">
              <a:solidFill>
                <a:srgbClr val="1477B4"/>
              </a:solidFill>
              <a:highlight>
                <a:srgbClr val="FFFF00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83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A3D359-CE2D-79AC-A2FF-22769686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643849-D002-05F2-7D1A-27824F9E413C}"/>
              </a:ext>
            </a:extLst>
          </p:cNvPr>
          <p:cNvSpPr txBox="1">
            <a:spLocks/>
          </p:cNvSpPr>
          <p:nvPr/>
        </p:nvSpPr>
        <p:spPr>
          <a:xfrm>
            <a:off x="424180" y="189207"/>
            <a:ext cx="8341138" cy="716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FAQS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374BF-10D9-7D69-C5D2-C76666F9C627}"/>
              </a:ext>
            </a:extLst>
          </p:cNvPr>
          <p:cNvSpPr txBox="1"/>
          <p:nvPr/>
        </p:nvSpPr>
        <p:spPr>
          <a:xfrm>
            <a:off x="338430" y="1049244"/>
            <a:ext cx="8006917" cy="557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>
                <a:solidFill>
                  <a:srgbClr val="1477B4"/>
                </a:solidFill>
              </a:rPr>
              <a:t>How much detail is “enough” for a study? 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200" dirty="0"/>
              <a:t>There isn’t a wrong/right amount. You can’t cover it all, you need ‘enough’ to provide relevant context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2200" dirty="0"/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>
                <a:solidFill>
                  <a:srgbClr val="0070C0"/>
                </a:solidFill>
              </a:rPr>
              <a:t>How long should each section be e.g., Methods?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/>
              <a:t>Depends on assessment, I provided approx. word counts for each section. Real-world: journals tend to have own limits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200" dirty="0"/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>
                <a:solidFill>
                  <a:srgbClr val="1477B4"/>
                </a:solidFill>
              </a:rPr>
              <a:t>Should we cite the questionnaires we used for the RHI? 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200" dirty="0"/>
              <a:t>Yes. You they based on </a:t>
            </a:r>
            <a:r>
              <a:rPr lang="en-US" sz="2200" dirty="0" err="1"/>
              <a:t>Botvinick</a:t>
            </a:r>
            <a:r>
              <a:rPr lang="en-US" sz="2200" dirty="0"/>
              <a:t> &amp; Cohen so cite them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GB" sz="2200" dirty="0"/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2200" dirty="0">
                <a:solidFill>
                  <a:srgbClr val="1477B4"/>
                </a:solidFill>
              </a:rPr>
              <a:t>How many studies / how much literature should I cite? 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200" dirty="0"/>
              <a:t>There isn’t a wrong/right amount! 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2200" dirty="0"/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200" dirty="0"/>
              <a:t>There’s more on the </a:t>
            </a:r>
            <a:r>
              <a:rPr lang="en-US" sz="2200" b="1" dirty="0"/>
              <a:t>FAQs document </a:t>
            </a:r>
            <a:r>
              <a:rPr lang="en-US" sz="2200" dirty="0"/>
              <a:t>please read this and regularly read/check the discussion board</a:t>
            </a:r>
            <a:endParaRPr lang="en-GB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43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44CE1-0A07-7E9C-9185-E4F5E938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BA554B-86A0-8C9B-8E5E-9EE32FB2134C}"/>
              </a:ext>
            </a:extLst>
          </p:cNvPr>
          <p:cNvSpPr txBox="1">
            <a:spLocks/>
          </p:cNvSpPr>
          <p:nvPr/>
        </p:nvSpPr>
        <p:spPr>
          <a:xfrm>
            <a:off x="3731078" y="634947"/>
            <a:ext cx="4931229" cy="862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8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Online our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BA8494-3E07-5EDB-5F6D-B1621E792816}"/>
              </a:ext>
            </a:extLst>
          </p:cNvPr>
          <p:cNvSpPr txBox="1"/>
          <p:nvPr/>
        </p:nvSpPr>
        <p:spPr>
          <a:xfrm>
            <a:off x="3731076" y="2019704"/>
            <a:ext cx="5267150" cy="329906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/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Nothing this week </a:t>
            </a:r>
            <a:r>
              <a:rPr lang="en-US" sz="2400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</a:t>
            </a: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Prepare and continue with your formatives</a:t>
            </a: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Or</a:t>
            </a: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ysClr val="windowText" lastClr="000000"/>
                </a:solidFill>
              </a:rPr>
              <a:t>Time for catch up on previous weeks</a:t>
            </a:r>
          </a:p>
          <a:p>
            <a:pPr marL="0" lvl="1" algn="ctr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ysClr val="windowText" lastClr="000000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  <a:p>
            <a:pPr marL="0" lvl="1" defTabSz="914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7775C-CAE6-1161-0FB1-49DA09C41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29" y="1284781"/>
            <a:ext cx="3391373" cy="44011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95471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7.7|5.8|35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11.8|12|9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6.9|34|18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6.9|34|18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6.9|34|18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6.9|34|18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14.2|15.4|6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14.2|15.4|6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7202</TotalTime>
  <Words>4654</Words>
  <Application>Microsoft Office PowerPoint</Application>
  <PresentationFormat>On-screen Show (4:3)</PresentationFormat>
  <Paragraphs>486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Calibri Light</vt:lpstr>
      <vt:lpstr>Century Gothic</vt:lpstr>
      <vt:lpstr>Courier New</vt:lpstr>
      <vt:lpstr>Gill Sans MT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2025-11-19T18:38:54Z</dcterms:modified>
</cp:coreProperties>
</file>