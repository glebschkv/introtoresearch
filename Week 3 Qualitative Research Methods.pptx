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9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10.xml" ContentType="application/vnd.openxmlformats-officedocument.presentationml.tags+xml"/>
  <Override PartName="/ppt/notesSlides/notesSlide29.xml" ContentType="application/vnd.openxmlformats-officedocument.presentationml.notesSlide+xml"/>
  <Override PartName="/ppt/tags/tag11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38"/>
  </p:notesMasterIdLst>
  <p:sldIdLst>
    <p:sldId id="256" r:id="rId2"/>
    <p:sldId id="335" r:id="rId3"/>
    <p:sldId id="291" r:id="rId4"/>
    <p:sldId id="288" r:id="rId5"/>
    <p:sldId id="305" r:id="rId6"/>
    <p:sldId id="372" r:id="rId7"/>
    <p:sldId id="312" r:id="rId8"/>
    <p:sldId id="353" r:id="rId9"/>
    <p:sldId id="328" r:id="rId10"/>
    <p:sldId id="304" r:id="rId11"/>
    <p:sldId id="337" r:id="rId12"/>
    <p:sldId id="391" r:id="rId13"/>
    <p:sldId id="361" r:id="rId14"/>
    <p:sldId id="362" r:id="rId15"/>
    <p:sldId id="363" r:id="rId16"/>
    <p:sldId id="364" r:id="rId17"/>
    <p:sldId id="370" r:id="rId18"/>
    <p:sldId id="365" r:id="rId19"/>
    <p:sldId id="393" r:id="rId20"/>
    <p:sldId id="374" r:id="rId21"/>
    <p:sldId id="366" r:id="rId22"/>
    <p:sldId id="375" r:id="rId23"/>
    <p:sldId id="368" r:id="rId24"/>
    <p:sldId id="376" r:id="rId25"/>
    <p:sldId id="369" r:id="rId26"/>
    <p:sldId id="392" r:id="rId27"/>
    <p:sldId id="371" r:id="rId28"/>
    <p:sldId id="373" r:id="rId29"/>
    <p:sldId id="394" r:id="rId30"/>
    <p:sldId id="395" r:id="rId31"/>
    <p:sldId id="396" r:id="rId32"/>
    <p:sldId id="355" r:id="rId33"/>
    <p:sldId id="360" r:id="rId34"/>
    <p:sldId id="358" r:id="rId35"/>
    <p:sldId id="359" r:id="rId36"/>
    <p:sldId id="357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7B4"/>
    <a:srgbClr val="CCFFFF"/>
    <a:srgbClr val="B0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2404ED-07BB-4ED4-AAEE-6D359AEA3EE4}" v="2661" dt="2025-10-22T15:40:47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67320" autoAdjust="0"/>
  </p:normalViewPr>
  <p:slideViewPr>
    <p:cSldViewPr snapToGrid="0">
      <p:cViewPr varScale="1">
        <p:scale>
          <a:sx n="44" d="100"/>
          <a:sy n="44" d="100"/>
        </p:scale>
        <p:origin x="135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WE, HAYLEY L." userId="5cada80b-0f7b-49a5-96b2-656b100ca6c6" providerId="ADAL" clId="{60BB6F84-8CFF-41EF-BEAC-EA15038B9E72}"/>
    <pc:docChg chg="undo custSel addSld delSld modSld sldOrd">
      <pc:chgData name="DEWE, HAYLEY L." userId="5cada80b-0f7b-49a5-96b2-656b100ca6c6" providerId="ADAL" clId="{60BB6F84-8CFF-41EF-BEAC-EA15038B9E72}" dt="2023-10-01T16:21:33.148" v="605"/>
      <pc:docMkLst>
        <pc:docMk/>
      </pc:docMkLst>
      <pc:sldChg chg="addSp delSp modSp mod ord modTransition delAnim modAnim">
        <pc:chgData name="DEWE, HAYLEY L." userId="5cada80b-0f7b-49a5-96b2-656b100ca6c6" providerId="ADAL" clId="{60BB6F84-8CFF-41EF-BEAC-EA15038B9E72}" dt="2023-10-01T14:55:34.081" v="185"/>
        <pc:sldMkLst>
          <pc:docMk/>
          <pc:sldMk cId="621895312" sldId="256"/>
        </pc:sldMkLst>
      </pc:sldChg>
      <pc:sldChg chg="addSp delSp modSp add mod modTransition delAnim modAnim">
        <pc:chgData name="DEWE, HAYLEY L." userId="5cada80b-0f7b-49a5-96b2-656b100ca6c6" providerId="ADAL" clId="{60BB6F84-8CFF-41EF-BEAC-EA15038B9E72}" dt="2023-10-01T14:54:51.771" v="183"/>
        <pc:sldMkLst>
          <pc:docMk/>
          <pc:sldMk cId="969240660" sldId="259"/>
        </pc:sldMkLst>
      </pc:sldChg>
      <pc:sldChg chg="add del">
        <pc:chgData name="DEWE, HAYLEY L." userId="5cada80b-0f7b-49a5-96b2-656b100ca6c6" providerId="ADAL" clId="{60BB6F84-8CFF-41EF-BEAC-EA15038B9E72}" dt="2023-10-01T14:45:05.469" v="111" actId="47"/>
        <pc:sldMkLst>
          <pc:docMk/>
          <pc:sldMk cId="275857771" sldId="260"/>
        </pc:sldMkLst>
      </pc:sldChg>
      <pc:sldChg chg="addSp delSp modSp mod ord modTransition delAnim modAnim">
        <pc:chgData name="DEWE, HAYLEY L." userId="5cada80b-0f7b-49a5-96b2-656b100ca6c6" providerId="ADAL" clId="{60BB6F84-8CFF-41EF-BEAC-EA15038B9E72}" dt="2023-10-01T16:21:33.148" v="605"/>
        <pc:sldMkLst>
          <pc:docMk/>
          <pc:sldMk cId="251238370" sldId="283"/>
        </pc:sldMkLst>
      </pc:sldChg>
      <pc:sldChg chg="addSp delSp modSp mod modTransition delAnim modAnim">
        <pc:chgData name="DEWE, HAYLEY L." userId="5cada80b-0f7b-49a5-96b2-656b100ca6c6" providerId="ADAL" clId="{60BB6F84-8CFF-41EF-BEAC-EA15038B9E72}" dt="2023-10-01T16:00:42.407" v="586" actId="14861"/>
        <pc:sldMkLst>
          <pc:docMk/>
          <pc:sldMk cId="2100474229" sldId="284"/>
        </pc:sldMkLst>
      </pc:sldChg>
      <pc:sldChg chg="addSp delSp modSp mod modTransition delAnim modAnim">
        <pc:chgData name="DEWE, HAYLEY L." userId="5cada80b-0f7b-49a5-96b2-656b100ca6c6" providerId="ADAL" clId="{60BB6F84-8CFF-41EF-BEAC-EA15038B9E72}" dt="2023-10-01T15:51:12.518" v="562"/>
        <pc:sldMkLst>
          <pc:docMk/>
          <pc:sldMk cId="3862151110" sldId="286"/>
        </pc:sldMkLst>
      </pc:sldChg>
      <pc:sldChg chg="addSp delSp modSp mod modTransition setBg setFolMasterObjs delAnim modAnim">
        <pc:chgData name="DEWE, HAYLEY L." userId="5cada80b-0f7b-49a5-96b2-656b100ca6c6" providerId="ADAL" clId="{60BB6F84-8CFF-41EF-BEAC-EA15038B9E72}" dt="2023-10-01T15:46:31.927" v="535"/>
        <pc:sldMkLst>
          <pc:docMk/>
          <pc:sldMk cId="783582565" sldId="287"/>
        </pc:sldMkLst>
      </pc:sldChg>
      <pc:sldChg chg="addSp delSp modSp mod modTransition modAnim">
        <pc:chgData name="DEWE, HAYLEY L." userId="5cada80b-0f7b-49a5-96b2-656b100ca6c6" providerId="ADAL" clId="{60BB6F84-8CFF-41EF-BEAC-EA15038B9E72}" dt="2023-10-01T16:03:16.117" v="595"/>
        <pc:sldMkLst>
          <pc:docMk/>
          <pc:sldMk cId="3510830575" sldId="288"/>
        </pc:sldMkLst>
      </pc:sldChg>
      <pc:sldChg chg="addSp delSp modSp mod modTransition modAnim">
        <pc:chgData name="DEWE, HAYLEY L." userId="5cada80b-0f7b-49a5-96b2-656b100ca6c6" providerId="ADAL" clId="{60BB6F84-8CFF-41EF-BEAC-EA15038B9E72}" dt="2023-10-01T15:56:17.311" v="577"/>
        <pc:sldMkLst>
          <pc:docMk/>
          <pc:sldMk cId="1568805849" sldId="289"/>
        </pc:sldMkLst>
      </pc:sldChg>
      <pc:sldChg chg="addSp delSp modSp mod">
        <pc:chgData name="DEWE, HAYLEY L." userId="5cada80b-0f7b-49a5-96b2-656b100ca6c6" providerId="ADAL" clId="{60BB6F84-8CFF-41EF-BEAC-EA15038B9E72}" dt="2023-10-01T14:59:18.015" v="188"/>
        <pc:sldMkLst>
          <pc:docMk/>
          <pc:sldMk cId="1022151281" sldId="290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18:33.953" v="392" actId="20577"/>
        <pc:sldMkLst>
          <pc:docMk/>
          <pc:sldMk cId="3525045034" sldId="291"/>
        </pc:sldMkLst>
      </pc:sldChg>
      <pc:sldChg chg="addSp delSp modSp mod modTransition delAnim">
        <pc:chgData name="DEWE, HAYLEY L." userId="5cada80b-0f7b-49a5-96b2-656b100ca6c6" providerId="ADAL" clId="{60BB6F84-8CFF-41EF-BEAC-EA15038B9E72}" dt="2023-10-01T16:08:01.377" v="602" actId="14100"/>
        <pc:sldMkLst>
          <pc:docMk/>
          <pc:sldMk cId="2508416345" sldId="292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32:02.290" v="447" actId="14861"/>
        <pc:sldMkLst>
          <pc:docMk/>
          <pc:sldMk cId="1615224924" sldId="294"/>
        </pc:sldMkLst>
      </pc:sldChg>
      <pc:sldChg chg="addSp delSp modSp mod modTransition delAnim modAnim modNotesTx">
        <pc:chgData name="DEWE, HAYLEY L." userId="5cada80b-0f7b-49a5-96b2-656b100ca6c6" providerId="ADAL" clId="{60BB6F84-8CFF-41EF-BEAC-EA15038B9E72}" dt="2023-10-01T15:18:58.017" v="397" actId="14100"/>
        <pc:sldMkLst>
          <pc:docMk/>
          <pc:sldMk cId="721491317" sldId="295"/>
        </pc:sldMkLst>
      </pc:sldChg>
      <pc:sldChg chg="addSp delSp modSp mod modTransition delAnim">
        <pc:chgData name="DEWE, HAYLEY L." userId="5cada80b-0f7b-49a5-96b2-656b100ca6c6" providerId="ADAL" clId="{60BB6F84-8CFF-41EF-BEAC-EA15038B9E72}" dt="2023-10-01T16:08:39.501" v="603" actId="478"/>
        <pc:sldMkLst>
          <pc:docMk/>
          <pc:sldMk cId="1244219522" sldId="296"/>
        </pc:sldMkLst>
      </pc:sldChg>
      <pc:sldChg chg="addSp delSp modSp add del mod delAnim">
        <pc:chgData name="DEWE, HAYLEY L." userId="5cada80b-0f7b-49a5-96b2-656b100ca6c6" providerId="ADAL" clId="{60BB6F84-8CFF-41EF-BEAC-EA15038B9E72}" dt="2023-10-01T14:43:48.266" v="96" actId="47"/>
        <pc:sldMkLst>
          <pc:docMk/>
          <pc:sldMk cId="1997369417" sldId="297"/>
        </pc:sldMkLst>
      </pc:sldChg>
    </pc:docChg>
  </pc:docChgLst>
  <pc:docChgLst>
    <pc:chgData name="DEWE, HAYLEY L." userId="5cada80b-0f7b-49a5-96b2-656b100ca6c6" providerId="ADAL" clId="{1B404483-D87B-4349-BF58-C321AE7C9516}"/>
    <pc:docChg chg="undo custSel addSld delSld modSld sldOrd">
      <pc:chgData name="DEWE, HAYLEY L." userId="5cada80b-0f7b-49a5-96b2-656b100ca6c6" providerId="ADAL" clId="{1B404483-D87B-4349-BF58-C321AE7C9516}" dt="2023-10-01T02:22:22.072" v="5728"/>
      <pc:docMkLst>
        <pc:docMk/>
      </pc:docMkLst>
      <pc:sldChg chg="addSp delSp modSp mod ord modTransition">
        <pc:chgData name="DEWE, HAYLEY L." userId="5cada80b-0f7b-49a5-96b2-656b100ca6c6" providerId="ADAL" clId="{1B404483-D87B-4349-BF58-C321AE7C9516}" dt="2023-09-30T23:02:32.687" v="5126" actId="478"/>
        <pc:sldMkLst>
          <pc:docMk/>
          <pc:sldMk cId="621895312" sldId="256"/>
        </pc:sldMkLst>
      </pc:sldChg>
      <pc:sldChg chg="addSp delSp modSp mod ord addAnim delAnim modAnim">
        <pc:chgData name="DEWE, HAYLEY L." userId="5cada80b-0f7b-49a5-96b2-656b100ca6c6" providerId="ADAL" clId="{1B404483-D87B-4349-BF58-C321AE7C9516}" dt="2023-09-30T23:01:21.585" v="5114" actId="478"/>
        <pc:sldMkLst>
          <pc:docMk/>
          <pc:sldMk cId="251238370" sldId="283"/>
        </pc:sldMkLst>
      </pc:sldChg>
      <pc:sldChg chg="addSp delSp modSp mod ord modAnim">
        <pc:chgData name="DEWE, HAYLEY L." userId="5cada80b-0f7b-49a5-96b2-656b100ca6c6" providerId="ADAL" clId="{1B404483-D87B-4349-BF58-C321AE7C9516}" dt="2023-09-30T23:02:11.625" v="5122"/>
        <pc:sldMkLst>
          <pc:docMk/>
          <pc:sldMk cId="2100474229" sldId="284"/>
        </pc:sldMkLst>
      </pc:sldChg>
      <pc:sldChg chg="addSp delSp modSp new del mod">
        <pc:chgData name="DEWE, HAYLEY L." userId="5cada80b-0f7b-49a5-96b2-656b100ca6c6" providerId="ADAL" clId="{1B404483-D87B-4349-BF58-C321AE7C9516}" dt="2023-09-30T22:24:39.549" v="1777" actId="47"/>
        <pc:sldMkLst>
          <pc:docMk/>
          <pc:sldMk cId="327696758" sldId="285"/>
        </pc:sldMkLst>
      </pc:sldChg>
      <pc:sldChg chg="addSp delSp modSp add mod ord setBg modAnim">
        <pc:chgData name="DEWE, HAYLEY L." userId="5cada80b-0f7b-49a5-96b2-656b100ca6c6" providerId="ADAL" clId="{1B404483-D87B-4349-BF58-C321AE7C9516}" dt="2023-09-30T23:03:39.232" v="5156" actId="20577"/>
        <pc:sldMkLst>
          <pc:docMk/>
          <pc:sldMk cId="3862151110" sldId="286"/>
        </pc:sldMkLst>
      </pc:sldChg>
      <pc:sldChg chg="addSp delSp modSp add mod ord setBg addAnim delAnim modAnim">
        <pc:chgData name="DEWE, HAYLEY L." userId="5cada80b-0f7b-49a5-96b2-656b100ca6c6" providerId="ADAL" clId="{1B404483-D87B-4349-BF58-C321AE7C9516}" dt="2023-09-30T23:01:23.912" v="5115" actId="478"/>
        <pc:sldMkLst>
          <pc:docMk/>
          <pc:sldMk cId="783582565" sldId="287"/>
        </pc:sldMkLst>
      </pc:sldChg>
      <pc:sldChg chg="addSp delSp modSp add mod modTransition">
        <pc:chgData name="DEWE, HAYLEY L." userId="5cada80b-0f7b-49a5-96b2-656b100ca6c6" providerId="ADAL" clId="{1B404483-D87B-4349-BF58-C321AE7C9516}" dt="2023-09-30T23:01:18.914" v="5113" actId="478"/>
        <pc:sldMkLst>
          <pc:docMk/>
          <pc:sldMk cId="3510830575" sldId="288"/>
        </pc:sldMkLst>
      </pc:sldChg>
      <pc:sldChg chg="addSp delSp modSp add mod ord">
        <pc:chgData name="DEWE, HAYLEY L." userId="5cada80b-0f7b-49a5-96b2-656b100ca6c6" providerId="ADAL" clId="{1B404483-D87B-4349-BF58-C321AE7C9516}" dt="2023-09-30T23:01:30.786" v="5118" actId="478"/>
        <pc:sldMkLst>
          <pc:docMk/>
          <pc:sldMk cId="1568805849" sldId="289"/>
        </pc:sldMkLst>
      </pc:sldChg>
      <pc:sldChg chg="addSp delSp modSp new mod modTransition setBg setFolMasterObjs">
        <pc:chgData name="DEWE, HAYLEY L." userId="5cada80b-0f7b-49a5-96b2-656b100ca6c6" providerId="ADAL" clId="{1B404483-D87B-4349-BF58-C321AE7C9516}" dt="2023-09-30T23:02:35.530" v="5127" actId="478"/>
        <pc:sldMkLst>
          <pc:docMk/>
          <pc:sldMk cId="1022151281" sldId="290"/>
        </pc:sldMkLst>
      </pc:sldChg>
      <pc:sldChg chg="new del">
        <pc:chgData name="DEWE, HAYLEY L." userId="5cada80b-0f7b-49a5-96b2-656b100ca6c6" providerId="ADAL" clId="{1B404483-D87B-4349-BF58-C321AE7C9516}" dt="2023-09-30T22:11:18.115" v="1474" actId="47"/>
        <pc:sldMkLst>
          <pc:docMk/>
          <pc:sldMk cId="2984100940" sldId="291"/>
        </pc:sldMkLst>
      </pc:sldChg>
      <pc:sldChg chg="addSp delSp modSp add mod setBg delAnim modAnim modNotesTx">
        <pc:chgData name="DEWE, HAYLEY L." userId="5cada80b-0f7b-49a5-96b2-656b100ca6c6" providerId="ADAL" clId="{1B404483-D87B-4349-BF58-C321AE7C9516}" dt="2023-09-30T23:00:57.840" v="5108" actId="1076"/>
        <pc:sldMkLst>
          <pc:docMk/>
          <pc:sldMk cId="3525045034" sldId="291"/>
        </pc:sldMkLst>
      </pc:sldChg>
      <pc:sldChg chg="addSp delSp modSp add mod setBg modAnim modNotesTx">
        <pc:chgData name="DEWE, HAYLEY L." userId="5cada80b-0f7b-49a5-96b2-656b100ca6c6" providerId="ADAL" clId="{1B404483-D87B-4349-BF58-C321AE7C9516}" dt="2023-10-01T02:22:22.072" v="5728"/>
        <pc:sldMkLst>
          <pc:docMk/>
          <pc:sldMk cId="2508416345" sldId="292"/>
        </pc:sldMkLst>
      </pc:sldChg>
      <pc:sldChg chg="add del setBg">
        <pc:chgData name="DEWE, HAYLEY L." userId="5cada80b-0f7b-49a5-96b2-656b100ca6c6" providerId="ADAL" clId="{1B404483-D87B-4349-BF58-C321AE7C9516}" dt="2023-09-30T22:40:29.811" v="3832" actId="47"/>
        <pc:sldMkLst>
          <pc:docMk/>
          <pc:sldMk cId="3375531371" sldId="293"/>
        </pc:sldMkLst>
      </pc:sldChg>
      <pc:sldChg chg="addSp delSp modSp add del mod setBg modAnim">
        <pc:chgData name="DEWE, HAYLEY L." userId="5cada80b-0f7b-49a5-96b2-656b100ca6c6" providerId="ADAL" clId="{1B404483-D87B-4349-BF58-C321AE7C9516}" dt="2023-09-30T22:53:40.377" v="4692" actId="47"/>
        <pc:sldMkLst>
          <pc:docMk/>
          <pc:sldMk cId="3813176271" sldId="293"/>
        </pc:sldMkLst>
      </pc:sldChg>
      <pc:sldChg chg="addSp delSp modSp add mod setBg addAnim delAnim modAnim">
        <pc:chgData name="DEWE, HAYLEY L." userId="5cada80b-0f7b-49a5-96b2-656b100ca6c6" providerId="ADAL" clId="{1B404483-D87B-4349-BF58-C321AE7C9516}" dt="2023-09-30T23:01:16.868" v="5112" actId="478"/>
        <pc:sldMkLst>
          <pc:docMk/>
          <pc:sldMk cId="1615224924" sldId="294"/>
        </pc:sldMkLst>
      </pc:sldChg>
      <pc:sldChg chg="addSp delSp modSp add mod setBg modAnim">
        <pc:chgData name="DEWE, HAYLEY L." userId="5cada80b-0f7b-49a5-96b2-656b100ca6c6" providerId="ADAL" clId="{1B404483-D87B-4349-BF58-C321AE7C9516}" dt="2023-09-30T23:02:58.155" v="5129"/>
        <pc:sldMkLst>
          <pc:docMk/>
          <pc:sldMk cId="721491317" sldId="295"/>
        </pc:sldMkLst>
      </pc:sldChg>
      <pc:sldChg chg="addSp delSp modSp add mod setBg delAnim modNotesTx">
        <pc:chgData name="DEWE, HAYLEY L." userId="5cada80b-0f7b-49a5-96b2-656b100ca6c6" providerId="ADAL" clId="{1B404483-D87B-4349-BF58-C321AE7C9516}" dt="2023-10-01T01:04:50.462" v="5645" actId="1076"/>
        <pc:sldMkLst>
          <pc:docMk/>
          <pc:sldMk cId="1244219522" sldId="296"/>
        </pc:sldMkLst>
      </pc:sldChg>
      <pc:sldChg chg="delSp modSp add del mod setBg">
        <pc:chgData name="DEWE, HAYLEY L." userId="5cada80b-0f7b-49a5-96b2-656b100ca6c6" providerId="ADAL" clId="{1B404483-D87B-4349-BF58-C321AE7C9516}" dt="2023-10-01T01:02:01.770" v="5606" actId="47"/>
        <pc:sldMkLst>
          <pc:docMk/>
          <pc:sldMk cId="1224133335" sldId="297"/>
        </pc:sldMkLst>
      </pc:sldChg>
    </pc:docChg>
  </pc:docChgLst>
  <pc:docChgLst>
    <pc:chgData name="DEWE, HAYLEY L." userId="5cada80b-0f7b-49a5-96b2-656b100ca6c6" providerId="ADAL" clId="{32C70951-BBAD-4A33-978B-E62A33B9F219}"/>
    <pc:docChg chg="undo custSel addSld delSld modSld sldOrd modMainMaster">
      <pc:chgData name="DEWE, HAYLEY L." userId="5cada80b-0f7b-49a5-96b2-656b100ca6c6" providerId="ADAL" clId="{32C70951-BBAD-4A33-978B-E62A33B9F219}" dt="2024-10-15T12:39:33.814" v="16734"/>
      <pc:docMkLst>
        <pc:docMk/>
      </pc:docMkLst>
      <pc:sldChg chg="addSp delSp modSp mod modTransition setBg modAnim modNotesTx">
        <pc:chgData name="DEWE, HAYLEY L." userId="5cada80b-0f7b-49a5-96b2-656b100ca6c6" providerId="ADAL" clId="{32C70951-BBAD-4A33-978B-E62A33B9F219}" dt="2024-10-14T15:09:35.405" v="16483"/>
        <pc:sldMkLst>
          <pc:docMk/>
          <pc:sldMk cId="621895312" sldId="256"/>
        </pc:sldMkLst>
      </pc:sldChg>
      <pc:sldChg chg="addSp delSp modSp mod modTransition setBg modAnim">
        <pc:chgData name="DEWE, HAYLEY L." userId="5cada80b-0f7b-49a5-96b2-656b100ca6c6" providerId="ADAL" clId="{32C70951-BBAD-4A33-978B-E62A33B9F219}" dt="2024-10-14T15:09:32.161" v="16482"/>
        <pc:sldMkLst>
          <pc:docMk/>
          <pc:sldMk cId="969240660" sldId="259"/>
        </pc:sldMkLst>
      </pc:sldChg>
      <pc:sldChg chg="del setBg">
        <pc:chgData name="DEWE, HAYLEY L." userId="5cada80b-0f7b-49a5-96b2-656b100ca6c6" providerId="ADAL" clId="{32C70951-BBAD-4A33-978B-E62A33B9F219}" dt="2024-10-13T11:26:48.274" v="577" actId="47"/>
        <pc:sldMkLst>
          <pc:docMk/>
          <pc:sldMk cId="251238370" sldId="283"/>
        </pc:sldMkLst>
      </pc:sldChg>
      <pc:sldChg chg="del setBg">
        <pc:chgData name="DEWE, HAYLEY L." userId="5cada80b-0f7b-49a5-96b2-656b100ca6c6" providerId="ADAL" clId="{32C70951-BBAD-4A33-978B-E62A33B9F219}" dt="2024-10-13T13:45:06.971" v="4406" actId="47"/>
        <pc:sldMkLst>
          <pc:docMk/>
          <pc:sldMk cId="2100474229" sldId="284"/>
        </pc:sldMkLst>
      </pc:sldChg>
      <pc:sldChg chg="addSp delSp modSp del mod ord modTransition setBg delAnim modAnim modNotesTx">
        <pc:chgData name="DEWE, HAYLEY L." userId="5cada80b-0f7b-49a5-96b2-656b100ca6c6" providerId="ADAL" clId="{32C70951-BBAD-4A33-978B-E62A33B9F219}" dt="2024-10-14T18:14:22.222" v="16581" actId="47"/>
        <pc:sldMkLst>
          <pc:docMk/>
          <pc:sldMk cId="3862151110" sldId="286"/>
        </pc:sldMkLst>
      </pc:sldChg>
      <pc:sldChg chg="del setBg">
        <pc:chgData name="DEWE, HAYLEY L." userId="5cada80b-0f7b-49a5-96b2-656b100ca6c6" providerId="ADAL" clId="{32C70951-BBAD-4A33-978B-E62A33B9F219}" dt="2024-10-13T12:07:08.464" v="881" actId="47"/>
        <pc:sldMkLst>
          <pc:docMk/>
          <pc:sldMk cId="783582565" sldId="287"/>
        </pc:sldMkLst>
      </pc:sldChg>
      <pc:sldChg chg="addSp delSp modSp mod modTransition setBg addAnim delAnim modAnim modNotesTx">
        <pc:chgData name="DEWE, HAYLEY L." userId="5cada80b-0f7b-49a5-96b2-656b100ca6c6" providerId="ADAL" clId="{32C70951-BBAD-4A33-978B-E62A33B9F219}" dt="2024-10-15T12:39:33.814" v="16734"/>
        <pc:sldMkLst>
          <pc:docMk/>
          <pc:sldMk cId="3510830575" sldId="288"/>
        </pc:sldMkLst>
      </pc:sldChg>
      <pc:sldChg chg="delSp del mod delAnim">
        <pc:chgData name="DEWE, HAYLEY L." userId="5cada80b-0f7b-49a5-96b2-656b100ca6c6" providerId="ADAL" clId="{32C70951-BBAD-4A33-978B-E62A33B9F219}" dt="2024-10-13T13:45:01.085" v="4403" actId="47"/>
        <pc:sldMkLst>
          <pc:docMk/>
          <pc:sldMk cId="1568805849" sldId="289"/>
        </pc:sldMkLst>
      </pc:sldChg>
      <pc:sldChg chg="addSp delSp modSp del mod modTransition setBg modClrScheme delAnim modAnim delDesignElem chgLayout modNotesTx">
        <pc:chgData name="DEWE, HAYLEY L." userId="5cada80b-0f7b-49a5-96b2-656b100ca6c6" providerId="ADAL" clId="{32C70951-BBAD-4A33-978B-E62A33B9F219}" dt="2024-10-15T08:25:04.119" v="16626" actId="47"/>
        <pc:sldMkLst>
          <pc:docMk/>
          <pc:sldMk cId="1022151281" sldId="290"/>
        </pc:sldMkLst>
      </pc:sldChg>
      <pc:sldChg chg="addSp delSp modSp mod modTransition setBg delAnim modAnim">
        <pc:chgData name="DEWE, HAYLEY L." userId="5cada80b-0f7b-49a5-96b2-656b100ca6c6" providerId="ADAL" clId="{32C70951-BBAD-4A33-978B-E62A33B9F219}" dt="2024-10-14T15:10:46.895" v="16491"/>
        <pc:sldMkLst>
          <pc:docMk/>
          <pc:sldMk cId="3525045034" sldId="291"/>
        </pc:sldMkLst>
      </pc:sldChg>
      <pc:sldChg chg="del setBg">
        <pc:chgData name="DEWE, HAYLEY L." userId="5cada80b-0f7b-49a5-96b2-656b100ca6c6" providerId="ADAL" clId="{32C70951-BBAD-4A33-978B-E62A33B9F219}" dt="2024-10-13T13:45:03.063" v="4404" actId="47"/>
        <pc:sldMkLst>
          <pc:docMk/>
          <pc:sldMk cId="2508416345" sldId="292"/>
        </pc:sldMkLst>
      </pc:sldChg>
      <pc:sldChg chg="del setBg">
        <pc:chgData name="DEWE, HAYLEY L." userId="5cada80b-0f7b-49a5-96b2-656b100ca6c6" providerId="ADAL" clId="{32C70951-BBAD-4A33-978B-E62A33B9F219}" dt="2024-10-13T11:26:46.249" v="576" actId="47"/>
        <pc:sldMkLst>
          <pc:docMk/>
          <pc:sldMk cId="1615224924" sldId="294"/>
        </pc:sldMkLst>
      </pc:sldChg>
      <pc:sldChg chg="del setBg">
        <pc:chgData name="DEWE, HAYLEY L." userId="5cada80b-0f7b-49a5-96b2-656b100ca6c6" providerId="ADAL" clId="{32C70951-BBAD-4A33-978B-E62A33B9F219}" dt="2024-10-13T11:26:45.627" v="575" actId="47"/>
        <pc:sldMkLst>
          <pc:docMk/>
          <pc:sldMk cId="721491317" sldId="295"/>
        </pc:sldMkLst>
      </pc:sldChg>
      <pc:sldChg chg="del setBg">
        <pc:chgData name="DEWE, HAYLEY L." userId="5cada80b-0f7b-49a5-96b2-656b100ca6c6" providerId="ADAL" clId="{32C70951-BBAD-4A33-978B-E62A33B9F219}" dt="2024-10-13T13:45:04.160" v="4405" actId="47"/>
        <pc:sldMkLst>
          <pc:docMk/>
          <pc:sldMk cId="1244219522" sldId="296"/>
        </pc:sldMkLst>
      </pc:sldChg>
      <pc:sldChg chg="modSp add del mod setBg">
        <pc:chgData name="DEWE, HAYLEY L." userId="5cada80b-0f7b-49a5-96b2-656b100ca6c6" providerId="ADAL" clId="{32C70951-BBAD-4A33-978B-E62A33B9F219}" dt="2024-10-13T11:27:21.346" v="613" actId="47"/>
        <pc:sldMkLst>
          <pc:docMk/>
          <pc:sldMk cId="2330283438" sldId="297"/>
        </pc:sldMkLst>
      </pc:sldChg>
      <pc:sldChg chg="delSp modSp add del mod setBg">
        <pc:chgData name="DEWE, HAYLEY L." userId="5cada80b-0f7b-49a5-96b2-656b100ca6c6" providerId="ADAL" clId="{32C70951-BBAD-4A33-978B-E62A33B9F219}" dt="2024-10-13T12:28:55.507" v="2153" actId="47"/>
        <pc:sldMkLst>
          <pc:docMk/>
          <pc:sldMk cId="4067331358" sldId="297"/>
        </pc:sldMkLst>
      </pc:sldChg>
      <pc:sldChg chg="new add del">
        <pc:chgData name="DEWE, HAYLEY L." userId="5cada80b-0f7b-49a5-96b2-656b100ca6c6" providerId="ADAL" clId="{32C70951-BBAD-4A33-978B-E62A33B9F219}" dt="2024-10-13T10:52:24.397" v="119" actId="680"/>
        <pc:sldMkLst>
          <pc:docMk/>
          <pc:sldMk cId="4166398255" sldId="297"/>
        </pc:sldMkLst>
      </pc:sldChg>
      <pc:sldChg chg="modSp add del mod ord modAnim modNotesTx">
        <pc:chgData name="DEWE, HAYLEY L." userId="5cada80b-0f7b-49a5-96b2-656b100ca6c6" providerId="ADAL" clId="{32C70951-BBAD-4A33-978B-E62A33B9F219}" dt="2024-10-13T22:42:58.626" v="15075" actId="2696"/>
        <pc:sldMkLst>
          <pc:docMk/>
          <pc:sldMk cId="3524497358" sldId="298"/>
        </pc:sldMkLst>
      </pc:sldChg>
      <pc:sldChg chg="addSp delSp modSp new add del mod ord modTransition setBg">
        <pc:chgData name="DEWE, HAYLEY L." userId="5cada80b-0f7b-49a5-96b2-656b100ca6c6" providerId="ADAL" clId="{32C70951-BBAD-4A33-978B-E62A33B9F219}" dt="2024-10-14T02:01:33.905" v="15739" actId="47"/>
        <pc:sldMkLst>
          <pc:docMk/>
          <pc:sldMk cId="637964689" sldId="299"/>
        </pc:sldMkLst>
      </pc:sldChg>
      <pc:sldChg chg="addSp delSp modSp add del mod modAnim">
        <pc:chgData name="DEWE, HAYLEY L." userId="5cada80b-0f7b-49a5-96b2-656b100ca6c6" providerId="ADAL" clId="{32C70951-BBAD-4A33-978B-E62A33B9F219}" dt="2024-10-13T12:55:38.485" v="4142" actId="47"/>
        <pc:sldMkLst>
          <pc:docMk/>
          <pc:sldMk cId="2644185046" sldId="300"/>
        </pc:sldMkLst>
      </pc:sldChg>
      <pc:sldChg chg="addSp delSp modSp add mod ord modTransition setBg delAnim modAnim modNotesTx">
        <pc:chgData name="DEWE, HAYLEY L." userId="5cada80b-0f7b-49a5-96b2-656b100ca6c6" providerId="ADAL" clId="{32C70951-BBAD-4A33-978B-E62A33B9F219}" dt="2024-10-15T09:16:20.082" v="16660"/>
        <pc:sldMkLst>
          <pc:docMk/>
          <pc:sldMk cId="1557494676" sldId="301"/>
        </pc:sldMkLst>
      </pc:sldChg>
      <pc:sldChg chg="add del setBg">
        <pc:chgData name="DEWE, HAYLEY L." userId="5cada80b-0f7b-49a5-96b2-656b100ca6c6" providerId="ADAL" clId="{32C70951-BBAD-4A33-978B-E62A33B9F219}" dt="2024-10-13T12:55:40.931" v="4143" actId="47"/>
        <pc:sldMkLst>
          <pc:docMk/>
          <pc:sldMk cId="1352975824" sldId="302"/>
        </pc:sldMkLst>
      </pc:sldChg>
      <pc:sldChg chg="addSp delSp modSp add mod modTransition setBg delAnim modAnim modNotesTx">
        <pc:chgData name="DEWE, HAYLEY L." userId="5cada80b-0f7b-49a5-96b2-656b100ca6c6" providerId="ADAL" clId="{32C70951-BBAD-4A33-978B-E62A33B9F219}" dt="2024-10-15T09:14:04.478" v="16658"/>
        <pc:sldMkLst>
          <pc:docMk/>
          <pc:sldMk cId="3787757895" sldId="303"/>
        </pc:sldMkLst>
      </pc:sldChg>
      <pc:sldChg chg="addSp delSp modSp add mod modTransition modNotesTx">
        <pc:chgData name="DEWE, HAYLEY L." userId="5cada80b-0f7b-49a5-96b2-656b100ca6c6" providerId="ADAL" clId="{32C70951-BBAD-4A33-978B-E62A33B9F219}" dt="2024-10-15T09:14:25.368" v="16659"/>
        <pc:sldMkLst>
          <pc:docMk/>
          <pc:sldMk cId="2807155718" sldId="304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3:22:26.785" v="16472"/>
        <pc:sldMkLst>
          <pc:docMk/>
          <pc:sldMk cId="3207344223" sldId="305"/>
        </pc:sldMkLst>
      </pc:sldChg>
      <pc:sldChg chg="addSp delSp modSp add del mod modTransition addAnim delAnim modAnim modNotesTx">
        <pc:chgData name="DEWE, HAYLEY L." userId="5cada80b-0f7b-49a5-96b2-656b100ca6c6" providerId="ADAL" clId="{32C70951-BBAD-4A33-978B-E62A33B9F219}" dt="2024-10-15T12:38:55.928" v="16731" actId="47"/>
        <pc:sldMkLst>
          <pc:docMk/>
          <pc:sldMk cId="1866738169" sldId="306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9:25:02.110" v="16675"/>
        <pc:sldMkLst>
          <pc:docMk/>
          <pc:sldMk cId="1436351603" sldId="307"/>
        </pc:sldMkLst>
      </pc:sldChg>
      <pc:sldChg chg="addSp delSp modSp add mod modTransition modAnim">
        <pc:chgData name="DEWE, HAYLEY L." userId="5cada80b-0f7b-49a5-96b2-656b100ca6c6" providerId="ADAL" clId="{32C70951-BBAD-4A33-978B-E62A33B9F219}" dt="2024-10-14T15:13:07.596" v="16508"/>
        <pc:sldMkLst>
          <pc:docMk/>
          <pc:sldMk cId="2138168827" sldId="308"/>
        </pc:sldMkLst>
      </pc:sldChg>
      <pc:sldChg chg="addSp delSp modSp add del mod ord modTransition delAnim modAnim">
        <pc:chgData name="DEWE, HAYLEY L." userId="5cada80b-0f7b-49a5-96b2-656b100ca6c6" providerId="ADAL" clId="{32C70951-BBAD-4A33-978B-E62A33B9F219}" dt="2024-10-15T09:26:59.363" v="16719" actId="47"/>
        <pc:sldMkLst>
          <pc:docMk/>
          <pc:sldMk cId="2432986365" sldId="309"/>
        </pc:sldMkLst>
      </pc:sldChg>
      <pc:sldChg chg="modSp add del mod modAnim modNotesTx">
        <pc:chgData name="DEWE, HAYLEY L." userId="5cada80b-0f7b-49a5-96b2-656b100ca6c6" providerId="ADAL" clId="{32C70951-BBAD-4A33-978B-E62A33B9F219}" dt="2024-10-13T15:23:38.627" v="8975" actId="47"/>
        <pc:sldMkLst>
          <pc:docMk/>
          <pc:sldMk cId="4048279931" sldId="309"/>
        </pc:sldMkLst>
      </pc:sldChg>
      <pc:sldChg chg="add del">
        <pc:chgData name="DEWE, HAYLEY L." userId="5cada80b-0f7b-49a5-96b2-656b100ca6c6" providerId="ADAL" clId="{32C70951-BBAD-4A33-978B-E62A33B9F219}" dt="2024-10-13T15:45:00.743" v="10188" actId="47"/>
        <pc:sldMkLst>
          <pc:docMk/>
          <pc:sldMk cId="4294217170" sldId="310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5:12:35.874" v="16503"/>
        <pc:sldMkLst>
          <pc:docMk/>
          <pc:sldMk cId="1567480772" sldId="311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4T15:12:33.476" v="16502"/>
        <pc:sldMkLst>
          <pc:docMk/>
          <pc:sldMk cId="4188619755" sldId="312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4T15:12:39.464" v="16504"/>
        <pc:sldMkLst>
          <pc:docMk/>
          <pc:sldMk cId="2613428923" sldId="313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4T15:12:51.877" v="16505"/>
        <pc:sldMkLst>
          <pc:docMk/>
          <pc:sldMk cId="33540929" sldId="314"/>
        </pc:sldMkLst>
      </pc:sldChg>
      <pc:sldChg chg="add del">
        <pc:chgData name="DEWE, HAYLEY L." userId="5cada80b-0f7b-49a5-96b2-656b100ca6c6" providerId="ADAL" clId="{32C70951-BBAD-4A33-978B-E62A33B9F219}" dt="2024-10-13T20:38:36.367" v="13442" actId="47"/>
        <pc:sldMkLst>
          <pc:docMk/>
          <pc:sldMk cId="1888366965" sldId="315"/>
        </pc:sldMkLst>
      </pc:sldChg>
      <pc:sldChg chg="addSp delSp modSp add del mod modTransition modAnim modNotesTx">
        <pc:chgData name="DEWE, HAYLEY L." userId="5cada80b-0f7b-49a5-96b2-656b100ca6c6" providerId="ADAL" clId="{32C70951-BBAD-4A33-978B-E62A33B9F219}" dt="2024-10-14T03:11:47.836" v="16170" actId="47"/>
        <pc:sldMkLst>
          <pc:docMk/>
          <pc:sldMk cId="2275683999" sldId="315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0.165" v="16171" actId="47"/>
        <pc:sldMkLst>
          <pc:docMk/>
          <pc:sldMk cId="421796903" sldId="316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1.694" v="16172" actId="47"/>
        <pc:sldMkLst>
          <pc:docMk/>
          <pc:sldMk cId="3538618529" sldId="317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2.762" v="16173" actId="47"/>
        <pc:sldMkLst>
          <pc:docMk/>
          <pc:sldMk cId="113604063" sldId="318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3.730" v="16174" actId="47"/>
        <pc:sldMkLst>
          <pc:docMk/>
          <pc:sldMk cId="2538084470" sldId="319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4.520" v="16175" actId="47"/>
        <pc:sldMkLst>
          <pc:docMk/>
          <pc:sldMk cId="1707183324" sldId="320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5.633" v="16176" actId="47"/>
        <pc:sldMkLst>
          <pc:docMk/>
          <pc:sldMk cId="2021661883" sldId="321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6.457" v="16177" actId="47"/>
        <pc:sldMkLst>
          <pc:docMk/>
          <pc:sldMk cId="1917402084" sldId="322"/>
        </pc:sldMkLst>
      </pc:sldChg>
      <pc:sldChg chg="addSp delSp modSp add del mod modTransition">
        <pc:chgData name="DEWE, HAYLEY L." userId="5cada80b-0f7b-49a5-96b2-656b100ca6c6" providerId="ADAL" clId="{32C70951-BBAD-4A33-978B-E62A33B9F219}" dt="2024-10-14T03:11:57.535" v="16178" actId="47"/>
        <pc:sldMkLst>
          <pc:docMk/>
          <pc:sldMk cId="4019280906" sldId="323"/>
        </pc:sldMkLst>
      </pc:sldChg>
      <pc:sldChg chg="addSp delSp modSp add mod modTransition modAnim">
        <pc:chgData name="DEWE, HAYLEY L." userId="5cada80b-0f7b-49a5-96b2-656b100ca6c6" providerId="ADAL" clId="{32C70951-BBAD-4A33-978B-E62A33B9F219}" dt="2024-10-14T15:13:03.064" v="16507"/>
        <pc:sldMkLst>
          <pc:docMk/>
          <pc:sldMk cId="1702084379" sldId="324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8:34:23.826" v="16657" actId="6549"/>
        <pc:sldMkLst>
          <pc:docMk/>
          <pc:sldMk cId="2423872994" sldId="328"/>
        </pc:sldMkLst>
      </pc:sldChg>
      <pc:sldChg chg="addSp delSp modSp add mod modTransition setBg delAnim modAnim modNotesTx">
        <pc:chgData name="DEWE, HAYLEY L." userId="5cada80b-0f7b-49a5-96b2-656b100ca6c6" providerId="ADAL" clId="{32C70951-BBAD-4A33-978B-E62A33B9F219}" dt="2024-10-14T15:12:58.397" v="16506"/>
        <pc:sldMkLst>
          <pc:docMk/>
          <pc:sldMk cId="4232996817" sldId="329"/>
        </pc:sldMkLst>
      </pc:sldChg>
      <pc:sldChg chg="addSp delSp modSp new del mod modTransition delAnim modAnim">
        <pc:chgData name="DEWE, HAYLEY L." userId="5cada80b-0f7b-49a5-96b2-656b100ca6c6" providerId="ADAL" clId="{32C70951-BBAD-4A33-978B-E62A33B9F219}" dt="2024-10-14T15:07:49.879" v="16477" actId="47"/>
        <pc:sldMkLst>
          <pc:docMk/>
          <pc:sldMk cId="733257434" sldId="330"/>
        </pc:sldMkLst>
      </pc:sldChg>
      <pc:sldChg chg="add del">
        <pc:chgData name="DEWE, HAYLEY L." userId="5cada80b-0f7b-49a5-96b2-656b100ca6c6" providerId="ADAL" clId="{32C70951-BBAD-4A33-978B-E62A33B9F219}" dt="2024-10-14T02:03:55.865" v="15741" actId="47"/>
        <pc:sldMkLst>
          <pc:docMk/>
          <pc:sldMk cId="1115468851" sldId="331"/>
        </pc:sldMkLst>
      </pc:sldChg>
      <pc:sldChg chg="addSp delSp modSp add mod modTransition delAnim modAnim modNotesTx">
        <pc:chgData name="DEWE, HAYLEY L." userId="5cada80b-0f7b-49a5-96b2-656b100ca6c6" providerId="ADAL" clId="{32C70951-BBAD-4A33-978B-E62A33B9F219}" dt="2024-10-15T08:28:18.267" v="16644" actId="6549"/>
        <pc:sldMkLst>
          <pc:docMk/>
          <pc:sldMk cId="2923853994" sldId="332"/>
        </pc:sldMkLst>
      </pc:sldChg>
      <pc:sldChg chg="modSp add del modTransition modNotesTx">
        <pc:chgData name="DEWE, HAYLEY L." userId="5cada80b-0f7b-49a5-96b2-656b100ca6c6" providerId="ADAL" clId="{32C70951-BBAD-4A33-978B-E62A33B9F219}" dt="2024-10-15T08:16:32.139" v="16609" actId="47"/>
        <pc:sldMkLst>
          <pc:docMk/>
          <pc:sldMk cId="1456728044" sldId="333"/>
        </pc:sldMkLst>
      </pc:sldChg>
      <pc:sldChg chg="addSp delSp modSp add mod modTransition modAnim modNotesTx">
        <pc:chgData name="DEWE, HAYLEY L." userId="5cada80b-0f7b-49a5-96b2-656b100ca6c6" providerId="ADAL" clId="{32C70951-BBAD-4A33-978B-E62A33B9F219}" dt="2024-10-15T12:36:40.156" v="16723" actId="6549"/>
        <pc:sldMkLst>
          <pc:docMk/>
          <pc:sldMk cId="3918554070" sldId="334"/>
        </pc:sldMkLst>
      </pc:sldChg>
      <pc:sldChg chg="modSp add modNotesTx">
        <pc:chgData name="DEWE, HAYLEY L." userId="5cada80b-0f7b-49a5-96b2-656b100ca6c6" providerId="ADAL" clId="{32C70951-BBAD-4A33-978B-E62A33B9F219}" dt="2024-10-15T12:34:42.026" v="16722" actId="6549"/>
        <pc:sldMkLst>
          <pc:docMk/>
          <pc:sldMk cId="338365097" sldId="335"/>
        </pc:sldMkLst>
      </pc:sldChg>
      <pc:sldChg chg="addSp modSp new del modAnim modNotesTx">
        <pc:chgData name="DEWE, HAYLEY L." userId="5cada80b-0f7b-49a5-96b2-656b100ca6c6" providerId="ADAL" clId="{32C70951-BBAD-4A33-978B-E62A33B9F219}" dt="2024-10-15T12:39:10.847" v="16732" actId="47"/>
        <pc:sldMkLst>
          <pc:docMk/>
          <pc:sldMk cId="1983162042" sldId="336"/>
        </pc:sldMkLst>
      </pc:sldChg>
      <pc:sldChg chg="addSp modSp new modTransition modAnim modNotesTx">
        <pc:chgData name="DEWE, HAYLEY L." userId="5cada80b-0f7b-49a5-96b2-656b100ca6c6" providerId="ADAL" clId="{32C70951-BBAD-4A33-978B-E62A33B9F219}" dt="2024-10-15T09:27:22.694" v="16721"/>
        <pc:sldMkLst>
          <pc:docMk/>
          <pc:sldMk cId="2763638759" sldId="337"/>
        </pc:sldMkLst>
      </pc:sldChg>
      <pc:sldChg chg="addSp delSp modSp new mod modTransition delAnim modAnim modNotesTx">
        <pc:chgData name="DEWE, HAYLEY L." userId="5cada80b-0f7b-49a5-96b2-656b100ca6c6" providerId="ADAL" clId="{32C70951-BBAD-4A33-978B-E62A33B9F219}" dt="2024-10-15T12:38:53.736" v="16730"/>
        <pc:sldMkLst>
          <pc:docMk/>
          <pc:sldMk cId="1585753451" sldId="338"/>
        </pc:sldMkLst>
      </pc:sldChg>
      <pc:sldMasterChg chg="setBg modSldLayout">
        <pc:chgData name="DEWE, HAYLEY L." userId="5cada80b-0f7b-49a5-96b2-656b100ca6c6" providerId="ADAL" clId="{32C70951-BBAD-4A33-978B-E62A33B9F219}" dt="2024-10-13T12:24:41.206" v="2044"/>
        <pc:sldMasterMkLst>
          <pc:docMk/>
          <pc:sldMasterMk cId="3516836950" sldId="2147483690"/>
        </pc:sldMasterMkLst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4121230025" sldId="2147483691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731651643" sldId="2147483692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867763074" sldId="2147483693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644090643" sldId="2147483694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673194985" sldId="2147483695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705573580" sldId="2147483696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868970472" sldId="2147483697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060775333" sldId="2147483698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049413050" sldId="2147483699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429450410" sldId="2147483700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891852759" sldId="2147483701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3895149509" sldId="2147483702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786659591" sldId="2147483703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837541521" sldId="2147483704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2319605821" sldId="2147483705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1579008724" sldId="2147483706"/>
          </pc:sldLayoutMkLst>
        </pc:sldLayoutChg>
        <pc:sldLayoutChg chg="setBg">
          <pc:chgData name="DEWE, HAYLEY L." userId="5cada80b-0f7b-49a5-96b2-656b100ca6c6" providerId="ADAL" clId="{32C70951-BBAD-4A33-978B-E62A33B9F219}" dt="2024-10-13T12:24:41.206" v="2044"/>
          <pc:sldLayoutMkLst>
            <pc:docMk/>
            <pc:sldMasterMk cId="3516836950" sldId="2147483690"/>
            <pc:sldLayoutMk cId="830630380" sldId="2147483707"/>
          </pc:sldLayoutMkLst>
        </pc:sldLayoutChg>
      </pc:sldMasterChg>
    </pc:docChg>
  </pc:docChgLst>
  <pc:docChgLst>
    <pc:chgData name="DEWE, HAYLEY L." userId="5cada80b-0f7b-49a5-96b2-656b100ca6c6" providerId="ADAL" clId="{926FD85E-E327-44FE-AC44-16DA2FBCD57E}"/>
    <pc:docChg chg="undo redo custSel addSld delSld modSld sldOrd modMainMaster">
      <pc:chgData name="DEWE, HAYLEY L." userId="5cada80b-0f7b-49a5-96b2-656b100ca6c6" providerId="ADAL" clId="{926FD85E-E327-44FE-AC44-16DA2FBCD57E}" dt="2025-10-16T11:35:12.370" v="6646" actId="20577"/>
      <pc:docMkLst>
        <pc:docMk/>
      </pc:docMkLst>
      <pc:sldChg chg="addSp modSp mod modTransition setBg modAnim">
        <pc:chgData name="DEWE, HAYLEY L." userId="5cada80b-0f7b-49a5-96b2-656b100ca6c6" providerId="ADAL" clId="{926FD85E-E327-44FE-AC44-16DA2FBCD57E}" dt="2025-10-16T01:50:44.810" v="4805" actId="20577"/>
        <pc:sldMkLst>
          <pc:docMk/>
          <pc:sldMk cId="621895312" sldId="256"/>
        </pc:sldMkLst>
        <pc:spChg chg="add mod">
          <ac:chgData name="DEWE, HAYLEY L." userId="5cada80b-0f7b-49a5-96b2-656b100ca6c6" providerId="ADAL" clId="{926FD85E-E327-44FE-AC44-16DA2FBCD57E}" dt="2025-10-15T23:53:43.592" v="45" actId="6549"/>
          <ac:spMkLst>
            <pc:docMk/>
            <pc:sldMk cId="621895312" sldId="256"/>
            <ac:spMk id="3" creationId="{DACEFCF7-B991-F689-C975-DEEA3454D308}"/>
          </ac:spMkLst>
        </pc:spChg>
        <pc:spChg chg="mod">
          <ac:chgData name="DEWE, HAYLEY L." userId="5cada80b-0f7b-49a5-96b2-656b100ca6c6" providerId="ADAL" clId="{926FD85E-E327-44FE-AC44-16DA2FBCD57E}" dt="2025-10-16T01:50:44.810" v="4805" actId="20577"/>
          <ac:spMkLst>
            <pc:docMk/>
            <pc:sldMk cId="621895312" sldId="256"/>
            <ac:spMk id="4" creationId="{2011C802-73B3-2DD2-A025-1492767780BF}"/>
          </ac:spMkLst>
        </pc:spChg>
      </pc:sldChg>
      <pc:sldChg chg="del">
        <pc:chgData name="DEWE, HAYLEY L." userId="5cada80b-0f7b-49a5-96b2-656b100ca6c6" providerId="ADAL" clId="{926FD85E-E327-44FE-AC44-16DA2FBCD57E}" dt="2025-10-15T23:47:44.728" v="4" actId="47"/>
        <pc:sldMkLst>
          <pc:docMk/>
          <pc:sldMk cId="969240660" sldId="259"/>
        </pc:sldMkLst>
      </pc:sldChg>
      <pc:sldChg chg="modSp add mod modTransition">
        <pc:chgData name="DEWE, HAYLEY L." userId="5cada80b-0f7b-49a5-96b2-656b100ca6c6" providerId="ADAL" clId="{926FD85E-E327-44FE-AC44-16DA2FBCD57E}" dt="2025-10-16T01:41:51.291" v="4669" actId="1076"/>
        <pc:sldMkLst>
          <pc:docMk/>
          <pc:sldMk cId="3862151110" sldId="286"/>
        </pc:sldMkLst>
      </pc:sldChg>
      <pc:sldChg chg="modSp mod modTransition">
        <pc:chgData name="DEWE, HAYLEY L." userId="5cada80b-0f7b-49a5-96b2-656b100ca6c6" providerId="ADAL" clId="{926FD85E-E327-44FE-AC44-16DA2FBCD57E}" dt="2025-10-16T00:12:59.535" v="437" actId="14100"/>
        <pc:sldMkLst>
          <pc:docMk/>
          <pc:sldMk cId="3510830575" sldId="288"/>
        </pc:sldMkLst>
        <pc:spChg chg="mod">
          <ac:chgData name="DEWE, HAYLEY L." userId="5cada80b-0f7b-49a5-96b2-656b100ca6c6" providerId="ADAL" clId="{926FD85E-E327-44FE-AC44-16DA2FBCD57E}" dt="2025-10-16T00:12:59.535" v="437" actId="14100"/>
          <ac:spMkLst>
            <pc:docMk/>
            <pc:sldMk cId="3510830575" sldId="288"/>
            <ac:spMk id="4" creationId="{2011C802-73B3-2DD2-A025-1492767780BF}"/>
          </ac:spMkLst>
        </pc:spChg>
      </pc:sldChg>
      <pc:sldChg chg="delSp modSp mod modTransition delAnim">
        <pc:chgData name="DEWE, HAYLEY L." userId="5cada80b-0f7b-49a5-96b2-656b100ca6c6" providerId="ADAL" clId="{926FD85E-E327-44FE-AC44-16DA2FBCD57E}" dt="2025-10-16T01:51:43.232" v="4963" actId="20577"/>
        <pc:sldMkLst>
          <pc:docMk/>
          <pc:sldMk cId="3525045034" sldId="291"/>
        </pc:sldMkLst>
        <pc:spChg chg="mod">
          <ac:chgData name="DEWE, HAYLEY L." userId="5cada80b-0f7b-49a5-96b2-656b100ca6c6" providerId="ADAL" clId="{926FD85E-E327-44FE-AC44-16DA2FBCD57E}" dt="2025-10-16T01:51:43.232" v="4963" actId="20577"/>
          <ac:spMkLst>
            <pc:docMk/>
            <pc:sldMk cId="3525045034" sldId="291"/>
            <ac:spMk id="9" creationId="{8B8676F2-4335-7184-8F2C-C2727F9C78E9}"/>
          </ac:spMkLst>
        </pc:spChg>
      </pc:sldChg>
      <pc:sldChg chg="add del">
        <pc:chgData name="DEWE, HAYLEY L." userId="5cada80b-0f7b-49a5-96b2-656b100ca6c6" providerId="ADAL" clId="{926FD85E-E327-44FE-AC44-16DA2FBCD57E}" dt="2025-10-15T23:54:33.524" v="75" actId="47"/>
        <pc:sldMkLst>
          <pc:docMk/>
          <pc:sldMk cId="196969797" sldId="297"/>
        </pc:sldMkLst>
      </pc:sldChg>
      <pc:sldChg chg="modSp add mod modTransition">
        <pc:chgData name="DEWE, HAYLEY L." userId="5cada80b-0f7b-49a5-96b2-656b100ca6c6" providerId="ADAL" clId="{926FD85E-E327-44FE-AC44-16DA2FBCD57E}" dt="2025-10-16T01:27:30.929" v="4171"/>
        <pc:sldMkLst>
          <pc:docMk/>
          <pc:sldMk cId="3524497358" sldId="298"/>
        </pc:sldMkLst>
      </pc:sldChg>
      <pc:sldChg chg="addSp delSp modSp mod modTransition setBg delAnim modAnim delDesignElem modNotesTx">
        <pc:chgData name="DEWE, HAYLEY L." userId="5cada80b-0f7b-49a5-96b2-656b100ca6c6" providerId="ADAL" clId="{926FD85E-E327-44FE-AC44-16DA2FBCD57E}" dt="2025-10-16T11:27:39.058" v="6345" actId="6549"/>
        <pc:sldMkLst>
          <pc:docMk/>
          <pc:sldMk cId="1557494676" sldId="301"/>
        </pc:sldMkLst>
      </pc:sldChg>
      <pc:sldChg chg="addSp delSp modSp mod modTransition setBg delAnim delDesignElem">
        <pc:chgData name="DEWE, HAYLEY L." userId="5cada80b-0f7b-49a5-96b2-656b100ca6c6" providerId="ADAL" clId="{926FD85E-E327-44FE-AC44-16DA2FBCD57E}" dt="2025-10-16T00:11:57.600" v="401" actId="403"/>
        <pc:sldMkLst>
          <pc:docMk/>
          <pc:sldMk cId="3787757895" sldId="303"/>
        </pc:sldMkLst>
      </pc:sldChg>
      <pc:sldChg chg="modSp mod modTransition">
        <pc:chgData name="DEWE, HAYLEY L." userId="5cada80b-0f7b-49a5-96b2-656b100ca6c6" providerId="ADAL" clId="{926FD85E-E327-44FE-AC44-16DA2FBCD57E}" dt="2025-10-16T00:12:49.644" v="435" actId="207"/>
        <pc:sldMkLst>
          <pc:docMk/>
          <pc:sldMk cId="2807155718" sldId="304"/>
        </pc:sldMkLst>
        <pc:spChg chg="mod">
          <ac:chgData name="DEWE, HAYLEY L." userId="5cada80b-0f7b-49a5-96b2-656b100ca6c6" providerId="ADAL" clId="{926FD85E-E327-44FE-AC44-16DA2FBCD57E}" dt="2025-10-16T00:12:49.644" v="435" actId="207"/>
          <ac:spMkLst>
            <pc:docMk/>
            <pc:sldMk cId="2807155718" sldId="304"/>
            <ac:spMk id="4" creationId="{2011C802-73B3-2DD2-A025-1492767780BF}"/>
          </ac:spMkLst>
        </pc:spChg>
      </pc:sldChg>
      <pc:sldChg chg="delSp modSp mod modTransition delAnim">
        <pc:chgData name="DEWE, HAYLEY L." userId="5cada80b-0f7b-49a5-96b2-656b100ca6c6" providerId="ADAL" clId="{926FD85E-E327-44FE-AC44-16DA2FBCD57E}" dt="2025-10-16T00:13:32.164" v="447" actId="1076"/>
        <pc:sldMkLst>
          <pc:docMk/>
          <pc:sldMk cId="3207344223" sldId="305"/>
        </pc:sldMkLst>
        <pc:spChg chg="mod">
          <ac:chgData name="DEWE, HAYLEY L." userId="5cada80b-0f7b-49a5-96b2-656b100ca6c6" providerId="ADAL" clId="{926FD85E-E327-44FE-AC44-16DA2FBCD57E}" dt="2025-10-16T00:13:07.296" v="439" actId="1076"/>
          <ac:spMkLst>
            <pc:docMk/>
            <pc:sldMk cId="3207344223" sldId="305"/>
            <ac:spMk id="3" creationId="{113FDD85-F712-8D9D-CFEF-1AC12384BA0B}"/>
          </ac:spMkLst>
        </pc:spChg>
        <pc:spChg chg="mod">
          <ac:chgData name="DEWE, HAYLEY L." userId="5cada80b-0f7b-49a5-96b2-656b100ca6c6" providerId="ADAL" clId="{926FD85E-E327-44FE-AC44-16DA2FBCD57E}" dt="2025-10-16T00:13:23.356" v="445" actId="207"/>
          <ac:spMkLst>
            <pc:docMk/>
            <pc:sldMk cId="3207344223" sldId="305"/>
            <ac:spMk id="11" creationId="{AA5BD7EE-2F03-C58C-B93F-41A677EBACC8}"/>
          </ac:spMkLst>
        </pc:spChg>
      </pc:sldChg>
      <pc:sldChg chg="modSp add mod modTransition">
        <pc:chgData name="DEWE, HAYLEY L." userId="5cada80b-0f7b-49a5-96b2-656b100ca6c6" providerId="ADAL" clId="{926FD85E-E327-44FE-AC44-16DA2FBCD57E}" dt="2025-10-16T01:45:09.681" v="4718" actId="12100"/>
        <pc:sldMkLst>
          <pc:docMk/>
          <pc:sldMk cId="1866738169" sldId="306"/>
        </pc:sldMkLst>
      </pc:sldChg>
      <pc:sldChg chg="delSp modSp del mod modTransition delAnim">
        <pc:chgData name="DEWE, HAYLEY L." userId="5cada80b-0f7b-49a5-96b2-656b100ca6c6" providerId="ADAL" clId="{926FD85E-E327-44FE-AC44-16DA2FBCD57E}" dt="2025-10-16T00:48:54.255" v="2261" actId="47"/>
        <pc:sldMkLst>
          <pc:docMk/>
          <pc:sldMk cId="1436351603" sldId="307"/>
        </pc:sldMkLst>
      </pc:sldChg>
      <pc:sldChg chg="delSp add del mod modTransition delAnim">
        <pc:chgData name="DEWE, HAYLEY L." userId="5cada80b-0f7b-49a5-96b2-656b100ca6c6" providerId="ADAL" clId="{926FD85E-E327-44FE-AC44-16DA2FBCD57E}" dt="2025-10-16T01:49:26.845" v="4798" actId="47"/>
        <pc:sldMkLst>
          <pc:docMk/>
          <pc:sldMk cId="2138168827" sldId="308"/>
        </pc:sldMkLst>
      </pc:sldChg>
      <pc:sldChg chg="addSp delSp modSp del mod modTransition delAnim modAnim">
        <pc:chgData name="DEWE, HAYLEY L." userId="5cada80b-0f7b-49a5-96b2-656b100ca6c6" providerId="ADAL" clId="{926FD85E-E327-44FE-AC44-16DA2FBCD57E}" dt="2025-10-16T01:13:42.635" v="4054" actId="47"/>
        <pc:sldMkLst>
          <pc:docMk/>
          <pc:sldMk cId="1567480772" sldId="311"/>
        </pc:sldMkLst>
      </pc:sldChg>
      <pc:sldChg chg="addSp delSp modSp mod modTransition addAnim delAnim modNotesTx">
        <pc:chgData name="DEWE, HAYLEY L." userId="5cada80b-0f7b-49a5-96b2-656b100ca6c6" providerId="ADAL" clId="{926FD85E-E327-44FE-AC44-16DA2FBCD57E}" dt="2025-10-16T01:13:50.823" v="4056" actId="20577"/>
        <pc:sldMkLst>
          <pc:docMk/>
          <pc:sldMk cId="4188619755" sldId="312"/>
        </pc:sldMkLst>
        <pc:spChg chg="mod">
          <ac:chgData name="DEWE, HAYLEY L." userId="5cada80b-0f7b-49a5-96b2-656b100ca6c6" providerId="ADAL" clId="{926FD85E-E327-44FE-AC44-16DA2FBCD57E}" dt="2025-10-16T00:04:54.541" v="190" actId="207"/>
          <ac:spMkLst>
            <pc:docMk/>
            <pc:sldMk cId="4188619755" sldId="312"/>
            <ac:spMk id="9" creationId="{8B8676F2-4335-7184-8F2C-C2727F9C78E9}"/>
          </ac:spMkLst>
        </pc:spChg>
        <pc:graphicFrameChg chg="mod modGraphic">
          <ac:chgData name="DEWE, HAYLEY L." userId="5cada80b-0f7b-49a5-96b2-656b100ca6c6" providerId="ADAL" clId="{926FD85E-E327-44FE-AC44-16DA2FBCD57E}" dt="2025-10-16T00:05:27.760" v="197" actId="1076"/>
          <ac:graphicFrameMkLst>
            <pc:docMk/>
            <pc:sldMk cId="4188619755" sldId="312"/>
            <ac:graphicFrameMk id="2" creationId="{031E156C-DF6E-6A29-86D2-01D1995247D5}"/>
          </ac:graphicFrameMkLst>
        </pc:graphicFrameChg>
      </pc:sldChg>
      <pc:sldChg chg="addSp delSp modSp mod modTransition delAnim modAnim">
        <pc:chgData name="DEWE, HAYLEY L." userId="5cada80b-0f7b-49a5-96b2-656b100ca6c6" providerId="ADAL" clId="{926FD85E-E327-44FE-AC44-16DA2FBCD57E}" dt="2025-10-16T10:38:24.680" v="4971" actId="1076"/>
        <pc:sldMkLst>
          <pc:docMk/>
          <pc:sldMk cId="2613428923" sldId="313"/>
        </pc:sldMkLst>
      </pc:sldChg>
      <pc:sldChg chg="delSp modSp mod modTransition delAnim modNotesTx">
        <pc:chgData name="DEWE, HAYLEY L." userId="5cada80b-0f7b-49a5-96b2-656b100ca6c6" providerId="ADAL" clId="{926FD85E-E327-44FE-AC44-16DA2FBCD57E}" dt="2025-10-16T11:30:54.588" v="6418" actId="20577"/>
        <pc:sldMkLst>
          <pc:docMk/>
          <pc:sldMk cId="33540929" sldId="314"/>
        </pc:sldMkLst>
      </pc:sldChg>
      <pc:sldChg chg="delSp modSp del mod modTransition delAnim">
        <pc:chgData name="DEWE, HAYLEY L." userId="5cada80b-0f7b-49a5-96b2-656b100ca6c6" providerId="ADAL" clId="{926FD85E-E327-44FE-AC44-16DA2FBCD57E}" dt="2025-10-16T00:04:47.320" v="189" actId="47"/>
        <pc:sldMkLst>
          <pc:docMk/>
          <pc:sldMk cId="1702084379" sldId="324"/>
        </pc:sldMkLst>
      </pc:sldChg>
      <pc:sldChg chg="addSp delSp modSp add mod modTransition addAnim delAnim modAnim modNotesTx">
        <pc:chgData name="DEWE, HAYLEY L." userId="5cada80b-0f7b-49a5-96b2-656b100ca6c6" providerId="ADAL" clId="{926FD85E-E327-44FE-AC44-16DA2FBCD57E}" dt="2025-10-16T11:35:12.370" v="6646" actId="20577"/>
        <pc:sldMkLst>
          <pc:docMk/>
          <pc:sldMk cId="3234205895" sldId="325"/>
        </pc:sldMkLst>
      </pc:sldChg>
      <pc:sldChg chg="modSp add mod modTransition modAnim">
        <pc:chgData name="DEWE, HAYLEY L." userId="5cada80b-0f7b-49a5-96b2-656b100ca6c6" providerId="ADAL" clId="{926FD85E-E327-44FE-AC44-16DA2FBCD57E}" dt="2025-10-16T10:39:20.499" v="4972"/>
        <pc:sldMkLst>
          <pc:docMk/>
          <pc:sldMk cId="369844883" sldId="326"/>
        </pc:sldMkLst>
      </pc:sldChg>
      <pc:sldChg chg="delSp modSp mod ord modTransition delAnim modAnim modNotesTx">
        <pc:chgData name="DEWE, HAYLEY L." userId="5cada80b-0f7b-49a5-96b2-656b100ca6c6" providerId="ADAL" clId="{926FD85E-E327-44FE-AC44-16DA2FBCD57E}" dt="2025-10-16T11:27:27.164" v="6344" actId="6549"/>
        <pc:sldMkLst>
          <pc:docMk/>
          <pc:sldMk cId="2423872994" sldId="328"/>
        </pc:sldMkLst>
      </pc:sldChg>
      <pc:sldChg chg="addSp delSp modSp mod modTransition setBg delAnim delDesignElem modNotesTx">
        <pc:chgData name="DEWE, HAYLEY L." userId="5cada80b-0f7b-49a5-96b2-656b100ca6c6" providerId="ADAL" clId="{926FD85E-E327-44FE-AC44-16DA2FBCD57E}" dt="2025-10-16T01:15:50.461" v="4074" actId="1076"/>
        <pc:sldMkLst>
          <pc:docMk/>
          <pc:sldMk cId="4232996817" sldId="329"/>
        </pc:sldMkLst>
      </pc:sldChg>
      <pc:sldChg chg="modSp add mod modTransition">
        <pc:chgData name="DEWE, HAYLEY L." userId="5cada80b-0f7b-49a5-96b2-656b100ca6c6" providerId="ADAL" clId="{926FD85E-E327-44FE-AC44-16DA2FBCD57E}" dt="2025-10-16T01:43:21.776" v="4686" actId="207"/>
        <pc:sldMkLst>
          <pc:docMk/>
          <pc:sldMk cId="699490516" sldId="330"/>
        </pc:sldMkLst>
      </pc:sldChg>
      <pc:sldChg chg="delSp modSp mod modTransition delAnim">
        <pc:chgData name="DEWE, HAYLEY L." userId="5cada80b-0f7b-49a5-96b2-656b100ca6c6" providerId="ADAL" clId="{926FD85E-E327-44FE-AC44-16DA2FBCD57E}" dt="2025-10-16T01:17:06.842" v="4077"/>
        <pc:sldMkLst>
          <pc:docMk/>
          <pc:sldMk cId="2923853994" sldId="332"/>
        </pc:sldMkLst>
      </pc:sldChg>
      <pc:sldChg chg="modSp add mod modTransition">
        <pc:chgData name="DEWE, HAYLEY L." userId="5cada80b-0f7b-49a5-96b2-656b100ca6c6" providerId="ADAL" clId="{926FD85E-E327-44FE-AC44-16DA2FBCD57E}" dt="2025-10-16T01:46:07.515" v="4733" actId="255"/>
        <pc:sldMkLst>
          <pc:docMk/>
          <pc:sldMk cId="2093560962" sldId="333"/>
        </pc:sldMkLst>
      </pc:sldChg>
      <pc:sldChg chg="delSp modSp mod modTransition delAnim modAnim">
        <pc:chgData name="DEWE, HAYLEY L." userId="5cada80b-0f7b-49a5-96b2-656b100ca6c6" providerId="ADAL" clId="{926FD85E-E327-44FE-AC44-16DA2FBCD57E}" dt="2025-10-16T00:09:38.282" v="371" actId="20577"/>
        <pc:sldMkLst>
          <pc:docMk/>
          <pc:sldMk cId="3918554070" sldId="334"/>
        </pc:sldMkLst>
      </pc:sldChg>
      <pc:sldChg chg="delSp modSp mod modTransition delAnim">
        <pc:chgData name="DEWE, HAYLEY L." userId="5cada80b-0f7b-49a5-96b2-656b100ca6c6" providerId="ADAL" clId="{926FD85E-E327-44FE-AC44-16DA2FBCD57E}" dt="2025-10-16T00:08:53.502" v="360" actId="2711"/>
        <pc:sldMkLst>
          <pc:docMk/>
          <pc:sldMk cId="338365097" sldId="335"/>
        </pc:sldMkLst>
        <pc:spChg chg="mod">
          <ac:chgData name="DEWE, HAYLEY L." userId="5cada80b-0f7b-49a5-96b2-656b100ca6c6" providerId="ADAL" clId="{926FD85E-E327-44FE-AC44-16DA2FBCD57E}" dt="2025-10-16T00:07:56.609" v="357" actId="1076"/>
          <ac:spMkLst>
            <pc:docMk/>
            <pc:sldMk cId="338365097" sldId="335"/>
            <ac:spMk id="5" creationId="{7FED8D49-6DBF-16AE-CC2E-8FC33433D719}"/>
          </ac:spMkLst>
        </pc:spChg>
        <pc:spChg chg="mod">
          <ac:chgData name="DEWE, HAYLEY L." userId="5cada80b-0f7b-49a5-96b2-656b100ca6c6" providerId="ADAL" clId="{926FD85E-E327-44FE-AC44-16DA2FBCD57E}" dt="2025-10-16T00:08:53.502" v="360" actId="2711"/>
          <ac:spMkLst>
            <pc:docMk/>
            <pc:sldMk cId="338365097" sldId="335"/>
            <ac:spMk id="6" creationId="{20A6FCE1-807F-78AF-7A22-954415E2EDD2}"/>
          </ac:spMkLst>
        </pc:spChg>
      </pc:sldChg>
      <pc:sldChg chg="delSp modSp mod modTransition delAnim modNotesTx">
        <pc:chgData name="DEWE, HAYLEY L." userId="5cada80b-0f7b-49a5-96b2-656b100ca6c6" providerId="ADAL" clId="{926FD85E-E327-44FE-AC44-16DA2FBCD57E}" dt="2025-10-16T01:07:36.621" v="3638" actId="20577"/>
        <pc:sldMkLst>
          <pc:docMk/>
          <pc:sldMk cId="2763638759" sldId="337"/>
        </pc:sldMkLst>
      </pc:sldChg>
      <pc:sldChg chg="addSp delSp modSp mod modTransition addAnim delAnim modAnim modNotesTx">
        <pc:chgData name="DEWE, HAYLEY L." userId="5cada80b-0f7b-49a5-96b2-656b100ca6c6" providerId="ADAL" clId="{926FD85E-E327-44FE-AC44-16DA2FBCD57E}" dt="2025-10-16T11:29:37.996" v="6363" actId="20577"/>
        <pc:sldMkLst>
          <pc:docMk/>
          <pc:sldMk cId="1585753451" sldId="338"/>
        </pc:sldMkLst>
      </pc:sldChg>
      <pc:sldChg chg="addSp delSp modSp add mod modAnim modNotesTx">
        <pc:chgData name="DEWE, HAYLEY L." userId="5cada80b-0f7b-49a5-96b2-656b100ca6c6" providerId="ADAL" clId="{926FD85E-E327-44FE-AC44-16DA2FBCD57E}" dt="2025-10-16T00:59:39.766" v="2405"/>
        <pc:sldMkLst>
          <pc:docMk/>
          <pc:sldMk cId="4232275862" sldId="339"/>
        </pc:sldMkLst>
      </pc:sldChg>
      <pc:sldChg chg="addSp modSp add mod modAnim modNotesTx">
        <pc:chgData name="DEWE, HAYLEY L." userId="5cada80b-0f7b-49a5-96b2-656b100ca6c6" providerId="ADAL" clId="{926FD85E-E327-44FE-AC44-16DA2FBCD57E}" dt="2025-10-16T01:19:05.731" v="4111"/>
        <pc:sldMkLst>
          <pc:docMk/>
          <pc:sldMk cId="3058138973" sldId="340"/>
        </pc:sldMkLst>
      </pc:sldChg>
      <pc:sldChg chg="modSp add mod modTransition">
        <pc:chgData name="DEWE, HAYLEY L." userId="5cada80b-0f7b-49a5-96b2-656b100ca6c6" providerId="ADAL" clId="{926FD85E-E327-44FE-AC44-16DA2FBCD57E}" dt="2025-10-16T01:23:03.311" v="4118"/>
        <pc:sldMkLst>
          <pc:docMk/>
          <pc:sldMk cId="1710789567" sldId="341"/>
        </pc:sldMkLst>
      </pc:sldChg>
      <pc:sldChg chg="add del">
        <pc:chgData name="DEWE, HAYLEY L." userId="5cada80b-0f7b-49a5-96b2-656b100ca6c6" providerId="ADAL" clId="{926FD85E-E327-44FE-AC44-16DA2FBCD57E}" dt="2025-10-16T01:22:54.486" v="4115" actId="47"/>
        <pc:sldMkLst>
          <pc:docMk/>
          <pc:sldMk cId="1778759872" sldId="342"/>
        </pc:sldMkLst>
      </pc:sldChg>
      <pc:sldChg chg="addSp modSp add mod modTransition setBg modAnim modNotesTx">
        <pc:chgData name="DEWE, HAYLEY L." userId="5cada80b-0f7b-49a5-96b2-656b100ca6c6" providerId="ADAL" clId="{926FD85E-E327-44FE-AC44-16DA2FBCD57E}" dt="2025-10-16T01:33:47.827" v="4439"/>
        <pc:sldMkLst>
          <pc:docMk/>
          <pc:sldMk cId="4020492249" sldId="343"/>
        </pc:sldMkLst>
      </pc:sldChg>
      <pc:sldChg chg="modSp add mod modTransition">
        <pc:chgData name="DEWE, HAYLEY L." userId="5cada80b-0f7b-49a5-96b2-656b100ca6c6" providerId="ADAL" clId="{926FD85E-E327-44FE-AC44-16DA2FBCD57E}" dt="2025-10-16T01:33:54.970" v="4440" actId="207"/>
        <pc:sldMkLst>
          <pc:docMk/>
          <pc:sldMk cId="4192220800" sldId="344"/>
        </pc:sldMkLst>
      </pc:sldChg>
      <pc:sldChg chg="addSp delSp modSp add mod modTransition modAnim modNotesTx">
        <pc:chgData name="DEWE, HAYLEY L." userId="5cada80b-0f7b-49a5-96b2-656b100ca6c6" providerId="ADAL" clId="{926FD85E-E327-44FE-AC44-16DA2FBCD57E}" dt="2025-10-16T01:38:27.026" v="4649"/>
        <pc:sldMkLst>
          <pc:docMk/>
          <pc:sldMk cId="4038684548" sldId="345"/>
        </pc:sldMkLst>
      </pc:sldChg>
      <pc:sldChg chg="addSp delSp modSp add mod modTransition modAnim">
        <pc:chgData name="DEWE, HAYLEY L." userId="5cada80b-0f7b-49a5-96b2-656b100ca6c6" providerId="ADAL" clId="{926FD85E-E327-44FE-AC44-16DA2FBCD57E}" dt="2025-10-16T10:40:41.739" v="4986"/>
        <pc:sldMkLst>
          <pc:docMk/>
          <pc:sldMk cId="2425083260" sldId="346"/>
        </pc:sldMkLst>
      </pc:sldChg>
      <pc:sldChg chg="addSp delSp modSp add mod modTransition modAnim">
        <pc:chgData name="DEWE, HAYLEY L." userId="5cada80b-0f7b-49a5-96b2-656b100ca6c6" providerId="ADAL" clId="{926FD85E-E327-44FE-AC44-16DA2FBCD57E}" dt="2025-10-16T10:40:08.654" v="4975"/>
        <pc:sldMkLst>
          <pc:docMk/>
          <pc:sldMk cId="3371320197" sldId="347"/>
        </pc:sldMkLst>
      </pc:sldChg>
      <pc:sldChg chg="modSp add mod modTransition modNotesTx">
        <pc:chgData name="DEWE, HAYLEY L." userId="5cada80b-0f7b-49a5-96b2-656b100ca6c6" providerId="ADAL" clId="{926FD85E-E327-44FE-AC44-16DA2FBCD57E}" dt="2025-10-16T01:44:13.857" v="4716" actId="20577"/>
        <pc:sldMkLst>
          <pc:docMk/>
          <pc:sldMk cId="2852232281" sldId="348"/>
        </pc:sldMkLst>
      </pc:sldChg>
      <pc:sldChg chg="modSp add mod modTransition">
        <pc:chgData name="DEWE, HAYLEY L." userId="5cada80b-0f7b-49a5-96b2-656b100ca6c6" providerId="ADAL" clId="{926FD85E-E327-44FE-AC44-16DA2FBCD57E}" dt="2025-10-16T01:45:48.434" v="4728"/>
        <pc:sldMkLst>
          <pc:docMk/>
          <pc:sldMk cId="3829531161" sldId="349"/>
        </pc:sldMkLst>
      </pc:sldChg>
      <pc:sldChg chg="addSp delSp modSp add mod modTransition modAnim modNotesTx">
        <pc:chgData name="DEWE, HAYLEY L." userId="5cada80b-0f7b-49a5-96b2-656b100ca6c6" providerId="ADAL" clId="{926FD85E-E327-44FE-AC44-16DA2FBCD57E}" dt="2025-10-16T10:40:38.953" v="4984"/>
        <pc:sldMkLst>
          <pc:docMk/>
          <pc:sldMk cId="2617131412" sldId="350"/>
        </pc:sldMkLst>
      </pc:sldChg>
      <pc:sldChg chg="add del modNotesTx">
        <pc:chgData name="DEWE, HAYLEY L." userId="5cada80b-0f7b-49a5-96b2-656b100ca6c6" providerId="ADAL" clId="{926FD85E-E327-44FE-AC44-16DA2FBCD57E}" dt="2025-10-16T01:47:42.874" v="4781" actId="47"/>
        <pc:sldMkLst>
          <pc:docMk/>
          <pc:sldMk cId="121525202" sldId="351"/>
        </pc:sldMkLst>
      </pc:sldChg>
      <pc:sldChg chg="modSp add ord modAnim">
        <pc:chgData name="DEWE, HAYLEY L." userId="5cada80b-0f7b-49a5-96b2-656b100ca6c6" providerId="ADAL" clId="{926FD85E-E327-44FE-AC44-16DA2FBCD57E}" dt="2025-10-16T10:40:47.292" v="4991"/>
        <pc:sldMkLst>
          <pc:docMk/>
          <pc:sldMk cId="2417051397" sldId="351"/>
        </pc:sldMkLst>
      </pc:sldChg>
      <pc:sldChg chg="delSp modSp add mod modAnim modNotesTx">
        <pc:chgData name="DEWE, HAYLEY L." userId="5cada80b-0f7b-49a5-96b2-656b100ca6c6" providerId="ADAL" clId="{926FD85E-E327-44FE-AC44-16DA2FBCD57E}" dt="2025-10-16T11:20:03.144" v="6327"/>
        <pc:sldMkLst>
          <pc:docMk/>
          <pc:sldMk cId="765867033" sldId="352"/>
        </pc:sldMkLst>
      </pc:sldChg>
      <pc:sldChg chg="delSp add del mod setBg delAnim delDesignElem">
        <pc:chgData name="DEWE, HAYLEY L." userId="5cada80b-0f7b-49a5-96b2-656b100ca6c6" providerId="ADAL" clId="{926FD85E-E327-44FE-AC44-16DA2FBCD57E}" dt="2025-10-16T01:50:14.086" v="4802" actId="47"/>
        <pc:sldMkLst>
          <pc:docMk/>
          <pc:sldMk cId="4108301384" sldId="352"/>
        </pc:sldMkLst>
      </pc:sldChg>
      <pc:sldMasterChg chg="modTransition modSldLayout">
        <pc:chgData name="DEWE, HAYLEY L." userId="5cada80b-0f7b-49a5-96b2-656b100ca6c6" providerId="ADAL" clId="{926FD85E-E327-44FE-AC44-16DA2FBCD57E}" dt="2025-10-15T23:49:24.543" v="26"/>
        <pc:sldMasterMkLst>
          <pc:docMk/>
          <pc:sldMasterMk cId="3516836950" sldId="2147483690"/>
        </pc:sldMasterMkLst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4121230025" sldId="2147483691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731651643" sldId="2147483692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867763074" sldId="2147483693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644090643" sldId="2147483694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673194985" sldId="2147483695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705573580" sldId="2147483696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868970472" sldId="2147483697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060775333" sldId="2147483698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049413050" sldId="2147483699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429450410" sldId="2147483700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891852759" sldId="2147483701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3895149509" sldId="2147483702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786659591" sldId="2147483703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837541521" sldId="2147483704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2319605821" sldId="2147483705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1579008724" sldId="2147483706"/>
          </pc:sldLayoutMkLst>
        </pc:sldLayoutChg>
        <pc:sldLayoutChg chg="modTransition">
          <pc:chgData name="DEWE, HAYLEY L." userId="5cada80b-0f7b-49a5-96b2-656b100ca6c6" providerId="ADAL" clId="{926FD85E-E327-44FE-AC44-16DA2FBCD57E}" dt="2025-10-15T23:49:24.543" v="26"/>
          <pc:sldLayoutMkLst>
            <pc:docMk/>
            <pc:sldMasterMk cId="3516836950" sldId="2147483690"/>
            <pc:sldLayoutMk cId="830630380" sldId="2147483707"/>
          </pc:sldLayoutMkLst>
        </pc:sldLayoutChg>
      </pc:sldMasterChg>
    </pc:docChg>
  </pc:docChgLst>
  <pc:docChgLst>
    <pc:chgData name="DEWE, HAYLEY L." userId="5cada80b-0f7b-49a5-96b2-656b100ca6c6" providerId="ADAL" clId="{632DF7FE-9916-4FAF-8457-3521400FFCEA}"/>
    <pc:docChg chg="undo custSel addSld delSld modSld sldOrd">
      <pc:chgData name="DEWE, HAYLEY L." userId="5cada80b-0f7b-49a5-96b2-656b100ca6c6" providerId="ADAL" clId="{632DF7FE-9916-4FAF-8457-3521400FFCEA}" dt="2025-10-22T15:40:47.173" v="5557" actId="6549"/>
      <pc:docMkLst>
        <pc:docMk/>
      </pc:docMkLst>
      <pc:sldChg chg="delSp modSp mod">
        <pc:chgData name="DEWE, HAYLEY L." userId="5cada80b-0f7b-49a5-96b2-656b100ca6c6" providerId="ADAL" clId="{632DF7FE-9916-4FAF-8457-3521400FFCEA}" dt="2025-10-22T15:37:23.786" v="5539" actId="478"/>
        <pc:sldMkLst>
          <pc:docMk/>
          <pc:sldMk cId="621895312" sldId="256"/>
        </pc:sldMkLst>
        <pc:spChg chg="del">
          <ac:chgData name="DEWE, HAYLEY L." userId="5cada80b-0f7b-49a5-96b2-656b100ca6c6" providerId="ADAL" clId="{632DF7FE-9916-4FAF-8457-3521400FFCEA}" dt="2025-10-22T15:37:23.786" v="5539" actId="478"/>
          <ac:spMkLst>
            <pc:docMk/>
            <pc:sldMk cId="621895312" sldId="256"/>
            <ac:spMk id="2" creationId="{64542607-0AE5-82BA-68ED-B915945C201B}"/>
          </ac:spMkLst>
        </pc:spChg>
        <pc:spChg chg="mod">
          <ac:chgData name="DEWE, HAYLEY L." userId="5cada80b-0f7b-49a5-96b2-656b100ca6c6" providerId="ADAL" clId="{632DF7FE-9916-4FAF-8457-3521400FFCEA}" dt="2025-10-22T09:45:21.012" v="41" actId="20577"/>
          <ac:spMkLst>
            <pc:docMk/>
            <pc:sldMk cId="621895312" sldId="256"/>
            <ac:spMk id="4" creationId="{2011C802-73B3-2DD2-A025-1492767780BF}"/>
          </ac:spMkLst>
        </pc:spChg>
      </pc:sldChg>
      <pc:sldChg chg="del">
        <pc:chgData name="DEWE, HAYLEY L." userId="5cada80b-0f7b-49a5-96b2-656b100ca6c6" providerId="ADAL" clId="{632DF7FE-9916-4FAF-8457-3521400FFCEA}" dt="2025-10-22T10:01:57.745" v="764" actId="47"/>
        <pc:sldMkLst>
          <pc:docMk/>
          <pc:sldMk cId="3862151110" sldId="286"/>
        </pc:sldMkLst>
      </pc:sldChg>
      <pc:sldChg chg="modSp mod">
        <pc:chgData name="DEWE, HAYLEY L." userId="5cada80b-0f7b-49a5-96b2-656b100ca6c6" providerId="ADAL" clId="{632DF7FE-9916-4FAF-8457-3521400FFCEA}" dt="2025-10-22T09:47:28.504" v="246" actId="6549"/>
        <pc:sldMkLst>
          <pc:docMk/>
          <pc:sldMk cId="3510830575" sldId="288"/>
        </pc:sldMkLst>
        <pc:spChg chg="mod">
          <ac:chgData name="DEWE, HAYLEY L." userId="5cada80b-0f7b-49a5-96b2-656b100ca6c6" providerId="ADAL" clId="{632DF7FE-9916-4FAF-8457-3521400FFCEA}" dt="2025-10-22T09:47:28.504" v="246" actId="6549"/>
          <ac:spMkLst>
            <pc:docMk/>
            <pc:sldMk cId="3510830575" sldId="288"/>
            <ac:spMk id="4" creationId="{2011C802-73B3-2DD2-A025-1492767780BF}"/>
          </ac:spMkLst>
        </pc:spChg>
      </pc:sldChg>
      <pc:sldChg chg="modSp modAnim modNotesTx">
        <pc:chgData name="DEWE, HAYLEY L." userId="5cada80b-0f7b-49a5-96b2-656b100ca6c6" providerId="ADAL" clId="{632DF7FE-9916-4FAF-8457-3521400FFCEA}" dt="2025-10-22T15:37:28.569" v="5541" actId="6549"/>
        <pc:sldMkLst>
          <pc:docMk/>
          <pc:sldMk cId="3525045034" sldId="291"/>
        </pc:sldMkLst>
        <pc:spChg chg="mod">
          <ac:chgData name="DEWE, HAYLEY L." userId="5cada80b-0f7b-49a5-96b2-656b100ca6c6" providerId="ADAL" clId="{632DF7FE-9916-4FAF-8457-3521400FFCEA}" dt="2025-10-22T14:59:51.483" v="5452" actId="20577"/>
          <ac:spMkLst>
            <pc:docMk/>
            <pc:sldMk cId="3525045034" sldId="291"/>
            <ac:spMk id="9" creationId="{8B8676F2-4335-7184-8F2C-C2727F9C78E9}"/>
          </ac:spMkLst>
        </pc:spChg>
      </pc:sldChg>
      <pc:sldChg chg="del">
        <pc:chgData name="DEWE, HAYLEY L." userId="5cada80b-0f7b-49a5-96b2-656b100ca6c6" providerId="ADAL" clId="{632DF7FE-9916-4FAF-8457-3521400FFCEA}" dt="2025-10-22T10:55:47.525" v="2063" actId="47"/>
        <pc:sldMkLst>
          <pc:docMk/>
          <pc:sldMk cId="3524497358" sldId="298"/>
        </pc:sldMkLst>
      </pc:sldChg>
      <pc:sldChg chg="del">
        <pc:chgData name="DEWE, HAYLEY L." userId="5cada80b-0f7b-49a5-96b2-656b100ca6c6" providerId="ADAL" clId="{632DF7FE-9916-4FAF-8457-3521400FFCEA}" dt="2025-10-22T09:47:37.329" v="250" actId="47"/>
        <pc:sldMkLst>
          <pc:docMk/>
          <pc:sldMk cId="1557494676" sldId="301"/>
        </pc:sldMkLst>
      </pc:sldChg>
      <pc:sldChg chg="del">
        <pc:chgData name="DEWE, HAYLEY L." userId="5cada80b-0f7b-49a5-96b2-656b100ca6c6" providerId="ADAL" clId="{632DF7FE-9916-4FAF-8457-3521400FFCEA}" dt="2025-10-22T09:47:37.799" v="251" actId="47"/>
        <pc:sldMkLst>
          <pc:docMk/>
          <pc:sldMk cId="3787757895" sldId="303"/>
        </pc:sldMkLst>
      </pc:sldChg>
      <pc:sldChg chg="modSp mod">
        <pc:chgData name="DEWE, HAYLEY L." userId="5cada80b-0f7b-49a5-96b2-656b100ca6c6" providerId="ADAL" clId="{632DF7FE-9916-4FAF-8457-3521400FFCEA}" dt="2025-10-22T11:05:22.213" v="2450" actId="313"/>
        <pc:sldMkLst>
          <pc:docMk/>
          <pc:sldMk cId="2807155718" sldId="304"/>
        </pc:sldMkLst>
        <pc:spChg chg="mod">
          <ac:chgData name="DEWE, HAYLEY L." userId="5cada80b-0f7b-49a5-96b2-656b100ca6c6" providerId="ADAL" clId="{632DF7FE-9916-4FAF-8457-3521400FFCEA}" dt="2025-10-22T11:05:22.213" v="2450" actId="313"/>
          <ac:spMkLst>
            <pc:docMk/>
            <pc:sldMk cId="2807155718" sldId="304"/>
            <ac:spMk id="4" creationId="{2011C802-73B3-2DD2-A025-1492767780BF}"/>
          </ac:spMkLst>
        </pc:spChg>
      </pc:sldChg>
      <pc:sldChg chg="addSp delSp modSp mod ord delAnim modAnim modNotesTx">
        <pc:chgData name="DEWE, HAYLEY L." userId="5cada80b-0f7b-49a5-96b2-656b100ca6c6" providerId="ADAL" clId="{632DF7FE-9916-4FAF-8457-3521400FFCEA}" dt="2025-10-22T15:00:52.998" v="5474"/>
        <pc:sldMkLst>
          <pc:docMk/>
          <pc:sldMk cId="3207344223" sldId="305"/>
        </pc:sldMkLst>
        <pc:spChg chg="del">
          <ac:chgData name="DEWE, HAYLEY L." userId="5cada80b-0f7b-49a5-96b2-656b100ca6c6" providerId="ADAL" clId="{632DF7FE-9916-4FAF-8457-3521400FFCEA}" dt="2025-10-22T09:48:04.217" v="258" actId="478"/>
          <ac:spMkLst>
            <pc:docMk/>
            <pc:sldMk cId="3207344223" sldId="305"/>
            <ac:spMk id="2" creationId="{69BDB964-CBB6-1F1C-013D-D9D58A3814E7}"/>
          </ac:spMkLst>
        </pc:spChg>
        <pc:spChg chg="mod">
          <ac:chgData name="DEWE, HAYLEY L." userId="5cada80b-0f7b-49a5-96b2-656b100ca6c6" providerId="ADAL" clId="{632DF7FE-9916-4FAF-8457-3521400FFCEA}" dt="2025-10-22T09:51:41.700" v="361" actId="20577"/>
          <ac:spMkLst>
            <pc:docMk/>
            <pc:sldMk cId="3207344223" sldId="305"/>
            <ac:spMk id="3" creationId="{113FDD85-F712-8D9D-CFEF-1AC12384BA0B}"/>
          </ac:spMkLst>
        </pc:spChg>
        <pc:spChg chg="add mod">
          <ac:chgData name="DEWE, HAYLEY L." userId="5cada80b-0f7b-49a5-96b2-656b100ca6c6" providerId="ADAL" clId="{632DF7FE-9916-4FAF-8457-3521400FFCEA}" dt="2025-10-22T15:00:39.606" v="5471" actId="1076"/>
          <ac:spMkLst>
            <pc:docMk/>
            <pc:sldMk cId="3207344223" sldId="305"/>
            <ac:spMk id="4" creationId="{A4AF6035-4215-3DBC-F793-58B2B5AEDC64}"/>
          </ac:spMkLst>
        </pc:spChg>
        <pc:spChg chg="del">
          <ac:chgData name="DEWE, HAYLEY L." userId="5cada80b-0f7b-49a5-96b2-656b100ca6c6" providerId="ADAL" clId="{632DF7FE-9916-4FAF-8457-3521400FFCEA}" dt="2025-10-22T09:48:08.101" v="260" actId="478"/>
          <ac:spMkLst>
            <pc:docMk/>
            <pc:sldMk cId="3207344223" sldId="305"/>
            <ac:spMk id="10" creationId="{17B3C3F3-DC97-7E1B-F76C-67C700CED36B}"/>
          </ac:spMkLst>
        </pc:spChg>
        <pc:spChg chg="mod">
          <ac:chgData name="DEWE, HAYLEY L." userId="5cada80b-0f7b-49a5-96b2-656b100ca6c6" providerId="ADAL" clId="{632DF7FE-9916-4FAF-8457-3521400FFCEA}" dt="2025-10-22T15:00:46.339" v="5473" actId="1076"/>
          <ac:spMkLst>
            <pc:docMk/>
            <pc:sldMk cId="3207344223" sldId="305"/>
            <ac:spMk id="11" creationId="{AA5BD7EE-2F03-C58C-B93F-41A677EBACC8}"/>
          </ac:spMkLst>
        </pc:spChg>
        <pc:spChg chg="add mod">
          <ac:chgData name="DEWE, HAYLEY L." userId="5cada80b-0f7b-49a5-96b2-656b100ca6c6" providerId="ADAL" clId="{632DF7FE-9916-4FAF-8457-3521400FFCEA}" dt="2025-10-22T09:50:08.617" v="320"/>
          <ac:spMkLst>
            <pc:docMk/>
            <pc:sldMk cId="3207344223" sldId="305"/>
            <ac:spMk id="13" creationId="{DF450596-044E-EF26-D09D-958B47019049}"/>
          </ac:spMkLst>
        </pc:spChg>
        <pc:spChg chg="add mod">
          <ac:chgData name="DEWE, HAYLEY L." userId="5cada80b-0f7b-49a5-96b2-656b100ca6c6" providerId="ADAL" clId="{632DF7FE-9916-4FAF-8457-3521400FFCEA}" dt="2025-10-22T09:50:08.617" v="320"/>
          <ac:spMkLst>
            <pc:docMk/>
            <pc:sldMk cId="3207344223" sldId="305"/>
            <ac:spMk id="14" creationId="{2E499EE0-5A2E-46D2-2DA4-79D87776FDCA}"/>
          </ac:spMkLst>
        </pc:spChg>
        <pc:spChg chg="add mod">
          <ac:chgData name="DEWE, HAYLEY L." userId="5cada80b-0f7b-49a5-96b2-656b100ca6c6" providerId="ADAL" clId="{632DF7FE-9916-4FAF-8457-3521400FFCEA}" dt="2025-10-22T09:50:08.617" v="320"/>
          <ac:spMkLst>
            <pc:docMk/>
            <pc:sldMk cId="3207344223" sldId="305"/>
            <ac:spMk id="15" creationId="{32B78D5A-DA41-5C74-01C9-C2451B02C47B}"/>
          </ac:spMkLst>
        </pc:spChg>
        <pc:spChg chg="add mod">
          <ac:chgData name="DEWE, HAYLEY L." userId="5cada80b-0f7b-49a5-96b2-656b100ca6c6" providerId="ADAL" clId="{632DF7FE-9916-4FAF-8457-3521400FFCEA}" dt="2025-10-22T09:50:08.617" v="320"/>
          <ac:spMkLst>
            <pc:docMk/>
            <pc:sldMk cId="3207344223" sldId="305"/>
            <ac:spMk id="16" creationId="{2165854B-ADF2-D8E2-7858-487D91C775F6}"/>
          </ac:spMkLst>
        </pc:spChg>
        <pc:spChg chg="add del mod topLvl">
          <ac:chgData name="DEWE, HAYLEY L." userId="5cada80b-0f7b-49a5-96b2-656b100ca6c6" providerId="ADAL" clId="{632DF7FE-9916-4FAF-8457-3521400FFCEA}" dt="2025-10-22T15:00:32.930" v="5468" actId="478"/>
          <ac:spMkLst>
            <pc:docMk/>
            <pc:sldMk cId="3207344223" sldId="305"/>
            <ac:spMk id="17" creationId="{9D07A085-479B-86DC-9165-E512B71C1E48}"/>
          </ac:spMkLst>
        </pc:spChg>
        <pc:spChg chg="add del mod topLvl">
          <ac:chgData name="DEWE, HAYLEY L." userId="5cada80b-0f7b-49a5-96b2-656b100ca6c6" providerId="ADAL" clId="{632DF7FE-9916-4FAF-8457-3521400FFCEA}" dt="2025-10-22T15:00:30.499" v="5465" actId="478"/>
          <ac:spMkLst>
            <pc:docMk/>
            <pc:sldMk cId="3207344223" sldId="305"/>
            <ac:spMk id="18" creationId="{32195087-4341-09D2-7E4D-7680B1673A03}"/>
          </ac:spMkLst>
        </pc:spChg>
        <pc:spChg chg="add mod">
          <ac:chgData name="DEWE, HAYLEY L." userId="5cada80b-0f7b-49a5-96b2-656b100ca6c6" providerId="ADAL" clId="{632DF7FE-9916-4FAF-8457-3521400FFCEA}" dt="2025-10-22T09:50:08.617" v="320"/>
          <ac:spMkLst>
            <pc:docMk/>
            <pc:sldMk cId="3207344223" sldId="305"/>
            <ac:spMk id="19" creationId="{F282E186-7839-7931-67C7-E05A85F845F4}"/>
          </ac:spMkLst>
        </pc:spChg>
        <pc:spChg chg="add mod">
          <ac:chgData name="DEWE, HAYLEY L." userId="5cada80b-0f7b-49a5-96b2-656b100ca6c6" providerId="ADAL" clId="{632DF7FE-9916-4FAF-8457-3521400FFCEA}" dt="2025-10-22T09:50:08.617" v="320"/>
          <ac:spMkLst>
            <pc:docMk/>
            <pc:sldMk cId="3207344223" sldId="305"/>
            <ac:spMk id="20" creationId="{2FE6E418-3B13-DC29-C600-1486C36855A9}"/>
          </ac:spMkLst>
        </pc:spChg>
        <pc:spChg chg="add mod">
          <ac:chgData name="DEWE, HAYLEY L." userId="5cada80b-0f7b-49a5-96b2-656b100ca6c6" providerId="ADAL" clId="{632DF7FE-9916-4FAF-8457-3521400FFCEA}" dt="2025-10-22T09:54:13.732" v="455"/>
          <ac:spMkLst>
            <pc:docMk/>
            <pc:sldMk cId="3207344223" sldId="305"/>
            <ac:spMk id="21" creationId="{E717B98A-BFA6-BBD7-5F2D-E7612A657048}"/>
          </ac:spMkLst>
        </pc:spChg>
        <pc:grpChg chg="del mod">
          <ac:chgData name="DEWE, HAYLEY L." userId="5cada80b-0f7b-49a5-96b2-656b100ca6c6" providerId="ADAL" clId="{632DF7FE-9916-4FAF-8457-3521400FFCEA}" dt="2025-10-22T15:00:28.883" v="5463" actId="478"/>
          <ac:grpSpMkLst>
            <pc:docMk/>
            <pc:sldMk cId="3207344223" sldId="305"/>
            <ac:grpSpMk id="5" creationId="{B064F022-1566-DC56-2308-0112486F1EDC}"/>
          </ac:grpSpMkLst>
        </pc:grpChg>
        <pc:grpChg chg="add del mod">
          <ac:chgData name="DEWE, HAYLEY L." userId="5cada80b-0f7b-49a5-96b2-656b100ca6c6" providerId="ADAL" clId="{632DF7FE-9916-4FAF-8457-3521400FFCEA}" dt="2025-10-22T15:00:30.499" v="5465" actId="478"/>
          <ac:grpSpMkLst>
            <pc:docMk/>
            <pc:sldMk cId="3207344223" sldId="305"/>
            <ac:grpSpMk id="7" creationId="{4FB67BED-EA5C-F2B5-7811-0AB2421FE0F4}"/>
          </ac:grpSpMkLst>
        </pc:grpChg>
        <pc:grpChg chg="del mod">
          <ac:chgData name="DEWE, HAYLEY L." userId="5cada80b-0f7b-49a5-96b2-656b100ca6c6" providerId="ADAL" clId="{632DF7FE-9916-4FAF-8457-3521400FFCEA}" dt="2025-10-22T15:00:31.238" v="5466" actId="478"/>
          <ac:grpSpMkLst>
            <pc:docMk/>
            <pc:sldMk cId="3207344223" sldId="305"/>
            <ac:grpSpMk id="8" creationId="{B62A92D7-4A21-2903-E180-3D96C9CEF0E7}"/>
          </ac:grpSpMkLst>
        </pc:grpChg>
        <pc:grpChg chg="add del mod">
          <ac:chgData name="DEWE, HAYLEY L." userId="5cada80b-0f7b-49a5-96b2-656b100ca6c6" providerId="ADAL" clId="{632DF7FE-9916-4FAF-8457-3521400FFCEA}" dt="2025-10-22T15:00:31.924" v="5467" actId="478"/>
          <ac:grpSpMkLst>
            <pc:docMk/>
            <pc:sldMk cId="3207344223" sldId="305"/>
            <ac:grpSpMk id="12" creationId="{04AE97BE-F899-3DB3-A770-2314481E6E89}"/>
          </ac:grpSpMkLst>
        </pc:grpChg>
        <pc:graphicFrameChg chg="del">
          <ac:chgData name="DEWE, HAYLEY L." userId="5cada80b-0f7b-49a5-96b2-656b100ca6c6" providerId="ADAL" clId="{632DF7FE-9916-4FAF-8457-3521400FFCEA}" dt="2025-10-22T09:48:06.424" v="259" actId="478"/>
          <ac:graphicFrameMkLst>
            <pc:docMk/>
            <pc:sldMk cId="3207344223" sldId="305"/>
            <ac:graphicFrameMk id="6" creationId="{5F450832-2FFD-2C34-7A7B-7139DD5ADCB2}"/>
          </ac:graphicFrameMkLst>
        </pc:graphicFrameChg>
        <pc:graphicFrameChg chg="mod">
          <ac:chgData name="DEWE, HAYLEY L." userId="5cada80b-0f7b-49a5-96b2-656b100ca6c6" providerId="ADAL" clId="{632DF7FE-9916-4FAF-8457-3521400FFCEA}" dt="2025-10-22T09:48:29.445" v="300" actId="1076"/>
          <ac:graphicFrameMkLst>
            <pc:docMk/>
            <pc:sldMk cId="3207344223" sldId="305"/>
            <ac:graphicFrameMk id="9" creationId="{CC3E3F2B-9783-C2BD-E3B9-345869247621}"/>
          </ac:graphicFrameMkLst>
        </pc:graphicFrameChg>
      </pc:sldChg>
      <pc:sldChg chg="del">
        <pc:chgData name="DEWE, HAYLEY L." userId="5cada80b-0f7b-49a5-96b2-656b100ca6c6" providerId="ADAL" clId="{632DF7FE-9916-4FAF-8457-3521400FFCEA}" dt="2025-10-22T10:55:53.247" v="2067" actId="47"/>
        <pc:sldMkLst>
          <pc:docMk/>
          <pc:sldMk cId="1866738169" sldId="306"/>
        </pc:sldMkLst>
      </pc:sldChg>
      <pc:sldChg chg="modSp mod ord modNotesTx">
        <pc:chgData name="DEWE, HAYLEY L." userId="5cada80b-0f7b-49a5-96b2-656b100ca6c6" providerId="ADAL" clId="{632DF7FE-9916-4FAF-8457-3521400FFCEA}" dt="2025-10-22T13:46:40.702" v="2915"/>
        <pc:sldMkLst>
          <pc:docMk/>
          <pc:sldMk cId="4188619755" sldId="312"/>
        </pc:sldMkLst>
        <pc:spChg chg="mod">
          <ac:chgData name="DEWE, HAYLEY L." userId="5cada80b-0f7b-49a5-96b2-656b100ca6c6" providerId="ADAL" clId="{632DF7FE-9916-4FAF-8457-3521400FFCEA}" dt="2025-10-22T10:01:31.166" v="756" actId="6549"/>
          <ac:spMkLst>
            <pc:docMk/>
            <pc:sldMk cId="4188619755" sldId="312"/>
            <ac:spMk id="9" creationId="{8B8676F2-4335-7184-8F2C-C2727F9C78E9}"/>
          </ac:spMkLst>
        </pc:spChg>
      </pc:sldChg>
      <pc:sldChg chg="del ord">
        <pc:chgData name="DEWE, HAYLEY L." userId="5cada80b-0f7b-49a5-96b2-656b100ca6c6" providerId="ADAL" clId="{632DF7FE-9916-4FAF-8457-3521400FFCEA}" dt="2025-10-22T09:48:41.834" v="304" actId="47"/>
        <pc:sldMkLst>
          <pc:docMk/>
          <pc:sldMk cId="2613428923" sldId="313"/>
        </pc:sldMkLst>
      </pc:sldChg>
      <pc:sldChg chg="modSp add del mod ord">
        <pc:chgData name="DEWE, HAYLEY L." userId="5cada80b-0f7b-49a5-96b2-656b100ca6c6" providerId="ADAL" clId="{632DF7FE-9916-4FAF-8457-3521400FFCEA}" dt="2025-10-22T10:01:47.405" v="760" actId="47"/>
        <pc:sldMkLst>
          <pc:docMk/>
          <pc:sldMk cId="33540929" sldId="314"/>
        </pc:sldMkLst>
        <pc:spChg chg="mod">
          <ac:chgData name="DEWE, HAYLEY L." userId="5cada80b-0f7b-49a5-96b2-656b100ca6c6" providerId="ADAL" clId="{632DF7FE-9916-4FAF-8457-3521400FFCEA}" dt="2025-10-22T09:51:58.395" v="363" actId="113"/>
          <ac:spMkLst>
            <pc:docMk/>
            <pc:sldMk cId="33540929" sldId="314"/>
            <ac:spMk id="3" creationId="{113FDD85-F712-8D9D-CFEF-1AC12384BA0B}"/>
          </ac:spMkLst>
        </pc:spChg>
      </pc:sldChg>
      <pc:sldChg chg="del">
        <pc:chgData name="DEWE, HAYLEY L." userId="5cada80b-0f7b-49a5-96b2-656b100ca6c6" providerId="ADAL" clId="{632DF7FE-9916-4FAF-8457-3521400FFCEA}" dt="2025-10-22T10:55:45.024" v="2061" actId="47"/>
        <pc:sldMkLst>
          <pc:docMk/>
          <pc:sldMk cId="3234205895" sldId="325"/>
        </pc:sldMkLst>
      </pc:sldChg>
      <pc:sldChg chg="del">
        <pc:chgData name="DEWE, HAYLEY L." userId="5cada80b-0f7b-49a5-96b2-656b100ca6c6" providerId="ADAL" clId="{632DF7FE-9916-4FAF-8457-3521400FFCEA}" dt="2025-10-22T10:55:48.933" v="2064" actId="47"/>
        <pc:sldMkLst>
          <pc:docMk/>
          <pc:sldMk cId="369844883" sldId="326"/>
        </pc:sldMkLst>
      </pc:sldChg>
      <pc:sldChg chg="modSp add del mod">
        <pc:chgData name="DEWE, HAYLEY L." userId="5cada80b-0f7b-49a5-96b2-656b100ca6c6" providerId="ADAL" clId="{632DF7FE-9916-4FAF-8457-3521400FFCEA}" dt="2025-10-22T09:57:59.453" v="521" actId="1076"/>
        <pc:sldMkLst>
          <pc:docMk/>
          <pc:sldMk cId="2423872994" sldId="328"/>
        </pc:sldMkLst>
        <pc:spChg chg="mod">
          <ac:chgData name="DEWE, HAYLEY L." userId="5cada80b-0f7b-49a5-96b2-656b100ca6c6" providerId="ADAL" clId="{632DF7FE-9916-4FAF-8457-3521400FFCEA}" dt="2025-10-22T09:57:56.283" v="520" actId="207"/>
          <ac:spMkLst>
            <pc:docMk/>
            <pc:sldMk cId="2423872994" sldId="328"/>
            <ac:spMk id="2" creationId="{69BDB964-CBB6-1F1C-013D-D9D58A3814E7}"/>
          </ac:spMkLst>
        </pc:spChg>
        <pc:spChg chg="mod">
          <ac:chgData name="DEWE, HAYLEY L." userId="5cada80b-0f7b-49a5-96b2-656b100ca6c6" providerId="ADAL" clId="{632DF7FE-9916-4FAF-8457-3521400FFCEA}" dt="2025-10-22T09:57:59.453" v="521" actId="1076"/>
          <ac:spMkLst>
            <pc:docMk/>
            <pc:sldMk cId="2423872994" sldId="328"/>
            <ac:spMk id="3" creationId="{113FDD85-F712-8D9D-CFEF-1AC12384BA0B}"/>
          </ac:spMkLst>
        </pc:spChg>
      </pc:sldChg>
      <pc:sldChg chg="add del">
        <pc:chgData name="DEWE, HAYLEY L." userId="5cada80b-0f7b-49a5-96b2-656b100ca6c6" providerId="ADAL" clId="{632DF7FE-9916-4FAF-8457-3521400FFCEA}" dt="2025-10-22T10:55:43.227" v="2060" actId="47"/>
        <pc:sldMkLst>
          <pc:docMk/>
          <pc:sldMk cId="4232996817" sldId="329"/>
        </pc:sldMkLst>
      </pc:sldChg>
      <pc:sldChg chg="del">
        <pc:chgData name="DEWE, HAYLEY L." userId="5cada80b-0f7b-49a5-96b2-656b100ca6c6" providerId="ADAL" clId="{632DF7FE-9916-4FAF-8457-3521400FFCEA}" dt="2025-10-22T10:56:05.685" v="2075" actId="47"/>
        <pc:sldMkLst>
          <pc:docMk/>
          <pc:sldMk cId="699490516" sldId="330"/>
        </pc:sldMkLst>
      </pc:sldChg>
      <pc:sldChg chg="del">
        <pc:chgData name="DEWE, HAYLEY L." userId="5cada80b-0f7b-49a5-96b2-656b100ca6c6" providerId="ADAL" clId="{632DF7FE-9916-4FAF-8457-3521400FFCEA}" dt="2025-10-22T09:47:34.289" v="248" actId="47"/>
        <pc:sldMkLst>
          <pc:docMk/>
          <pc:sldMk cId="2923853994" sldId="332"/>
        </pc:sldMkLst>
      </pc:sldChg>
      <pc:sldChg chg="del">
        <pc:chgData name="DEWE, HAYLEY L." userId="5cada80b-0f7b-49a5-96b2-656b100ca6c6" providerId="ADAL" clId="{632DF7FE-9916-4FAF-8457-3521400FFCEA}" dt="2025-10-22T10:55:58.973" v="2071" actId="47"/>
        <pc:sldMkLst>
          <pc:docMk/>
          <pc:sldMk cId="2093560962" sldId="333"/>
        </pc:sldMkLst>
      </pc:sldChg>
      <pc:sldChg chg="del">
        <pc:chgData name="DEWE, HAYLEY L." userId="5cada80b-0f7b-49a5-96b2-656b100ca6c6" providerId="ADAL" clId="{632DF7FE-9916-4FAF-8457-3521400FFCEA}" dt="2025-10-22T09:47:32.248" v="247" actId="47"/>
        <pc:sldMkLst>
          <pc:docMk/>
          <pc:sldMk cId="3918554070" sldId="334"/>
        </pc:sldMkLst>
      </pc:sldChg>
      <pc:sldChg chg="modSp mod modAnim">
        <pc:chgData name="DEWE, HAYLEY L." userId="5cada80b-0f7b-49a5-96b2-656b100ca6c6" providerId="ADAL" clId="{632DF7FE-9916-4FAF-8457-3521400FFCEA}" dt="2025-10-22T14:59:20.754" v="5391" actId="14100"/>
        <pc:sldMkLst>
          <pc:docMk/>
          <pc:sldMk cId="338365097" sldId="335"/>
        </pc:sldMkLst>
        <pc:spChg chg="mod">
          <ac:chgData name="DEWE, HAYLEY L." userId="5cada80b-0f7b-49a5-96b2-656b100ca6c6" providerId="ADAL" clId="{632DF7FE-9916-4FAF-8457-3521400FFCEA}" dt="2025-10-22T14:59:20.754" v="5391" actId="14100"/>
          <ac:spMkLst>
            <pc:docMk/>
            <pc:sldMk cId="338365097" sldId="335"/>
            <ac:spMk id="6" creationId="{20A6FCE1-807F-78AF-7A22-954415E2EDD2}"/>
          </ac:spMkLst>
        </pc:spChg>
      </pc:sldChg>
      <pc:sldChg chg="add del ord modAnim modNotesTx">
        <pc:chgData name="DEWE, HAYLEY L." userId="5cada80b-0f7b-49a5-96b2-656b100ca6c6" providerId="ADAL" clId="{632DF7FE-9916-4FAF-8457-3521400FFCEA}" dt="2025-10-22T15:37:39.502" v="5542" actId="6549"/>
        <pc:sldMkLst>
          <pc:docMk/>
          <pc:sldMk cId="2763638759" sldId="337"/>
        </pc:sldMkLst>
      </pc:sldChg>
      <pc:sldChg chg="del">
        <pc:chgData name="DEWE, HAYLEY L." userId="5cada80b-0f7b-49a5-96b2-656b100ca6c6" providerId="ADAL" clId="{632DF7FE-9916-4FAF-8457-3521400FFCEA}" dt="2025-10-22T09:47:45.286" v="254" actId="47"/>
        <pc:sldMkLst>
          <pc:docMk/>
          <pc:sldMk cId="1585753451" sldId="338"/>
        </pc:sldMkLst>
      </pc:sldChg>
      <pc:sldChg chg="del">
        <pc:chgData name="DEWE, HAYLEY L." userId="5cada80b-0f7b-49a5-96b2-656b100ca6c6" providerId="ADAL" clId="{632DF7FE-9916-4FAF-8457-3521400FFCEA}" dt="2025-10-22T09:47:46.796" v="255" actId="47"/>
        <pc:sldMkLst>
          <pc:docMk/>
          <pc:sldMk cId="4232275862" sldId="339"/>
        </pc:sldMkLst>
      </pc:sldChg>
      <pc:sldChg chg="del">
        <pc:chgData name="DEWE, HAYLEY L." userId="5cada80b-0f7b-49a5-96b2-656b100ca6c6" providerId="ADAL" clId="{632DF7FE-9916-4FAF-8457-3521400FFCEA}" dt="2025-10-22T10:01:49.640" v="761" actId="47"/>
        <pc:sldMkLst>
          <pc:docMk/>
          <pc:sldMk cId="3058138973" sldId="340"/>
        </pc:sldMkLst>
      </pc:sldChg>
      <pc:sldChg chg="del">
        <pc:chgData name="DEWE, HAYLEY L." userId="5cada80b-0f7b-49a5-96b2-656b100ca6c6" providerId="ADAL" clId="{632DF7FE-9916-4FAF-8457-3521400FFCEA}" dt="2025-10-22T13:50:51.467" v="2973" actId="47"/>
        <pc:sldMkLst>
          <pc:docMk/>
          <pc:sldMk cId="1710789567" sldId="341"/>
        </pc:sldMkLst>
      </pc:sldChg>
      <pc:sldChg chg="del">
        <pc:chgData name="DEWE, HAYLEY L." userId="5cada80b-0f7b-49a5-96b2-656b100ca6c6" providerId="ADAL" clId="{632DF7FE-9916-4FAF-8457-3521400FFCEA}" dt="2025-10-22T10:55:50.416" v="2065" actId="47"/>
        <pc:sldMkLst>
          <pc:docMk/>
          <pc:sldMk cId="4020492249" sldId="343"/>
        </pc:sldMkLst>
      </pc:sldChg>
      <pc:sldChg chg="del">
        <pc:chgData name="DEWE, HAYLEY L." userId="5cada80b-0f7b-49a5-96b2-656b100ca6c6" providerId="ADAL" clId="{632DF7FE-9916-4FAF-8457-3521400FFCEA}" dt="2025-10-22T13:50:52.008" v="2974" actId="47"/>
        <pc:sldMkLst>
          <pc:docMk/>
          <pc:sldMk cId="4192220800" sldId="344"/>
        </pc:sldMkLst>
      </pc:sldChg>
      <pc:sldChg chg="del">
        <pc:chgData name="DEWE, HAYLEY L." userId="5cada80b-0f7b-49a5-96b2-656b100ca6c6" providerId="ADAL" clId="{632DF7FE-9916-4FAF-8457-3521400FFCEA}" dt="2025-10-22T10:55:52.284" v="2066" actId="47"/>
        <pc:sldMkLst>
          <pc:docMk/>
          <pc:sldMk cId="4038684548" sldId="345"/>
        </pc:sldMkLst>
      </pc:sldChg>
      <pc:sldChg chg="del">
        <pc:chgData name="DEWE, HAYLEY L." userId="5cada80b-0f7b-49a5-96b2-656b100ca6c6" providerId="ADAL" clId="{632DF7FE-9916-4FAF-8457-3521400FFCEA}" dt="2025-10-22T10:55:54.226" v="2068" actId="47"/>
        <pc:sldMkLst>
          <pc:docMk/>
          <pc:sldMk cId="2425083260" sldId="346"/>
        </pc:sldMkLst>
      </pc:sldChg>
      <pc:sldChg chg="del">
        <pc:chgData name="DEWE, HAYLEY L." userId="5cada80b-0f7b-49a5-96b2-656b100ca6c6" providerId="ADAL" clId="{632DF7FE-9916-4FAF-8457-3521400FFCEA}" dt="2025-10-22T10:55:54.932" v="2069" actId="47"/>
        <pc:sldMkLst>
          <pc:docMk/>
          <pc:sldMk cId="3371320197" sldId="347"/>
        </pc:sldMkLst>
      </pc:sldChg>
      <pc:sldChg chg="del">
        <pc:chgData name="DEWE, HAYLEY L." userId="5cada80b-0f7b-49a5-96b2-656b100ca6c6" providerId="ADAL" clId="{632DF7FE-9916-4FAF-8457-3521400FFCEA}" dt="2025-10-22T10:55:56.273" v="2070" actId="47"/>
        <pc:sldMkLst>
          <pc:docMk/>
          <pc:sldMk cId="2852232281" sldId="348"/>
        </pc:sldMkLst>
      </pc:sldChg>
      <pc:sldChg chg="del">
        <pc:chgData name="DEWE, HAYLEY L." userId="5cada80b-0f7b-49a5-96b2-656b100ca6c6" providerId="ADAL" clId="{632DF7FE-9916-4FAF-8457-3521400FFCEA}" dt="2025-10-22T10:56:04.587" v="2074" actId="47"/>
        <pc:sldMkLst>
          <pc:docMk/>
          <pc:sldMk cId="3829531161" sldId="349"/>
        </pc:sldMkLst>
      </pc:sldChg>
      <pc:sldChg chg="del">
        <pc:chgData name="DEWE, HAYLEY L." userId="5cada80b-0f7b-49a5-96b2-656b100ca6c6" providerId="ADAL" clId="{632DF7FE-9916-4FAF-8457-3521400FFCEA}" dt="2025-10-22T10:55:59.971" v="2073" actId="47"/>
        <pc:sldMkLst>
          <pc:docMk/>
          <pc:sldMk cId="2617131412" sldId="350"/>
        </pc:sldMkLst>
      </pc:sldChg>
      <pc:sldChg chg="del">
        <pc:chgData name="DEWE, HAYLEY L." userId="5cada80b-0f7b-49a5-96b2-656b100ca6c6" providerId="ADAL" clId="{632DF7FE-9916-4FAF-8457-3521400FFCEA}" dt="2025-10-22T10:55:59.482" v="2072" actId="47"/>
        <pc:sldMkLst>
          <pc:docMk/>
          <pc:sldMk cId="2417051397" sldId="351"/>
        </pc:sldMkLst>
      </pc:sldChg>
      <pc:sldChg chg="del">
        <pc:chgData name="DEWE, HAYLEY L." userId="5cada80b-0f7b-49a5-96b2-656b100ca6c6" providerId="ADAL" clId="{632DF7FE-9916-4FAF-8457-3521400FFCEA}" dt="2025-10-22T10:55:46.385" v="2062" actId="47"/>
        <pc:sldMkLst>
          <pc:docMk/>
          <pc:sldMk cId="765867033" sldId="352"/>
        </pc:sldMkLst>
      </pc:sldChg>
      <pc:sldChg chg="addSp delSp modSp add mod ord delAnim modAnim">
        <pc:chgData name="DEWE, HAYLEY L." userId="5cada80b-0f7b-49a5-96b2-656b100ca6c6" providerId="ADAL" clId="{632DF7FE-9916-4FAF-8457-3521400FFCEA}" dt="2025-10-22T10:00:39.536" v="741" actId="478"/>
        <pc:sldMkLst>
          <pc:docMk/>
          <pc:sldMk cId="3572692624" sldId="353"/>
        </pc:sldMkLst>
        <pc:spChg chg="add del mod">
          <ac:chgData name="DEWE, HAYLEY L." userId="5cada80b-0f7b-49a5-96b2-656b100ca6c6" providerId="ADAL" clId="{632DF7FE-9916-4FAF-8457-3521400FFCEA}" dt="2025-10-22T09:51:19.738" v="335" actId="478"/>
          <ac:spMkLst>
            <pc:docMk/>
            <pc:sldMk cId="3572692624" sldId="353"/>
            <ac:spMk id="3" creationId="{3586393F-912D-7344-8F2D-CE6F5C3D3A38}"/>
          </ac:spMkLst>
        </pc:spChg>
        <pc:spChg chg="add mod">
          <ac:chgData name="DEWE, HAYLEY L." userId="5cada80b-0f7b-49a5-96b2-656b100ca6c6" providerId="ADAL" clId="{632DF7FE-9916-4FAF-8457-3521400FFCEA}" dt="2025-10-22T09:52:40.832" v="371"/>
          <ac:spMkLst>
            <pc:docMk/>
            <pc:sldMk cId="3572692624" sldId="353"/>
            <ac:spMk id="4" creationId="{AF195B27-2480-8054-9179-DB49896C8955}"/>
          </ac:spMkLst>
        </pc:spChg>
        <pc:spChg chg="add del mod">
          <ac:chgData name="DEWE, HAYLEY L." userId="5cada80b-0f7b-49a5-96b2-656b100ca6c6" providerId="ADAL" clId="{632DF7FE-9916-4FAF-8457-3521400FFCEA}" dt="2025-10-22T10:00:39.536" v="741" actId="478"/>
          <ac:spMkLst>
            <pc:docMk/>
            <pc:sldMk cId="3572692624" sldId="353"/>
            <ac:spMk id="5" creationId="{B8B2C6ED-BDA3-D623-AA07-8EA88D7BAE10}"/>
          </ac:spMkLst>
        </pc:spChg>
        <pc:spChg chg="mod">
          <ac:chgData name="DEWE, HAYLEY L." userId="5cada80b-0f7b-49a5-96b2-656b100ca6c6" providerId="ADAL" clId="{632DF7FE-9916-4FAF-8457-3521400FFCEA}" dt="2025-10-22T10:00:34.539" v="739" actId="20577"/>
          <ac:spMkLst>
            <pc:docMk/>
            <pc:sldMk cId="3572692624" sldId="353"/>
            <ac:spMk id="9" creationId="{5268DB0D-6550-B91C-154F-4FDA9F1A4371}"/>
          </ac:spMkLst>
        </pc:spChg>
        <pc:picChg chg="add">
          <ac:chgData name="DEWE, HAYLEY L." userId="5cada80b-0f7b-49a5-96b2-656b100ca6c6" providerId="ADAL" clId="{632DF7FE-9916-4FAF-8457-3521400FFCEA}" dt="2025-10-22T09:51:11.304" v="332"/>
          <ac:picMkLst>
            <pc:docMk/>
            <pc:sldMk cId="3572692624" sldId="353"/>
            <ac:picMk id="2" creationId="{A9C288EE-E3F4-8BD5-2E83-5B64DBE762AF}"/>
          </ac:picMkLst>
        </pc:picChg>
      </pc:sldChg>
      <pc:sldChg chg="add del">
        <pc:chgData name="DEWE, HAYLEY L." userId="5cada80b-0f7b-49a5-96b2-656b100ca6c6" providerId="ADAL" clId="{632DF7FE-9916-4FAF-8457-3521400FFCEA}" dt="2025-10-22T10:48:49.293" v="2007" actId="47"/>
        <pc:sldMkLst>
          <pc:docMk/>
          <pc:sldMk cId="2818862348" sldId="354"/>
        </pc:sldMkLst>
      </pc:sldChg>
      <pc:sldChg chg="modSp add del modAnim">
        <pc:chgData name="DEWE, HAYLEY L." userId="5cada80b-0f7b-49a5-96b2-656b100ca6c6" providerId="ADAL" clId="{632DF7FE-9916-4FAF-8457-3521400FFCEA}" dt="2025-10-22T09:57:37.493" v="518" actId="47"/>
        <pc:sldMkLst>
          <pc:docMk/>
          <pc:sldMk cId="3515596302" sldId="354"/>
        </pc:sldMkLst>
        <pc:spChg chg="mod">
          <ac:chgData name="DEWE, HAYLEY L." userId="5cada80b-0f7b-49a5-96b2-656b100ca6c6" providerId="ADAL" clId="{632DF7FE-9916-4FAF-8457-3521400FFCEA}" dt="2025-10-22T09:57:19.074" v="514" actId="207"/>
          <ac:spMkLst>
            <pc:docMk/>
            <pc:sldMk cId="3515596302" sldId="354"/>
            <ac:spMk id="9" creationId="{3A904E01-C90C-B21E-7242-4B6B3895D2C3}"/>
          </ac:spMkLst>
        </pc:spChg>
      </pc:sldChg>
      <pc:sldChg chg="addSp delSp modSp add del mod modNotesTx">
        <pc:chgData name="DEWE, HAYLEY L." userId="5cada80b-0f7b-49a5-96b2-656b100ca6c6" providerId="ADAL" clId="{632DF7FE-9916-4FAF-8457-3521400FFCEA}" dt="2025-10-22T14:31:38.197" v="3387" actId="2696"/>
        <pc:sldMkLst>
          <pc:docMk/>
          <pc:sldMk cId="1880356968" sldId="355"/>
        </pc:sldMkLst>
        <pc:spChg chg="add mod">
          <ac:chgData name="DEWE, HAYLEY L." userId="5cada80b-0f7b-49a5-96b2-656b100ca6c6" providerId="ADAL" clId="{632DF7FE-9916-4FAF-8457-3521400FFCEA}" dt="2025-10-22T10:38:57.167" v="1636" actId="1076"/>
          <ac:spMkLst>
            <pc:docMk/>
            <pc:sldMk cId="1880356968" sldId="355"/>
            <ac:spMk id="4" creationId="{26376C95-008A-9AF7-E171-A69E8EEF1E2D}"/>
          </ac:spMkLst>
        </pc:spChg>
        <pc:spChg chg="mod">
          <ac:chgData name="DEWE, HAYLEY L." userId="5cada80b-0f7b-49a5-96b2-656b100ca6c6" providerId="ADAL" clId="{632DF7FE-9916-4FAF-8457-3521400FFCEA}" dt="2025-10-22T10:03:43.098" v="776" actId="20577"/>
          <ac:spMkLst>
            <pc:docMk/>
            <pc:sldMk cId="1880356968" sldId="355"/>
            <ac:spMk id="5" creationId="{6E636435-4D22-BD99-8732-68064C6862E9}"/>
          </ac:spMkLst>
        </pc:spChg>
        <pc:spChg chg="mod">
          <ac:chgData name="DEWE, HAYLEY L." userId="5cada80b-0f7b-49a5-96b2-656b100ca6c6" providerId="ADAL" clId="{632DF7FE-9916-4FAF-8457-3521400FFCEA}" dt="2025-10-22T10:04:56.206" v="847" actId="114"/>
          <ac:spMkLst>
            <pc:docMk/>
            <pc:sldMk cId="1880356968" sldId="355"/>
            <ac:spMk id="6" creationId="{A5B59459-9189-0C31-BFCE-13173ED55325}"/>
          </ac:spMkLst>
        </pc:spChg>
        <pc:spChg chg="mod">
          <ac:chgData name="DEWE, HAYLEY L." userId="5cada80b-0f7b-49a5-96b2-656b100ca6c6" providerId="ADAL" clId="{632DF7FE-9916-4FAF-8457-3521400FFCEA}" dt="2025-10-22T10:43:26.075" v="1755" actId="14100"/>
          <ac:spMkLst>
            <pc:docMk/>
            <pc:sldMk cId="1880356968" sldId="355"/>
            <ac:spMk id="8" creationId="{380E90B6-5219-DD99-19E5-221E108B9181}"/>
          </ac:spMkLst>
        </pc:spChg>
        <pc:spChg chg="del mod">
          <ac:chgData name="DEWE, HAYLEY L." userId="5cada80b-0f7b-49a5-96b2-656b100ca6c6" providerId="ADAL" clId="{632DF7FE-9916-4FAF-8457-3521400FFCEA}" dt="2025-10-22T10:03:27.620" v="770" actId="478"/>
          <ac:spMkLst>
            <pc:docMk/>
            <pc:sldMk cId="1880356968" sldId="355"/>
            <ac:spMk id="13" creationId="{EDAD1CFC-FC1A-AD7B-F18B-DC4D251EB5CE}"/>
          </ac:spMkLst>
        </pc:spChg>
        <pc:picChg chg="del">
          <ac:chgData name="DEWE, HAYLEY L." userId="5cada80b-0f7b-49a5-96b2-656b100ca6c6" providerId="ADAL" clId="{632DF7FE-9916-4FAF-8457-3521400FFCEA}" dt="2025-10-22T10:05:39.152" v="882" actId="478"/>
          <ac:picMkLst>
            <pc:docMk/>
            <pc:sldMk cId="1880356968" sldId="355"/>
            <ac:picMk id="3" creationId="{9769EA21-D98E-96BB-420A-42A39F0C94A4}"/>
          </ac:picMkLst>
        </pc:picChg>
        <pc:picChg chg="del">
          <ac:chgData name="DEWE, HAYLEY L." userId="5cada80b-0f7b-49a5-96b2-656b100ca6c6" providerId="ADAL" clId="{632DF7FE-9916-4FAF-8457-3521400FFCEA}" dt="2025-10-22T10:05:38.314" v="880" actId="478"/>
          <ac:picMkLst>
            <pc:docMk/>
            <pc:sldMk cId="1880356968" sldId="355"/>
            <ac:picMk id="9" creationId="{0599CE40-60A7-D230-2EF3-A84162940A78}"/>
          </ac:picMkLst>
        </pc:picChg>
        <pc:picChg chg="del">
          <ac:chgData name="DEWE, HAYLEY L." userId="5cada80b-0f7b-49a5-96b2-656b100ca6c6" providerId="ADAL" clId="{632DF7FE-9916-4FAF-8457-3521400FFCEA}" dt="2025-10-22T10:05:38.830" v="881" actId="478"/>
          <ac:picMkLst>
            <pc:docMk/>
            <pc:sldMk cId="1880356968" sldId="355"/>
            <ac:picMk id="10" creationId="{1B76BE8D-196D-34A7-C83E-737F64BB47C2}"/>
          </ac:picMkLst>
        </pc:picChg>
        <pc:picChg chg="del">
          <ac:chgData name="DEWE, HAYLEY L." userId="5cada80b-0f7b-49a5-96b2-656b100ca6c6" providerId="ADAL" clId="{632DF7FE-9916-4FAF-8457-3521400FFCEA}" dt="2025-10-22T10:05:39.590" v="883" actId="478"/>
          <ac:picMkLst>
            <pc:docMk/>
            <pc:sldMk cId="1880356968" sldId="355"/>
            <ac:picMk id="12" creationId="{D920817A-C2E0-5F5B-182B-7813232D4D4E}"/>
          </ac:picMkLst>
        </pc:picChg>
      </pc:sldChg>
      <pc:sldChg chg="add">
        <pc:chgData name="DEWE, HAYLEY L." userId="5cada80b-0f7b-49a5-96b2-656b100ca6c6" providerId="ADAL" clId="{632DF7FE-9916-4FAF-8457-3521400FFCEA}" dt="2025-10-22T14:31:43.174" v="3388"/>
        <pc:sldMkLst>
          <pc:docMk/>
          <pc:sldMk cId="3118044428" sldId="355"/>
        </pc:sldMkLst>
      </pc:sldChg>
      <pc:sldChg chg="delSp modSp add del mod">
        <pc:chgData name="DEWE, HAYLEY L." userId="5cada80b-0f7b-49a5-96b2-656b100ca6c6" providerId="ADAL" clId="{632DF7FE-9916-4FAF-8457-3521400FFCEA}" dt="2025-10-22T10:35:26.220" v="1483" actId="47"/>
        <pc:sldMkLst>
          <pc:docMk/>
          <pc:sldMk cId="1388384717" sldId="356"/>
        </pc:sldMkLst>
        <pc:spChg chg="mod">
          <ac:chgData name="DEWE, HAYLEY L." userId="5cada80b-0f7b-49a5-96b2-656b100ca6c6" providerId="ADAL" clId="{632DF7FE-9916-4FAF-8457-3521400FFCEA}" dt="2025-10-22T10:02:55.581" v="768" actId="207"/>
          <ac:spMkLst>
            <pc:docMk/>
            <pc:sldMk cId="1388384717" sldId="356"/>
            <ac:spMk id="5" creationId="{6E636435-4D22-BD99-8732-68064C6862E9}"/>
          </ac:spMkLst>
        </pc:spChg>
        <pc:spChg chg="mod">
          <ac:chgData name="DEWE, HAYLEY L." userId="5cada80b-0f7b-49a5-96b2-656b100ca6c6" providerId="ADAL" clId="{632DF7FE-9916-4FAF-8457-3521400FFCEA}" dt="2025-10-22T10:02:55.581" v="768" actId="207"/>
          <ac:spMkLst>
            <pc:docMk/>
            <pc:sldMk cId="1388384717" sldId="356"/>
            <ac:spMk id="6" creationId="{A5B59459-9189-0C31-BFCE-13173ED55325}"/>
          </ac:spMkLst>
        </pc:spChg>
        <pc:spChg chg="mod">
          <ac:chgData name="DEWE, HAYLEY L." userId="5cada80b-0f7b-49a5-96b2-656b100ca6c6" providerId="ADAL" clId="{632DF7FE-9916-4FAF-8457-3521400FFCEA}" dt="2025-10-22T10:02:55.581" v="768" actId="207"/>
          <ac:spMkLst>
            <pc:docMk/>
            <pc:sldMk cId="1388384717" sldId="356"/>
            <ac:spMk id="8" creationId="{380E90B6-5219-DD99-19E5-221E108B9181}"/>
          </ac:spMkLst>
        </pc:spChg>
        <pc:spChg chg="mod">
          <ac:chgData name="DEWE, HAYLEY L." userId="5cada80b-0f7b-49a5-96b2-656b100ca6c6" providerId="ADAL" clId="{632DF7FE-9916-4FAF-8457-3521400FFCEA}" dt="2025-10-22T10:02:55.581" v="768" actId="207"/>
          <ac:spMkLst>
            <pc:docMk/>
            <pc:sldMk cId="1388384717" sldId="356"/>
            <ac:spMk id="15" creationId="{7498EA0B-F5EA-EE01-DB9F-FD490E68AD19}"/>
          </ac:spMkLst>
        </pc:spChg>
        <pc:spChg chg="del mod">
          <ac:chgData name="DEWE, HAYLEY L." userId="5cada80b-0f7b-49a5-96b2-656b100ca6c6" providerId="ADAL" clId="{632DF7FE-9916-4FAF-8457-3521400FFCEA}" dt="2025-10-22T10:25:00.613" v="1389" actId="478"/>
          <ac:spMkLst>
            <pc:docMk/>
            <pc:sldMk cId="1388384717" sldId="356"/>
            <ac:spMk id="18" creationId="{7CF9722F-AB03-E29A-EEA6-7F021AD04065}"/>
          </ac:spMkLst>
        </pc:spChg>
      </pc:sldChg>
      <pc:sldChg chg="add">
        <pc:chgData name="DEWE, HAYLEY L." userId="5cada80b-0f7b-49a5-96b2-656b100ca6c6" providerId="ADAL" clId="{632DF7FE-9916-4FAF-8457-3521400FFCEA}" dt="2025-10-22T14:31:43.174" v="3388"/>
        <pc:sldMkLst>
          <pc:docMk/>
          <pc:sldMk cId="1773711665" sldId="357"/>
        </pc:sldMkLst>
      </pc:sldChg>
      <pc:sldChg chg="addSp delSp modSp add del mod modAnim">
        <pc:chgData name="DEWE, HAYLEY L." userId="5cada80b-0f7b-49a5-96b2-656b100ca6c6" providerId="ADAL" clId="{632DF7FE-9916-4FAF-8457-3521400FFCEA}" dt="2025-10-22T14:31:38.197" v="3387" actId="2696"/>
        <pc:sldMkLst>
          <pc:docMk/>
          <pc:sldMk cId="4136794173" sldId="357"/>
        </pc:sldMkLst>
        <pc:spChg chg="add mod">
          <ac:chgData name="DEWE, HAYLEY L." userId="5cada80b-0f7b-49a5-96b2-656b100ca6c6" providerId="ADAL" clId="{632DF7FE-9916-4FAF-8457-3521400FFCEA}" dt="2025-10-22T10:36:52.054" v="1547"/>
          <ac:spMkLst>
            <pc:docMk/>
            <pc:sldMk cId="4136794173" sldId="357"/>
            <ac:spMk id="2" creationId="{CBC52AF5-6E1B-9D6A-49AA-32D463D4BE71}"/>
          </ac:spMkLst>
        </pc:spChg>
        <pc:spChg chg="del mod">
          <ac:chgData name="DEWE, HAYLEY L." userId="5cada80b-0f7b-49a5-96b2-656b100ca6c6" providerId="ADAL" clId="{632DF7FE-9916-4FAF-8457-3521400FFCEA}" dt="2025-10-22T10:36:53.320" v="1548" actId="478"/>
          <ac:spMkLst>
            <pc:docMk/>
            <pc:sldMk cId="4136794173" sldId="357"/>
            <ac:spMk id="5" creationId="{6E636435-4D22-BD99-8732-68064C6862E9}"/>
          </ac:spMkLst>
        </pc:spChg>
        <pc:spChg chg="mod">
          <ac:chgData name="DEWE, HAYLEY L." userId="5cada80b-0f7b-49a5-96b2-656b100ca6c6" providerId="ADAL" clId="{632DF7FE-9916-4FAF-8457-3521400FFCEA}" dt="2025-10-22T10:48:14.257" v="2004" actId="14100"/>
          <ac:spMkLst>
            <pc:docMk/>
            <pc:sldMk cId="4136794173" sldId="357"/>
            <ac:spMk id="6" creationId="{A5B59459-9189-0C31-BFCE-13173ED55325}"/>
          </ac:spMkLst>
        </pc:spChg>
      </pc:sldChg>
      <pc:sldChg chg="add">
        <pc:chgData name="DEWE, HAYLEY L." userId="5cada80b-0f7b-49a5-96b2-656b100ca6c6" providerId="ADAL" clId="{632DF7FE-9916-4FAF-8457-3521400FFCEA}" dt="2025-10-22T14:31:43.174" v="3388"/>
        <pc:sldMkLst>
          <pc:docMk/>
          <pc:sldMk cId="2007729402" sldId="358"/>
        </pc:sldMkLst>
      </pc:sldChg>
      <pc:sldChg chg="addSp delSp modSp add del mod modNotesTx">
        <pc:chgData name="DEWE, HAYLEY L." userId="5cada80b-0f7b-49a5-96b2-656b100ca6c6" providerId="ADAL" clId="{632DF7FE-9916-4FAF-8457-3521400FFCEA}" dt="2025-10-22T14:31:38.197" v="3387" actId="2696"/>
        <pc:sldMkLst>
          <pc:docMk/>
          <pc:sldMk cId="2867249440" sldId="358"/>
        </pc:sldMkLst>
        <pc:spChg chg="del">
          <ac:chgData name="DEWE, HAYLEY L." userId="5cada80b-0f7b-49a5-96b2-656b100ca6c6" providerId="ADAL" clId="{632DF7FE-9916-4FAF-8457-3521400FFCEA}" dt="2025-10-22T10:12:07.622" v="1326" actId="478"/>
          <ac:spMkLst>
            <pc:docMk/>
            <pc:sldMk cId="2867249440" sldId="358"/>
            <ac:spMk id="4" creationId="{D9DA2F1C-02F4-353A-E1FF-3E2460046496}"/>
          </ac:spMkLst>
        </pc:spChg>
        <pc:spChg chg="del">
          <ac:chgData name="DEWE, HAYLEY L." userId="5cada80b-0f7b-49a5-96b2-656b100ca6c6" providerId="ADAL" clId="{632DF7FE-9916-4FAF-8457-3521400FFCEA}" dt="2025-10-22T10:13:02.302" v="1346" actId="478"/>
          <ac:spMkLst>
            <pc:docMk/>
            <pc:sldMk cId="2867249440" sldId="358"/>
            <ac:spMk id="6" creationId="{6B0AD613-73A9-D7D0-2C4D-23DDEFEFE120}"/>
          </ac:spMkLst>
        </pc:spChg>
        <pc:spChg chg="add del mod">
          <ac:chgData name="DEWE, HAYLEY L." userId="5cada80b-0f7b-49a5-96b2-656b100ca6c6" providerId="ADAL" clId="{632DF7FE-9916-4FAF-8457-3521400FFCEA}" dt="2025-10-22T10:15:07.520" v="1387" actId="1076"/>
          <ac:spMkLst>
            <pc:docMk/>
            <pc:sldMk cId="2867249440" sldId="358"/>
            <ac:spMk id="8" creationId="{FCD7259D-FF91-85F4-D1D2-2BE6092BD624}"/>
          </ac:spMkLst>
        </pc:spChg>
        <pc:picChg chg="mod">
          <ac:chgData name="DEWE, HAYLEY L." userId="5cada80b-0f7b-49a5-96b2-656b100ca6c6" providerId="ADAL" clId="{632DF7FE-9916-4FAF-8457-3521400FFCEA}" dt="2025-10-22T10:13:35.653" v="1355" actId="14100"/>
          <ac:picMkLst>
            <pc:docMk/>
            <pc:sldMk cId="2867249440" sldId="358"/>
            <ac:picMk id="3" creationId="{FC9FB4BA-C401-63AE-34D8-A00E378C1EB2}"/>
          </ac:picMkLst>
        </pc:picChg>
        <pc:picChg chg="add mod">
          <ac:chgData name="DEWE, HAYLEY L." userId="5cada80b-0f7b-49a5-96b2-656b100ca6c6" providerId="ADAL" clId="{632DF7FE-9916-4FAF-8457-3521400FFCEA}" dt="2025-10-22T10:14:22.789" v="1363" actId="14100"/>
          <ac:picMkLst>
            <pc:docMk/>
            <pc:sldMk cId="2867249440" sldId="358"/>
            <ac:picMk id="7" creationId="{892534A3-AD35-AF53-BE47-43BF8E907A6A}"/>
          </ac:picMkLst>
        </pc:picChg>
        <pc:picChg chg="mod modCrop">
          <ac:chgData name="DEWE, HAYLEY L." userId="5cada80b-0f7b-49a5-96b2-656b100ca6c6" providerId="ADAL" clId="{632DF7FE-9916-4FAF-8457-3521400FFCEA}" dt="2025-10-22T10:13:41.771" v="1356" actId="732"/>
          <ac:picMkLst>
            <pc:docMk/>
            <pc:sldMk cId="2867249440" sldId="358"/>
            <ac:picMk id="9" creationId="{66E61066-781F-A446-17F7-E1BA70EC0FC2}"/>
          </ac:picMkLst>
        </pc:picChg>
        <pc:picChg chg="mod modCrop">
          <ac:chgData name="DEWE, HAYLEY L." userId="5cada80b-0f7b-49a5-96b2-656b100ca6c6" providerId="ADAL" clId="{632DF7FE-9916-4FAF-8457-3521400FFCEA}" dt="2025-10-22T10:13:57.558" v="1359" actId="14100"/>
          <ac:picMkLst>
            <pc:docMk/>
            <pc:sldMk cId="2867249440" sldId="358"/>
            <ac:picMk id="10" creationId="{F2AC926A-44EA-45ED-EF3B-C03754319022}"/>
          </ac:picMkLst>
        </pc:picChg>
        <pc:picChg chg="mod">
          <ac:chgData name="DEWE, HAYLEY L." userId="5cada80b-0f7b-49a5-96b2-656b100ca6c6" providerId="ADAL" clId="{632DF7FE-9916-4FAF-8457-3521400FFCEA}" dt="2025-10-22T10:13:05.053" v="1347" actId="1076"/>
          <ac:picMkLst>
            <pc:docMk/>
            <pc:sldMk cId="2867249440" sldId="358"/>
            <ac:picMk id="12" creationId="{00DB67E1-C82E-DEBC-1CF2-E022F3F31B64}"/>
          </ac:picMkLst>
        </pc:picChg>
        <pc:picChg chg="add mod modCrop">
          <ac:chgData name="DEWE, HAYLEY L." userId="5cada80b-0f7b-49a5-96b2-656b100ca6c6" providerId="ADAL" clId="{632DF7FE-9916-4FAF-8457-3521400FFCEA}" dt="2025-10-22T10:14:52.426" v="1370" actId="1076"/>
          <ac:picMkLst>
            <pc:docMk/>
            <pc:sldMk cId="2867249440" sldId="358"/>
            <ac:picMk id="13" creationId="{13CF8B11-66CC-0DD8-8A9B-BE0CF36F73F4}"/>
          </ac:picMkLst>
        </pc:picChg>
      </pc:sldChg>
      <pc:sldChg chg="add">
        <pc:chgData name="DEWE, HAYLEY L." userId="5cada80b-0f7b-49a5-96b2-656b100ca6c6" providerId="ADAL" clId="{632DF7FE-9916-4FAF-8457-3521400FFCEA}" dt="2025-10-22T14:31:43.174" v="3388"/>
        <pc:sldMkLst>
          <pc:docMk/>
          <pc:sldMk cId="341453135" sldId="359"/>
        </pc:sldMkLst>
      </pc:sldChg>
      <pc:sldChg chg="addSp delSp modSp add del mod delAnim modAnim modNotesTx">
        <pc:chgData name="DEWE, HAYLEY L." userId="5cada80b-0f7b-49a5-96b2-656b100ca6c6" providerId="ADAL" clId="{632DF7FE-9916-4FAF-8457-3521400FFCEA}" dt="2025-10-22T14:31:38.197" v="3387" actId="2696"/>
        <pc:sldMkLst>
          <pc:docMk/>
          <pc:sldMk cId="2248304042" sldId="359"/>
        </pc:sldMkLst>
        <pc:spChg chg="add del mod">
          <ac:chgData name="DEWE, HAYLEY L." userId="5cada80b-0f7b-49a5-96b2-656b100ca6c6" providerId="ADAL" clId="{632DF7FE-9916-4FAF-8457-3521400FFCEA}" dt="2025-10-22T10:26:59.619" v="1442" actId="478"/>
          <ac:spMkLst>
            <pc:docMk/>
            <pc:sldMk cId="2248304042" sldId="359"/>
            <ac:spMk id="2" creationId="{F2555604-BDAD-596A-20A6-80DD3CFDA9A9}"/>
          </ac:spMkLst>
        </pc:spChg>
        <pc:spChg chg="add mod">
          <ac:chgData name="DEWE, HAYLEY L." userId="5cada80b-0f7b-49a5-96b2-656b100ca6c6" providerId="ADAL" clId="{632DF7FE-9916-4FAF-8457-3521400FFCEA}" dt="2025-10-22T13:43:40.455" v="2901" actId="1076"/>
          <ac:spMkLst>
            <pc:docMk/>
            <pc:sldMk cId="2248304042" sldId="359"/>
            <ac:spMk id="6" creationId="{75B7689D-7E18-9E65-E8DC-23C5063C14BC}"/>
          </ac:spMkLst>
        </pc:spChg>
        <pc:spChg chg="mod">
          <ac:chgData name="DEWE, HAYLEY L." userId="5cada80b-0f7b-49a5-96b2-656b100ca6c6" providerId="ADAL" clId="{632DF7FE-9916-4FAF-8457-3521400FFCEA}" dt="2025-10-22T13:43:40.455" v="2901" actId="1076"/>
          <ac:spMkLst>
            <pc:docMk/>
            <pc:sldMk cId="2248304042" sldId="359"/>
            <ac:spMk id="8" creationId="{ED05A484-2589-F642-5E08-8B46739D16CB}"/>
          </ac:spMkLst>
        </pc:spChg>
        <pc:spChg chg="add del mod">
          <ac:chgData name="DEWE, HAYLEY L." userId="5cada80b-0f7b-49a5-96b2-656b100ca6c6" providerId="ADAL" clId="{632DF7FE-9916-4FAF-8457-3521400FFCEA}" dt="2025-10-22T10:27:54.279" v="1451" actId="478"/>
          <ac:spMkLst>
            <pc:docMk/>
            <pc:sldMk cId="2248304042" sldId="359"/>
            <ac:spMk id="15" creationId="{CCEC6821-8384-EEB1-A770-1FBB8ED9E37D}"/>
          </ac:spMkLst>
        </pc:spChg>
        <pc:spChg chg="add mod">
          <ac:chgData name="DEWE, HAYLEY L." userId="5cada80b-0f7b-49a5-96b2-656b100ca6c6" providerId="ADAL" clId="{632DF7FE-9916-4FAF-8457-3521400FFCEA}" dt="2025-10-22T13:43:40.455" v="2901" actId="1076"/>
          <ac:spMkLst>
            <pc:docMk/>
            <pc:sldMk cId="2248304042" sldId="359"/>
            <ac:spMk id="17" creationId="{5CADF145-09BA-9A85-3C55-7B5373AF15E1}"/>
          </ac:spMkLst>
        </pc:spChg>
        <pc:spChg chg="add mod">
          <ac:chgData name="DEWE, HAYLEY L." userId="5cada80b-0f7b-49a5-96b2-656b100ca6c6" providerId="ADAL" clId="{632DF7FE-9916-4FAF-8457-3521400FFCEA}" dt="2025-10-22T13:43:40.455" v="2901" actId="1076"/>
          <ac:spMkLst>
            <pc:docMk/>
            <pc:sldMk cId="2248304042" sldId="359"/>
            <ac:spMk id="19" creationId="{30C806F7-2F2A-CDB6-7BFF-8DF4B4BA56FC}"/>
          </ac:spMkLst>
        </pc:spChg>
        <pc:spChg chg="add mod">
          <ac:chgData name="DEWE, HAYLEY L." userId="5cada80b-0f7b-49a5-96b2-656b100ca6c6" providerId="ADAL" clId="{632DF7FE-9916-4FAF-8457-3521400FFCEA}" dt="2025-10-22T13:43:40.455" v="2901" actId="1076"/>
          <ac:spMkLst>
            <pc:docMk/>
            <pc:sldMk cId="2248304042" sldId="359"/>
            <ac:spMk id="21" creationId="{9588C02E-C5D5-44A6-1617-72631CE45A34}"/>
          </ac:spMkLst>
        </pc:spChg>
        <pc:spChg chg="add mod">
          <ac:chgData name="DEWE, HAYLEY L." userId="5cada80b-0f7b-49a5-96b2-656b100ca6c6" providerId="ADAL" clId="{632DF7FE-9916-4FAF-8457-3521400FFCEA}" dt="2025-10-22T13:43:40.455" v="2901" actId="1076"/>
          <ac:spMkLst>
            <pc:docMk/>
            <pc:sldMk cId="2248304042" sldId="359"/>
            <ac:spMk id="23" creationId="{09264865-8C71-121A-1DDA-36C3E55BC95D}"/>
          </ac:spMkLst>
        </pc:spChg>
        <pc:picChg chg="del">
          <ac:chgData name="DEWE, HAYLEY L." userId="5cada80b-0f7b-49a5-96b2-656b100ca6c6" providerId="ADAL" clId="{632DF7FE-9916-4FAF-8457-3521400FFCEA}" dt="2025-10-22T10:26:46.798" v="1435" actId="478"/>
          <ac:picMkLst>
            <pc:docMk/>
            <pc:sldMk cId="2248304042" sldId="359"/>
            <ac:picMk id="3" creationId="{A1CE0145-48CD-567B-7242-63FCB4D9F816}"/>
          </ac:picMkLst>
        </pc:picChg>
        <pc:picChg chg="add del mod">
          <ac:chgData name="DEWE, HAYLEY L." userId="5cada80b-0f7b-49a5-96b2-656b100ca6c6" providerId="ADAL" clId="{632DF7FE-9916-4FAF-8457-3521400FFCEA}" dt="2025-10-22T10:34:07.965" v="1452" actId="478"/>
          <ac:picMkLst>
            <pc:docMk/>
            <pc:sldMk cId="2248304042" sldId="359"/>
            <ac:picMk id="4" creationId="{4EF46E34-0EC1-7F21-3E92-7782C9682F3C}"/>
          </ac:picMkLst>
        </pc:picChg>
        <pc:picChg chg="del">
          <ac:chgData name="DEWE, HAYLEY L." userId="5cada80b-0f7b-49a5-96b2-656b100ca6c6" providerId="ADAL" clId="{632DF7FE-9916-4FAF-8457-3521400FFCEA}" dt="2025-10-22T10:26:48.100" v="1438" actId="478"/>
          <ac:picMkLst>
            <pc:docMk/>
            <pc:sldMk cId="2248304042" sldId="359"/>
            <ac:picMk id="7" creationId="{F748ACD4-CF8F-4CBB-DB94-428B89FB88BC}"/>
          </ac:picMkLst>
        </pc:picChg>
        <pc:picChg chg="del">
          <ac:chgData name="DEWE, HAYLEY L." userId="5cada80b-0f7b-49a5-96b2-656b100ca6c6" providerId="ADAL" clId="{632DF7FE-9916-4FAF-8457-3521400FFCEA}" dt="2025-10-22T10:26:47.130" v="1436" actId="478"/>
          <ac:picMkLst>
            <pc:docMk/>
            <pc:sldMk cId="2248304042" sldId="359"/>
            <ac:picMk id="9" creationId="{45996D53-C2C2-BEA5-79EC-4AACE3579734}"/>
          </ac:picMkLst>
        </pc:picChg>
        <pc:picChg chg="del">
          <ac:chgData name="DEWE, HAYLEY L." userId="5cada80b-0f7b-49a5-96b2-656b100ca6c6" providerId="ADAL" clId="{632DF7FE-9916-4FAF-8457-3521400FFCEA}" dt="2025-10-22T10:26:48.493" v="1439" actId="478"/>
          <ac:picMkLst>
            <pc:docMk/>
            <pc:sldMk cId="2248304042" sldId="359"/>
            <ac:picMk id="10" creationId="{271DA2B4-76FA-5DD8-3694-D7DFD12D9C79}"/>
          </ac:picMkLst>
        </pc:picChg>
        <pc:picChg chg="add del mod">
          <ac:chgData name="DEWE, HAYLEY L." userId="5cada80b-0f7b-49a5-96b2-656b100ca6c6" providerId="ADAL" clId="{632DF7FE-9916-4FAF-8457-3521400FFCEA}" dt="2025-10-22T10:34:33.977" v="1468" actId="478"/>
          <ac:picMkLst>
            <pc:docMk/>
            <pc:sldMk cId="2248304042" sldId="359"/>
            <ac:picMk id="11" creationId="{2331A6CF-69D0-EEC5-918E-B065F48826B2}"/>
          </ac:picMkLst>
        </pc:picChg>
        <pc:picChg chg="del">
          <ac:chgData name="DEWE, HAYLEY L." userId="5cada80b-0f7b-49a5-96b2-656b100ca6c6" providerId="ADAL" clId="{632DF7FE-9916-4FAF-8457-3521400FFCEA}" dt="2025-10-22T10:26:46.076" v="1434" actId="478"/>
          <ac:picMkLst>
            <pc:docMk/>
            <pc:sldMk cId="2248304042" sldId="359"/>
            <ac:picMk id="12" creationId="{86305461-BE6E-0ED9-E5AC-2E3FFCC63133}"/>
          </ac:picMkLst>
        </pc:picChg>
        <pc:picChg chg="del">
          <ac:chgData name="DEWE, HAYLEY L." userId="5cada80b-0f7b-49a5-96b2-656b100ca6c6" providerId="ADAL" clId="{632DF7FE-9916-4FAF-8457-3521400FFCEA}" dt="2025-10-22T10:26:47.454" v="1437" actId="478"/>
          <ac:picMkLst>
            <pc:docMk/>
            <pc:sldMk cId="2248304042" sldId="359"/>
            <ac:picMk id="13" creationId="{767D4F09-D783-4AD7-7D7D-E03CFFBF83F0}"/>
          </ac:picMkLst>
        </pc:picChg>
      </pc:sldChg>
      <pc:sldChg chg="add modNotesTx">
        <pc:chgData name="DEWE, HAYLEY L." userId="5cada80b-0f7b-49a5-96b2-656b100ca6c6" providerId="ADAL" clId="{632DF7FE-9916-4FAF-8457-3521400FFCEA}" dt="2025-10-22T15:38:34.029" v="5554" actId="6549"/>
        <pc:sldMkLst>
          <pc:docMk/>
          <pc:sldMk cId="298386172" sldId="360"/>
        </pc:sldMkLst>
      </pc:sldChg>
      <pc:sldChg chg="modSp add del mod modAnim">
        <pc:chgData name="DEWE, HAYLEY L." userId="5cada80b-0f7b-49a5-96b2-656b100ca6c6" providerId="ADAL" clId="{632DF7FE-9916-4FAF-8457-3521400FFCEA}" dt="2025-10-22T14:31:38.197" v="3387" actId="2696"/>
        <pc:sldMkLst>
          <pc:docMk/>
          <pc:sldMk cId="793724040" sldId="360"/>
        </pc:sldMkLst>
        <pc:spChg chg="mod">
          <ac:chgData name="DEWE, HAYLEY L." userId="5cada80b-0f7b-49a5-96b2-656b100ca6c6" providerId="ADAL" clId="{632DF7FE-9916-4FAF-8457-3521400FFCEA}" dt="2025-10-22T10:38:49.927" v="1635" actId="1076"/>
          <ac:spMkLst>
            <pc:docMk/>
            <pc:sldMk cId="793724040" sldId="360"/>
            <ac:spMk id="4" creationId="{629F9F89-C953-82B6-6706-91220F0E9B98}"/>
          </ac:spMkLst>
        </pc:spChg>
      </pc:sldChg>
      <pc:sldChg chg="addSp delSp modSp add mod modNotesTx">
        <pc:chgData name="DEWE, HAYLEY L." userId="5cada80b-0f7b-49a5-96b2-656b100ca6c6" providerId="ADAL" clId="{632DF7FE-9916-4FAF-8457-3521400FFCEA}" dt="2025-10-22T15:37:44.282" v="5543" actId="6549"/>
        <pc:sldMkLst>
          <pc:docMk/>
          <pc:sldMk cId="3423943591" sldId="361"/>
        </pc:sldMkLst>
        <pc:spChg chg="add mod">
          <ac:chgData name="DEWE, HAYLEY L." userId="5cada80b-0f7b-49a5-96b2-656b100ca6c6" providerId="ADAL" clId="{632DF7FE-9916-4FAF-8457-3521400FFCEA}" dt="2025-10-22T10:51:53.099" v="2025"/>
          <ac:spMkLst>
            <pc:docMk/>
            <pc:sldMk cId="3423943591" sldId="361"/>
            <ac:spMk id="3" creationId="{BA1DE398-AAF7-959A-996C-FAD69634F428}"/>
          </ac:spMkLst>
        </pc:spChg>
        <pc:spChg chg="mod">
          <ac:chgData name="DEWE, HAYLEY L." userId="5cada80b-0f7b-49a5-96b2-656b100ca6c6" providerId="ADAL" clId="{632DF7FE-9916-4FAF-8457-3521400FFCEA}" dt="2025-10-22T10:51:38.026" v="2022" actId="207"/>
          <ac:spMkLst>
            <pc:docMk/>
            <pc:sldMk cId="3423943591" sldId="361"/>
            <ac:spMk id="5" creationId="{695DE233-67D2-F52E-8F18-EAC36ACF0D97}"/>
          </ac:spMkLst>
        </pc:spChg>
        <pc:spChg chg="mod">
          <ac:chgData name="DEWE, HAYLEY L." userId="5cada80b-0f7b-49a5-96b2-656b100ca6c6" providerId="ADAL" clId="{632DF7FE-9916-4FAF-8457-3521400FFCEA}" dt="2025-10-22T10:51:38.026" v="2022" actId="207"/>
          <ac:spMkLst>
            <pc:docMk/>
            <pc:sldMk cId="3423943591" sldId="361"/>
            <ac:spMk id="6" creationId="{81D5F64C-482C-95B4-301C-552F2FEB37E6}"/>
          </ac:spMkLst>
        </pc:spChg>
        <pc:spChg chg="mod">
          <ac:chgData name="DEWE, HAYLEY L." userId="5cada80b-0f7b-49a5-96b2-656b100ca6c6" providerId="ADAL" clId="{632DF7FE-9916-4FAF-8457-3521400FFCEA}" dt="2025-10-22T11:07:28.016" v="2760" actId="1076"/>
          <ac:spMkLst>
            <pc:docMk/>
            <pc:sldMk cId="3423943591" sldId="361"/>
            <ac:spMk id="7" creationId="{FAB16C55-CFB0-0ACA-F70B-59B4B7617303}"/>
          </ac:spMkLst>
        </pc:spChg>
        <pc:spChg chg="add mod">
          <ac:chgData name="DEWE, HAYLEY L." userId="5cada80b-0f7b-49a5-96b2-656b100ca6c6" providerId="ADAL" clId="{632DF7FE-9916-4FAF-8457-3521400FFCEA}" dt="2025-10-22T10:51:55.422" v="2029" actId="20577"/>
          <ac:spMkLst>
            <pc:docMk/>
            <pc:sldMk cId="3423943591" sldId="361"/>
            <ac:spMk id="8" creationId="{007DCF71-69E9-D3CB-5E0F-F7C4214000A2}"/>
          </ac:spMkLst>
        </pc:spChg>
        <pc:grpChg chg="add mod">
          <ac:chgData name="DEWE, HAYLEY L." userId="5cada80b-0f7b-49a5-96b2-656b100ca6c6" providerId="ADAL" clId="{632DF7FE-9916-4FAF-8457-3521400FFCEA}" dt="2025-10-22T10:51:58.983" v="2030" actId="1076"/>
          <ac:grpSpMkLst>
            <pc:docMk/>
            <pc:sldMk cId="3423943591" sldId="361"/>
            <ac:grpSpMk id="2" creationId="{512A9886-0336-A960-ED2C-0F61CE9A40DA}"/>
          </ac:grpSpMkLst>
        </pc:grpChg>
        <pc:grpChg chg="del">
          <ac:chgData name="DEWE, HAYLEY L." userId="5cada80b-0f7b-49a5-96b2-656b100ca6c6" providerId="ADAL" clId="{632DF7FE-9916-4FAF-8457-3521400FFCEA}" dt="2025-10-22T10:51:52.302" v="2024" actId="478"/>
          <ac:grpSpMkLst>
            <pc:docMk/>
            <pc:sldMk cId="3423943591" sldId="361"/>
            <ac:grpSpMk id="4" creationId="{80A8C6DE-29D4-0621-535E-A2F63DD6D7D9}"/>
          </ac:grpSpMkLst>
        </pc:grpChg>
      </pc:sldChg>
      <pc:sldChg chg="addSp delSp modSp add mod modNotesTx">
        <pc:chgData name="DEWE, HAYLEY L." userId="5cada80b-0f7b-49a5-96b2-656b100ca6c6" providerId="ADAL" clId="{632DF7FE-9916-4FAF-8457-3521400FFCEA}" dt="2025-10-22T15:37:47.906" v="5544" actId="6549"/>
        <pc:sldMkLst>
          <pc:docMk/>
          <pc:sldMk cId="616826077" sldId="362"/>
        </pc:sldMkLst>
        <pc:spChg chg="mod">
          <ac:chgData name="DEWE, HAYLEY L." userId="5cada80b-0f7b-49a5-96b2-656b100ca6c6" providerId="ADAL" clId="{632DF7FE-9916-4FAF-8457-3521400FFCEA}" dt="2025-10-22T10:52:07.505" v="2032"/>
          <ac:spMkLst>
            <pc:docMk/>
            <pc:sldMk cId="616826077" sldId="362"/>
            <ac:spMk id="3" creationId="{36C81864-4B27-2537-E673-1E8727B89E14}"/>
          </ac:spMkLst>
        </pc:spChg>
        <pc:spChg chg="mod">
          <ac:chgData name="DEWE, HAYLEY L." userId="5cada80b-0f7b-49a5-96b2-656b100ca6c6" providerId="ADAL" clId="{632DF7FE-9916-4FAF-8457-3521400FFCEA}" dt="2025-10-22T10:52:24.038" v="2036" actId="1076"/>
          <ac:spMkLst>
            <pc:docMk/>
            <pc:sldMk cId="616826077" sldId="362"/>
            <ac:spMk id="7" creationId="{FAB16C55-CFB0-0ACA-F70B-59B4B7617303}"/>
          </ac:spMkLst>
        </pc:spChg>
        <pc:spChg chg="mod">
          <ac:chgData name="DEWE, HAYLEY L." userId="5cada80b-0f7b-49a5-96b2-656b100ca6c6" providerId="ADAL" clId="{632DF7FE-9916-4FAF-8457-3521400FFCEA}" dt="2025-10-22T10:53:06.015" v="2057" actId="20577"/>
          <ac:spMkLst>
            <pc:docMk/>
            <pc:sldMk cId="616826077" sldId="362"/>
            <ac:spMk id="8" creationId="{4BFE6838-712A-785B-C805-E09F48FAD159}"/>
          </ac:spMkLst>
        </pc:spChg>
        <pc:grpChg chg="add mod">
          <ac:chgData name="DEWE, HAYLEY L." userId="5cada80b-0f7b-49a5-96b2-656b100ca6c6" providerId="ADAL" clId="{632DF7FE-9916-4FAF-8457-3521400FFCEA}" dt="2025-10-22T10:53:11.089" v="2059" actId="14100"/>
          <ac:grpSpMkLst>
            <pc:docMk/>
            <pc:sldMk cId="616826077" sldId="362"/>
            <ac:grpSpMk id="2" creationId="{E4867AFB-7E1D-E258-03FC-C29DC3BADB14}"/>
          </ac:grpSpMkLst>
        </pc:grpChg>
        <pc:grpChg chg="del">
          <ac:chgData name="DEWE, HAYLEY L." userId="5cada80b-0f7b-49a5-96b2-656b100ca6c6" providerId="ADAL" clId="{632DF7FE-9916-4FAF-8457-3521400FFCEA}" dt="2025-10-22T10:52:06.735" v="2031" actId="478"/>
          <ac:grpSpMkLst>
            <pc:docMk/>
            <pc:sldMk cId="616826077" sldId="362"/>
            <ac:grpSpMk id="4" creationId="{80A8C6DE-29D4-0621-535E-A2F63DD6D7D9}"/>
          </ac:grpSpMkLst>
        </pc:grpChg>
      </pc:sldChg>
      <pc:sldChg chg="addSp delSp modSp add mod setBg delDesignElem">
        <pc:chgData name="DEWE, HAYLEY L." userId="5cada80b-0f7b-49a5-96b2-656b100ca6c6" providerId="ADAL" clId="{632DF7FE-9916-4FAF-8457-3521400FFCEA}" dt="2025-10-22T11:07:33.922" v="2761" actId="478"/>
        <pc:sldMkLst>
          <pc:docMk/>
          <pc:sldMk cId="1618482742" sldId="363"/>
        </pc:sldMkLst>
        <pc:spChg chg="mod">
          <ac:chgData name="DEWE, HAYLEY L." userId="5cada80b-0f7b-49a5-96b2-656b100ca6c6" providerId="ADAL" clId="{632DF7FE-9916-4FAF-8457-3521400FFCEA}" dt="2025-10-22T11:02:45.672" v="2310" actId="14100"/>
          <ac:spMkLst>
            <pc:docMk/>
            <pc:sldMk cId="1618482742" sldId="363"/>
            <ac:spMk id="6" creationId="{81D5F64C-482C-95B4-301C-552F2FEB37E6}"/>
          </ac:spMkLst>
        </pc:spChg>
        <pc:spChg chg="mod">
          <ac:chgData name="DEWE, HAYLEY L." userId="5cada80b-0f7b-49a5-96b2-656b100ca6c6" providerId="ADAL" clId="{632DF7FE-9916-4FAF-8457-3521400FFCEA}" dt="2025-10-22T10:57:05.927" v="2083" actId="14100"/>
          <ac:spMkLst>
            <pc:docMk/>
            <pc:sldMk cId="1618482742" sldId="363"/>
            <ac:spMk id="7" creationId="{FAB16C55-CFB0-0ACA-F70B-59B4B7617303}"/>
          </ac:spMkLst>
        </pc:spChg>
        <pc:spChg chg="mod">
          <ac:chgData name="DEWE, HAYLEY L." userId="5cada80b-0f7b-49a5-96b2-656b100ca6c6" providerId="ADAL" clId="{632DF7FE-9916-4FAF-8457-3521400FFCEA}" dt="2025-10-22T11:02:23.482" v="2291"/>
          <ac:spMkLst>
            <pc:docMk/>
            <pc:sldMk cId="1618482742" sldId="363"/>
            <ac:spMk id="8" creationId="{AC8D7695-DAED-AF19-C5B7-DF4FB6574540}"/>
          </ac:spMkLst>
        </pc:spChg>
        <pc:spChg chg="mod">
          <ac:chgData name="DEWE, HAYLEY L." userId="5cada80b-0f7b-49a5-96b2-656b100ca6c6" providerId="ADAL" clId="{632DF7FE-9916-4FAF-8457-3521400FFCEA}" dt="2025-10-22T11:02:37.454" v="2308" actId="20577"/>
          <ac:spMkLst>
            <pc:docMk/>
            <pc:sldMk cId="1618482742" sldId="363"/>
            <ac:spMk id="9" creationId="{64124B8C-BA10-3DEE-C396-76499E29EC63}"/>
          </ac:spMkLst>
        </pc:spChg>
        <pc:spChg chg="del">
          <ac:chgData name="DEWE, HAYLEY L." userId="5cada80b-0f7b-49a5-96b2-656b100ca6c6" providerId="ADAL" clId="{632DF7FE-9916-4FAF-8457-3521400FFCEA}" dt="2025-10-22T10:56:42.722" v="2077"/>
          <ac:spMkLst>
            <pc:docMk/>
            <pc:sldMk cId="1618482742" sldId="363"/>
            <ac:spMk id="16" creationId="{5C86EC89-02DB-4384-8A63-0EFFEFD1BB96}"/>
          </ac:spMkLst>
        </pc:spChg>
        <pc:spChg chg="del">
          <ac:chgData name="DEWE, HAYLEY L." userId="5cada80b-0f7b-49a5-96b2-656b100ca6c6" providerId="ADAL" clId="{632DF7FE-9916-4FAF-8457-3521400FFCEA}" dt="2025-10-22T10:56:42.722" v="2077"/>
          <ac:spMkLst>
            <pc:docMk/>
            <pc:sldMk cId="1618482742" sldId="363"/>
            <ac:spMk id="22" creationId="{93E59372-1F66-480B-ADD0-8000A0547360}"/>
          </ac:spMkLst>
        </pc:spChg>
        <pc:spChg chg="del">
          <ac:chgData name="DEWE, HAYLEY L." userId="5cada80b-0f7b-49a5-96b2-656b100ca6c6" providerId="ADAL" clId="{632DF7FE-9916-4FAF-8457-3521400FFCEA}" dt="2025-10-22T10:56:42.722" v="2077"/>
          <ac:spMkLst>
            <pc:docMk/>
            <pc:sldMk cId="1618482742" sldId="363"/>
            <ac:spMk id="24" creationId="{2142F58F-1A18-445C-8057-25B9F986C282}"/>
          </ac:spMkLst>
        </pc:spChg>
        <pc:spChg chg="del">
          <ac:chgData name="DEWE, HAYLEY L." userId="5cada80b-0f7b-49a5-96b2-656b100ca6c6" providerId="ADAL" clId="{632DF7FE-9916-4FAF-8457-3521400FFCEA}" dt="2025-10-22T10:56:42.722" v="2077"/>
          <ac:spMkLst>
            <pc:docMk/>
            <pc:sldMk cId="1618482742" sldId="363"/>
            <ac:spMk id="26" creationId="{2C8825F8-2BBE-4F09-844D-BD569EE90A57}"/>
          </ac:spMkLst>
        </pc:spChg>
        <pc:spChg chg="del">
          <ac:chgData name="DEWE, HAYLEY L." userId="5cada80b-0f7b-49a5-96b2-656b100ca6c6" providerId="ADAL" clId="{632DF7FE-9916-4FAF-8457-3521400FFCEA}" dt="2025-10-22T10:56:42.722" v="2077"/>
          <ac:spMkLst>
            <pc:docMk/>
            <pc:sldMk cId="1618482742" sldId="363"/>
            <ac:spMk id="28" creationId="{1E0B305D-E4F9-4F9F-81CA-BDFBA88B2471}"/>
          </ac:spMkLst>
        </pc:spChg>
        <pc:spChg chg="del">
          <ac:chgData name="DEWE, HAYLEY L." userId="5cada80b-0f7b-49a5-96b2-656b100ca6c6" providerId="ADAL" clId="{632DF7FE-9916-4FAF-8457-3521400FFCEA}" dt="2025-10-22T10:56:42.722" v="2077"/>
          <ac:spMkLst>
            <pc:docMk/>
            <pc:sldMk cId="1618482742" sldId="363"/>
            <ac:spMk id="30" creationId="{1D77C917-B31B-4151-9BB3-768748C42572}"/>
          </ac:spMkLst>
        </pc:spChg>
        <pc:grpChg chg="add del mod">
          <ac:chgData name="DEWE, HAYLEY L." userId="5cada80b-0f7b-49a5-96b2-656b100ca6c6" providerId="ADAL" clId="{632DF7FE-9916-4FAF-8457-3521400FFCEA}" dt="2025-10-22T11:07:33.922" v="2761" actId="478"/>
          <ac:grpSpMkLst>
            <pc:docMk/>
            <pc:sldMk cId="1618482742" sldId="363"/>
            <ac:grpSpMk id="2" creationId="{4BE4F1D3-65E4-3A8D-3522-F4AC9EE56D44}"/>
          </ac:grpSpMkLst>
        </pc:grpChg>
        <pc:grpChg chg="mod">
          <ac:chgData name="DEWE, HAYLEY L." userId="5cada80b-0f7b-49a5-96b2-656b100ca6c6" providerId="ADAL" clId="{632DF7FE-9916-4FAF-8457-3521400FFCEA}" dt="2025-10-22T11:02:55.498" v="2313" actId="1076"/>
          <ac:grpSpMkLst>
            <pc:docMk/>
            <pc:sldMk cId="1618482742" sldId="363"/>
            <ac:grpSpMk id="4" creationId="{80A8C6DE-29D4-0621-535E-A2F63DD6D7D9}"/>
          </ac:grpSpMkLst>
        </pc:grpChg>
        <pc:picChg chg="mod">
          <ac:chgData name="DEWE, HAYLEY L." userId="5cada80b-0f7b-49a5-96b2-656b100ca6c6" providerId="ADAL" clId="{632DF7FE-9916-4FAF-8457-3521400FFCEA}" dt="2025-10-22T10:56:52.240" v="2078" actId="1076"/>
          <ac:picMkLst>
            <pc:docMk/>
            <pc:sldMk cId="1618482742" sldId="363"/>
            <ac:picMk id="3" creationId="{CD2422C2-88F9-7956-2AC3-39DBF6AFD1D3}"/>
          </ac:picMkLst>
        </pc:picChg>
        <pc:picChg chg="del">
          <ac:chgData name="DEWE, HAYLEY L." userId="5cada80b-0f7b-49a5-96b2-656b100ca6c6" providerId="ADAL" clId="{632DF7FE-9916-4FAF-8457-3521400FFCEA}" dt="2025-10-22T10:56:42.722" v="2077"/>
          <ac:picMkLst>
            <pc:docMk/>
            <pc:sldMk cId="1618482742" sldId="363"/>
            <ac:picMk id="12" creationId="{87B6323F-75FD-4FFA-950D-6D013A6DC1CB}"/>
          </ac:picMkLst>
        </pc:picChg>
        <pc:picChg chg="del">
          <ac:chgData name="DEWE, HAYLEY L." userId="5cada80b-0f7b-49a5-96b2-656b100ca6c6" providerId="ADAL" clId="{632DF7FE-9916-4FAF-8457-3521400FFCEA}" dt="2025-10-22T10:56:42.722" v="2077"/>
          <ac:picMkLst>
            <pc:docMk/>
            <pc:sldMk cId="1618482742" sldId="363"/>
            <ac:picMk id="14" creationId="{DA2C34EF-101A-44FE-8A31-E0A7F4776AA0}"/>
          </ac:picMkLst>
        </pc:picChg>
        <pc:picChg chg="del">
          <ac:chgData name="DEWE, HAYLEY L." userId="5cada80b-0f7b-49a5-96b2-656b100ca6c6" providerId="ADAL" clId="{632DF7FE-9916-4FAF-8457-3521400FFCEA}" dt="2025-10-22T10:56:42.722" v="2077"/>
          <ac:picMkLst>
            <pc:docMk/>
            <pc:sldMk cId="1618482742" sldId="363"/>
            <ac:picMk id="18" creationId="{54BB1565-EB36-4D75-8888-72796286DC15}"/>
          </ac:picMkLst>
        </pc:picChg>
        <pc:picChg chg="del">
          <ac:chgData name="DEWE, HAYLEY L." userId="5cada80b-0f7b-49a5-96b2-656b100ca6c6" providerId="ADAL" clId="{632DF7FE-9916-4FAF-8457-3521400FFCEA}" dt="2025-10-22T10:56:42.722" v="2077"/>
          <ac:picMkLst>
            <pc:docMk/>
            <pc:sldMk cId="1618482742" sldId="363"/>
            <ac:picMk id="20" creationId="{871DF8C3-722E-49D1-87D5-E0FB1D640932}"/>
          </ac:picMkLst>
        </pc:picChg>
      </pc:sldChg>
      <pc:sldChg chg="addSp delSp modSp add mod modAnim modNotesTx">
        <pc:chgData name="DEWE, HAYLEY L." userId="5cada80b-0f7b-49a5-96b2-656b100ca6c6" providerId="ADAL" clId="{632DF7FE-9916-4FAF-8457-3521400FFCEA}" dt="2025-10-22T15:37:52.017" v="5545" actId="6549"/>
        <pc:sldMkLst>
          <pc:docMk/>
          <pc:sldMk cId="1745823413" sldId="364"/>
        </pc:sldMkLst>
        <pc:spChg chg="mod">
          <ac:chgData name="DEWE, HAYLEY L." userId="5cada80b-0f7b-49a5-96b2-656b100ca6c6" providerId="ADAL" clId="{632DF7FE-9916-4FAF-8457-3521400FFCEA}" dt="2025-10-22T11:03:01.819" v="2315"/>
          <ac:spMkLst>
            <pc:docMk/>
            <pc:sldMk cId="1745823413" sldId="364"/>
            <ac:spMk id="3" creationId="{B072133C-FC9E-0176-BD19-EC76330E633E}"/>
          </ac:spMkLst>
        </pc:spChg>
        <pc:spChg chg="mod">
          <ac:chgData name="DEWE, HAYLEY L." userId="5cada80b-0f7b-49a5-96b2-656b100ca6c6" providerId="ADAL" clId="{632DF7FE-9916-4FAF-8457-3521400FFCEA}" dt="2025-10-22T10:59:28.121" v="2217" actId="1076"/>
          <ac:spMkLst>
            <pc:docMk/>
            <pc:sldMk cId="1745823413" sldId="364"/>
            <ac:spMk id="7" creationId="{FAB16C55-CFB0-0ACA-F70B-59B4B7617303}"/>
          </ac:spMkLst>
        </pc:spChg>
        <pc:spChg chg="mod">
          <ac:chgData name="DEWE, HAYLEY L." userId="5cada80b-0f7b-49a5-96b2-656b100ca6c6" providerId="ADAL" clId="{632DF7FE-9916-4FAF-8457-3521400FFCEA}" dt="2025-10-22T10:59:28.121" v="2217" actId="1076"/>
          <ac:spMkLst>
            <pc:docMk/>
            <pc:sldMk cId="1745823413" sldId="364"/>
            <ac:spMk id="8" creationId="{E76E9031-5DB6-4A48-EFD0-FC9771979EB6}"/>
          </ac:spMkLst>
        </pc:spChg>
        <pc:spChg chg="mod">
          <ac:chgData name="DEWE, HAYLEY L." userId="5cada80b-0f7b-49a5-96b2-656b100ca6c6" providerId="ADAL" clId="{632DF7FE-9916-4FAF-8457-3521400FFCEA}" dt="2025-10-22T11:00:20.355" v="2287" actId="20577"/>
          <ac:spMkLst>
            <pc:docMk/>
            <pc:sldMk cId="1745823413" sldId="364"/>
            <ac:spMk id="9" creationId="{49D46CD5-8F05-D6AC-6741-EFAAC6644C5D}"/>
          </ac:spMkLst>
        </pc:spChg>
        <pc:spChg chg="mod">
          <ac:chgData name="DEWE, HAYLEY L." userId="5cada80b-0f7b-49a5-96b2-656b100ca6c6" providerId="ADAL" clId="{632DF7FE-9916-4FAF-8457-3521400FFCEA}" dt="2025-10-22T11:03:10.388" v="2355" actId="20577"/>
          <ac:spMkLst>
            <pc:docMk/>
            <pc:sldMk cId="1745823413" sldId="364"/>
            <ac:spMk id="10" creationId="{5681744D-D978-83E9-1C2E-D4702712F70F}"/>
          </ac:spMkLst>
        </pc:spChg>
        <pc:spChg chg="mod">
          <ac:chgData name="DEWE, HAYLEY L." userId="5cada80b-0f7b-49a5-96b2-656b100ca6c6" providerId="ADAL" clId="{632DF7FE-9916-4FAF-8457-3521400FFCEA}" dt="2025-10-22T11:03:01.819" v="2315"/>
          <ac:spMkLst>
            <pc:docMk/>
            <pc:sldMk cId="1745823413" sldId="364"/>
            <ac:spMk id="12" creationId="{D8CD00E2-C824-2DA5-C281-A52429D57292}"/>
          </ac:spMkLst>
        </pc:spChg>
        <pc:spChg chg="mod">
          <ac:chgData name="DEWE, HAYLEY L." userId="5cada80b-0f7b-49a5-96b2-656b100ca6c6" providerId="ADAL" clId="{632DF7FE-9916-4FAF-8457-3521400FFCEA}" dt="2025-10-22T11:03:01.819" v="2315"/>
          <ac:spMkLst>
            <pc:docMk/>
            <pc:sldMk cId="1745823413" sldId="364"/>
            <ac:spMk id="13" creationId="{76120224-B59C-901E-90AA-D27C47D5AECE}"/>
          </ac:spMkLst>
        </pc:spChg>
        <pc:grpChg chg="add mod">
          <ac:chgData name="DEWE, HAYLEY L." userId="5cada80b-0f7b-49a5-96b2-656b100ca6c6" providerId="ADAL" clId="{632DF7FE-9916-4FAF-8457-3521400FFCEA}" dt="2025-10-22T11:03:12.709" v="2356" actId="14100"/>
          <ac:grpSpMkLst>
            <pc:docMk/>
            <pc:sldMk cId="1745823413" sldId="364"/>
            <ac:grpSpMk id="2" creationId="{1CCBE08A-993C-7CC6-1701-0DEC1A7B8EF5}"/>
          </ac:grpSpMkLst>
        </pc:grpChg>
        <pc:grpChg chg="del mod">
          <ac:chgData name="DEWE, HAYLEY L." userId="5cada80b-0f7b-49a5-96b2-656b100ca6c6" providerId="ADAL" clId="{632DF7FE-9916-4FAF-8457-3521400FFCEA}" dt="2025-10-22T11:03:03.406" v="2316" actId="478"/>
          <ac:grpSpMkLst>
            <pc:docMk/>
            <pc:sldMk cId="1745823413" sldId="364"/>
            <ac:grpSpMk id="4" creationId="{80A8C6DE-29D4-0621-535E-A2F63DD6D7D9}"/>
          </ac:grpSpMkLst>
        </pc:grpChg>
        <pc:grpChg chg="add del mod">
          <ac:chgData name="DEWE, HAYLEY L." userId="5cada80b-0f7b-49a5-96b2-656b100ca6c6" providerId="ADAL" clId="{632DF7FE-9916-4FAF-8457-3521400FFCEA}" dt="2025-10-22T11:03:48.426" v="2359" actId="478"/>
          <ac:grpSpMkLst>
            <pc:docMk/>
            <pc:sldMk cId="1745823413" sldId="364"/>
            <ac:grpSpMk id="11" creationId="{D6B77219-0083-0ABA-D793-118F87978728}"/>
          </ac:grpSpMkLst>
        </pc:grpChg>
      </pc:sldChg>
      <pc:sldChg chg="addSp delSp modSp add mod modNotesTx">
        <pc:chgData name="DEWE, HAYLEY L." userId="5cada80b-0f7b-49a5-96b2-656b100ca6c6" providerId="ADAL" clId="{632DF7FE-9916-4FAF-8457-3521400FFCEA}" dt="2025-10-22T15:37:56.648" v="5546" actId="6549"/>
        <pc:sldMkLst>
          <pc:docMk/>
          <pc:sldMk cId="3965961832" sldId="365"/>
        </pc:sldMkLst>
        <pc:spChg chg="mod">
          <ac:chgData name="DEWE, HAYLEY L." userId="5cada80b-0f7b-49a5-96b2-656b100ca6c6" providerId="ADAL" clId="{632DF7FE-9916-4FAF-8457-3521400FFCEA}" dt="2025-10-22T11:03:23.239" v="2357"/>
          <ac:spMkLst>
            <pc:docMk/>
            <pc:sldMk cId="3965961832" sldId="365"/>
            <ac:spMk id="3" creationId="{6292338D-F24E-6C12-0E99-CBD67638CD58}"/>
          </ac:spMkLst>
        </pc:spChg>
        <pc:spChg chg="mod">
          <ac:chgData name="DEWE, HAYLEY L." userId="5cada80b-0f7b-49a5-96b2-656b100ca6c6" providerId="ADAL" clId="{632DF7FE-9916-4FAF-8457-3521400FFCEA}" dt="2025-10-22T11:07:46.380" v="2764" actId="113"/>
          <ac:spMkLst>
            <pc:docMk/>
            <pc:sldMk cId="3965961832" sldId="365"/>
            <ac:spMk id="5" creationId="{695DE233-67D2-F52E-8F18-EAC36ACF0D97}"/>
          </ac:spMkLst>
        </pc:spChg>
        <pc:spChg chg="mod">
          <ac:chgData name="DEWE, HAYLEY L." userId="5cada80b-0f7b-49a5-96b2-656b100ca6c6" providerId="ADAL" clId="{632DF7FE-9916-4FAF-8457-3521400FFCEA}" dt="2025-10-22T11:07:46.380" v="2764" actId="113"/>
          <ac:spMkLst>
            <pc:docMk/>
            <pc:sldMk cId="3965961832" sldId="365"/>
            <ac:spMk id="6" creationId="{81D5F64C-482C-95B4-301C-552F2FEB37E6}"/>
          </ac:spMkLst>
        </pc:spChg>
        <pc:spChg chg="mod">
          <ac:chgData name="DEWE, HAYLEY L." userId="5cada80b-0f7b-49a5-96b2-656b100ca6c6" providerId="ADAL" clId="{632DF7FE-9916-4FAF-8457-3521400FFCEA}" dt="2025-10-22T10:59:24.401" v="2216" actId="1076"/>
          <ac:spMkLst>
            <pc:docMk/>
            <pc:sldMk cId="3965961832" sldId="365"/>
            <ac:spMk id="7" creationId="{FAB16C55-CFB0-0ACA-F70B-59B4B7617303}"/>
          </ac:spMkLst>
        </pc:spChg>
        <pc:spChg chg="mod">
          <ac:chgData name="DEWE, HAYLEY L." userId="5cada80b-0f7b-49a5-96b2-656b100ca6c6" providerId="ADAL" clId="{632DF7FE-9916-4FAF-8457-3521400FFCEA}" dt="2025-10-22T10:59:24.401" v="2216" actId="1076"/>
          <ac:spMkLst>
            <pc:docMk/>
            <pc:sldMk cId="3965961832" sldId="365"/>
            <ac:spMk id="8" creationId="{E76E9031-5DB6-4A48-EFD0-FC9771979EB6}"/>
          </ac:spMkLst>
        </pc:spChg>
        <pc:spChg chg="mod">
          <ac:chgData name="DEWE, HAYLEY L." userId="5cada80b-0f7b-49a5-96b2-656b100ca6c6" providerId="ADAL" clId="{632DF7FE-9916-4FAF-8457-3521400FFCEA}" dt="2025-10-22T10:59:24.401" v="2216" actId="1076"/>
          <ac:spMkLst>
            <pc:docMk/>
            <pc:sldMk cId="3965961832" sldId="365"/>
            <ac:spMk id="9" creationId="{49D46CD5-8F05-D6AC-6741-EFAAC6644C5D}"/>
          </ac:spMkLst>
        </pc:spChg>
        <pc:spChg chg="mod">
          <ac:chgData name="DEWE, HAYLEY L." userId="5cada80b-0f7b-49a5-96b2-656b100ca6c6" providerId="ADAL" clId="{632DF7FE-9916-4FAF-8457-3521400FFCEA}" dt="2025-10-22T11:03:23.239" v="2357"/>
          <ac:spMkLst>
            <pc:docMk/>
            <pc:sldMk cId="3965961832" sldId="365"/>
            <ac:spMk id="10" creationId="{FB2E7D54-2492-5FA1-E84D-61924D63C098}"/>
          </ac:spMkLst>
        </pc:spChg>
        <pc:spChg chg="mod">
          <ac:chgData name="DEWE, HAYLEY L." userId="5cada80b-0f7b-49a5-96b2-656b100ca6c6" providerId="ADAL" clId="{632DF7FE-9916-4FAF-8457-3521400FFCEA}" dt="2025-10-22T11:03:23.239" v="2357"/>
          <ac:spMkLst>
            <pc:docMk/>
            <pc:sldMk cId="3965961832" sldId="365"/>
            <ac:spMk id="12" creationId="{689D32A6-1E20-8A21-97DB-04A2096F3544}"/>
          </ac:spMkLst>
        </pc:spChg>
        <pc:spChg chg="mod">
          <ac:chgData name="DEWE, HAYLEY L." userId="5cada80b-0f7b-49a5-96b2-656b100ca6c6" providerId="ADAL" clId="{632DF7FE-9916-4FAF-8457-3521400FFCEA}" dt="2025-10-22T11:03:23.239" v="2357"/>
          <ac:spMkLst>
            <pc:docMk/>
            <pc:sldMk cId="3965961832" sldId="365"/>
            <ac:spMk id="13" creationId="{2C3656BA-28FE-CBDC-2E00-D4F7E9B95F1B}"/>
          </ac:spMkLst>
        </pc:spChg>
        <pc:grpChg chg="add del mod">
          <ac:chgData name="DEWE, HAYLEY L." userId="5cada80b-0f7b-49a5-96b2-656b100ca6c6" providerId="ADAL" clId="{632DF7FE-9916-4FAF-8457-3521400FFCEA}" dt="2025-10-22T11:03:25.516" v="2358" actId="478"/>
          <ac:grpSpMkLst>
            <pc:docMk/>
            <pc:sldMk cId="3965961832" sldId="365"/>
            <ac:grpSpMk id="2" creationId="{6D66D50E-56CA-60C3-FF72-3B99D07C67DD}"/>
          </ac:grpSpMkLst>
        </pc:grpChg>
        <pc:grpChg chg="mod">
          <ac:chgData name="DEWE, HAYLEY L." userId="5cada80b-0f7b-49a5-96b2-656b100ca6c6" providerId="ADAL" clId="{632DF7FE-9916-4FAF-8457-3521400FFCEA}" dt="2025-10-22T10:59:24.401" v="2216" actId="1076"/>
          <ac:grpSpMkLst>
            <pc:docMk/>
            <pc:sldMk cId="3965961832" sldId="365"/>
            <ac:grpSpMk id="4" creationId="{80A8C6DE-29D4-0621-535E-A2F63DD6D7D9}"/>
          </ac:grpSpMkLst>
        </pc:grpChg>
        <pc:grpChg chg="add del mod">
          <ac:chgData name="DEWE, HAYLEY L." userId="5cada80b-0f7b-49a5-96b2-656b100ca6c6" providerId="ADAL" clId="{632DF7FE-9916-4FAF-8457-3521400FFCEA}" dt="2025-10-22T11:03:25.516" v="2358" actId="478"/>
          <ac:grpSpMkLst>
            <pc:docMk/>
            <pc:sldMk cId="3965961832" sldId="365"/>
            <ac:grpSpMk id="11" creationId="{5C752DE4-E532-ADFF-BB79-F9887854EB55}"/>
          </ac:grpSpMkLst>
        </pc:grpChg>
      </pc:sldChg>
      <pc:sldChg chg="addSp delSp modSp add mod modNotesTx">
        <pc:chgData name="DEWE, HAYLEY L." userId="5cada80b-0f7b-49a5-96b2-656b100ca6c6" providerId="ADAL" clId="{632DF7FE-9916-4FAF-8457-3521400FFCEA}" dt="2025-10-22T15:38:04.391" v="5548" actId="6549"/>
        <pc:sldMkLst>
          <pc:docMk/>
          <pc:sldMk cId="1163230819" sldId="366"/>
        </pc:sldMkLst>
        <pc:spChg chg="mod">
          <ac:chgData name="DEWE, HAYLEY L." userId="5cada80b-0f7b-49a5-96b2-656b100ca6c6" providerId="ADAL" clId="{632DF7FE-9916-4FAF-8457-3521400FFCEA}" dt="2025-10-22T11:03:55.570" v="2360"/>
          <ac:spMkLst>
            <pc:docMk/>
            <pc:sldMk cId="1163230819" sldId="366"/>
            <ac:spMk id="3" creationId="{04BC27A4-9DE8-0AF4-C1A2-5050700EB055}"/>
          </ac:spMkLst>
        </pc:spChg>
        <pc:spChg chg="mod">
          <ac:chgData name="DEWE, HAYLEY L." userId="5cada80b-0f7b-49a5-96b2-656b100ca6c6" providerId="ADAL" clId="{632DF7FE-9916-4FAF-8457-3521400FFCEA}" dt="2025-10-22T11:08:22.540" v="2785" actId="2085"/>
          <ac:spMkLst>
            <pc:docMk/>
            <pc:sldMk cId="1163230819" sldId="366"/>
            <ac:spMk id="5" creationId="{695DE233-67D2-F52E-8F18-EAC36ACF0D97}"/>
          </ac:spMkLst>
        </pc:spChg>
        <pc:spChg chg="mod">
          <ac:chgData name="DEWE, HAYLEY L." userId="5cada80b-0f7b-49a5-96b2-656b100ca6c6" providerId="ADAL" clId="{632DF7FE-9916-4FAF-8457-3521400FFCEA}" dt="2025-10-22T11:09:04.151" v="2795" actId="1076"/>
          <ac:spMkLst>
            <pc:docMk/>
            <pc:sldMk cId="1163230819" sldId="366"/>
            <ac:spMk id="6" creationId="{81D5F64C-482C-95B4-301C-552F2FEB37E6}"/>
          </ac:spMkLst>
        </pc:spChg>
        <pc:spChg chg="mod">
          <ac:chgData name="DEWE, HAYLEY L." userId="5cada80b-0f7b-49a5-96b2-656b100ca6c6" providerId="ADAL" clId="{632DF7FE-9916-4FAF-8457-3521400FFCEA}" dt="2025-10-22T11:00:48.098" v="2289" actId="207"/>
          <ac:spMkLst>
            <pc:docMk/>
            <pc:sldMk cId="1163230819" sldId="366"/>
            <ac:spMk id="7" creationId="{FAB16C55-CFB0-0ACA-F70B-59B4B7617303}"/>
          </ac:spMkLst>
        </pc:spChg>
        <pc:spChg chg="mod">
          <ac:chgData name="DEWE, HAYLEY L." userId="5cada80b-0f7b-49a5-96b2-656b100ca6c6" providerId="ADAL" clId="{632DF7FE-9916-4FAF-8457-3521400FFCEA}" dt="2025-10-22T11:09:47.387" v="2816" actId="1076"/>
          <ac:spMkLst>
            <pc:docMk/>
            <pc:sldMk cId="1163230819" sldId="366"/>
            <ac:spMk id="8" creationId="{E76E9031-5DB6-4A48-EFD0-FC9771979EB6}"/>
          </ac:spMkLst>
        </pc:spChg>
        <pc:spChg chg="mod">
          <ac:chgData name="DEWE, HAYLEY L." userId="5cada80b-0f7b-49a5-96b2-656b100ca6c6" providerId="ADAL" clId="{632DF7FE-9916-4FAF-8457-3521400FFCEA}" dt="2025-10-22T11:09:49.283" v="2817" actId="1076"/>
          <ac:spMkLst>
            <pc:docMk/>
            <pc:sldMk cId="1163230819" sldId="366"/>
            <ac:spMk id="9" creationId="{49D46CD5-8F05-D6AC-6741-EFAAC6644C5D}"/>
          </ac:spMkLst>
        </pc:spChg>
        <pc:spChg chg="mod">
          <ac:chgData name="DEWE, HAYLEY L." userId="5cada80b-0f7b-49a5-96b2-656b100ca6c6" providerId="ADAL" clId="{632DF7FE-9916-4FAF-8457-3521400FFCEA}" dt="2025-10-22T11:03:55.570" v="2360"/>
          <ac:spMkLst>
            <pc:docMk/>
            <pc:sldMk cId="1163230819" sldId="366"/>
            <ac:spMk id="10" creationId="{7D4A15F2-BA7A-C1F2-6D38-A5A7C749ED29}"/>
          </ac:spMkLst>
        </pc:spChg>
        <pc:spChg chg="add del mod">
          <ac:chgData name="DEWE, HAYLEY L." userId="5cada80b-0f7b-49a5-96b2-656b100ca6c6" providerId="ADAL" clId="{632DF7FE-9916-4FAF-8457-3521400FFCEA}" dt="2025-10-22T11:09:18.917" v="2799" actId="478"/>
          <ac:spMkLst>
            <pc:docMk/>
            <pc:sldMk cId="1163230819" sldId="366"/>
            <ac:spMk id="11" creationId="{EB388E4F-8545-FEC0-6EAA-C419CB485D44}"/>
          </ac:spMkLst>
        </pc:spChg>
        <pc:spChg chg="mod">
          <ac:chgData name="DEWE, HAYLEY L." userId="5cada80b-0f7b-49a5-96b2-656b100ca6c6" providerId="ADAL" clId="{632DF7FE-9916-4FAF-8457-3521400FFCEA}" dt="2025-10-22T11:09:38.696" v="2814" actId="207"/>
          <ac:spMkLst>
            <pc:docMk/>
            <pc:sldMk cId="1163230819" sldId="366"/>
            <ac:spMk id="13" creationId="{FA21EAFE-D1F9-F558-0A7C-3BB0242BECFB}"/>
          </ac:spMkLst>
        </pc:spChg>
        <pc:spChg chg="mod">
          <ac:chgData name="DEWE, HAYLEY L." userId="5cada80b-0f7b-49a5-96b2-656b100ca6c6" providerId="ADAL" clId="{632DF7FE-9916-4FAF-8457-3521400FFCEA}" dt="2025-10-22T11:09:38.696" v="2814" actId="207"/>
          <ac:spMkLst>
            <pc:docMk/>
            <pc:sldMk cId="1163230819" sldId="366"/>
            <ac:spMk id="14" creationId="{47908907-5D40-3F6F-845B-2319B4506E88}"/>
          </ac:spMkLst>
        </pc:spChg>
        <pc:grpChg chg="add del mod">
          <ac:chgData name="DEWE, HAYLEY L." userId="5cada80b-0f7b-49a5-96b2-656b100ca6c6" providerId="ADAL" clId="{632DF7FE-9916-4FAF-8457-3521400FFCEA}" dt="2025-10-22T11:03:58.957" v="2361" actId="478"/>
          <ac:grpSpMkLst>
            <pc:docMk/>
            <pc:sldMk cId="1163230819" sldId="366"/>
            <ac:grpSpMk id="2" creationId="{FF21B18B-ADFD-F81B-807E-B6619E87718F}"/>
          </ac:grpSpMkLst>
        </pc:grpChg>
        <pc:grpChg chg="del mod">
          <ac:chgData name="DEWE, HAYLEY L." userId="5cada80b-0f7b-49a5-96b2-656b100ca6c6" providerId="ADAL" clId="{632DF7FE-9916-4FAF-8457-3521400FFCEA}" dt="2025-10-22T11:09:41.483" v="2815" actId="478"/>
          <ac:grpSpMkLst>
            <pc:docMk/>
            <pc:sldMk cId="1163230819" sldId="366"/>
            <ac:grpSpMk id="4" creationId="{80A8C6DE-29D4-0621-535E-A2F63DD6D7D9}"/>
          </ac:grpSpMkLst>
        </pc:grpChg>
        <pc:grpChg chg="add mod">
          <ac:chgData name="DEWE, HAYLEY L." userId="5cada80b-0f7b-49a5-96b2-656b100ca6c6" providerId="ADAL" clId="{632DF7FE-9916-4FAF-8457-3521400FFCEA}" dt="2025-10-22T11:09:38.696" v="2814" actId="207"/>
          <ac:grpSpMkLst>
            <pc:docMk/>
            <pc:sldMk cId="1163230819" sldId="366"/>
            <ac:grpSpMk id="12" creationId="{2538D482-1D96-E288-FA17-D68C6EE15E15}"/>
          </ac:grpSpMkLst>
        </pc:grpChg>
      </pc:sldChg>
      <pc:sldChg chg="add del">
        <pc:chgData name="DEWE, HAYLEY L." userId="5cada80b-0f7b-49a5-96b2-656b100ca6c6" providerId="ADAL" clId="{632DF7FE-9916-4FAF-8457-3521400FFCEA}" dt="2025-10-22T11:10:42.588" v="2828" actId="47"/>
        <pc:sldMkLst>
          <pc:docMk/>
          <pc:sldMk cId="845730703" sldId="367"/>
        </pc:sldMkLst>
      </pc:sldChg>
      <pc:sldChg chg="modSp add mod ord modNotesTx">
        <pc:chgData name="DEWE, HAYLEY L." userId="5cada80b-0f7b-49a5-96b2-656b100ca6c6" providerId="ADAL" clId="{632DF7FE-9916-4FAF-8457-3521400FFCEA}" dt="2025-10-22T14:29:00.982" v="3267" actId="14100"/>
        <pc:sldMkLst>
          <pc:docMk/>
          <pc:sldMk cId="3401192606" sldId="368"/>
        </pc:sldMkLst>
        <pc:spChg chg="mod">
          <ac:chgData name="DEWE, HAYLEY L." userId="5cada80b-0f7b-49a5-96b2-656b100ca6c6" providerId="ADAL" clId="{632DF7FE-9916-4FAF-8457-3521400FFCEA}" dt="2025-10-22T11:11:06.288" v="2833" actId="207"/>
          <ac:spMkLst>
            <pc:docMk/>
            <pc:sldMk cId="3401192606" sldId="368"/>
            <ac:spMk id="3" creationId="{C7D0BE5C-2190-F8EF-36E9-4C92541BF099}"/>
          </ac:spMkLst>
        </pc:spChg>
        <pc:spChg chg="mod">
          <ac:chgData name="DEWE, HAYLEY L." userId="5cada80b-0f7b-49a5-96b2-656b100ca6c6" providerId="ADAL" clId="{632DF7FE-9916-4FAF-8457-3521400FFCEA}" dt="2025-10-22T14:28:59.361" v="3266" actId="20577"/>
          <ac:spMkLst>
            <pc:docMk/>
            <pc:sldMk cId="3401192606" sldId="368"/>
            <ac:spMk id="4" creationId="{AF8BBB28-1AC3-4D8F-5D71-5A5C33C38A2B}"/>
          </ac:spMkLst>
        </pc:spChg>
        <pc:spChg chg="mod">
          <ac:chgData name="DEWE, HAYLEY L." userId="5cada80b-0f7b-49a5-96b2-656b100ca6c6" providerId="ADAL" clId="{632DF7FE-9916-4FAF-8457-3521400FFCEA}" dt="2025-10-22T11:16:58.957" v="2881" actId="1076"/>
          <ac:spMkLst>
            <pc:docMk/>
            <pc:sldMk cId="3401192606" sldId="368"/>
            <ac:spMk id="5" creationId="{3FB0D87C-4F6C-3C57-E2FB-E2E0331ADF19}"/>
          </ac:spMkLst>
        </pc:spChg>
        <pc:spChg chg="mod">
          <ac:chgData name="DEWE, HAYLEY L." userId="5cada80b-0f7b-49a5-96b2-656b100ca6c6" providerId="ADAL" clId="{632DF7FE-9916-4FAF-8457-3521400FFCEA}" dt="2025-10-22T11:17:02.760" v="2882" actId="14100"/>
          <ac:spMkLst>
            <pc:docMk/>
            <pc:sldMk cId="3401192606" sldId="368"/>
            <ac:spMk id="6" creationId="{EDC3D86C-7B2E-7DCD-09BD-79C56D8F722C}"/>
          </ac:spMkLst>
        </pc:spChg>
        <pc:spChg chg="mod">
          <ac:chgData name="DEWE, HAYLEY L." userId="5cada80b-0f7b-49a5-96b2-656b100ca6c6" providerId="ADAL" clId="{632DF7FE-9916-4FAF-8457-3521400FFCEA}" dt="2025-10-22T11:10:47.580" v="2829" actId="207"/>
          <ac:spMkLst>
            <pc:docMk/>
            <pc:sldMk cId="3401192606" sldId="368"/>
            <ac:spMk id="10" creationId="{C5078778-7BB8-4963-28C9-A6F5305DD6BD}"/>
          </ac:spMkLst>
        </pc:spChg>
        <pc:grpChg chg="mod">
          <ac:chgData name="DEWE, HAYLEY L." userId="5cada80b-0f7b-49a5-96b2-656b100ca6c6" providerId="ADAL" clId="{632DF7FE-9916-4FAF-8457-3521400FFCEA}" dt="2025-10-22T14:29:00.982" v="3267" actId="14100"/>
          <ac:grpSpMkLst>
            <pc:docMk/>
            <pc:sldMk cId="3401192606" sldId="368"/>
            <ac:grpSpMk id="2" creationId="{180ABEC6-1494-AD93-8A3F-E9105BFDE473}"/>
          </ac:grpSpMkLst>
        </pc:grpChg>
      </pc:sldChg>
      <pc:sldChg chg="modSp add mod modNotesTx">
        <pc:chgData name="DEWE, HAYLEY L." userId="5cada80b-0f7b-49a5-96b2-656b100ca6c6" providerId="ADAL" clId="{632DF7FE-9916-4FAF-8457-3521400FFCEA}" dt="2025-10-22T13:42:50.549" v="2891" actId="113"/>
        <pc:sldMkLst>
          <pc:docMk/>
          <pc:sldMk cId="872873463" sldId="369"/>
        </pc:sldMkLst>
        <pc:spChg chg="mod">
          <ac:chgData name="DEWE, HAYLEY L." userId="5cada80b-0f7b-49a5-96b2-656b100ca6c6" providerId="ADAL" clId="{632DF7FE-9916-4FAF-8457-3521400FFCEA}" dt="2025-10-22T11:15:41.755" v="2844" actId="207"/>
          <ac:spMkLst>
            <pc:docMk/>
            <pc:sldMk cId="872873463" sldId="369"/>
            <ac:spMk id="3" creationId="{C7D0BE5C-2190-F8EF-36E9-4C92541BF099}"/>
          </ac:spMkLst>
        </pc:spChg>
        <pc:spChg chg="mod">
          <ac:chgData name="DEWE, HAYLEY L." userId="5cada80b-0f7b-49a5-96b2-656b100ca6c6" providerId="ADAL" clId="{632DF7FE-9916-4FAF-8457-3521400FFCEA}" dt="2025-10-22T13:42:50.549" v="2891" actId="113"/>
          <ac:spMkLst>
            <pc:docMk/>
            <pc:sldMk cId="872873463" sldId="369"/>
            <ac:spMk id="4" creationId="{AF8BBB28-1AC3-4D8F-5D71-5A5C33C38A2B}"/>
          </ac:spMkLst>
        </pc:spChg>
        <pc:spChg chg="mod">
          <ac:chgData name="DEWE, HAYLEY L." userId="5cada80b-0f7b-49a5-96b2-656b100ca6c6" providerId="ADAL" clId="{632DF7FE-9916-4FAF-8457-3521400FFCEA}" dt="2025-10-22T11:16:21.781" v="2853" actId="1076"/>
          <ac:spMkLst>
            <pc:docMk/>
            <pc:sldMk cId="872873463" sldId="369"/>
            <ac:spMk id="5" creationId="{3FB0D87C-4F6C-3C57-E2FB-E2E0331ADF19}"/>
          </ac:spMkLst>
        </pc:spChg>
        <pc:spChg chg="mod">
          <ac:chgData name="DEWE, HAYLEY L." userId="5cada80b-0f7b-49a5-96b2-656b100ca6c6" providerId="ADAL" clId="{632DF7FE-9916-4FAF-8457-3521400FFCEA}" dt="2025-10-22T11:16:25.782" v="2855" actId="1076"/>
          <ac:spMkLst>
            <pc:docMk/>
            <pc:sldMk cId="872873463" sldId="369"/>
            <ac:spMk id="6" creationId="{EDC3D86C-7B2E-7DCD-09BD-79C56D8F722C}"/>
          </ac:spMkLst>
        </pc:spChg>
        <pc:spChg chg="mod">
          <ac:chgData name="DEWE, HAYLEY L." userId="5cada80b-0f7b-49a5-96b2-656b100ca6c6" providerId="ADAL" clId="{632DF7FE-9916-4FAF-8457-3521400FFCEA}" dt="2025-10-22T11:16:18.704" v="2852" actId="1076"/>
          <ac:spMkLst>
            <pc:docMk/>
            <pc:sldMk cId="872873463" sldId="369"/>
            <ac:spMk id="10" creationId="{C5078778-7BB8-4963-28C9-A6F5305DD6BD}"/>
          </ac:spMkLst>
        </pc:spChg>
        <pc:grpChg chg="mod">
          <ac:chgData name="DEWE, HAYLEY L." userId="5cada80b-0f7b-49a5-96b2-656b100ca6c6" providerId="ADAL" clId="{632DF7FE-9916-4FAF-8457-3521400FFCEA}" dt="2025-10-22T11:16:08.755" v="2850" actId="1076"/>
          <ac:grpSpMkLst>
            <pc:docMk/>
            <pc:sldMk cId="872873463" sldId="369"/>
            <ac:grpSpMk id="2" creationId="{180ABEC6-1494-AD93-8A3F-E9105BFDE473}"/>
          </ac:grpSpMkLst>
        </pc:grpChg>
      </pc:sldChg>
      <pc:sldChg chg="modSp add mod">
        <pc:chgData name="DEWE, HAYLEY L." userId="5cada80b-0f7b-49a5-96b2-656b100ca6c6" providerId="ADAL" clId="{632DF7FE-9916-4FAF-8457-3521400FFCEA}" dt="2025-10-22T13:48:56.451" v="2961" actId="113"/>
        <pc:sldMkLst>
          <pc:docMk/>
          <pc:sldMk cId="2327931698" sldId="370"/>
        </pc:sldMkLst>
        <pc:spChg chg="mod">
          <ac:chgData name="DEWE, HAYLEY L." userId="5cada80b-0f7b-49a5-96b2-656b100ca6c6" providerId="ADAL" clId="{632DF7FE-9916-4FAF-8457-3521400FFCEA}" dt="2025-10-22T13:48:56.451" v="2961" actId="113"/>
          <ac:spMkLst>
            <pc:docMk/>
            <pc:sldMk cId="2327931698" sldId="370"/>
            <ac:spMk id="6" creationId="{81D5F64C-482C-95B4-301C-552F2FEB37E6}"/>
          </ac:spMkLst>
        </pc:spChg>
        <pc:spChg chg="mod">
          <ac:chgData name="DEWE, HAYLEY L." userId="5cada80b-0f7b-49a5-96b2-656b100ca6c6" providerId="ADAL" clId="{632DF7FE-9916-4FAF-8457-3521400FFCEA}" dt="2025-10-22T11:17:47.077" v="2887" actId="1076"/>
          <ac:spMkLst>
            <pc:docMk/>
            <pc:sldMk cId="2327931698" sldId="370"/>
            <ac:spMk id="7" creationId="{FAB16C55-CFB0-0ACA-F70B-59B4B7617303}"/>
          </ac:spMkLst>
        </pc:spChg>
        <pc:spChg chg="mod">
          <ac:chgData name="DEWE, HAYLEY L." userId="5cada80b-0f7b-49a5-96b2-656b100ca6c6" providerId="ADAL" clId="{632DF7FE-9916-4FAF-8457-3521400FFCEA}" dt="2025-10-22T11:17:47.077" v="2887" actId="1076"/>
          <ac:spMkLst>
            <pc:docMk/>
            <pc:sldMk cId="2327931698" sldId="370"/>
            <ac:spMk id="8" creationId="{E76E9031-5DB6-4A48-EFD0-FC9771979EB6}"/>
          </ac:spMkLst>
        </pc:spChg>
        <pc:spChg chg="mod">
          <ac:chgData name="DEWE, HAYLEY L." userId="5cada80b-0f7b-49a5-96b2-656b100ca6c6" providerId="ADAL" clId="{632DF7FE-9916-4FAF-8457-3521400FFCEA}" dt="2025-10-22T11:17:47.077" v="2887" actId="1076"/>
          <ac:spMkLst>
            <pc:docMk/>
            <pc:sldMk cId="2327931698" sldId="370"/>
            <ac:spMk id="9" creationId="{49D46CD5-8F05-D6AC-6741-EFAAC6644C5D}"/>
          </ac:spMkLst>
        </pc:spChg>
        <pc:grpChg chg="mod">
          <ac:chgData name="DEWE, HAYLEY L." userId="5cada80b-0f7b-49a5-96b2-656b100ca6c6" providerId="ADAL" clId="{632DF7FE-9916-4FAF-8457-3521400FFCEA}" dt="2025-10-22T11:17:47.077" v="2887" actId="1076"/>
          <ac:grpSpMkLst>
            <pc:docMk/>
            <pc:sldMk cId="2327931698" sldId="370"/>
            <ac:grpSpMk id="4" creationId="{80A8C6DE-29D4-0621-535E-A2F63DD6D7D9}"/>
          </ac:grpSpMkLst>
        </pc:grpChg>
      </pc:sldChg>
      <pc:sldChg chg="modSp add mod">
        <pc:chgData name="DEWE, HAYLEY L." userId="5cada80b-0f7b-49a5-96b2-656b100ca6c6" providerId="ADAL" clId="{632DF7FE-9916-4FAF-8457-3521400FFCEA}" dt="2025-10-22T13:44:18.926" v="2908" actId="166"/>
        <pc:sldMkLst>
          <pc:docMk/>
          <pc:sldMk cId="3512671683" sldId="371"/>
        </pc:sldMkLst>
        <pc:spChg chg="mod">
          <ac:chgData name="DEWE, HAYLEY L." userId="5cada80b-0f7b-49a5-96b2-656b100ca6c6" providerId="ADAL" clId="{632DF7FE-9916-4FAF-8457-3521400FFCEA}" dt="2025-10-22T13:44:05.238" v="2905" actId="14100"/>
          <ac:spMkLst>
            <pc:docMk/>
            <pc:sldMk cId="3512671683" sldId="371"/>
            <ac:spMk id="9" creationId="{8B8676F2-4335-7184-8F2C-C2727F9C78E9}"/>
          </ac:spMkLst>
        </pc:spChg>
        <pc:graphicFrameChg chg="mod ord modGraphic">
          <ac:chgData name="DEWE, HAYLEY L." userId="5cada80b-0f7b-49a5-96b2-656b100ca6c6" providerId="ADAL" clId="{632DF7FE-9916-4FAF-8457-3521400FFCEA}" dt="2025-10-22T13:44:18.926" v="2908" actId="166"/>
          <ac:graphicFrameMkLst>
            <pc:docMk/>
            <pc:sldMk cId="3512671683" sldId="371"/>
            <ac:graphicFrameMk id="2" creationId="{FE384741-0BE6-FC2A-D883-F770565EE606}"/>
          </ac:graphicFrameMkLst>
        </pc:graphicFrameChg>
      </pc:sldChg>
      <pc:sldChg chg="modSp add del">
        <pc:chgData name="DEWE, HAYLEY L." userId="5cada80b-0f7b-49a5-96b2-656b100ca6c6" providerId="ADAL" clId="{632DF7FE-9916-4FAF-8457-3521400FFCEA}" dt="2025-10-22T13:43:17.540" v="2900"/>
        <pc:sldMkLst>
          <pc:docMk/>
          <pc:sldMk cId="663548929" sldId="372"/>
        </pc:sldMkLst>
        <pc:graphicFrameChg chg="mod">
          <ac:chgData name="DEWE, HAYLEY L." userId="5cada80b-0f7b-49a5-96b2-656b100ca6c6" providerId="ADAL" clId="{632DF7FE-9916-4FAF-8457-3521400FFCEA}" dt="2025-10-22T13:43:16.463" v="2899"/>
          <ac:graphicFrameMkLst>
            <pc:docMk/>
            <pc:sldMk cId="663548929" sldId="372"/>
            <ac:graphicFrameMk id="2" creationId="{FE384741-0BE6-FC2A-D883-F770565EE606}"/>
          </ac:graphicFrameMkLst>
        </pc:graphicFrameChg>
      </pc:sldChg>
      <pc:sldChg chg="addSp delSp modSp add mod ord">
        <pc:chgData name="DEWE, HAYLEY L." userId="5cada80b-0f7b-49a5-96b2-656b100ca6c6" providerId="ADAL" clId="{632DF7FE-9916-4FAF-8457-3521400FFCEA}" dt="2025-10-22T13:48:30.371" v="2960"/>
        <pc:sldMkLst>
          <pc:docMk/>
          <pc:sldMk cId="3148318449" sldId="372"/>
        </pc:sldMkLst>
        <pc:spChg chg="add del mod">
          <ac:chgData name="DEWE, HAYLEY L." userId="5cada80b-0f7b-49a5-96b2-656b100ca6c6" providerId="ADAL" clId="{632DF7FE-9916-4FAF-8457-3521400FFCEA}" dt="2025-10-22T13:47:48.162" v="2936" actId="1076"/>
          <ac:spMkLst>
            <pc:docMk/>
            <pc:sldMk cId="3148318449" sldId="372"/>
            <ac:spMk id="3" creationId="{FE3B0D94-F472-0E08-99A6-4A15FBC3B529}"/>
          </ac:spMkLst>
        </pc:spChg>
        <pc:spChg chg="mod">
          <ac:chgData name="DEWE, HAYLEY L." userId="5cada80b-0f7b-49a5-96b2-656b100ca6c6" providerId="ADAL" clId="{632DF7FE-9916-4FAF-8457-3521400FFCEA}" dt="2025-10-22T13:48:11.204" v="2954" actId="1076"/>
          <ac:spMkLst>
            <pc:docMk/>
            <pc:sldMk cId="3148318449" sldId="372"/>
            <ac:spMk id="9" creationId="{8B8676F2-4335-7184-8F2C-C2727F9C78E9}"/>
          </ac:spMkLst>
        </pc:spChg>
        <pc:graphicFrameChg chg="mod modGraphic">
          <ac:chgData name="DEWE, HAYLEY L." userId="5cada80b-0f7b-49a5-96b2-656b100ca6c6" providerId="ADAL" clId="{632DF7FE-9916-4FAF-8457-3521400FFCEA}" dt="2025-10-22T13:48:24.220" v="2958" actId="1076"/>
          <ac:graphicFrameMkLst>
            <pc:docMk/>
            <pc:sldMk cId="3148318449" sldId="372"/>
            <ac:graphicFrameMk id="2" creationId="{031E156C-DF6E-6A29-86D2-01D1995247D5}"/>
          </ac:graphicFrameMkLst>
        </pc:graphicFrameChg>
      </pc:sldChg>
      <pc:sldChg chg="modSp add mod">
        <pc:chgData name="DEWE, HAYLEY L." userId="5cada80b-0f7b-49a5-96b2-656b100ca6c6" providerId="ADAL" clId="{632DF7FE-9916-4FAF-8457-3521400FFCEA}" dt="2025-10-22T13:50:49.469" v="2972" actId="20577"/>
        <pc:sldMkLst>
          <pc:docMk/>
          <pc:sldMk cId="880974579" sldId="373"/>
        </pc:sldMkLst>
        <pc:spChg chg="mod">
          <ac:chgData name="DEWE, HAYLEY L." userId="5cada80b-0f7b-49a5-96b2-656b100ca6c6" providerId="ADAL" clId="{632DF7FE-9916-4FAF-8457-3521400FFCEA}" dt="2025-10-22T13:50:49.469" v="2972" actId="20577"/>
          <ac:spMkLst>
            <pc:docMk/>
            <pc:sldMk cId="880974579" sldId="373"/>
            <ac:spMk id="4" creationId="{DC5BA1AD-06C2-C5F7-373D-35CC619318CD}"/>
          </ac:spMkLst>
        </pc:spChg>
      </pc:sldChg>
      <pc:sldChg chg="addSp delSp modSp add mod modAnim modNotesTx">
        <pc:chgData name="DEWE, HAYLEY L." userId="5cada80b-0f7b-49a5-96b2-656b100ca6c6" providerId="ADAL" clId="{632DF7FE-9916-4FAF-8457-3521400FFCEA}" dt="2025-10-22T14:28:30.431" v="3256" actId="1076"/>
        <pc:sldMkLst>
          <pc:docMk/>
          <pc:sldMk cId="1845433489" sldId="374"/>
        </pc:sldMkLst>
        <pc:spChg chg="del">
          <ac:chgData name="DEWE, HAYLEY L." userId="5cada80b-0f7b-49a5-96b2-656b100ca6c6" providerId="ADAL" clId="{632DF7FE-9916-4FAF-8457-3521400FFCEA}" dt="2025-10-22T14:26:26.937" v="3211" actId="478"/>
          <ac:spMkLst>
            <pc:docMk/>
            <pc:sldMk cId="1845433489" sldId="374"/>
            <ac:spMk id="2" creationId="{32C40387-E21A-26DA-612E-22E6A45DA077}"/>
          </ac:spMkLst>
        </pc:spChg>
        <pc:spChg chg="mod">
          <ac:chgData name="DEWE, HAYLEY L." userId="5cada80b-0f7b-49a5-96b2-656b100ca6c6" providerId="ADAL" clId="{632DF7FE-9916-4FAF-8457-3521400FFCEA}" dt="2025-10-22T14:26:27.891" v="3212"/>
          <ac:spMkLst>
            <pc:docMk/>
            <pc:sldMk cId="1845433489" sldId="374"/>
            <ac:spMk id="5" creationId="{D30E11E4-FC05-A244-8A7A-00FD91CB1BDC}"/>
          </ac:spMkLst>
        </pc:spChg>
        <pc:spChg chg="mod">
          <ac:chgData name="DEWE, HAYLEY L." userId="5cada80b-0f7b-49a5-96b2-656b100ca6c6" providerId="ADAL" clId="{632DF7FE-9916-4FAF-8457-3521400FFCEA}" dt="2025-10-22T14:27:18.297" v="3232" actId="114"/>
          <ac:spMkLst>
            <pc:docMk/>
            <pc:sldMk cId="1845433489" sldId="374"/>
            <ac:spMk id="6" creationId="{5069FF0E-0077-04D0-442D-FE81341C31AA}"/>
          </ac:spMkLst>
        </pc:spChg>
        <pc:spChg chg="mod">
          <ac:chgData name="DEWE, HAYLEY L." userId="5cada80b-0f7b-49a5-96b2-656b100ca6c6" providerId="ADAL" clId="{632DF7FE-9916-4FAF-8457-3521400FFCEA}" dt="2025-10-22T14:28:30.431" v="3256" actId="1076"/>
          <ac:spMkLst>
            <pc:docMk/>
            <pc:sldMk cId="1845433489" sldId="374"/>
            <ac:spMk id="7" creationId="{FAB16C55-CFB0-0ACA-F70B-59B4B7617303}"/>
          </ac:spMkLst>
        </pc:spChg>
        <pc:grpChg chg="del">
          <ac:chgData name="DEWE, HAYLEY L." userId="5cada80b-0f7b-49a5-96b2-656b100ca6c6" providerId="ADAL" clId="{632DF7FE-9916-4FAF-8457-3521400FFCEA}" dt="2025-10-22T14:26:29.769" v="3213" actId="478"/>
          <ac:grpSpMkLst>
            <pc:docMk/>
            <pc:sldMk cId="1845433489" sldId="374"/>
            <ac:grpSpMk id="3" creationId="{9AD49B44-21F0-7114-F6AD-09E06F3C22ED}"/>
          </ac:grpSpMkLst>
        </pc:grpChg>
        <pc:grpChg chg="add mod">
          <ac:chgData name="DEWE, HAYLEY L." userId="5cada80b-0f7b-49a5-96b2-656b100ca6c6" providerId="ADAL" clId="{632DF7FE-9916-4FAF-8457-3521400FFCEA}" dt="2025-10-22T14:26:27.891" v="3212"/>
          <ac:grpSpMkLst>
            <pc:docMk/>
            <pc:sldMk cId="1845433489" sldId="374"/>
            <ac:grpSpMk id="4" creationId="{1E3B4CFE-1AED-E262-6F1A-2E1FE171E609}"/>
          </ac:grpSpMkLst>
        </pc:grpChg>
      </pc:sldChg>
      <pc:sldChg chg="addSp delSp modSp add mod modAnim modNotesTx">
        <pc:chgData name="DEWE, HAYLEY L." userId="5cada80b-0f7b-49a5-96b2-656b100ca6c6" providerId="ADAL" clId="{632DF7FE-9916-4FAF-8457-3521400FFCEA}" dt="2025-10-22T15:38:07.066" v="5549" actId="6549"/>
        <pc:sldMkLst>
          <pc:docMk/>
          <pc:sldMk cId="626053130" sldId="375"/>
        </pc:sldMkLst>
        <pc:spChg chg="del">
          <ac:chgData name="DEWE, HAYLEY L." userId="5cada80b-0f7b-49a5-96b2-656b100ca6c6" providerId="ADAL" clId="{632DF7FE-9916-4FAF-8457-3521400FFCEA}" dt="2025-10-22T14:27:04.287" v="3227" actId="478"/>
          <ac:spMkLst>
            <pc:docMk/>
            <pc:sldMk cId="626053130" sldId="375"/>
            <ac:spMk id="2" creationId="{32C40387-E21A-26DA-612E-22E6A45DA077}"/>
          </ac:spMkLst>
        </pc:spChg>
        <pc:spChg chg="mod">
          <ac:chgData name="DEWE, HAYLEY L." userId="5cada80b-0f7b-49a5-96b2-656b100ca6c6" providerId="ADAL" clId="{632DF7FE-9916-4FAF-8457-3521400FFCEA}" dt="2025-10-22T14:27:07.820" v="3229"/>
          <ac:spMkLst>
            <pc:docMk/>
            <pc:sldMk cId="626053130" sldId="375"/>
            <ac:spMk id="5" creationId="{0C98FFC6-4BC1-E7E5-E019-4689450487B1}"/>
          </ac:spMkLst>
        </pc:spChg>
        <pc:spChg chg="mod">
          <ac:chgData name="DEWE, HAYLEY L." userId="5cada80b-0f7b-49a5-96b2-656b100ca6c6" providerId="ADAL" clId="{632DF7FE-9916-4FAF-8457-3521400FFCEA}" dt="2025-10-22T14:27:39.939" v="3239" actId="403"/>
          <ac:spMkLst>
            <pc:docMk/>
            <pc:sldMk cId="626053130" sldId="375"/>
            <ac:spMk id="6" creationId="{B49DA560-EECC-590A-59B6-D1C5FFBF8DA7}"/>
          </ac:spMkLst>
        </pc:spChg>
        <pc:spChg chg="mod">
          <ac:chgData name="DEWE, HAYLEY L." userId="5cada80b-0f7b-49a5-96b2-656b100ca6c6" providerId="ADAL" clId="{632DF7FE-9916-4FAF-8457-3521400FFCEA}" dt="2025-10-22T14:27:50.278" v="3242" actId="255"/>
          <ac:spMkLst>
            <pc:docMk/>
            <pc:sldMk cId="626053130" sldId="375"/>
            <ac:spMk id="7" creationId="{FAB16C55-CFB0-0ACA-F70B-59B4B7617303}"/>
          </ac:spMkLst>
        </pc:spChg>
        <pc:grpChg chg="del">
          <ac:chgData name="DEWE, HAYLEY L." userId="5cada80b-0f7b-49a5-96b2-656b100ca6c6" providerId="ADAL" clId="{632DF7FE-9916-4FAF-8457-3521400FFCEA}" dt="2025-10-22T14:27:04.874" v="3228" actId="478"/>
          <ac:grpSpMkLst>
            <pc:docMk/>
            <pc:sldMk cId="626053130" sldId="375"/>
            <ac:grpSpMk id="3" creationId="{9AD49B44-21F0-7114-F6AD-09E06F3C22ED}"/>
          </ac:grpSpMkLst>
        </pc:grpChg>
        <pc:grpChg chg="add mod">
          <ac:chgData name="DEWE, HAYLEY L." userId="5cada80b-0f7b-49a5-96b2-656b100ca6c6" providerId="ADAL" clId="{632DF7FE-9916-4FAF-8457-3521400FFCEA}" dt="2025-10-22T14:27:35.410" v="3237" actId="14100"/>
          <ac:grpSpMkLst>
            <pc:docMk/>
            <pc:sldMk cId="626053130" sldId="375"/>
            <ac:grpSpMk id="4" creationId="{8F03223B-A2F1-B996-29BA-84131F272555}"/>
          </ac:grpSpMkLst>
        </pc:grpChg>
      </pc:sldChg>
      <pc:sldChg chg="addSp delSp modSp add mod modAnim modNotesTx">
        <pc:chgData name="DEWE, HAYLEY L." userId="5cada80b-0f7b-49a5-96b2-656b100ca6c6" providerId="ADAL" clId="{632DF7FE-9916-4FAF-8457-3521400FFCEA}" dt="2025-10-22T15:38:11.660" v="5550" actId="6549"/>
        <pc:sldMkLst>
          <pc:docMk/>
          <pc:sldMk cId="3958050279" sldId="376"/>
        </pc:sldMkLst>
        <pc:spChg chg="del">
          <ac:chgData name="DEWE, HAYLEY L." userId="5cada80b-0f7b-49a5-96b2-656b100ca6c6" providerId="ADAL" clId="{632DF7FE-9916-4FAF-8457-3521400FFCEA}" dt="2025-10-22T14:28:46.846" v="3260" actId="478"/>
          <ac:spMkLst>
            <pc:docMk/>
            <pc:sldMk cId="3958050279" sldId="376"/>
            <ac:spMk id="2" creationId="{32C40387-E21A-26DA-612E-22E6A45DA077}"/>
          </ac:spMkLst>
        </pc:spChg>
        <pc:spChg chg="mod">
          <ac:chgData name="DEWE, HAYLEY L." userId="5cada80b-0f7b-49a5-96b2-656b100ca6c6" providerId="ADAL" clId="{632DF7FE-9916-4FAF-8457-3521400FFCEA}" dt="2025-10-22T14:29:06.922" v="3269"/>
          <ac:spMkLst>
            <pc:docMk/>
            <pc:sldMk cId="3958050279" sldId="376"/>
            <ac:spMk id="5" creationId="{6550ABB0-EDC0-1A41-7CE1-246ED0ED9B5E}"/>
          </ac:spMkLst>
        </pc:spChg>
        <pc:spChg chg="mod">
          <ac:chgData name="DEWE, HAYLEY L." userId="5cada80b-0f7b-49a5-96b2-656b100ca6c6" providerId="ADAL" clId="{632DF7FE-9916-4FAF-8457-3521400FFCEA}" dt="2025-10-22T14:29:15.768" v="3298" actId="114"/>
          <ac:spMkLst>
            <pc:docMk/>
            <pc:sldMk cId="3958050279" sldId="376"/>
            <ac:spMk id="6" creationId="{8CABC8C1-BEA6-2961-0B99-4E4627972CD1}"/>
          </ac:spMkLst>
        </pc:spChg>
        <pc:spChg chg="mod">
          <ac:chgData name="DEWE, HAYLEY L." userId="5cada80b-0f7b-49a5-96b2-656b100ca6c6" providerId="ADAL" clId="{632DF7FE-9916-4FAF-8457-3521400FFCEA}" dt="2025-10-22T14:29:57.830" v="3373" actId="20577"/>
          <ac:spMkLst>
            <pc:docMk/>
            <pc:sldMk cId="3958050279" sldId="376"/>
            <ac:spMk id="7" creationId="{FAB16C55-CFB0-0ACA-F70B-59B4B7617303}"/>
          </ac:spMkLst>
        </pc:spChg>
        <pc:grpChg chg="del">
          <ac:chgData name="DEWE, HAYLEY L." userId="5cada80b-0f7b-49a5-96b2-656b100ca6c6" providerId="ADAL" clId="{632DF7FE-9916-4FAF-8457-3521400FFCEA}" dt="2025-10-22T14:29:04.272" v="3268" actId="478"/>
          <ac:grpSpMkLst>
            <pc:docMk/>
            <pc:sldMk cId="3958050279" sldId="376"/>
            <ac:grpSpMk id="3" creationId="{9AD49B44-21F0-7114-F6AD-09E06F3C22ED}"/>
          </ac:grpSpMkLst>
        </pc:grpChg>
        <pc:grpChg chg="add mod">
          <ac:chgData name="DEWE, HAYLEY L." userId="5cada80b-0f7b-49a5-96b2-656b100ca6c6" providerId="ADAL" clId="{632DF7FE-9916-4FAF-8457-3521400FFCEA}" dt="2025-10-22T14:29:17.944" v="3299" actId="14100"/>
          <ac:grpSpMkLst>
            <pc:docMk/>
            <pc:sldMk cId="3958050279" sldId="376"/>
            <ac:grpSpMk id="4" creationId="{EABBC90C-99E4-BF0F-A49C-AFABA26DFD88}"/>
          </ac:grpSpMkLst>
        </pc:grpChg>
      </pc:sldChg>
      <pc:sldChg chg="modSp add del mod">
        <pc:chgData name="DEWE, HAYLEY L." userId="5cada80b-0f7b-49a5-96b2-656b100ca6c6" providerId="ADAL" clId="{632DF7FE-9916-4FAF-8457-3521400FFCEA}" dt="2025-10-22T14:35:17.286" v="3417" actId="47"/>
        <pc:sldMkLst>
          <pc:docMk/>
          <pc:sldMk cId="3082376707" sldId="381"/>
        </pc:sldMkLst>
        <pc:spChg chg="mod">
          <ac:chgData name="DEWE, HAYLEY L." userId="5cada80b-0f7b-49a5-96b2-656b100ca6c6" providerId="ADAL" clId="{632DF7FE-9916-4FAF-8457-3521400FFCEA}" dt="2025-10-22T14:33:49.310" v="3402" actId="1076"/>
          <ac:spMkLst>
            <pc:docMk/>
            <pc:sldMk cId="3082376707" sldId="381"/>
            <ac:spMk id="9" creationId="{8B8676F2-4335-7184-8F2C-C2727F9C78E9}"/>
          </ac:spMkLst>
        </pc:spChg>
      </pc:sldChg>
      <pc:sldChg chg="modSp add mod modNotesTx">
        <pc:chgData name="DEWE, HAYLEY L." userId="5cada80b-0f7b-49a5-96b2-656b100ca6c6" providerId="ADAL" clId="{632DF7FE-9916-4FAF-8457-3521400FFCEA}" dt="2025-10-22T14:22:43.804" v="3038" actId="20577"/>
        <pc:sldMkLst>
          <pc:docMk/>
          <pc:sldMk cId="1993061995" sldId="391"/>
        </pc:sldMkLst>
        <pc:spChg chg="mod">
          <ac:chgData name="DEWE, HAYLEY L." userId="5cada80b-0f7b-49a5-96b2-656b100ca6c6" providerId="ADAL" clId="{632DF7FE-9916-4FAF-8457-3521400FFCEA}" dt="2025-10-22T14:22:24.889" v="3015" actId="14100"/>
          <ac:spMkLst>
            <pc:docMk/>
            <pc:sldMk cId="1993061995" sldId="391"/>
            <ac:spMk id="3" creationId="{FE3B0D94-F472-0E08-99A6-4A15FBC3B529}"/>
          </ac:spMkLst>
        </pc:spChg>
        <pc:spChg chg="mod">
          <ac:chgData name="DEWE, HAYLEY L." userId="5cada80b-0f7b-49a5-96b2-656b100ca6c6" providerId="ADAL" clId="{632DF7FE-9916-4FAF-8457-3521400FFCEA}" dt="2025-10-22T14:22:11.516" v="2985" actId="14100"/>
          <ac:spMkLst>
            <pc:docMk/>
            <pc:sldMk cId="1993061995" sldId="391"/>
            <ac:spMk id="4" creationId="{F46FB60F-4CF3-EF1B-04D3-B2EE4A27010B}"/>
          </ac:spMkLst>
        </pc:spChg>
        <pc:spChg chg="mod">
          <ac:chgData name="DEWE, HAYLEY L." userId="5cada80b-0f7b-49a5-96b2-656b100ca6c6" providerId="ADAL" clId="{632DF7FE-9916-4FAF-8457-3521400FFCEA}" dt="2025-10-22T14:22:35.163" v="3037" actId="20577"/>
          <ac:spMkLst>
            <pc:docMk/>
            <pc:sldMk cId="1993061995" sldId="391"/>
            <ac:spMk id="9" creationId="{8B8676F2-4335-7184-8F2C-C2727F9C78E9}"/>
          </ac:spMkLst>
        </pc:spChg>
      </pc:sldChg>
      <pc:sldChg chg="add ord">
        <pc:chgData name="DEWE, HAYLEY L." userId="5cada80b-0f7b-49a5-96b2-656b100ca6c6" providerId="ADAL" clId="{632DF7FE-9916-4FAF-8457-3521400FFCEA}" dt="2025-10-22T14:30:32.718" v="3386"/>
        <pc:sldMkLst>
          <pc:docMk/>
          <pc:sldMk cId="3302362278" sldId="392"/>
        </pc:sldMkLst>
      </pc:sldChg>
      <pc:sldChg chg="addSp delSp modSp add del mod">
        <pc:chgData name="DEWE, HAYLEY L." userId="5cada80b-0f7b-49a5-96b2-656b100ca6c6" providerId="ADAL" clId="{632DF7FE-9916-4FAF-8457-3521400FFCEA}" dt="2025-10-22T14:24:00.122" v="3093" actId="2696"/>
        <pc:sldMkLst>
          <pc:docMk/>
          <pc:sldMk cId="4149964601" sldId="392"/>
        </pc:sldMkLst>
        <pc:spChg chg="del">
          <ac:chgData name="DEWE, HAYLEY L." userId="5cada80b-0f7b-49a5-96b2-656b100ca6c6" providerId="ADAL" clId="{632DF7FE-9916-4FAF-8457-3521400FFCEA}" dt="2025-10-22T14:23:12.874" v="3041" actId="478"/>
          <ac:spMkLst>
            <pc:docMk/>
            <pc:sldMk cId="4149964601" sldId="392"/>
            <ac:spMk id="2" creationId="{32C40387-E21A-26DA-612E-22E6A45DA077}"/>
          </ac:spMkLst>
        </pc:spChg>
        <pc:spChg chg="mod">
          <ac:chgData name="DEWE, HAYLEY L." userId="5cada80b-0f7b-49a5-96b2-656b100ca6c6" providerId="ADAL" clId="{632DF7FE-9916-4FAF-8457-3521400FFCEA}" dt="2025-10-22T14:23:23.580" v="3053" actId="207"/>
          <ac:spMkLst>
            <pc:docMk/>
            <pc:sldMk cId="4149964601" sldId="392"/>
            <ac:spMk id="5" creationId="{DEBD123B-9281-143C-8D0F-1C51617A6935}"/>
          </ac:spMkLst>
        </pc:spChg>
        <pc:spChg chg="mod">
          <ac:chgData name="DEWE, HAYLEY L." userId="5cada80b-0f7b-49a5-96b2-656b100ca6c6" providerId="ADAL" clId="{632DF7FE-9916-4FAF-8457-3521400FFCEA}" dt="2025-10-22T14:23:56.467" v="3091" actId="20577"/>
          <ac:spMkLst>
            <pc:docMk/>
            <pc:sldMk cId="4149964601" sldId="392"/>
            <ac:spMk id="6" creationId="{785BE38D-086D-1723-4AEC-C4853A3773A5}"/>
          </ac:spMkLst>
        </pc:spChg>
        <pc:spChg chg="mod">
          <ac:chgData name="DEWE, HAYLEY L." userId="5cada80b-0f7b-49a5-96b2-656b100ca6c6" providerId="ADAL" clId="{632DF7FE-9916-4FAF-8457-3521400FFCEA}" dt="2025-10-22T14:23:30.567" v="3056" actId="1076"/>
          <ac:spMkLst>
            <pc:docMk/>
            <pc:sldMk cId="4149964601" sldId="392"/>
            <ac:spMk id="7" creationId="{FAB16C55-CFB0-0ACA-F70B-59B4B7617303}"/>
          </ac:spMkLst>
        </pc:spChg>
        <pc:grpChg chg="del">
          <ac:chgData name="DEWE, HAYLEY L." userId="5cada80b-0f7b-49a5-96b2-656b100ca6c6" providerId="ADAL" clId="{632DF7FE-9916-4FAF-8457-3521400FFCEA}" dt="2025-10-22T14:23:26.059" v="3054" actId="478"/>
          <ac:grpSpMkLst>
            <pc:docMk/>
            <pc:sldMk cId="4149964601" sldId="392"/>
            <ac:grpSpMk id="3" creationId="{9AD49B44-21F0-7114-F6AD-09E06F3C22ED}"/>
          </ac:grpSpMkLst>
        </pc:grpChg>
        <pc:grpChg chg="add mod">
          <ac:chgData name="DEWE, HAYLEY L." userId="5cada80b-0f7b-49a5-96b2-656b100ca6c6" providerId="ADAL" clId="{632DF7FE-9916-4FAF-8457-3521400FFCEA}" dt="2025-10-22T14:23:58.451" v="3092" actId="14100"/>
          <ac:grpSpMkLst>
            <pc:docMk/>
            <pc:sldMk cId="4149964601" sldId="392"/>
            <ac:grpSpMk id="4" creationId="{9A3AFA11-4699-FA42-E47D-C0C85CAFAFAF}"/>
          </ac:grpSpMkLst>
        </pc:grpChg>
      </pc:sldChg>
      <pc:sldChg chg="addSp delSp modSp add mod modAnim modNotesTx">
        <pc:chgData name="DEWE, HAYLEY L." userId="5cada80b-0f7b-49a5-96b2-656b100ca6c6" providerId="ADAL" clId="{632DF7FE-9916-4FAF-8457-3521400FFCEA}" dt="2025-10-22T15:38:00.124" v="5547" actId="6549"/>
        <pc:sldMkLst>
          <pc:docMk/>
          <pc:sldMk cId="1120875955" sldId="393"/>
        </pc:sldMkLst>
        <pc:spChg chg="del">
          <ac:chgData name="DEWE, HAYLEY L." userId="5cada80b-0f7b-49a5-96b2-656b100ca6c6" providerId="ADAL" clId="{632DF7FE-9916-4FAF-8457-3521400FFCEA}" dt="2025-10-22T14:24:58.408" v="3096" actId="478"/>
          <ac:spMkLst>
            <pc:docMk/>
            <pc:sldMk cId="1120875955" sldId="393"/>
            <ac:spMk id="2" creationId="{32C40387-E21A-26DA-612E-22E6A45DA077}"/>
          </ac:spMkLst>
        </pc:spChg>
        <pc:spChg chg="mod">
          <ac:chgData name="DEWE, HAYLEY L." userId="5cada80b-0f7b-49a5-96b2-656b100ca6c6" providerId="ADAL" clId="{632DF7FE-9916-4FAF-8457-3521400FFCEA}" dt="2025-10-22T14:24:59.373" v="3097"/>
          <ac:spMkLst>
            <pc:docMk/>
            <pc:sldMk cId="1120875955" sldId="393"/>
            <ac:spMk id="5" creationId="{1FD6344C-D56E-48D0-22CE-3D65D4AA2284}"/>
          </ac:spMkLst>
        </pc:spChg>
        <pc:spChg chg="mod">
          <ac:chgData name="DEWE, HAYLEY L." userId="5cada80b-0f7b-49a5-96b2-656b100ca6c6" providerId="ADAL" clId="{632DF7FE-9916-4FAF-8457-3521400FFCEA}" dt="2025-10-22T14:25:06.510" v="3134" actId="6549"/>
          <ac:spMkLst>
            <pc:docMk/>
            <pc:sldMk cId="1120875955" sldId="393"/>
            <ac:spMk id="6" creationId="{14FC2651-AC35-4151-C9D9-FEAA75AA2DF5}"/>
          </ac:spMkLst>
        </pc:spChg>
        <pc:spChg chg="mod">
          <ac:chgData name="DEWE, HAYLEY L." userId="5cada80b-0f7b-49a5-96b2-656b100ca6c6" providerId="ADAL" clId="{632DF7FE-9916-4FAF-8457-3521400FFCEA}" dt="2025-10-22T15:36:00.991" v="5538" actId="1076"/>
          <ac:spMkLst>
            <pc:docMk/>
            <pc:sldMk cId="1120875955" sldId="393"/>
            <ac:spMk id="7" creationId="{FAB16C55-CFB0-0ACA-F70B-59B4B7617303}"/>
          </ac:spMkLst>
        </pc:spChg>
        <pc:spChg chg="mod">
          <ac:chgData name="DEWE, HAYLEY L." userId="5cada80b-0f7b-49a5-96b2-656b100ca6c6" providerId="ADAL" clId="{632DF7FE-9916-4FAF-8457-3521400FFCEA}" dt="2025-10-22T14:27:22.486" v="3234"/>
          <ac:spMkLst>
            <pc:docMk/>
            <pc:sldMk cId="1120875955" sldId="393"/>
            <ac:spMk id="11" creationId="{52AA61BE-0F56-25E2-3B76-B8A099CAA7E5}"/>
          </ac:spMkLst>
        </pc:spChg>
        <pc:spChg chg="mod">
          <ac:chgData name="DEWE, HAYLEY L." userId="5cada80b-0f7b-49a5-96b2-656b100ca6c6" providerId="ADAL" clId="{632DF7FE-9916-4FAF-8457-3521400FFCEA}" dt="2025-10-22T14:27:22.486" v="3234"/>
          <ac:spMkLst>
            <pc:docMk/>
            <pc:sldMk cId="1120875955" sldId="393"/>
            <ac:spMk id="12" creationId="{1029C243-3CCA-56F1-D9DA-E6111197BC2F}"/>
          </ac:spMkLst>
        </pc:spChg>
        <pc:grpChg chg="del">
          <ac:chgData name="DEWE, HAYLEY L." userId="5cada80b-0f7b-49a5-96b2-656b100ca6c6" providerId="ADAL" clId="{632DF7FE-9916-4FAF-8457-3521400FFCEA}" dt="2025-10-22T14:25:00.545" v="3098" actId="478"/>
          <ac:grpSpMkLst>
            <pc:docMk/>
            <pc:sldMk cId="1120875955" sldId="393"/>
            <ac:grpSpMk id="3" creationId="{9AD49B44-21F0-7114-F6AD-09E06F3C22ED}"/>
          </ac:grpSpMkLst>
        </pc:grpChg>
        <pc:grpChg chg="add del mod">
          <ac:chgData name="DEWE, HAYLEY L." userId="5cada80b-0f7b-49a5-96b2-656b100ca6c6" providerId="ADAL" clId="{632DF7FE-9916-4FAF-8457-3521400FFCEA}" dt="2025-10-22T14:27:22.267" v="3233" actId="478"/>
          <ac:grpSpMkLst>
            <pc:docMk/>
            <pc:sldMk cId="1120875955" sldId="393"/>
            <ac:grpSpMk id="4" creationId="{2BAFFA9B-4DFA-6811-76B0-7555F814B528}"/>
          </ac:grpSpMkLst>
        </pc:grpChg>
        <pc:grpChg chg="add mod">
          <ac:chgData name="DEWE, HAYLEY L." userId="5cada80b-0f7b-49a5-96b2-656b100ca6c6" providerId="ADAL" clId="{632DF7FE-9916-4FAF-8457-3521400FFCEA}" dt="2025-10-22T14:27:22.486" v="3234"/>
          <ac:grpSpMkLst>
            <pc:docMk/>
            <pc:sldMk cId="1120875955" sldId="393"/>
            <ac:grpSpMk id="10" creationId="{7B61FB3E-B748-CD75-643A-8A6560C7CFAF}"/>
          </ac:grpSpMkLst>
        </pc:grpChg>
      </pc:sldChg>
      <pc:sldChg chg="modSp add mod modNotesTx">
        <pc:chgData name="DEWE, HAYLEY L." userId="5cada80b-0f7b-49a5-96b2-656b100ca6c6" providerId="ADAL" clId="{632DF7FE-9916-4FAF-8457-3521400FFCEA}" dt="2025-10-22T15:38:19.207" v="5551" actId="6549"/>
        <pc:sldMkLst>
          <pc:docMk/>
          <pc:sldMk cId="2428067809" sldId="394"/>
        </pc:sldMkLst>
        <pc:spChg chg="mod">
          <ac:chgData name="DEWE, HAYLEY L." userId="5cada80b-0f7b-49a5-96b2-656b100ca6c6" providerId="ADAL" clId="{632DF7FE-9916-4FAF-8457-3521400FFCEA}" dt="2025-10-22T14:36:40.163" v="3501" actId="20577"/>
          <ac:spMkLst>
            <pc:docMk/>
            <pc:sldMk cId="2428067809" sldId="394"/>
            <ac:spMk id="4" creationId="{F46FB60F-4CF3-EF1B-04D3-B2EE4A27010B}"/>
          </ac:spMkLst>
        </pc:spChg>
        <pc:spChg chg="mod">
          <ac:chgData name="DEWE, HAYLEY L." userId="5cada80b-0f7b-49a5-96b2-656b100ca6c6" providerId="ADAL" clId="{632DF7FE-9916-4FAF-8457-3521400FFCEA}" dt="2025-10-22T14:34:05.789" v="3406" actId="1076"/>
          <ac:spMkLst>
            <pc:docMk/>
            <pc:sldMk cId="2428067809" sldId="394"/>
            <ac:spMk id="9" creationId="{8B8676F2-4335-7184-8F2C-C2727F9C78E9}"/>
          </ac:spMkLst>
        </pc:spChg>
      </pc:sldChg>
      <pc:sldChg chg="add del">
        <pc:chgData name="DEWE, HAYLEY L." userId="5cada80b-0f7b-49a5-96b2-656b100ca6c6" providerId="ADAL" clId="{632DF7FE-9916-4FAF-8457-3521400FFCEA}" dt="2025-10-22T14:37:51.729" v="3503"/>
        <pc:sldMkLst>
          <pc:docMk/>
          <pc:sldMk cId="1698462029" sldId="395"/>
        </pc:sldMkLst>
      </pc:sldChg>
      <pc:sldChg chg="addSp delSp modSp add mod modAnim modNotesTx">
        <pc:chgData name="DEWE, HAYLEY L." userId="5cada80b-0f7b-49a5-96b2-656b100ca6c6" providerId="ADAL" clId="{632DF7FE-9916-4FAF-8457-3521400FFCEA}" dt="2025-10-22T15:40:47.173" v="5557" actId="6549"/>
        <pc:sldMkLst>
          <pc:docMk/>
          <pc:sldMk cId="1705992185" sldId="395"/>
        </pc:sldMkLst>
        <pc:spChg chg="add del mod">
          <ac:chgData name="DEWE, HAYLEY L." userId="5cada80b-0f7b-49a5-96b2-656b100ca6c6" providerId="ADAL" clId="{632DF7FE-9916-4FAF-8457-3521400FFCEA}" dt="2025-10-22T14:41:37.773" v="4053" actId="478"/>
          <ac:spMkLst>
            <pc:docMk/>
            <pc:sldMk cId="1705992185" sldId="395"/>
            <ac:spMk id="2" creationId="{4756B7AB-518E-040A-6A32-0442ABE65373}"/>
          </ac:spMkLst>
        </pc:spChg>
        <pc:spChg chg="add del mod">
          <ac:chgData name="DEWE, HAYLEY L." userId="5cada80b-0f7b-49a5-96b2-656b100ca6c6" providerId="ADAL" clId="{632DF7FE-9916-4FAF-8457-3521400FFCEA}" dt="2025-10-22T14:44:11.279" v="4317" actId="478"/>
          <ac:spMkLst>
            <pc:docMk/>
            <pc:sldMk cId="1705992185" sldId="395"/>
            <ac:spMk id="3" creationId="{45B8179D-846E-1F00-0D4C-1871B4A7504C}"/>
          </ac:spMkLst>
        </pc:spChg>
        <pc:spChg chg="mod">
          <ac:chgData name="DEWE, HAYLEY L." userId="5cada80b-0f7b-49a5-96b2-656b100ca6c6" providerId="ADAL" clId="{632DF7FE-9916-4FAF-8457-3521400FFCEA}" dt="2025-10-22T15:40:47.173" v="5557" actId="6549"/>
          <ac:spMkLst>
            <pc:docMk/>
            <pc:sldMk cId="1705992185" sldId="395"/>
            <ac:spMk id="4" creationId="{86F98941-7D5F-F370-C2DF-C9BD8086DEE7}"/>
          </ac:spMkLst>
        </pc:spChg>
        <pc:spChg chg="mod">
          <ac:chgData name="DEWE, HAYLEY L." userId="5cada80b-0f7b-49a5-96b2-656b100ca6c6" providerId="ADAL" clId="{632DF7FE-9916-4FAF-8457-3521400FFCEA}" dt="2025-10-22T14:38:02.027" v="3516" actId="207"/>
          <ac:spMkLst>
            <pc:docMk/>
            <pc:sldMk cId="1705992185" sldId="395"/>
            <ac:spMk id="9" creationId="{076CFAB7-7EBB-AEEE-09E3-649FEA68D8C0}"/>
          </ac:spMkLst>
        </pc:spChg>
      </pc:sldChg>
      <pc:sldChg chg="modSp add del mod">
        <pc:chgData name="DEWE, HAYLEY L." userId="5cada80b-0f7b-49a5-96b2-656b100ca6c6" providerId="ADAL" clId="{632DF7FE-9916-4FAF-8457-3521400FFCEA}" dt="2025-10-22T14:33:35.433" v="3397"/>
        <pc:sldMkLst>
          <pc:docMk/>
          <pc:sldMk cId="3356674942" sldId="395"/>
        </pc:sldMkLst>
        <pc:spChg chg="mod">
          <ac:chgData name="DEWE, HAYLEY L." userId="5cada80b-0f7b-49a5-96b2-656b100ca6c6" providerId="ADAL" clId="{632DF7FE-9916-4FAF-8457-3521400FFCEA}" dt="2025-10-22T14:33:35.433" v="3397"/>
          <ac:spMkLst>
            <pc:docMk/>
            <pc:sldMk cId="3356674942" sldId="395"/>
            <ac:spMk id="9" creationId="{8B8676F2-4335-7184-8F2C-C2727F9C78E9}"/>
          </ac:spMkLst>
        </pc:spChg>
      </pc:sldChg>
      <pc:sldChg chg="addSp delSp modSp add mod setBg modAnim">
        <pc:chgData name="DEWE, HAYLEY L." userId="5cada80b-0f7b-49a5-96b2-656b100ca6c6" providerId="ADAL" clId="{632DF7FE-9916-4FAF-8457-3521400FFCEA}" dt="2025-10-22T14:49:58.772" v="4759"/>
        <pc:sldMkLst>
          <pc:docMk/>
          <pc:sldMk cId="3978237196" sldId="396"/>
        </pc:sldMkLst>
        <pc:spChg chg="mod">
          <ac:chgData name="DEWE, HAYLEY L." userId="5cada80b-0f7b-49a5-96b2-656b100ca6c6" providerId="ADAL" clId="{632DF7FE-9916-4FAF-8457-3521400FFCEA}" dt="2025-10-22T14:49:56.187" v="4758" actId="6549"/>
          <ac:spMkLst>
            <pc:docMk/>
            <pc:sldMk cId="3978237196" sldId="396"/>
            <ac:spMk id="4" creationId="{26107D72-9B47-26AD-0D3A-4558715D8193}"/>
          </ac:spMkLst>
        </pc:spChg>
        <pc:spChg chg="del">
          <ac:chgData name="DEWE, HAYLEY L." userId="5cada80b-0f7b-49a5-96b2-656b100ca6c6" providerId="ADAL" clId="{632DF7FE-9916-4FAF-8457-3521400FFCEA}" dt="2025-10-22T14:45:16.116" v="4319" actId="478"/>
          <ac:spMkLst>
            <pc:docMk/>
            <pc:sldMk cId="3978237196" sldId="396"/>
            <ac:spMk id="5" creationId="{1120D4CD-A08E-2EED-35BB-54ADB6AE4AFD}"/>
          </ac:spMkLst>
        </pc:spChg>
        <pc:spChg chg="del">
          <ac:chgData name="DEWE, HAYLEY L." userId="5cada80b-0f7b-49a5-96b2-656b100ca6c6" providerId="ADAL" clId="{632DF7FE-9916-4FAF-8457-3521400FFCEA}" dt="2025-10-22T14:46:59.010" v="4322" actId="478"/>
          <ac:spMkLst>
            <pc:docMk/>
            <pc:sldMk cId="3978237196" sldId="396"/>
            <ac:spMk id="6" creationId="{9E99E4A4-684D-2B94-5211-3556AFC475E7}"/>
          </ac:spMkLst>
        </pc:spChg>
        <pc:spChg chg="del">
          <ac:chgData name="DEWE, HAYLEY L." userId="5cada80b-0f7b-49a5-96b2-656b100ca6c6" providerId="ADAL" clId="{632DF7FE-9916-4FAF-8457-3521400FFCEA}" dt="2025-10-22T14:47:52.817" v="4677" actId="478"/>
          <ac:spMkLst>
            <pc:docMk/>
            <pc:sldMk cId="3978237196" sldId="396"/>
            <ac:spMk id="8" creationId="{C3C52FC1-6745-0064-2204-E68D1195A181}"/>
          </ac:spMkLst>
        </pc:spChg>
        <pc:spChg chg="add del">
          <ac:chgData name="DEWE, HAYLEY L." userId="5cada80b-0f7b-49a5-96b2-656b100ca6c6" providerId="ADAL" clId="{632DF7FE-9916-4FAF-8457-3521400FFCEA}" dt="2025-10-22T14:48:38.810" v="4691" actId="26606"/>
          <ac:spMkLst>
            <pc:docMk/>
            <pc:sldMk cId="3978237196" sldId="396"/>
            <ac:spMk id="1031" creationId="{7DE3B1B8-DC38-48E8-8C31-EF790659B582}"/>
          </ac:spMkLst>
        </pc:spChg>
        <pc:spChg chg="add del">
          <ac:chgData name="DEWE, HAYLEY L." userId="5cada80b-0f7b-49a5-96b2-656b100ca6c6" providerId="ADAL" clId="{632DF7FE-9916-4FAF-8457-3521400FFCEA}" dt="2025-10-22T14:48:38.810" v="4691" actId="26606"/>
          <ac:spMkLst>
            <pc:docMk/>
            <pc:sldMk cId="3978237196" sldId="396"/>
            <ac:spMk id="1033" creationId="{9E63FFFE-1DB2-4A0F-B495-35782F162299}"/>
          </ac:spMkLst>
        </pc:spChg>
        <pc:spChg chg="add del">
          <ac:chgData name="DEWE, HAYLEY L." userId="5cada80b-0f7b-49a5-96b2-656b100ca6c6" providerId="ADAL" clId="{632DF7FE-9916-4FAF-8457-3521400FFCEA}" dt="2025-10-22T14:48:38.810" v="4691" actId="26606"/>
          <ac:spMkLst>
            <pc:docMk/>
            <pc:sldMk cId="3978237196" sldId="396"/>
            <ac:spMk id="1037" creationId="{F64BBAA4-C62B-4146-B49F-FE4CC4655EE0}"/>
          </ac:spMkLst>
        </pc:spChg>
        <pc:spChg chg="add del">
          <ac:chgData name="DEWE, HAYLEY L." userId="5cada80b-0f7b-49a5-96b2-656b100ca6c6" providerId="ADAL" clId="{632DF7FE-9916-4FAF-8457-3521400FFCEA}" dt="2025-10-22T14:48:38.810" v="4691" actId="26606"/>
          <ac:spMkLst>
            <pc:docMk/>
            <pc:sldMk cId="3978237196" sldId="396"/>
            <ac:spMk id="1039" creationId="{77C34054-98F8-4229-885E-04C525969C5E}"/>
          </ac:spMkLst>
        </pc:spChg>
        <pc:spChg chg="add del">
          <ac:chgData name="DEWE, HAYLEY L." userId="5cada80b-0f7b-49a5-96b2-656b100ca6c6" providerId="ADAL" clId="{632DF7FE-9916-4FAF-8457-3521400FFCEA}" dt="2025-10-22T14:48:38.810" v="4691" actId="26606"/>
          <ac:spMkLst>
            <pc:docMk/>
            <pc:sldMk cId="3978237196" sldId="396"/>
            <ac:spMk id="1041" creationId="{22AAB964-B835-4B93-A1F3-4A30D1F38589}"/>
          </ac:spMkLst>
        </pc:spChg>
        <pc:picChg chg="add mod">
          <ac:chgData name="DEWE, HAYLEY L." userId="5cada80b-0f7b-49a5-96b2-656b100ca6c6" providerId="ADAL" clId="{632DF7FE-9916-4FAF-8457-3521400FFCEA}" dt="2025-10-22T14:48:45.995" v="4694" actId="1076"/>
          <ac:picMkLst>
            <pc:docMk/>
            <pc:sldMk cId="3978237196" sldId="396"/>
            <ac:picMk id="1026" creationId="{E25AC27C-9CC1-BBC5-336A-8EDB1504C5A8}"/>
          </ac:picMkLst>
        </pc:picChg>
        <pc:cxnChg chg="add del">
          <ac:chgData name="DEWE, HAYLEY L." userId="5cada80b-0f7b-49a5-96b2-656b100ca6c6" providerId="ADAL" clId="{632DF7FE-9916-4FAF-8457-3521400FFCEA}" dt="2025-10-22T14:48:38.810" v="4691" actId="26606"/>
          <ac:cxnSpMkLst>
            <pc:docMk/>
            <pc:sldMk cId="3978237196" sldId="396"/>
            <ac:cxnSpMk id="1035" creationId="{32BB9A07-8AB8-4D82-B3BC-B500DDEC79A1}"/>
          </ac:cxnSpMkLst>
        </pc:cxnChg>
      </pc:sldChg>
      <pc:sldChg chg="modSp add del mod modAnim modNotesTx">
        <pc:chgData name="DEWE, HAYLEY L." userId="5cada80b-0f7b-49a5-96b2-656b100ca6c6" providerId="ADAL" clId="{632DF7FE-9916-4FAF-8457-3521400FFCEA}" dt="2025-10-22T15:37:25.187" v="5540" actId="47"/>
        <pc:sldMkLst>
          <pc:docMk/>
          <pc:sldMk cId="2993719332" sldId="397"/>
        </pc:sldMkLst>
        <pc:spChg chg="mod">
          <ac:chgData name="DEWE, HAYLEY L." userId="5cada80b-0f7b-49a5-96b2-656b100ca6c6" providerId="ADAL" clId="{632DF7FE-9916-4FAF-8457-3521400FFCEA}" dt="2025-10-22T14:51:36.895" v="4775" actId="20577"/>
          <ac:spMkLst>
            <pc:docMk/>
            <pc:sldMk cId="2993719332" sldId="397"/>
            <ac:spMk id="5" creationId="{E54245C3-45E4-59AA-074B-3FE100DDBD4A}"/>
          </ac:spMkLst>
        </pc:spChg>
        <pc:spChg chg="mod">
          <ac:chgData name="DEWE, HAYLEY L." userId="5cada80b-0f7b-49a5-96b2-656b100ca6c6" providerId="ADAL" clId="{632DF7FE-9916-4FAF-8457-3521400FFCEA}" dt="2025-10-22T14:58:52.421" v="5390" actId="14100"/>
          <ac:spMkLst>
            <pc:docMk/>
            <pc:sldMk cId="2993719332" sldId="397"/>
            <ac:spMk id="6" creationId="{AA7DA80F-64D5-246B-6BB0-B05A9698EA0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GB"/>
        </a:p>
      </dgm:t>
    </dgm:pt>
    <dgm:pt modelId="{798C657A-2ABE-400A-9027-7F9221944AC1}">
      <dgm:prSet phldrT="[Text]"/>
      <dgm:spPr/>
      <dgm:t>
        <a:bodyPr/>
        <a:lstStyle/>
        <a:p>
          <a:r>
            <a:rPr lang="en-GB" b="1" dirty="0"/>
            <a:t>Qualitative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/>
        </a:p>
      </dgm:t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0" presStyleCnt="1" custScaleX="155428" custScaleY="18719" custLinFactNeighborX="6704" custLinFactNeighborY="-35467">
        <dgm:presLayoutVars>
          <dgm:chMax val="1"/>
          <dgm:bulletEnabled val="1"/>
        </dgm:presLayoutVars>
      </dgm:prSet>
      <dgm:spPr/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26EC3BC5-B446-4CAC-879D-E9EB25BD907E}" srcId="{102F359D-F6D2-48BC-9155-C4895717946B}" destId="{798C657A-2ABE-400A-9027-7F9221944AC1}" srcOrd="0" destOrd="0" parTransId="{369D3964-5EAF-45E2-8E6B-533C28D4E09F}" sibTransId="{CD627C96-3FF2-4E99-AB03-D8AFF0020414}"/>
    <dgm:cxn modelId="{A4390E8E-C8D3-4E6F-9906-01F2CAC2D6C3}" type="presParOf" srcId="{347EEE3F-80AB-4987-9DD2-6756649B5ACD}" destId="{A4909C34-6303-4B69-B298-A321F9F9ADCC}" srcOrd="0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2F359D-F6D2-48BC-9155-C4895717946B}" type="doc">
      <dgm:prSet loTypeId="urn:microsoft.com/office/officeart/2005/8/layout/vList5" loCatId="list" qsTypeId="urn:microsoft.com/office/officeart/2005/8/quickstyle/simple2" qsCatId="simple" csTypeId="urn:microsoft.com/office/officeart/2005/8/colors/accent4_3" csCatId="accent4" phldr="1"/>
      <dgm:spPr/>
      <dgm:t>
        <a:bodyPr/>
        <a:lstStyle/>
        <a:p>
          <a:endParaRPr lang="en-GB"/>
        </a:p>
      </dgm:t>
    </dgm:pt>
    <dgm:pt modelId="{798C657A-2ABE-400A-9027-7F9221944AC1}">
      <dgm:prSet phldrT="[Text]" custT="1"/>
      <dgm:spPr/>
      <dgm:t>
        <a:bodyPr/>
        <a:lstStyle/>
        <a:p>
          <a:r>
            <a:rPr lang="en-GB" sz="2300" b="0" dirty="0"/>
            <a:t>Ethnography</a:t>
          </a:r>
        </a:p>
      </dgm:t>
    </dgm:pt>
    <dgm:pt modelId="{369D3964-5EAF-45E2-8E6B-533C28D4E09F}" type="parTrans" cxnId="{26EC3BC5-B446-4CAC-879D-E9EB25BD907E}">
      <dgm:prSet/>
      <dgm:spPr/>
      <dgm:t>
        <a:bodyPr/>
        <a:lstStyle/>
        <a:p>
          <a:endParaRPr lang="en-GB" sz="1800"/>
        </a:p>
      </dgm:t>
    </dgm:pt>
    <dgm:pt modelId="{CD627C96-3FF2-4E99-AB03-D8AFF0020414}" type="sibTrans" cxnId="{26EC3BC5-B446-4CAC-879D-E9EB25BD907E}">
      <dgm:prSet/>
      <dgm:spPr/>
      <dgm:t>
        <a:bodyPr/>
        <a:lstStyle/>
        <a:p>
          <a:endParaRPr lang="en-GB" sz="1800"/>
        </a:p>
      </dgm:t>
    </dgm:pt>
    <dgm:pt modelId="{1C76107E-9699-44D6-A9EE-C03746D42528}">
      <dgm:prSet phldrT="[Text]" custT="1"/>
      <dgm:spPr/>
      <dgm:t>
        <a:bodyPr/>
        <a:lstStyle/>
        <a:p>
          <a:r>
            <a:rPr lang="en-GB" sz="1800" dirty="0"/>
            <a:t>Immersion: researcher embeds themselves in the culture/daily life of the participants (e.g. sharing behaviours, language)</a:t>
          </a:r>
        </a:p>
      </dgm:t>
    </dgm:pt>
    <dgm:pt modelId="{C5BBD767-E284-4FDC-9720-7829F8E41E27}" type="parTrans" cxnId="{9D543142-37FB-4E32-8F8F-776FA73BA0CD}">
      <dgm:prSet/>
      <dgm:spPr/>
      <dgm:t>
        <a:bodyPr/>
        <a:lstStyle/>
        <a:p>
          <a:endParaRPr lang="en-GB" sz="1800"/>
        </a:p>
      </dgm:t>
    </dgm:pt>
    <dgm:pt modelId="{73490F3A-F7CC-4F14-A3A6-4E77706B81A2}" type="sibTrans" cxnId="{9D543142-37FB-4E32-8F8F-776FA73BA0CD}">
      <dgm:prSet/>
      <dgm:spPr/>
      <dgm:t>
        <a:bodyPr/>
        <a:lstStyle/>
        <a:p>
          <a:endParaRPr lang="en-GB" sz="1800"/>
        </a:p>
      </dgm:t>
    </dgm:pt>
    <dgm:pt modelId="{11FF8FEE-A465-4AD8-92A0-B6704999FCFC}">
      <dgm:prSet phldrT="[Text]" custT="1"/>
      <dgm:spPr/>
      <dgm:t>
        <a:bodyPr/>
        <a:lstStyle/>
        <a:p>
          <a:r>
            <a:rPr lang="en-GB" sz="2300" b="0" dirty="0"/>
            <a:t>Phenomenology</a:t>
          </a:r>
        </a:p>
      </dgm:t>
    </dgm:pt>
    <dgm:pt modelId="{C443E6D6-69E2-4AF3-B8D4-900487E0B3E9}" type="parTrans" cxnId="{04C007B5-9C1B-40F3-8726-3C4BF8966EF3}">
      <dgm:prSet/>
      <dgm:spPr/>
      <dgm:t>
        <a:bodyPr/>
        <a:lstStyle/>
        <a:p>
          <a:endParaRPr lang="en-GB" sz="1800"/>
        </a:p>
      </dgm:t>
    </dgm:pt>
    <dgm:pt modelId="{66483D0B-12AD-4428-BCBF-DC62E58DC2FA}" type="sibTrans" cxnId="{04C007B5-9C1B-40F3-8726-3C4BF8966EF3}">
      <dgm:prSet/>
      <dgm:spPr/>
      <dgm:t>
        <a:bodyPr/>
        <a:lstStyle/>
        <a:p>
          <a:endParaRPr lang="en-GB" sz="1800"/>
        </a:p>
      </dgm:t>
    </dgm:pt>
    <dgm:pt modelId="{54C100F9-9189-46A4-81D2-07D78DA570D7}">
      <dgm:prSet phldrT="[Text]" custT="1"/>
      <dgm:spPr/>
      <dgm:t>
        <a:bodyPr/>
        <a:lstStyle/>
        <a:p>
          <a:r>
            <a:rPr lang="en-GB" sz="1800" dirty="0"/>
            <a:t>Studying an event or activity as it happens from different perspectives/insights – lived experiences of a phenomenon</a:t>
          </a:r>
        </a:p>
      </dgm:t>
    </dgm:pt>
    <dgm:pt modelId="{6BECD2B1-068F-4F53-BE71-CE0D038F42B4}" type="parTrans" cxnId="{D45A9E54-F2AE-40E5-8869-5069F525CF65}">
      <dgm:prSet/>
      <dgm:spPr/>
      <dgm:t>
        <a:bodyPr/>
        <a:lstStyle/>
        <a:p>
          <a:endParaRPr lang="en-GB" sz="1800"/>
        </a:p>
      </dgm:t>
    </dgm:pt>
    <dgm:pt modelId="{94942CED-516F-47B7-B095-E6A1B88F0638}" type="sibTrans" cxnId="{D45A9E54-F2AE-40E5-8869-5069F525CF65}">
      <dgm:prSet/>
      <dgm:spPr/>
      <dgm:t>
        <a:bodyPr/>
        <a:lstStyle/>
        <a:p>
          <a:endParaRPr lang="en-GB" sz="1800"/>
        </a:p>
      </dgm:t>
    </dgm:pt>
    <dgm:pt modelId="{5E260BC0-7212-462B-9F76-63B6B0AF2321}">
      <dgm:prSet phldrT="[Text]" custT="1"/>
      <dgm:spPr/>
      <dgm:t>
        <a:bodyPr/>
        <a:lstStyle/>
        <a:p>
          <a:r>
            <a:rPr lang="en-GB" sz="2300" b="0" dirty="0"/>
            <a:t>Case study</a:t>
          </a:r>
        </a:p>
      </dgm:t>
    </dgm:pt>
    <dgm:pt modelId="{00BAB81C-8737-4E58-8122-550C197EA516}" type="parTrans" cxnId="{53760324-AA27-4B54-B436-CE625A5EEF56}">
      <dgm:prSet/>
      <dgm:spPr/>
      <dgm:t>
        <a:bodyPr/>
        <a:lstStyle/>
        <a:p>
          <a:endParaRPr lang="en-GB" sz="1800"/>
        </a:p>
      </dgm:t>
    </dgm:pt>
    <dgm:pt modelId="{91BF6E79-8465-4A36-9DAE-DB966E5C1ECE}" type="sibTrans" cxnId="{53760324-AA27-4B54-B436-CE625A5EEF56}">
      <dgm:prSet/>
      <dgm:spPr/>
      <dgm:t>
        <a:bodyPr/>
        <a:lstStyle/>
        <a:p>
          <a:endParaRPr lang="en-GB" sz="1800"/>
        </a:p>
      </dgm:t>
    </dgm:pt>
    <dgm:pt modelId="{217E5F7C-1F87-4AA9-BE0C-0AB97B778727}">
      <dgm:prSet phldrT="[Text]" custT="1"/>
      <dgm:spPr/>
      <dgm:t>
        <a:bodyPr/>
        <a:lstStyle/>
        <a:p>
          <a:r>
            <a:rPr lang="en-GB" sz="1800" dirty="0"/>
            <a:t>In-depth understanding of one participant (or small number of </a:t>
          </a:r>
          <a:r>
            <a:rPr lang="en-GB" sz="1800" dirty="0" err="1"/>
            <a:t>pps</a:t>
          </a:r>
          <a:r>
            <a:rPr lang="en-GB" sz="1800" dirty="0"/>
            <a:t>). Contextual – detailed information.</a:t>
          </a:r>
        </a:p>
      </dgm:t>
    </dgm:pt>
    <dgm:pt modelId="{227EC8F5-7CD9-4BB2-A161-AAE4C6B550ED}" type="parTrans" cxnId="{2BF1F5C5-19D7-4675-BB9B-9D12F3851F8A}">
      <dgm:prSet/>
      <dgm:spPr/>
      <dgm:t>
        <a:bodyPr/>
        <a:lstStyle/>
        <a:p>
          <a:endParaRPr lang="en-GB" sz="1800"/>
        </a:p>
      </dgm:t>
    </dgm:pt>
    <dgm:pt modelId="{C71BB97D-D654-431E-881F-17761C9607B9}" type="sibTrans" cxnId="{2BF1F5C5-19D7-4675-BB9B-9D12F3851F8A}">
      <dgm:prSet/>
      <dgm:spPr/>
      <dgm:t>
        <a:bodyPr/>
        <a:lstStyle/>
        <a:p>
          <a:endParaRPr lang="en-GB" sz="1800"/>
        </a:p>
      </dgm:t>
    </dgm:pt>
    <dgm:pt modelId="{5A1A04F7-B8ED-4DC9-BD4A-45041DBC562A}">
      <dgm:prSet custT="1"/>
      <dgm:spPr/>
      <dgm:t>
        <a:bodyPr/>
        <a:lstStyle/>
        <a:p>
          <a:r>
            <a:rPr lang="en-GB" sz="2400" b="1" dirty="0"/>
            <a:t>Qualitative</a:t>
          </a:r>
          <a:endParaRPr lang="en-GB" sz="1800" b="1" dirty="0"/>
        </a:p>
      </dgm:t>
    </dgm:pt>
    <dgm:pt modelId="{7AC3477B-2C8A-48BE-A5BF-BC709E9EAFC3}" type="parTrans" cxnId="{B073E47B-4E95-43B1-AFEF-20F9B9CC13B1}">
      <dgm:prSet/>
      <dgm:spPr/>
      <dgm:t>
        <a:bodyPr/>
        <a:lstStyle/>
        <a:p>
          <a:endParaRPr lang="en-GB" sz="1800"/>
        </a:p>
      </dgm:t>
    </dgm:pt>
    <dgm:pt modelId="{3C1C535B-95C2-4B75-8918-D00D62C7F459}" type="sibTrans" cxnId="{B073E47B-4E95-43B1-AFEF-20F9B9CC13B1}">
      <dgm:prSet/>
      <dgm:spPr/>
      <dgm:t>
        <a:bodyPr/>
        <a:lstStyle/>
        <a:p>
          <a:endParaRPr lang="en-GB" sz="1800"/>
        </a:p>
      </dgm:t>
    </dgm:pt>
    <dgm:pt modelId="{EDD1790A-FFC8-4B43-A406-5C8A959A614D}">
      <dgm:prSet custT="1"/>
      <dgm:spPr/>
      <dgm:t>
        <a:bodyPr/>
        <a:lstStyle/>
        <a:p>
          <a:r>
            <a:rPr lang="en-GB" sz="2300" dirty="0"/>
            <a:t>Narrative</a:t>
          </a:r>
        </a:p>
      </dgm:t>
    </dgm:pt>
    <dgm:pt modelId="{CED8277F-2D8F-483F-BCDF-CC5B590EE3C3}" type="parTrans" cxnId="{4C990450-B41C-47D2-BEBF-D736C9F409AF}">
      <dgm:prSet/>
      <dgm:spPr/>
      <dgm:t>
        <a:bodyPr/>
        <a:lstStyle/>
        <a:p>
          <a:endParaRPr lang="en-GB"/>
        </a:p>
      </dgm:t>
    </dgm:pt>
    <dgm:pt modelId="{58AE465F-DB9B-4741-B80E-26689BC310E0}" type="sibTrans" cxnId="{4C990450-B41C-47D2-BEBF-D736C9F409AF}">
      <dgm:prSet/>
      <dgm:spPr/>
      <dgm:t>
        <a:bodyPr/>
        <a:lstStyle/>
        <a:p>
          <a:endParaRPr lang="en-GB"/>
        </a:p>
      </dgm:t>
    </dgm:pt>
    <dgm:pt modelId="{F790788B-1171-4BAA-AB36-A62513C99AE3}">
      <dgm:prSet custT="1"/>
      <dgm:spPr/>
      <dgm:t>
        <a:bodyPr/>
        <a:lstStyle/>
        <a:p>
          <a:r>
            <a:rPr lang="en-GB" sz="1800" dirty="0"/>
            <a:t>Gathers data from one or more participants through interviews etc. over time </a:t>
          </a:r>
        </a:p>
      </dgm:t>
    </dgm:pt>
    <dgm:pt modelId="{A187F6B0-D433-4951-AC51-D7018421DD35}" type="parTrans" cxnId="{B54AE3DA-B76F-44EB-8875-0B58915EC329}">
      <dgm:prSet/>
      <dgm:spPr/>
      <dgm:t>
        <a:bodyPr/>
        <a:lstStyle/>
        <a:p>
          <a:endParaRPr lang="en-GB"/>
        </a:p>
      </dgm:t>
    </dgm:pt>
    <dgm:pt modelId="{69436FFE-1DC8-4383-9306-DD680D4D50C1}" type="sibTrans" cxnId="{B54AE3DA-B76F-44EB-8875-0B58915EC329}">
      <dgm:prSet/>
      <dgm:spPr/>
      <dgm:t>
        <a:bodyPr/>
        <a:lstStyle/>
        <a:p>
          <a:endParaRPr lang="en-GB"/>
        </a:p>
      </dgm:t>
    </dgm:pt>
    <dgm:pt modelId="{4C297C12-10A7-4291-8D71-4DA0B1CCAF0D}">
      <dgm:prSet custT="1"/>
      <dgm:spPr/>
      <dgm:t>
        <a:bodyPr/>
        <a:lstStyle/>
        <a:p>
          <a:r>
            <a:rPr lang="en-GB" sz="1800" dirty="0"/>
            <a:t>Focuses on the experience of individuals (e.g. students as they progress through university)</a:t>
          </a:r>
        </a:p>
      </dgm:t>
    </dgm:pt>
    <dgm:pt modelId="{B365A1EF-E029-4CF2-9F66-6EFE2124E057}" type="parTrans" cxnId="{52610C7F-482D-404D-95E0-3E363873FB97}">
      <dgm:prSet/>
      <dgm:spPr/>
    </dgm:pt>
    <dgm:pt modelId="{2CF4B816-890F-4C22-A867-3033E956053A}" type="sibTrans" cxnId="{52610C7F-482D-404D-95E0-3E363873FB97}">
      <dgm:prSet/>
      <dgm:spPr/>
    </dgm:pt>
    <dgm:pt modelId="{347EEE3F-80AB-4987-9DD2-6756649B5ACD}" type="pres">
      <dgm:prSet presAssocID="{102F359D-F6D2-48BC-9155-C4895717946B}" presName="Name0" presStyleCnt="0">
        <dgm:presLayoutVars>
          <dgm:dir/>
          <dgm:animLvl val="lvl"/>
          <dgm:resizeHandles val="exact"/>
        </dgm:presLayoutVars>
      </dgm:prSet>
      <dgm:spPr/>
    </dgm:pt>
    <dgm:pt modelId="{E36D45D2-A7A7-4ADA-85C0-EF2C23473002}" type="pres">
      <dgm:prSet presAssocID="{5A1A04F7-B8ED-4DC9-BD4A-45041DBC562A}" presName="linNode" presStyleCnt="0"/>
      <dgm:spPr/>
    </dgm:pt>
    <dgm:pt modelId="{5F008209-6EBB-4C50-8FB6-8CC08DB9752A}" type="pres">
      <dgm:prSet presAssocID="{5A1A04F7-B8ED-4DC9-BD4A-45041DBC562A}" presName="parentText" presStyleLbl="node1" presStyleIdx="0" presStyleCnt="5" custScaleX="277778" custScaleY="41407">
        <dgm:presLayoutVars>
          <dgm:chMax val="1"/>
          <dgm:bulletEnabled val="1"/>
        </dgm:presLayoutVars>
      </dgm:prSet>
      <dgm:spPr/>
    </dgm:pt>
    <dgm:pt modelId="{97939992-821A-4BFD-8FCD-E4347B35BA8A}" type="pres">
      <dgm:prSet presAssocID="{3C1C535B-95C2-4B75-8918-D00D62C7F459}" presName="sp" presStyleCnt="0"/>
      <dgm:spPr/>
    </dgm:pt>
    <dgm:pt modelId="{A4909C34-6303-4B69-B298-A321F9F9ADCC}" type="pres">
      <dgm:prSet presAssocID="{798C657A-2ABE-400A-9027-7F9221944AC1}" presName="linNode" presStyleCnt="0"/>
      <dgm:spPr/>
    </dgm:pt>
    <dgm:pt modelId="{52DD377E-4B3E-4847-A06F-BDED3CF8A93F}" type="pres">
      <dgm:prSet presAssocID="{798C657A-2ABE-400A-9027-7F9221944AC1}" presName="parentText" presStyleLbl="node1" presStyleIdx="1" presStyleCnt="5" custScaleX="80257">
        <dgm:presLayoutVars>
          <dgm:chMax val="1"/>
          <dgm:bulletEnabled val="1"/>
        </dgm:presLayoutVars>
      </dgm:prSet>
      <dgm:spPr/>
    </dgm:pt>
    <dgm:pt modelId="{BBE8FC3B-BC14-4EB2-B338-ED0E22F77CFD}" type="pres">
      <dgm:prSet presAssocID="{798C657A-2ABE-400A-9027-7F9221944AC1}" presName="descendantText" presStyleLbl="alignAccFollowNode1" presStyleIdx="0" presStyleCnt="4" custScaleX="114669">
        <dgm:presLayoutVars>
          <dgm:bulletEnabled val="1"/>
        </dgm:presLayoutVars>
      </dgm:prSet>
      <dgm:spPr>
        <a:prstGeom prst="roundRect">
          <a:avLst/>
        </a:prstGeom>
      </dgm:spPr>
    </dgm:pt>
    <dgm:pt modelId="{3535B796-4BE0-4BC7-81AF-0E70CA36C01D}" type="pres">
      <dgm:prSet presAssocID="{CD627C96-3FF2-4E99-AB03-D8AFF0020414}" presName="sp" presStyleCnt="0"/>
      <dgm:spPr/>
    </dgm:pt>
    <dgm:pt modelId="{93EC93D2-D688-470C-BC6C-792680B2F1B3}" type="pres">
      <dgm:prSet presAssocID="{11FF8FEE-A465-4AD8-92A0-B6704999FCFC}" presName="linNode" presStyleCnt="0"/>
      <dgm:spPr/>
    </dgm:pt>
    <dgm:pt modelId="{7B9ED911-636C-4F2A-9CFE-6598813DF25B}" type="pres">
      <dgm:prSet presAssocID="{11FF8FEE-A465-4AD8-92A0-B6704999FCFC}" presName="parentText" presStyleLbl="node1" presStyleIdx="2" presStyleCnt="5" custScaleX="80257" custLinFactNeighborX="-715" custLinFactNeighborY="-509">
        <dgm:presLayoutVars>
          <dgm:chMax val="1"/>
          <dgm:bulletEnabled val="1"/>
        </dgm:presLayoutVars>
      </dgm:prSet>
      <dgm:spPr/>
    </dgm:pt>
    <dgm:pt modelId="{9E1C77DF-1F03-4448-995C-BB9251236616}" type="pres">
      <dgm:prSet presAssocID="{11FF8FEE-A465-4AD8-92A0-B6704999FCFC}" presName="descendantText" presStyleLbl="alignAccFollowNode1" presStyleIdx="1" presStyleCnt="4" custScaleX="114669" custLinFactNeighborY="-636">
        <dgm:presLayoutVars>
          <dgm:bulletEnabled val="1"/>
        </dgm:presLayoutVars>
      </dgm:prSet>
      <dgm:spPr>
        <a:prstGeom prst="roundRect">
          <a:avLst/>
        </a:prstGeom>
      </dgm:spPr>
    </dgm:pt>
    <dgm:pt modelId="{AE04A8E8-DD5F-46F7-BE53-CA40B01854D5}" type="pres">
      <dgm:prSet presAssocID="{66483D0B-12AD-4428-BCBF-DC62E58DC2FA}" presName="sp" presStyleCnt="0"/>
      <dgm:spPr/>
    </dgm:pt>
    <dgm:pt modelId="{23819BDC-531A-4FD7-9475-56317739872E}" type="pres">
      <dgm:prSet presAssocID="{5E260BC0-7212-462B-9F76-63B6B0AF2321}" presName="linNode" presStyleCnt="0"/>
      <dgm:spPr/>
    </dgm:pt>
    <dgm:pt modelId="{01089CDB-91AE-42ED-88F4-A9934CBBC8AF}" type="pres">
      <dgm:prSet presAssocID="{5E260BC0-7212-462B-9F76-63B6B0AF2321}" presName="parentText" presStyleLbl="node1" presStyleIdx="3" presStyleCnt="5" custScaleX="80257">
        <dgm:presLayoutVars>
          <dgm:chMax val="1"/>
          <dgm:bulletEnabled val="1"/>
        </dgm:presLayoutVars>
      </dgm:prSet>
      <dgm:spPr/>
    </dgm:pt>
    <dgm:pt modelId="{2FB568BD-34EE-4EA4-B34A-627B2BE207E8}" type="pres">
      <dgm:prSet presAssocID="{5E260BC0-7212-462B-9F76-63B6B0AF2321}" presName="descendantText" presStyleLbl="alignAccFollowNode1" presStyleIdx="2" presStyleCnt="4" custScaleX="114669">
        <dgm:presLayoutVars>
          <dgm:bulletEnabled val="1"/>
        </dgm:presLayoutVars>
      </dgm:prSet>
      <dgm:spPr>
        <a:prstGeom prst="roundRect">
          <a:avLst/>
        </a:prstGeom>
      </dgm:spPr>
    </dgm:pt>
    <dgm:pt modelId="{BC8C07DA-C23F-4576-A6EE-17C8A6A4C3F2}" type="pres">
      <dgm:prSet presAssocID="{91BF6E79-8465-4A36-9DAE-DB966E5C1ECE}" presName="sp" presStyleCnt="0"/>
      <dgm:spPr/>
    </dgm:pt>
    <dgm:pt modelId="{A741211C-9828-4462-AA2B-0CFBF1FD1E95}" type="pres">
      <dgm:prSet presAssocID="{EDD1790A-FFC8-4B43-A406-5C8A959A614D}" presName="linNode" presStyleCnt="0"/>
      <dgm:spPr/>
    </dgm:pt>
    <dgm:pt modelId="{EB874D15-B20D-4A82-802F-E2F88828A8B2}" type="pres">
      <dgm:prSet presAssocID="{EDD1790A-FFC8-4B43-A406-5C8A959A614D}" presName="parentText" presStyleLbl="node1" presStyleIdx="4" presStyleCnt="5" custScaleX="80280">
        <dgm:presLayoutVars>
          <dgm:chMax val="1"/>
          <dgm:bulletEnabled val="1"/>
        </dgm:presLayoutVars>
      </dgm:prSet>
      <dgm:spPr/>
    </dgm:pt>
    <dgm:pt modelId="{0D7A37BE-D300-4EAC-BCCB-C69514A5D9E4}" type="pres">
      <dgm:prSet presAssocID="{EDD1790A-FFC8-4B43-A406-5C8A959A614D}" presName="descendantText" presStyleLbl="alignAccFollowNode1" presStyleIdx="3" presStyleCnt="4" custScaleX="114669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6999D09-C042-489F-A767-7DB13B832CB8}" type="presOf" srcId="{102F359D-F6D2-48BC-9155-C4895717946B}" destId="{347EEE3F-80AB-4987-9DD2-6756649B5ACD}" srcOrd="0" destOrd="0" presId="urn:microsoft.com/office/officeart/2005/8/layout/vList5"/>
    <dgm:cxn modelId="{53760324-AA27-4B54-B436-CE625A5EEF56}" srcId="{102F359D-F6D2-48BC-9155-C4895717946B}" destId="{5E260BC0-7212-462B-9F76-63B6B0AF2321}" srcOrd="3" destOrd="0" parTransId="{00BAB81C-8737-4E58-8122-550C197EA516}" sibTransId="{91BF6E79-8465-4A36-9DAE-DB966E5C1ECE}"/>
    <dgm:cxn modelId="{E03C6B28-188E-44E4-92EC-5D4BA5F83407}" type="presOf" srcId="{798C657A-2ABE-400A-9027-7F9221944AC1}" destId="{52DD377E-4B3E-4847-A06F-BDED3CF8A93F}" srcOrd="0" destOrd="0" presId="urn:microsoft.com/office/officeart/2005/8/layout/vList5"/>
    <dgm:cxn modelId="{1CDC7160-BA61-4C18-B4D9-C524E5C87556}" type="presOf" srcId="{1C76107E-9699-44D6-A9EE-C03746D42528}" destId="{BBE8FC3B-BC14-4EB2-B338-ED0E22F77CFD}" srcOrd="0" destOrd="0" presId="urn:microsoft.com/office/officeart/2005/8/layout/vList5"/>
    <dgm:cxn modelId="{49443561-78DE-41F6-850F-4FE83026908B}" type="presOf" srcId="{217E5F7C-1F87-4AA9-BE0C-0AB97B778727}" destId="{2FB568BD-34EE-4EA4-B34A-627B2BE207E8}" srcOrd="0" destOrd="0" presId="urn:microsoft.com/office/officeart/2005/8/layout/vList5"/>
    <dgm:cxn modelId="{9D543142-37FB-4E32-8F8F-776FA73BA0CD}" srcId="{798C657A-2ABE-400A-9027-7F9221944AC1}" destId="{1C76107E-9699-44D6-A9EE-C03746D42528}" srcOrd="0" destOrd="0" parTransId="{C5BBD767-E284-4FDC-9720-7829F8E41E27}" sibTransId="{73490F3A-F7CC-4F14-A3A6-4E77706B81A2}"/>
    <dgm:cxn modelId="{A73F7049-AF24-4C6C-A823-968B1A15B51E}" type="presOf" srcId="{5A1A04F7-B8ED-4DC9-BD4A-45041DBC562A}" destId="{5F008209-6EBB-4C50-8FB6-8CC08DB9752A}" srcOrd="0" destOrd="0" presId="urn:microsoft.com/office/officeart/2005/8/layout/vList5"/>
    <dgm:cxn modelId="{6841454A-BE02-4381-8B25-42DA6A3E7DDF}" type="presOf" srcId="{F790788B-1171-4BAA-AB36-A62513C99AE3}" destId="{0D7A37BE-D300-4EAC-BCCB-C69514A5D9E4}" srcOrd="0" destOrd="0" presId="urn:microsoft.com/office/officeart/2005/8/layout/vList5"/>
    <dgm:cxn modelId="{4C990450-B41C-47D2-BEBF-D736C9F409AF}" srcId="{102F359D-F6D2-48BC-9155-C4895717946B}" destId="{EDD1790A-FFC8-4B43-A406-5C8A959A614D}" srcOrd="4" destOrd="0" parTransId="{CED8277F-2D8F-483F-BCDF-CC5B590EE3C3}" sibTransId="{58AE465F-DB9B-4741-B80E-26689BC310E0}"/>
    <dgm:cxn modelId="{23A58B70-F46C-442C-9CF5-7DBFA3375501}" type="presOf" srcId="{5E260BC0-7212-462B-9F76-63B6B0AF2321}" destId="{01089CDB-91AE-42ED-88F4-A9934CBBC8AF}" srcOrd="0" destOrd="0" presId="urn:microsoft.com/office/officeart/2005/8/layout/vList5"/>
    <dgm:cxn modelId="{74550D51-F6C0-48DB-AF50-256C37C4E1A3}" type="presOf" srcId="{4C297C12-10A7-4291-8D71-4DA0B1CCAF0D}" destId="{0D7A37BE-D300-4EAC-BCCB-C69514A5D9E4}" srcOrd="0" destOrd="1" presId="urn:microsoft.com/office/officeart/2005/8/layout/vList5"/>
    <dgm:cxn modelId="{D45A9E54-F2AE-40E5-8869-5069F525CF65}" srcId="{11FF8FEE-A465-4AD8-92A0-B6704999FCFC}" destId="{54C100F9-9189-46A4-81D2-07D78DA570D7}" srcOrd="0" destOrd="0" parTransId="{6BECD2B1-068F-4F53-BE71-CE0D038F42B4}" sibTransId="{94942CED-516F-47B7-B095-E6A1B88F0638}"/>
    <dgm:cxn modelId="{B073E47B-4E95-43B1-AFEF-20F9B9CC13B1}" srcId="{102F359D-F6D2-48BC-9155-C4895717946B}" destId="{5A1A04F7-B8ED-4DC9-BD4A-45041DBC562A}" srcOrd="0" destOrd="0" parTransId="{7AC3477B-2C8A-48BE-A5BF-BC709E9EAFC3}" sibTransId="{3C1C535B-95C2-4B75-8918-D00D62C7F459}"/>
    <dgm:cxn modelId="{52610C7F-482D-404D-95E0-3E363873FB97}" srcId="{EDD1790A-FFC8-4B43-A406-5C8A959A614D}" destId="{4C297C12-10A7-4291-8D71-4DA0B1CCAF0D}" srcOrd="1" destOrd="0" parTransId="{B365A1EF-E029-4CF2-9F66-6EFE2124E057}" sibTransId="{2CF4B816-890F-4C22-A867-3033E956053A}"/>
    <dgm:cxn modelId="{E2F937A5-9D6D-4C1A-839F-DF8CC0AE2FE1}" type="presOf" srcId="{EDD1790A-FFC8-4B43-A406-5C8A959A614D}" destId="{EB874D15-B20D-4A82-802F-E2F88828A8B2}" srcOrd="0" destOrd="0" presId="urn:microsoft.com/office/officeart/2005/8/layout/vList5"/>
    <dgm:cxn modelId="{CCC14DB3-48C8-47AE-A6C1-9A4B3BD2B1EE}" type="presOf" srcId="{54C100F9-9189-46A4-81D2-07D78DA570D7}" destId="{9E1C77DF-1F03-4448-995C-BB9251236616}" srcOrd="0" destOrd="0" presId="urn:microsoft.com/office/officeart/2005/8/layout/vList5"/>
    <dgm:cxn modelId="{04C007B5-9C1B-40F3-8726-3C4BF8966EF3}" srcId="{102F359D-F6D2-48BC-9155-C4895717946B}" destId="{11FF8FEE-A465-4AD8-92A0-B6704999FCFC}" srcOrd="2" destOrd="0" parTransId="{C443E6D6-69E2-4AF3-B8D4-900487E0B3E9}" sibTransId="{66483D0B-12AD-4428-BCBF-DC62E58DC2FA}"/>
    <dgm:cxn modelId="{26EC3BC5-B446-4CAC-879D-E9EB25BD907E}" srcId="{102F359D-F6D2-48BC-9155-C4895717946B}" destId="{798C657A-2ABE-400A-9027-7F9221944AC1}" srcOrd="1" destOrd="0" parTransId="{369D3964-5EAF-45E2-8E6B-533C28D4E09F}" sibTransId="{CD627C96-3FF2-4E99-AB03-D8AFF0020414}"/>
    <dgm:cxn modelId="{2BF1F5C5-19D7-4675-BB9B-9D12F3851F8A}" srcId="{5E260BC0-7212-462B-9F76-63B6B0AF2321}" destId="{217E5F7C-1F87-4AA9-BE0C-0AB97B778727}" srcOrd="0" destOrd="0" parTransId="{227EC8F5-7CD9-4BB2-A161-AAE4C6B550ED}" sibTransId="{C71BB97D-D654-431E-881F-17761C9607B9}"/>
    <dgm:cxn modelId="{B54AE3DA-B76F-44EB-8875-0B58915EC329}" srcId="{EDD1790A-FFC8-4B43-A406-5C8A959A614D}" destId="{F790788B-1171-4BAA-AB36-A62513C99AE3}" srcOrd="0" destOrd="0" parTransId="{A187F6B0-D433-4951-AC51-D7018421DD35}" sibTransId="{69436FFE-1DC8-4383-9306-DD680D4D50C1}"/>
    <dgm:cxn modelId="{DC1296E9-E967-41D5-AE27-5E03F23958BA}" type="presOf" srcId="{11FF8FEE-A465-4AD8-92A0-B6704999FCFC}" destId="{7B9ED911-636C-4F2A-9CFE-6598813DF25B}" srcOrd="0" destOrd="0" presId="urn:microsoft.com/office/officeart/2005/8/layout/vList5"/>
    <dgm:cxn modelId="{47F1454C-3C02-4D8A-BF9D-97BF7B5A40A6}" type="presParOf" srcId="{347EEE3F-80AB-4987-9DD2-6756649B5ACD}" destId="{E36D45D2-A7A7-4ADA-85C0-EF2C23473002}" srcOrd="0" destOrd="0" presId="urn:microsoft.com/office/officeart/2005/8/layout/vList5"/>
    <dgm:cxn modelId="{686F1A39-ED7F-41DE-AE7B-5E370620F9EA}" type="presParOf" srcId="{E36D45D2-A7A7-4ADA-85C0-EF2C23473002}" destId="{5F008209-6EBB-4C50-8FB6-8CC08DB9752A}" srcOrd="0" destOrd="0" presId="urn:microsoft.com/office/officeart/2005/8/layout/vList5"/>
    <dgm:cxn modelId="{F2BC5309-CB85-4364-8F33-3F261A7F1697}" type="presParOf" srcId="{347EEE3F-80AB-4987-9DD2-6756649B5ACD}" destId="{97939992-821A-4BFD-8FCD-E4347B35BA8A}" srcOrd="1" destOrd="0" presId="urn:microsoft.com/office/officeart/2005/8/layout/vList5"/>
    <dgm:cxn modelId="{A4390E8E-C8D3-4E6F-9906-01F2CAC2D6C3}" type="presParOf" srcId="{347EEE3F-80AB-4987-9DD2-6756649B5ACD}" destId="{A4909C34-6303-4B69-B298-A321F9F9ADCC}" srcOrd="2" destOrd="0" presId="urn:microsoft.com/office/officeart/2005/8/layout/vList5"/>
    <dgm:cxn modelId="{8908547F-C960-4029-BF21-A1904B6F55DA}" type="presParOf" srcId="{A4909C34-6303-4B69-B298-A321F9F9ADCC}" destId="{52DD377E-4B3E-4847-A06F-BDED3CF8A93F}" srcOrd="0" destOrd="0" presId="urn:microsoft.com/office/officeart/2005/8/layout/vList5"/>
    <dgm:cxn modelId="{0A532482-6A01-4973-A5E4-6E6D9A325925}" type="presParOf" srcId="{A4909C34-6303-4B69-B298-A321F9F9ADCC}" destId="{BBE8FC3B-BC14-4EB2-B338-ED0E22F77CFD}" srcOrd="1" destOrd="0" presId="urn:microsoft.com/office/officeart/2005/8/layout/vList5"/>
    <dgm:cxn modelId="{43B5F4DC-3FAC-459E-B711-22208D2A7C05}" type="presParOf" srcId="{347EEE3F-80AB-4987-9DD2-6756649B5ACD}" destId="{3535B796-4BE0-4BC7-81AF-0E70CA36C01D}" srcOrd="3" destOrd="0" presId="urn:microsoft.com/office/officeart/2005/8/layout/vList5"/>
    <dgm:cxn modelId="{41D49F06-2978-48FB-995B-30BA061D0381}" type="presParOf" srcId="{347EEE3F-80AB-4987-9DD2-6756649B5ACD}" destId="{93EC93D2-D688-470C-BC6C-792680B2F1B3}" srcOrd="4" destOrd="0" presId="urn:microsoft.com/office/officeart/2005/8/layout/vList5"/>
    <dgm:cxn modelId="{91BDE8F2-3A74-4057-808F-6D4C13BE2F4D}" type="presParOf" srcId="{93EC93D2-D688-470C-BC6C-792680B2F1B3}" destId="{7B9ED911-636C-4F2A-9CFE-6598813DF25B}" srcOrd="0" destOrd="0" presId="urn:microsoft.com/office/officeart/2005/8/layout/vList5"/>
    <dgm:cxn modelId="{172F9BC6-3BED-4D38-8184-A72571FDD020}" type="presParOf" srcId="{93EC93D2-D688-470C-BC6C-792680B2F1B3}" destId="{9E1C77DF-1F03-4448-995C-BB9251236616}" srcOrd="1" destOrd="0" presId="urn:microsoft.com/office/officeart/2005/8/layout/vList5"/>
    <dgm:cxn modelId="{78FF1535-27AD-49FF-94D7-320A30333855}" type="presParOf" srcId="{347EEE3F-80AB-4987-9DD2-6756649B5ACD}" destId="{AE04A8E8-DD5F-46F7-BE53-CA40B01854D5}" srcOrd="5" destOrd="0" presId="urn:microsoft.com/office/officeart/2005/8/layout/vList5"/>
    <dgm:cxn modelId="{D6A0D063-C268-473D-A105-1F5E127ADC4F}" type="presParOf" srcId="{347EEE3F-80AB-4987-9DD2-6756649B5ACD}" destId="{23819BDC-531A-4FD7-9475-56317739872E}" srcOrd="6" destOrd="0" presId="urn:microsoft.com/office/officeart/2005/8/layout/vList5"/>
    <dgm:cxn modelId="{ABEFFEB8-2C98-4F88-BDE9-D91FBEEDE2A9}" type="presParOf" srcId="{23819BDC-531A-4FD7-9475-56317739872E}" destId="{01089CDB-91AE-42ED-88F4-A9934CBBC8AF}" srcOrd="0" destOrd="0" presId="urn:microsoft.com/office/officeart/2005/8/layout/vList5"/>
    <dgm:cxn modelId="{7113A54F-4B8C-45EB-865C-814F3F323592}" type="presParOf" srcId="{23819BDC-531A-4FD7-9475-56317739872E}" destId="{2FB568BD-34EE-4EA4-B34A-627B2BE207E8}" srcOrd="1" destOrd="0" presId="urn:microsoft.com/office/officeart/2005/8/layout/vList5"/>
    <dgm:cxn modelId="{422E8C61-843F-4278-BA3C-E35181CB212F}" type="presParOf" srcId="{347EEE3F-80AB-4987-9DD2-6756649B5ACD}" destId="{BC8C07DA-C23F-4576-A6EE-17C8A6A4C3F2}" srcOrd="7" destOrd="0" presId="urn:microsoft.com/office/officeart/2005/8/layout/vList5"/>
    <dgm:cxn modelId="{6047D09B-025A-4812-85BE-09157D2F7A97}" type="presParOf" srcId="{347EEE3F-80AB-4987-9DD2-6756649B5ACD}" destId="{A741211C-9828-4462-AA2B-0CFBF1FD1E95}" srcOrd="8" destOrd="0" presId="urn:microsoft.com/office/officeart/2005/8/layout/vList5"/>
    <dgm:cxn modelId="{E7F320E6-D240-410B-BB27-4446628A64F6}" type="presParOf" srcId="{A741211C-9828-4462-AA2B-0CFBF1FD1E95}" destId="{EB874D15-B20D-4A82-802F-E2F88828A8B2}" srcOrd="0" destOrd="0" presId="urn:microsoft.com/office/officeart/2005/8/layout/vList5"/>
    <dgm:cxn modelId="{01B59A18-11B9-4616-A3B9-7622373255F7}" type="presParOf" srcId="{A741211C-9828-4462-AA2B-0CFBF1FD1E95}" destId="{0D7A37BE-D300-4EAC-BCCB-C69514A5D9E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D377E-4B3E-4847-A06F-BDED3CF8A93F}">
      <dsp:nvSpPr>
        <dsp:cNvPr id="0" name=""/>
        <dsp:cNvSpPr/>
      </dsp:nvSpPr>
      <dsp:spPr>
        <a:xfrm>
          <a:off x="1073418" y="196864"/>
          <a:ext cx="2457897" cy="712304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b="1" kern="1200" dirty="0"/>
            <a:t>Qualitative</a:t>
          </a:r>
        </a:p>
      </dsp:txBody>
      <dsp:txXfrm>
        <a:off x="1108190" y="231636"/>
        <a:ext cx="2388353" cy="6427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08209-6EBB-4C50-8FB6-8CC08DB9752A}">
      <dsp:nvSpPr>
        <dsp:cNvPr id="0" name=""/>
        <dsp:cNvSpPr/>
      </dsp:nvSpPr>
      <dsp:spPr>
        <a:xfrm>
          <a:off x="354" y="2334"/>
          <a:ext cx="8278309" cy="516560"/>
        </a:xfrm>
        <a:prstGeom prst="roundRect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Qualitative</a:t>
          </a:r>
          <a:endParaRPr lang="en-GB" sz="1800" b="1" kern="1200" dirty="0"/>
        </a:p>
      </dsp:txBody>
      <dsp:txXfrm>
        <a:off x="25570" y="27550"/>
        <a:ext cx="8227877" cy="466128"/>
      </dsp:txXfrm>
    </dsp:sp>
    <dsp:sp modelId="{BBE8FC3B-BC14-4EB2-B338-ED0E22F77CFD}">
      <dsp:nvSpPr>
        <dsp:cNvPr id="0" name=""/>
        <dsp:cNvSpPr/>
      </dsp:nvSpPr>
      <dsp:spPr>
        <a:xfrm rot="5400000">
          <a:off x="4814040" y="-1767289"/>
          <a:ext cx="998016" cy="5944642"/>
        </a:xfrm>
        <a:prstGeom prst="round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Immersion: researcher embeds themselves in the culture/daily life of the participants (e.g. sharing behaviours, language)</a:t>
          </a:r>
        </a:p>
      </dsp:txBody>
      <dsp:txXfrm rot="-5400000">
        <a:off x="2389446" y="754743"/>
        <a:ext cx="5847204" cy="900578"/>
      </dsp:txXfrm>
    </dsp:sp>
    <dsp:sp modelId="{52DD377E-4B3E-4847-A06F-BDED3CF8A93F}">
      <dsp:nvSpPr>
        <dsp:cNvPr id="0" name=""/>
        <dsp:cNvSpPr/>
      </dsp:nvSpPr>
      <dsp:spPr>
        <a:xfrm>
          <a:off x="354" y="581271"/>
          <a:ext cx="2340373" cy="1247520"/>
        </a:xfrm>
        <a:prstGeom prst="roundRect">
          <a:avLst/>
        </a:prstGeom>
        <a:solidFill>
          <a:schemeClr val="accent4">
            <a:shade val="80000"/>
            <a:hueOff val="-72455"/>
            <a:satOff val="-2820"/>
            <a:lumOff val="68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Ethnography</a:t>
          </a:r>
        </a:p>
      </dsp:txBody>
      <dsp:txXfrm>
        <a:off x="61253" y="642170"/>
        <a:ext cx="2218575" cy="1125722"/>
      </dsp:txXfrm>
    </dsp:sp>
    <dsp:sp modelId="{9E1C77DF-1F03-4448-995C-BB9251236616}">
      <dsp:nvSpPr>
        <dsp:cNvPr id="0" name=""/>
        <dsp:cNvSpPr/>
      </dsp:nvSpPr>
      <dsp:spPr>
        <a:xfrm rot="5400000">
          <a:off x="4814040" y="-463740"/>
          <a:ext cx="998016" cy="5944642"/>
        </a:xfrm>
        <a:prstGeom prst="round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Studying an event or activity as it happens from different perspectives/insights – lived experiences of a phenomenon</a:t>
          </a:r>
        </a:p>
      </dsp:txBody>
      <dsp:txXfrm rot="-5400000">
        <a:off x="2389446" y="2058292"/>
        <a:ext cx="5847204" cy="900578"/>
      </dsp:txXfrm>
    </dsp:sp>
    <dsp:sp modelId="{7B9ED911-636C-4F2A-9CFE-6598813DF25B}">
      <dsp:nvSpPr>
        <dsp:cNvPr id="0" name=""/>
        <dsp:cNvSpPr/>
      </dsp:nvSpPr>
      <dsp:spPr>
        <a:xfrm>
          <a:off x="0" y="1884817"/>
          <a:ext cx="2340373" cy="1247520"/>
        </a:xfrm>
        <a:prstGeom prst="roundRect">
          <a:avLst/>
        </a:prstGeom>
        <a:solidFill>
          <a:schemeClr val="accent4">
            <a:shade val="80000"/>
            <a:hueOff val="-144909"/>
            <a:satOff val="-5639"/>
            <a:lumOff val="137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Phenomenology</a:t>
          </a:r>
        </a:p>
      </dsp:txBody>
      <dsp:txXfrm>
        <a:off x="60899" y="1945716"/>
        <a:ext cx="2218575" cy="1125722"/>
      </dsp:txXfrm>
    </dsp:sp>
    <dsp:sp modelId="{2FB568BD-34EE-4EA4-B34A-627B2BE207E8}">
      <dsp:nvSpPr>
        <dsp:cNvPr id="0" name=""/>
        <dsp:cNvSpPr/>
      </dsp:nvSpPr>
      <dsp:spPr>
        <a:xfrm rot="5400000">
          <a:off x="4814040" y="852502"/>
          <a:ext cx="998016" cy="5944642"/>
        </a:xfrm>
        <a:prstGeom prst="round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In-depth understanding of one participant (or small number of </a:t>
          </a:r>
          <a:r>
            <a:rPr lang="en-GB" sz="1800" kern="1200" dirty="0" err="1"/>
            <a:t>pps</a:t>
          </a:r>
          <a:r>
            <a:rPr lang="en-GB" sz="1800" kern="1200" dirty="0"/>
            <a:t>). Contextual – detailed information.</a:t>
          </a:r>
        </a:p>
      </dsp:txBody>
      <dsp:txXfrm rot="-5400000">
        <a:off x="2389446" y="3374534"/>
        <a:ext cx="5847204" cy="900578"/>
      </dsp:txXfrm>
    </dsp:sp>
    <dsp:sp modelId="{01089CDB-91AE-42ED-88F4-A9934CBBC8AF}">
      <dsp:nvSpPr>
        <dsp:cNvPr id="0" name=""/>
        <dsp:cNvSpPr/>
      </dsp:nvSpPr>
      <dsp:spPr>
        <a:xfrm>
          <a:off x="354" y="3201063"/>
          <a:ext cx="2340373" cy="1247520"/>
        </a:xfrm>
        <a:prstGeom prst="roundRect">
          <a:avLst/>
        </a:prstGeom>
        <a:solidFill>
          <a:schemeClr val="accent4">
            <a:shade val="80000"/>
            <a:hueOff val="-217364"/>
            <a:satOff val="-8459"/>
            <a:lumOff val="205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kern="1200" dirty="0"/>
            <a:t>Case study</a:t>
          </a:r>
        </a:p>
      </dsp:txBody>
      <dsp:txXfrm>
        <a:off x="61253" y="3261962"/>
        <a:ext cx="2218575" cy="1125722"/>
      </dsp:txXfrm>
    </dsp:sp>
    <dsp:sp modelId="{0D7A37BE-D300-4EAC-BCCB-C69514A5D9E4}">
      <dsp:nvSpPr>
        <dsp:cNvPr id="0" name=""/>
        <dsp:cNvSpPr/>
      </dsp:nvSpPr>
      <dsp:spPr>
        <a:xfrm rot="5400000">
          <a:off x="4814711" y="2162398"/>
          <a:ext cx="998016" cy="5944642"/>
        </a:xfrm>
        <a:prstGeom prst="round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Gathers data from one or more participants through interviews etc. over time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Focuses on the experience of individuals (e.g. students as they progress through university)</a:t>
          </a:r>
        </a:p>
      </dsp:txBody>
      <dsp:txXfrm rot="-5400000">
        <a:off x="2390117" y="4684430"/>
        <a:ext cx="5847204" cy="900578"/>
      </dsp:txXfrm>
    </dsp:sp>
    <dsp:sp modelId="{EB874D15-B20D-4A82-802F-E2F88828A8B2}">
      <dsp:nvSpPr>
        <dsp:cNvPr id="0" name=""/>
        <dsp:cNvSpPr/>
      </dsp:nvSpPr>
      <dsp:spPr>
        <a:xfrm>
          <a:off x="354" y="4510960"/>
          <a:ext cx="2341044" cy="1247520"/>
        </a:xfrm>
        <a:prstGeom prst="roundRect">
          <a:avLst/>
        </a:prstGeom>
        <a:solidFill>
          <a:schemeClr val="accent4">
            <a:shade val="80000"/>
            <a:hueOff val="-289818"/>
            <a:satOff val="-11278"/>
            <a:lumOff val="274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Narrative</a:t>
          </a:r>
        </a:p>
      </dsp:txBody>
      <dsp:txXfrm>
        <a:off x="61253" y="4571859"/>
        <a:ext cx="2219246" cy="11257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24543-6094-4172-A2C7-7DFF1C579B9D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1B416-F7FB-4E18-878D-8E410099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3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774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113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910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009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384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291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291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22D9C-A806-CF08-7A9D-FCE7D919C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28FB8-8CA8-FD2A-7BF4-16A70B801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23A46-A910-4F75-AD1D-ACDF1C67C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CA28F-6899-36A4-180F-C60A5FB7B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177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283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613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695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12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711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352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7287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670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7906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651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07692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2798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0160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0763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81541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3831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463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 what way…</a:t>
            </a:r>
          </a:p>
          <a:p>
            <a:r>
              <a:rPr lang="en-GB" dirty="0"/>
              <a:t>Free from jargon, or overly complex language. Shouldn’t need to interpret the meaning.</a:t>
            </a:r>
          </a:p>
          <a:p>
            <a:r>
              <a:rPr lang="en-GB" b="1" dirty="0"/>
              <a:t>Reflect </a:t>
            </a:r>
            <a:r>
              <a:rPr lang="en-GB" b="0" dirty="0"/>
              <a:t>on experiences, emotions, or opinions. Which will lead to more thoughtful, in-depth responses.</a:t>
            </a:r>
          </a:p>
          <a:p>
            <a:r>
              <a:rPr lang="en-GB" b="0" dirty="0"/>
              <a:t>Leading – e.g. instead of why do you think the new policy is unfair? Ask what are your thoughts on the new policy?</a:t>
            </a:r>
          </a:p>
          <a:p>
            <a:r>
              <a:rPr lang="en-GB" b="1" dirty="0"/>
              <a:t>Specific: </a:t>
            </a:r>
            <a:r>
              <a:rPr lang="en-GB" b="0" dirty="0"/>
              <a:t>e.g. can’t be too vague so participants are unsure. Can you describe a situation when you felt supported by your team rather  than tell me about your team.</a:t>
            </a:r>
          </a:p>
          <a:p>
            <a:r>
              <a:rPr lang="en-GB" b="1" dirty="0"/>
              <a:t>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2134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3417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CCD78-5355-1A89-820A-AAD7AC0C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4C251-CFA0-AC71-E641-0F74F2665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18855-04CE-FA7C-0E86-4FFC46BDF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5234C-0508-E90B-D899-4DB785EB4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3705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129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1DD16-F7F9-BC90-C8D8-D7CF4A26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55E01-DEC0-FF37-5710-5D7448FF9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62542-1656-E110-6DBF-DAE024422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103DB-F66E-6588-CA68-48D11B235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9680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74BC0-4EB3-234B-5423-183E7F33F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36623-50F1-7FEA-D6C5-185D6EE5D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C1CF9-EFE7-AE37-20A6-63DEDE4AA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4F3FD-7EA2-3076-552F-808D499E5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668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5529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4BD7F-B81E-1C22-E0F0-1129486FF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F9FA9-D3EE-B6FC-1154-D89384588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F8482-64A9-1433-D8DA-83C7932B3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1E125-8EAF-ACD6-3C77-42FDD3B29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9592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19582-C124-3B7A-C63D-EB90DAA6E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756AD-8126-2A12-01EF-079B3C763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7958B-3165-B79A-367A-CFDF37336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63E35-49F1-D529-DF3F-B12CBB51D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666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F0E6E-21C4-16A7-DB88-F2FEE3F18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22EB5-4F3D-7698-6795-20DB60A55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1CD11-22E1-CE49-22E6-89ADE7AC0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30645-1724-BB64-7C63-97AF6D03F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0020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1B416-F7FB-4E18-878D-8E41009988D5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399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279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197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5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53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54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502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7043733F-D14F-42BC-9C5A-8BC178B1A6BF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2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06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39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733F-D14F-42BC-9C5A-8BC178B1A6BF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67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043733F-D14F-42BC-9C5A-8BC178B1A6BF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134B44-177F-4900-883E-3FB73D2757FE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76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5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7000">
              <a:schemeClr val="bg2">
                <a:lumMod val="75000"/>
              </a:schemeClr>
            </a:gs>
            <a:gs pos="0">
              <a:schemeClr val="bg2">
                <a:lumMod val="50000"/>
              </a:schemeClr>
            </a:gs>
            <a:gs pos="74000">
              <a:schemeClr val="bg2">
                <a:lumMod val="60000"/>
                <a:lumOff val="40000"/>
              </a:schemeClr>
            </a:gs>
            <a:gs pos="83000">
              <a:schemeClr val="bg2">
                <a:lumMod val="40000"/>
                <a:lumOff val="60000"/>
              </a:schemeClr>
            </a:gs>
            <a:gs pos="100000">
              <a:schemeClr val="bg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101" y="569369"/>
            <a:ext cx="7099797" cy="4325175"/>
          </a:xfrm>
        </p:spPr>
        <p:txBody>
          <a:bodyPr>
            <a:normAutofit/>
          </a:bodyPr>
          <a:lstStyle/>
          <a:p>
            <a:pPr algn="ctr"/>
            <a:endParaRPr lang="en-US" sz="4400" b="1" dirty="0">
              <a:solidFill>
                <a:schemeClr val="tx2"/>
              </a:solidFill>
            </a:endParaRPr>
          </a:p>
          <a:p>
            <a:pPr algn="ctr"/>
            <a:r>
              <a:rPr lang="en-US" sz="4400" b="1" dirty="0">
                <a:solidFill>
                  <a:schemeClr val="tx1"/>
                </a:solidFill>
              </a:rPr>
              <a:t>IPR Term 1 Week 3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4000" b="1" dirty="0">
                <a:solidFill>
                  <a:schemeClr val="tx1"/>
                </a:solidFill>
              </a:rPr>
              <a:t>Introduction to Qualitative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EFCF7-B991-F689-C975-DEEA3454D308}"/>
              </a:ext>
            </a:extLst>
          </p:cNvPr>
          <p:cNvSpPr txBox="1">
            <a:spLocks/>
          </p:cNvSpPr>
          <p:nvPr/>
        </p:nvSpPr>
        <p:spPr>
          <a:xfrm>
            <a:off x="671370" y="5427211"/>
            <a:ext cx="662096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Dr Hayley Dewe </a:t>
            </a:r>
          </a:p>
          <a:p>
            <a:r>
              <a:rPr lang="en-GB" dirty="0">
                <a:solidFill>
                  <a:schemeClr val="tx1"/>
                </a:solidFill>
              </a:rPr>
              <a:t>(Assistant Professor)</a:t>
            </a:r>
          </a:p>
        </p:txBody>
      </p:sp>
    </p:spTree>
    <p:extLst>
      <p:ext uri="{BB962C8B-B14F-4D97-AF65-F5344CB8AC3E}">
        <p14:creationId xmlns:p14="http://schemas.microsoft.com/office/powerpoint/2010/main" val="62189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ED8D49-6DBF-16AE-CC2E-8FC33433D719}"/>
              </a:ext>
            </a:extLst>
          </p:cNvPr>
          <p:cNvSpPr txBox="1">
            <a:spLocks/>
          </p:cNvSpPr>
          <p:nvPr/>
        </p:nvSpPr>
        <p:spPr>
          <a:xfrm>
            <a:off x="1864394" y="543922"/>
            <a:ext cx="5806526" cy="1622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Learning Outcomes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A6FCE1-807F-78AF-7A22-954415E2EDD2}"/>
              </a:ext>
            </a:extLst>
          </p:cNvPr>
          <p:cNvSpPr txBox="1">
            <a:spLocks/>
          </p:cNvSpPr>
          <p:nvPr/>
        </p:nvSpPr>
        <p:spPr>
          <a:xfrm>
            <a:off x="939787" y="1559774"/>
            <a:ext cx="7947539" cy="4571424"/>
          </a:xfrm>
          <a:prstGeom prst="roundRect">
            <a:avLst>
              <a:gd name="adj" fmla="val 1858"/>
            </a:avLst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Understand what qualitative research is and its purpose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Learn key qualitative research methods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Understand how data is collected and analysed</a:t>
            </a:r>
          </a:p>
          <a:p>
            <a:pPr marL="457200" indent="-457200" algn="l">
              <a:buClrTx/>
              <a:buFont typeface="Wingdings" panose="05000000000000000000" pitchFamily="2" charset="2"/>
              <a:buChar char="q"/>
            </a:pPr>
            <a:r>
              <a:rPr lang="en-GB" sz="2400" dirty="0">
                <a:latin typeface="+mn-lt"/>
              </a:rPr>
              <a:t>Gain practical experience and knowledge on how to apply these methods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36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3"/>
            <a:ext cx="7812148" cy="6061102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300" dirty="0">
                <a:solidFill>
                  <a:schemeClr val="tx1"/>
                </a:solidFill>
              </a:rPr>
              <a:t>Lesson Outline</a:t>
            </a:r>
          </a:p>
          <a:p>
            <a:pPr marL="0" indent="0">
              <a:buNone/>
            </a:pPr>
            <a:r>
              <a:rPr lang="en-GB" b="1" dirty="0">
                <a:solidFill>
                  <a:srgbClr val="1477B4"/>
                </a:solidFill>
              </a:rPr>
              <a:t>This week, the lecture and online content will introduce you to…</a:t>
            </a:r>
          </a:p>
          <a:p>
            <a:pPr marL="0" indent="0">
              <a:buNone/>
            </a:pPr>
            <a:endParaRPr lang="en-GB" b="1" dirty="0">
              <a:solidFill>
                <a:srgbClr val="1477B4"/>
              </a:solidFill>
            </a:endParaRP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Introduction to Qualitative Research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Data collection techniques</a:t>
            </a:r>
          </a:p>
          <a:p>
            <a:pPr marL="457200" indent="-457200">
              <a:buClrTx/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Data analysis techniques (online hour and continued next week)</a:t>
            </a:r>
            <a:endParaRPr lang="en-GB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504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2160" y="1075766"/>
            <a:ext cx="3143924" cy="5152416"/>
          </a:xfrm>
          <a:noFill/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1. Introduction to Qualitative Research</a:t>
            </a: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EE932BE7-5F26-31EA-4CAD-BC83AE34F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0830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365" y="176763"/>
            <a:ext cx="6641596" cy="718441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Introduction to Qualitative Research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C3E3F2B-9783-C2BD-E3B9-3458692476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3760190"/>
              </p:ext>
            </p:extLst>
          </p:nvPr>
        </p:nvGraphicFramePr>
        <p:xfrm>
          <a:off x="-310514" y="1118624"/>
          <a:ext cx="4392705" cy="3805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A5BD7EE-2F03-C58C-B93F-41A677EBACC8}"/>
              </a:ext>
            </a:extLst>
          </p:cNvPr>
          <p:cNvSpPr txBox="1"/>
          <p:nvPr/>
        </p:nvSpPr>
        <p:spPr>
          <a:xfrm>
            <a:off x="1154778" y="2200050"/>
            <a:ext cx="66415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Non-numerical data (e.g. descriptive, words, experiences, behaviours)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F6035-4215-3DBC-F793-58B2B5AEDC64}"/>
              </a:ext>
            </a:extLst>
          </p:cNvPr>
          <p:cNvSpPr txBox="1"/>
          <p:nvPr/>
        </p:nvSpPr>
        <p:spPr>
          <a:xfrm>
            <a:off x="1154778" y="3431052"/>
            <a:ext cx="6641596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Focuses on the </a:t>
            </a:r>
            <a:r>
              <a:rPr lang="en-GB" sz="2400" b="1" dirty="0"/>
              <a:t>why</a:t>
            </a:r>
            <a:r>
              <a:rPr lang="en-GB" sz="2400" dirty="0"/>
              <a:t> and </a:t>
            </a:r>
            <a:r>
              <a:rPr lang="en-GB" sz="2400" b="1" dirty="0"/>
              <a:t>how </a:t>
            </a:r>
            <a:r>
              <a:rPr lang="en-GB" sz="2400" dirty="0"/>
              <a:t>of</a:t>
            </a:r>
            <a:r>
              <a:rPr lang="en-GB" sz="2400" b="1" dirty="0"/>
              <a:t> </a:t>
            </a:r>
            <a:r>
              <a:rPr lang="en-GB" sz="2400" dirty="0"/>
              <a:t>behaviour</a:t>
            </a:r>
            <a:r>
              <a:rPr lang="en-GB" sz="2400" b="1" dirty="0"/>
              <a:t> </a:t>
            </a:r>
            <a:r>
              <a:rPr lang="en-GB" sz="2400" dirty="0"/>
              <a:t>experience and perceptions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dirty="0"/>
              <a:t>Generate theories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Data analysed via categorisation and interpretation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734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873" y="76744"/>
            <a:ext cx="7812148" cy="703755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300" dirty="0">
                <a:solidFill>
                  <a:schemeClr val="tx1"/>
                </a:solidFill>
              </a:rPr>
              <a:t>Qualitative: Pros and Cons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1E156C-DF6E-6A29-86D2-01D199524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138489"/>
              </p:ext>
            </p:extLst>
          </p:nvPr>
        </p:nvGraphicFramePr>
        <p:xfrm>
          <a:off x="1309147" y="1787899"/>
          <a:ext cx="6525705" cy="4453109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101659">
                  <a:extLst>
                    <a:ext uri="{9D8B030D-6E8A-4147-A177-3AD203B41FA5}">
                      <a16:colId xmlns:a16="http://schemas.microsoft.com/office/drawing/2014/main" val="4221885974"/>
                    </a:ext>
                  </a:extLst>
                </a:gridCol>
                <a:gridCol w="3424046">
                  <a:extLst>
                    <a:ext uri="{9D8B030D-6E8A-4147-A177-3AD203B41FA5}">
                      <a16:colId xmlns:a16="http://schemas.microsoft.com/office/drawing/2014/main" val="2387683727"/>
                    </a:ext>
                  </a:extLst>
                </a:gridCol>
              </a:tblGrid>
              <a:tr h="458281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tx1"/>
                          </a:solidFill>
                        </a:rP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tx1"/>
                          </a:solidFill>
                        </a:rPr>
                        <a:t>Con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645829"/>
                  </a:ext>
                </a:extLst>
              </a:tr>
              <a:tr h="629176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Detail from unique cases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Limited generalisability, small or specific 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776266"/>
                  </a:ext>
                </a:extLst>
              </a:tr>
              <a:tr h="629176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In-depth rich data, captures 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Time-consuming (collection and analysis)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632638"/>
                  </a:ext>
                </a:extLst>
              </a:tr>
              <a:tr h="428904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Natural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Observer bias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341100"/>
                  </a:ext>
                </a:extLst>
              </a:tr>
              <a:tr h="629176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Patterns and themes – rich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Researcher bias, subjective 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547904"/>
                  </a:ext>
                </a:extLst>
              </a:tr>
              <a:tr h="428904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Flexibility, adaptable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Complexity in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428832"/>
                  </a:ext>
                </a:extLst>
              </a:tr>
              <a:tr h="787876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Uses Multiple data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Researcher presence / interference, or social desirability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667252"/>
                  </a:ext>
                </a:extLst>
              </a:tr>
              <a:tr h="428904"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Contextualises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576676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E3B0D94-F472-0E08-99A6-4A15FBC3B529}"/>
              </a:ext>
            </a:extLst>
          </p:cNvPr>
          <p:cNvSpPr txBox="1"/>
          <p:nvPr/>
        </p:nvSpPr>
        <p:spPr>
          <a:xfrm>
            <a:off x="-555698" y="1084144"/>
            <a:ext cx="5937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An extension from last week…</a:t>
            </a:r>
            <a:endParaRPr lang="en-GB" sz="2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8318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316153"/>
            <a:ext cx="7812148" cy="703755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200" dirty="0">
                <a:solidFill>
                  <a:schemeClr val="tx1"/>
                </a:solidFill>
                <a:latin typeface="+mj-lt"/>
              </a:rPr>
              <a:t>When to use what? Pros and Cons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1E156C-DF6E-6A29-86D2-01D199524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294492"/>
              </p:ext>
            </p:extLst>
          </p:nvPr>
        </p:nvGraphicFramePr>
        <p:xfrm>
          <a:off x="237281" y="1207008"/>
          <a:ext cx="8669437" cy="5164659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28451">
                  <a:extLst>
                    <a:ext uri="{9D8B030D-6E8A-4147-A177-3AD203B41FA5}">
                      <a16:colId xmlns:a16="http://schemas.microsoft.com/office/drawing/2014/main" val="761916630"/>
                    </a:ext>
                  </a:extLst>
                </a:gridCol>
                <a:gridCol w="1887416">
                  <a:extLst>
                    <a:ext uri="{9D8B030D-6E8A-4147-A177-3AD203B41FA5}">
                      <a16:colId xmlns:a16="http://schemas.microsoft.com/office/drawing/2014/main" val="1554464180"/>
                    </a:ext>
                  </a:extLst>
                </a:gridCol>
                <a:gridCol w="2497015">
                  <a:extLst>
                    <a:ext uri="{9D8B030D-6E8A-4147-A177-3AD203B41FA5}">
                      <a16:colId xmlns:a16="http://schemas.microsoft.com/office/drawing/2014/main" val="4221885974"/>
                    </a:ext>
                  </a:extLst>
                </a:gridCol>
                <a:gridCol w="2756555">
                  <a:extLst>
                    <a:ext uri="{9D8B030D-6E8A-4147-A177-3AD203B41FA5}">
                      <a16:colId xmlns:a16="http://schemas.microsoft.com/office/drawing/2014/main" val="2387683727"/>
                    </a:ext>
                  </a:extLst>
                </a:gridCol>
              </a:tblGrid>
              <a:tr h="531876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Method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Con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645829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/>
                        <a:t>Quantitative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Experimental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Cause-and-effect</a:t>
                      </a:r>
                    </a:p>
                    <a:p>
                      <a:pPr algn="l"/>
                      <a:r>
                        <a:rPr lang="en-GB" sz="1600" dirty="0"/>
                        <a:t>Objective, replicable,  measurable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Ecological validity. Oversimplifying complex phenomena, lack depth.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585437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Longitudinal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Changes over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Time-consuming, expensive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9206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Correlational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Relationships and associations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Can’t prove causality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416996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Descriptive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Large data, quickly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Bias or unreliable responses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651345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/>
                        <a:t>Qualitative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Case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Detail from unique cases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Limited generalisability, small 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776266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Interviews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In-depth rich data, captures 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Time-consuming (collection and analysis)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632638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Observational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Natural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Observer bias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341100"/>
                  </a:ext>
                </a:extLst>
              </a:tr>
              <a:tr h="497781">
                <a:tc>
                  <a:txBody>
                    <a:bodyPr/>
                    <a:lstStyle/>
                    <a:p>
                      <a:pPr algn="l"/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Thematic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Patterns and themes – rich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/>
                        <a:t>Researcher bias, subjective 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5479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88619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83F38B-094D-32DA-DC30-BC5422A46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268DB0D-6550-B91C-154F-4FDA9F1A4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56" y="1385887"/>
            <a:ext cx="8395244" cy="4991367"/>
          </a:xfrm>
          <a:noFill/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GB" b="1" dirty="0">
              <a:solidFill>
                <a:srgbClr val="1477B4"/>
              </a:solidFill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  To explore new or complex human experiences or phenomena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  Focuses on meanings, concepts, definitions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  Captures participants’ voices and perspectives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  Very much focused on the depth and richness of data (deep psychological processes)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   Often used to study individual or small group experiences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</a:rPr>
              <a:t>   To investigate social contexts, behaviours or cultures</a:t>
            </a:r>
          </a:p>
          <a:p>
            <a:pPr marL="457200" indent="-457200">
              <a:buClrTx/>
              <a:buFont typeface="+mj-lt"/>
              <a:buAutoNum type="arabicPeriod"/>
            </a:pPr>
            <a:endParaRPr lang="en-GB" sz="2400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195B27-2480-8054-9179-DB49896C8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365" y="176763"/>
            <a:ext cx="6641596" cy="718441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Introduction to Qualitative Research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269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BDB964-CBB6-1F1C-013D-D9D58A3814E7}"/>
              </a:ext>
            </a:extLst>
          </p:cNvPr>
          <p:cNvSpPr txBox="1">
            <a:spLocks/>
          </p:cNvSpPr>
          <p:nvPr/>
        </p:nvSpPr>
        <p:spPr>
          <a:xfrm>
            <a:off x="1080733" y="2092247"/>
            <a:ext cx="6982533" cy="39207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GB" sz="2400" b="1" dirty="0">
                <a:solidFill>
                  <a:schemeClr val="accent2"/>
                </a:solidFill>
              </a:rPr>
              <a:t>Subjectivity</a:t>
            </a:r>
            <a:r>
              <a:rPr lang="en-GB" sz="2400" b="1" dirty="0"/>
              <a:t>: </a:t>
            </a:r>
            <a:r>
              <a:rPr lang="en-GB" sz="2400" dirty="0"/>
              <a:t>Understanding experiences through the eyes of the participant</a:t>
            </a:r>
          </a:p>
          <a:p>
            <a:pPr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GB" sz="2400" b="1" dirty="0">
                <a:solidFill>
                  <a:schemeClr val="accent2"/>
                </a:solidFill>
              </a:rPr>
              <a:t>Contextual Understanding</a:t>
            </a:r>
            <a:r>
              <a:rPr lang="en-GB" sz="2400" b="1" dirty="0"/>
              <a:t>: </a:t>
            </a:r>
            <a:r>
              <a:rPr lang="en-GB" sz="2400" kern="100" dirty="0">
                <a:cs typeface="Times New Roman" panose="02020603050405020304" pitchFamily="18" charset="0"/>
              </a:rPr>
              <a:t>Importance of social, cultural, and environmental factors</a:t>
            </a:r>
          </a:p>
          <a:p>
            <a:pPr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GB" sz="2400" b="1" kern="100" dirty="0">
                <a:solidFill>
                  <a:schemeClr val="accent2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Rich, Descriptive Data</a:t>
            </a:r>
            <a:r>
              <a:rPr lang="en-GB" sz="24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GB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Detailed and in-depth insights</a:t>
            </a:r>
          </a:p>
          <a:p>
            <a:pPr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lang="en-GB" sz="2400" b="1" kern="100" dirty="0">
                <a:solidFill>
                  <a:schemeClr val="accent2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Flexible</a:t>
            </a:r>
            <a:r>
              <a:rPr lang="en-GB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: Often exploratory, and it’s open to emerging topics, interests or points of discussion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3FDD85-F712-8D9D-CFEF-1AC1238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188" y="219624"/>
            <a:ext cx="6353622" cy="823363"/>
          </a:xfrm>
        </p:spPr>
        <p:txBody>
          <a:bodyPr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Key Features of Qual Research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387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011C802-73B3-2DD2-A025-149276778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472" y="1075766"/>
            <a:ext cx="3146612" cy="5152416"/>
          </a:xfrm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2. 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Data collection techniques </a:t>
            </a: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EE932BE7-5F26-31EA-4CAD-BC83AE34F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15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CF4B-03AF-4162-8592-FB7893D2F228}"/>
              </a:ext>
            </a:extLst>
          </p:cNvPr>
          <p:cNvSpPr txBox="1">
            <a:spLocks/>
          </p:cNvSpPr>
          <p:nvPr/>
        </p:nvSpPr>
        <p:spPr>
          <a:xfrm>
            <a:off x="1502375" y="137263"/>
            <a:ext cx="6641596" cy="143688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3200" dirty="0">
                <a:solidFill>
                  <a:schemeClr val="tx1"/>
                </a:solidFill>
              </a:rPr>
              <a:t>Types of Research Designs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DD6C83F-9FCF-B16D-E27B-64333177F863}"/>
              </a:ext>
            </a:extLst>
          </p:cNvPr>
          <p:cNvGraphicFramePr/>
          <p:nvPr/>
        </p:nvGraphicFramePr>
        <p:xfrm>
          <a:off x="541081" y="920423"/>
          <a:ext cx="8286395" cy="5760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3638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05" y="221131"/>
            <a:ext cx="7812148" cy="703755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200" dirty="0">
                <a:solidFill>
                  <a:schemeClr val="tx1"/>
                </a:solidFill>
                <a:latin typeface="+mj-lt"/>
              </a:rPr>
              <a:t>Qualitative types of data collection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B0D94-F472-0E08-99A6-4A15FBC3B529}"/>
              </a:ext>
            </a:extLst>
          </p:cNvPr>
          <p:cNvSpPr txBox="1"/>
          <p:nvPr/>
        </p:nvSpPr>
        <p:spPr>
          <a:xfrm>
            <a:off x="883475" y="1124941"/>
            <a:ext cx="6014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Depends on method used and research question</a:t>
            </a:r>
            <a:endParaRPr lang="en-GB" sz="20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46FB60F-4CF3-EF1B-04D3-B2EE4A27010B}"/>
              </a:ext>
            </a:extLst>
          </p:cNvPr>
          <p:cNvSpPr txBox="1">
            <a:spLocks/>
          </p:cNvSpPr>
          <p:nvPr/>
        </p:nvSpPr>
        <p:spPr>
          <a:xfrm>
            <a:off x="883475" y="2059861"/>
            <a:ext cx="7812147" cy="32730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90000"/>
              </a:lnSpc>
            </a:pPr>
            <a:r>
              <a:rPr lang="en-US" dirty="0"/>
              <a:t> Key: Flexible data (research questions / interests can involve)</a:t>
            </a:r>
          </a:p>
          <a:p>
            <a:pPr marL="0" indent="0">
              <a:lnSpc>
                <a:spcPct val="90000"/>
              </a:lnSpc>
            </a:pPr>
            <a:r>
              <a:rPr lang="en-US" dirty="0"/>
              <a:t> Data driven</a:t>
            </a:r>
          </a:p>
          <a:p>
            <a:pPr marL="0" indent="0">
              <a:lnSpc>
                <a:spcPct val="90000"/>
              </a:lnSpc>
            </a:pPr>
            <a:r>
              <a:rPr lang="en-US" dirty="0"/>
              <a:t> Types of data: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 	</a:t>
            </a:r>
            <a:r>
              <a:rPr lang="en-US" b="1" dirty="0"/>
              <a:t>Primary</a:t>
            </a:r>
            <a:r>
              <a:rPr lang="en-US" dirty="0"/>
              <a:t>: Collected through interviews, focus groups etc.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	</a:t>
            </a:r>
            <a:r>
              <a:rPr lang="en-US" b="1" dirty="0"/>
              <a:t>Secondary</a:t>
            </a:r>
            <a:r>
              <a:rPr lang="en-US" dirty="0"/>
              <a:t>: Analysing existing documents (e.g., media)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Explore cultural beliefs, norms, social interactions, traditions etc.</a:t>
            </a:r>
          </a:p>
          <a:p>
            <a:pPr marL="0" indent="0">
              <a:lnSpc>
                <a:spcPct val="90000"/>
              </a:lnSpc>
            </a:pPr>
            <a:r>
              <a:rPr lang="en-US" dirty="0"/>
              <a:t> Observations, conversations</a:t>
            </a:r>
          </a:p>
          <a:p>
            <a:pPr marL="0" indent="0">
              <a:lnSpc>
                <a:spcPct val="90000"/>
              </a:lnSpc>
            </a:pPr>
            <a:r>
              <a:rPr lang="en-US" dirty="0"/>
              <a:t> Artefacts, articles, journals etc.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3061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B16C55-CFB0-0ACA-F70B-59B4B7617303}"/>
              </a:ext>
            </a:extLst>
          </p:cNvPr>
          <p:cNvSpPr txBox="1">
            <a:spLocks/>
          </p:cNvSpPr>
          <p:nvPr/>
        </p:nvSpPr>
        <p:spPr>
          <a:xfrm>
            <a:off x="712694" y="1780600"/>
            <a:ext cx="8050306" cy="48325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GB" sz="2200" dirty="0">
                <a:latin typeface="+mn-lt"/>
              </a:rPr>
              <a:t>Powerful, in-depth examination of a single case / small number of cases (real-life context)</a:t>
            </a:r>
          </a:p>
          <a:p>
            <a:pPr marL="0" indent="0">
              <a:buNone/>
            </a:pPr>
            <a:r>
              <a:rPr lang="en-GB" sz="2200" dirty="0">
                <a:latin typeface="+mn-lt"/>
              </a:rPr>
              <a:t>Explores complex issues in detail, considering multiple variables and their interactions </a:t>
            </a:r>
          </a:p>
          <a:p>
            <a:pPr marL="0" indent="0" algn="ctr">
              <a:buNone/>
            </a:pPr>
            <a:r>
              <a:rPr lang="en-GB" sz="2200" i="1" dirty="0">
                <a:latin typeface="+mn-lt"/>
              </a:rPr>
              <a:t>e.g. a famous patient (HM) fundamental in determining different types of memory</a:t>
            </a:r>
          </a:p>
          <a:p>
            <a:pPr marL="0" indent="0">
              <a:buNone/>
            </a:pPr>
            <a:r>
              <a:rPr lang="en-GB" sz="2200" dirty="0">
                <a:latin typeface="+mn-lt"/>
              </a:rPr>
              <a:t>Features:</a:t>
            </a:r>
          </a:p>
          <a:p>
            <a:r>
              <a:rPr lang="en-GB" sz="2200" dirty="0">
                <a:latin typeface="+mn-lt"/>
              </a:rPr>
              <a:t>Contextual Focus (incl. social, cultural, environmental)</a:t>
            </a:r>
          </a:p>
          <a:p>
            <a:r>
              <a:rPr lang="en-GB" sz="2200" dirty="0">
                <a:latin typeface="+mn-lt"/>
              </a:rPr>
              <a:t>Multiple Data Sources (various data collection methods)</a:t>
            </a:r>
          </a:p>
          <a:p>
            <a:r>
              <a:rPr lang="en-GB" sz="2200" dirty="0">
                <a:latin typeface="+mn-lt"/>
              </a:rPr>
              <a:t>Flexibility </a:t>
            </a:r>
            <a:endParaRPr lang="en-US" sz="2200" dirty="0"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2A9886-0336-A960-ED2C-0F61CE9A40DA}"/>
              </a:ext>
            </a:extLst>
          </p:cNvPr>
          <p:cNvGrpSpPr/>
          <p:nvPr/>
        </p:nvGrpSpPr>
        <p:grpSpPr>
          <a:xfrm>
            <a:off x="417982" y="183944"/>
            <a:ext cx="2340373" cy="1247520"/>
            <a:chOff x="354" y="3201063"/>
            <a:chExt cx="2340373" cy="124752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A1DE398-AAF7-959A-996C-FAD69634F428}"/>
                </a:ext>
              </a:extLst>
            </p:cNvPr>
            <p:cNvSpPr/>
            <p:nvPr/>
          </p:nvSpPr>
          <p:spPr>
            <a:xfrm>
              <a:off x="354" y="3201063"/>
              <a:ext cx="2340373" cy="1247520"/>
            </a:xfrm>
            <a:prstGeom prst="round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shade val="80000"/>
                <a:hueOff val="-217364"/>
                <a:satOff val="-8459"/>
                <a:lumOff val="20582"/>
                <a:alphaOff val="0"/>
              </a:schemeClr>
            </a:fillRef>
            <a:effectRef idx="1">
              <a:schemeClr val="accent4">
                <a:shade val="80000"/>
                <a:hueOff val="-217364"/>
                <a:satOff val="-8459"/>
                <a:lumOff val="20582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007DCF71-69E9-D3CB-5E0F-F7C4214000A2}"/>
                </a:ext>
              </a:extLst>
            </p:cNvPr>
            <p:cNvSpPr txBox="1"/>
            <p:nvPr/>
          </p:nvSpPr>
          <p:spPr>
            <a:xfrm>
              <a:off x="61253" y="3261962"/>
              <a:ext cx="2218575" cy="11257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300" b="0" kern="1200" dirty="0"/>
                <a:t>Case studies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3943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B16C55-CFB0-0ACA-F70B-59B4B7617303}"/>
              </a:ext>
            </a:extLst>
          </p:cNvPr>
          <p:cNvSpPr txBox="1">
            <a:spLocks/>
          </p:cNvSpPr>
          <p:nvPr/>
        </p:nvSpPr>
        <p:spPr>
          <a:xfrm>
            <a:off x="712694" y="1492363"/>
            <a:ext cx="8050306" cy="48325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b="1" dirty="0">
                <a:solidFill>
                  <a:schemeClr val="accent2"/>
                </a:solidFill>
              </a:rPr>
              <a:t>Exploratory</a:t>
            </a:r>
            <a:r>
              <a:rPr lang="en-GB" dirty="0"/>
              <a:t>: to explore a new area of research or generate hypotheses. Gain insights into phenomena rarely studied.</a:t>
            </a:r>
          </a:p>
          <a:p>
            <a:r>
              <a:rPr lang="en-GB" b="1" dirty="0">
                <a:solidFill>
                  <a:schemeClr val="accent2"/>
                </a:solidFill>
              </a:rPr>
              <a:t>Descriptive</a:t>
            </a:r>
            <a:r>
              <a:rPr lang="en-GB" dirty="0"/>
              <a:t>: detailed account of a specific case. Including the characteristics and context without necessarily understand causal relationships</a:t>
            </a:r>
          </a:p>
          <a:p>
            <a:r>
              <a:rPr lang="en-GB" b="1" dirty="0">
                <a:solidFill>
                  <a:schemeClr val="accent2"/>
                </a:solidFill>
              </a:rPr>
              <a:t>Explanatory</a:t>
            </a:r>
            <a:r>
              <a:rPr lang="en-GB" dirty="0"/>
              <a:t>: explain the reasons behind a particular phenomenon or behaviour, often exploring cause-and-effect relationships</a:t>
            </a:r>
          </a:p>
          <a:p>
            <a:r>
              <a:rPr lang="en-GB" b="1" dirty="0">
                <a:solidFill>
                  <a:schemeClr val="accent2"/>
                </a:solidFill>
              </a:rPr>
              <a:t>Intrinsic</a:t>
            </a:r>
            <a:r>
              <a:rPr lang="en-GB" dirty="0"/>
              <a:t>: Focuses on a specific case, emphasising its uniqueness or significance (e.g. Genie, Phineas Gage)</a:t>
            </a:r>
          </a:p>
          <a:p>
            <a:r>
              <a:rPr lang="en-GB" b="1" dirty="0">
                <a:solidFill>
                  <a:schemeClr val="accent2"/>
                </a:solidFill>
              </a:rPr>
              <a:t>Instrumental</a:t>
            </a:r>
            <a:r>
              <a:rPr lang="en-GB" dirty="0"/>
              <a:t>: use a case study to provide insights into a broader issue or to develop theories </a:t>
            </a:r>
          </a:p>
          <a:p>
            <a:r>
              <a:rPr lang="en-GB" b="1" dirty="0">
                <a:solidFill>
                  <a:schemeClr val="accent2"/>
                </a:solidFill>
              </a:rPr>
              <a:t>Collective</a:t>
            </a:r>
            <a:r>
              <a:rPr lang="en-GB" dirty="0"/>
              <a:t>: multiple cases studied simultaneously or sequentially to understand a particular phenomenon across different contexts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4867AFB-7E1D-E258-03FC-C29DC3BADB14}"/>
              </a:ext>
            </a:extLst>
          </p:cNvPr>
          <p:cNvGrpSpPr/>
          <p:nvPr/>
        </p:nvGrpSpPr>
        <p:grpSpPr>
          <a:xfrm>
            <a:off x="417982" y="183944"/>
            <a:ext cx="4603197" cy="1003172"/>
            <a:chOff x="354" y="3201063"/>
            <a:chExt cx="2340373" cy="124752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6C81864-4B27-2537-E673-1E8727B89E14}"/>
                </a:ext>
              </a:extLst>
            </p:cNvPr>
            <p:cNvSpPr/>
            <p:nvPr/>
          </p:nvSpPr>
          <p:spPr>
            <a:xfrm>
              <a:off x="354" y="3201063"/>
              <a:ext cx="2340373" cy="1247520"/>
            </a:xfrm>
            <a:prstGeom prst="round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shade val="80000"/>
                <a:hueOff val="-217364"/>
                <a:satOff val="-8459"/>
                <a:lumOff val="20582"/>
                <a:alphaOff val="0"/>
              </a:schemeClr>
            </a:fillRef>
            <a:effectRef idx="1">
              <a:schemeClr val="accent4">
                <a:shade val="80000"/>
                <a:hueOff val="-217364"/>
                <a:satOff val="-8459"/>
                <a:lumOff val="20582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4BFE6838-712A-785B-C805-E09F48FAD159}"/>
                </a:ext>
              </a:extLst>
            </p:cNvPr>
            <p:cNvSpPr txBox="1"/>
            <p:nvPr/>
          </p:nvSpPr>
          <p:spPr>
            <a:xfrm>
              <a:off x="61253" y="3261962"/>
              <a:ext cx="2218575" cy="11257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300" b="0" kern="1200" dirty="0"/>
                <a:t>Case studies – Different Types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682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B16C55-CFB0-0ACA-F70B-59B4B7617303}"/>
              </a:ext>
            </a:extLst>
          </p:cNvPr>
          <p:cNvSpPr txBox="1">
            <a:spLocks/>
          </p:cNvSpPr>
          <p:nvPr/>
        </p:nvSpPr>
        <p:spPr>
          <a:xfrm>
            <a:off x="530655" y="1676400"/>
            <a:ext cx="4276306" cy="441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90000"/>
              </a:lnSpc>
            </a:pPr>
            <a:r>
              <a:rPr lang="en-US" sz="2400" dirty="0">
                <a:latin typeface="+mn-lt"/>
              </a:rPr>
              <a:t> Discuss a central topic / theme usually one-to-one (or small groups)</a:t>
            </a:r>
          </a:p>
          <a:p>
            <a:pPr marL="0" indent="0">
              <a:lnSpc>
                <a:spcPct val="90000"/>
              </a:lnSpc>
            </a:pPr>
            <a:r>
              <a:rPr lang="en-US" sz="2400" dirty="0">
                <a:latin typeface="+mn-lt"/>
              </a:rPr>
              <a:t> In-depth, rich detail </a:t>
            </a:r>
          </a:p>
          <a:p>
            <a:pPr marL="0" indent="0">
              <a:lnSpc>
                <a:spcPct val="90000"/>
              </a:lnSpc>
            </a:pPr>
            <a:r>
              <a:rPr lang="en-US" sz="2400" dirty="0">
                <a:latin typeface="+mn-lt"/>
              </a:rPr>
              <a:t> Participant driven</a:t>
            </a:r>
          </a:p>
          <a:p>
            <a:pPr marL="0" indent="0">
              <a:lnSpc>
                <a:spcPct val="90000"/>
              </a:lnSpc>
            </a:pPr>
            <a:r>
              <a:rPr lang="en-US" sz="2400" dirty="0">
                <a:latin typeface="+mn-lt"/>
              </a:rPr>
              <a:t> Flexible – some more controlled than others </a:t>
            </a:r>
          </a:p>
          <a:p>
            <a:pPr marL="0" indent="0">
              <a:lnSpc>
                <a:spcPct val="90000"/>
              </a:lnSpc>
            </a:pPr>
            <a:r>
              <a:rPr lang="en-US" sz="2400" dirty="0">
                <a:latin typeface="+mn-lt"/>
              </a:rPr>
              <a:t> Format / structure should be decided beforehand (which should align with research question / objectives)</a:t>
            </a:r>
          </a:p>
          <a:p>
            <a:pPr marL="0" indent="0">
              <a:lnSpc>
                <a:spcPct val="90000"/>
              </a:lnSpc>
              <a:buNone/>
            </a:pPr>
            <a:endParaRPr lang="en-US" sz="2400" dirty="0">
              <a:latin typeface="+mn-lt"/>
            </a:endParaRPr>
          </a:p>
        </p:txBody>
      </p:sp>
      <p:pic>
        <p:nvPicPr>
          <p:cNvPr id="3" name="Picture 2" descr="Person sitting with notebook">
            <a:extLst>
              <a:ext uri="{FF2B5EF4-FFF2-40B4-BE49-F238E27FC236}">
                <a16:creationId xmlns:a16="http://schemas.microsoft.com/office/drawing/2014/main" id="{CD2422C2-88F9-7956-2AC3-39DBF6AFD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961" y="2998443"/>
            <a:ext cx="4077044" cy="2721427"/>
          </a:xfrm>
          <a:prstGeom prst="rect">
            <a:avLst/>
          </a:prstGeom>
          <a:effectLst/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0A8C6DE-29D4-0621-535E-A2F63DD6D7D9}"/>
              </a:ext>
            </a:extLst>
          </p:cNvPr>
          <p:cNvGrpSpPr/>
          <p:nvPr/>
        </p:nvGrpSpPr>
        <p:grpSpPr>
          <a:xfrm>
            <a:off x="530655" y="211435"/>
            <a:ext cx="2188193" cy="1101130"/>
            <a:chOff x="-66873" y="451316"/>
            <a:chExt cx="2404562" cy="137747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95DE233-67D2-F52E-8F18-EAC36ACF0D97}"/>
                </a:ext>
              </a:extLst>
            </p:cNvPr>
            <p:cNvSpPr/>
            <p:nvPr/>
          </p:nvSpPr>
          <p:spPr>
            <a:xfrm>
              <a:off x="48" y="581271"/>
              <a:ext cx="2337641" cy="12475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fillRef>
            <a:effectRef idx="0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b="1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81D5F64C-482C-95B4-301C-552F2FEB37E6}"/>
                </a:ext>
              </a:extLst>
            </p:cNvPr>
            <p:cNvSpPr txBox="1"/>
            <p:nvPr/>
          </p:nvSpPr>
          <p:spPr>
            <a:xfrm>
              <a:off x="-66873" y="451316"/>
              <a:ext cx="2343663" cy="13165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algn="ctr" defTabSz="177888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Interviews</a:t>
              </a:r>
              <a:endParaRPr lang="en-GB" sz="2300" kern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8482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B16C55-CFB0-0ACA-F70B-59B4B7617303}"/>
              </a:ext>
            </a:extLst>
          </p:cNvPr>
          <p:cNvSpPr txBox="1">
            <a:spLocks/>
          </p:cNvSpPr>
          <p:nvPr/>
        </p:nvSpPr>
        <p:spPr>
          <a:xfrm>
            <a:off x="530654" y="1532021"/>
            <a:ext cx="6695646" cy="2366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90000"/>
              </a:lnSpc>
            </a:pPr>
            <a:r>
              <a:rPr lang="en-US" dirty="0"/>
              <a:t> </a:t>
            </a:r>
            <a:r>
              <a:rPr lang="en-US" b="1" dirty="0"/>
              <a:t>Structured</a:t>
            </a:r>
            <a:r>
              <a:rPr lang="en-US" dirty="0"/>
              <a:t> (or ‘formal’)</a:t>
            </a:r>
          </a:p>
          <a:p>
            <a:pPr marL="685800"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Highly controlled </a:t>
            </a:r>
          </a:p>
          <a:p>
            <a:pPr marL="685800"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Prepared, closed-ended questions (limited)</a:t>
            </a:r>
          </a:p>
          <a:p>
            <a:pPr marL="685800"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Interviewer asks in a set order / manner </a:t>
            </a:r>
          </a:p>
          <a:p>
            <a:pPr marL="685800"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Often only deviates to clarify a point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E9031-5DB6-4A48-EFD0-FC9771979EB6}"/>
              </a:ext>
            </a:extLst>
          </p:cNvPr>
          <p:cNvSpPr txBox="1"/>
          <p:nvPr/>
        </p:nvSpPr>
        <p:spPr>
          <a:xfrm>
            <a:off x="530654" y="3588916"/>
            <a:ext cx="3848100" cy="2629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Pros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Easy to replicate and quantify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Consistency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Easy to analyse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Takes less time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Larger samples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46CD5-8F05-D6AC-6741-EFAAC6644C5D}"/>
              </a:ext>
            </a:extLst>
          </p:cNvPr>
          <p:cNvSpPr txBox="1"/>
          <p:nvPr/>
        </p:nvSpPr>
        <p:spPr>
          <a:xfrm>
            <a:off x="4887318" y="3718898"/>
            <a:ext cx="3848100" cy="2629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Cons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Limited flexibility - can’t explore different topics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Restricted exploration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Interviewer / participant bias?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Forced answers / irrelevant Qs?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CBE08A-993C-7CC6-1701-0DEC1A7B8EF5}"/>
              </a:ext>
            </a:extLst>
          </p:cNvPr>
          <p:cNvGrpSpPr/>
          <p:nvPr/>
        </p:nvGrpSpPr>
        <p:grpSpPr>
          <a:xfrm>
            <a:off x="530655" y="211435"/>
            <a:ext cx="4779282" cy="1101130"/>
            <a:chOff x="-66873" y="451316"/>
            <a:chExt cx="2404562" cy="137747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072133C-FC9E-0176-BD19-EC76330E633E}"/>
                </a:ext>
              </a:extLst>
            </p:cNvPr>
            <p:cNvSpPr/>
            <p:nvPr/>
          </p:nvSpPr>
          <p:spPr>
            <a:xfrm>
              <a:off x="48" y="581271"/>
              <a:ext cx="2337641" cy="12475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fillRef>
            <a:effectRef idx="0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b="1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5681744D-D978-83E9-1C2E-D4702712F70F}"/>
                </a:ext>
              </a:extLst>
            </p:cNvPr>
            <p:cNvSpPr txBox="1"/>
            <p:nvPr/>
          </p:nvSpPr>
          <p:spPr>
            <a:xfrm>
              <a:off x="-66873" y="451316"/>
              <a:ext cx="2343663" cy="13165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algn="ctr" defTabSz="177888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Interviews – Different types</a:t>
              </a:r>
              <a:endParaRPr lang="en-GB" sz="2300" kern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582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B16C55-CFB0-0ACA-F70B-59B4B7617303}"/>
              </a:ext>
            </a:extLst>
          </p:cNvPr>
          <p:cNvSpPr txBox="1">
            <a:spLocks/>
          </p:cNvSpPr>
          <p:nvPr/>
        </p:nvSpPr>
        <p:spPr>
          <a:xfrm>
            <a:off x="306064" y="1403685"/>
            <a:ext cx="6695646" cy="2006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90000"/>
              </a:lnSpc>
            </a:pPr>
            <a:r>
              <a:rPr lang="en-US" dirty="0"/>
              <a:t> </a:t>
            </a:r>
            <a:r>
              <a:rPr lang="en-US" b="1" dirty="0"/>
              <a:t>Semi-Structured</a:t>
            </a:r>
            <a:endParaRPr lang="en-US" dirty="0"/>
          </a:p>
          <a:p>
            <a:pPr marL="685800"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Blend of structured and unstructured format</a:t>
            </a:r>
          </a:p>
          <a:p>
            <a:pPr marL="685800"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Has a guide / set of questions </a:t>
            </a:r>
          </a:p>
          <a:p>
            <a:pPr marL="685800"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But can ask additional questions or explore topics in more depth as they arise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A8C6DE-29D4-0621-535E-A2F63DD6D7D9}"/>
              </a:ext>
            </a:extLst>
          </p:cNvPr>
          <p:cNvGrpSpPr/>
          <p:nvPr/>
        </p:nvGrpSpPr>
        <p:grpSpPr>
          <a:xfrm>
            <a:off x="308024" y="173356"/>
            <a:ext cx="4471185" cy="997246"/>
            <a:chOff x="48" y="581271"/>
            <a:chExt cx="2337641" cy="124752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95DE233-67D2-F52E-8F18-EAC36ACF0D97}"/>
                </a:ext>
              </a:extLst>
            </p:cNvPr>
            <p:cNvSpPr/>
            <p:nvPr/>
          </p:nvSpPr>
          <p:spPr>
            <a:xfrm>
              <a:off x="48" y="581271"/>
              <a:ext cx="2337641" cy="12475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fillRef>
            <a:effectRef idx="0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b="1">
                <a:solidFill>
                  <a:schemeClr val="tx1"/>
                </a:solidFill>
              </a:endParaRPr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81D5F64C-482C-95B4-301C-552F2FEB37E6}"/>
                </a:ext>
              </a:extLst>
            </p:cNvPr>
            <p:cNvSpPr txBox="1"/>
            <p:nvPr/>
          </p:nvSpPr>
          <p:spPr>
            <a:xfrm>
              <a:off x="60947" y="642170"/>
              <a:ext cx="2215843" cy="11257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algn="ctr" defTabSz="177888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Interviews</a:t>
              </a:r>
              <a:r>
                <a:rPr lang="en-GB" sz="2400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– </a:t>
              </a:r>
              <a:r>
                <a:rPr lang="en-GB" sz="2400" kern="1200" dirty="0">
                  <a:solidFill>
                    <a:schemeClr val="tx1"/>
                  </a:solidFill>
                </a:rPr>
                <a:t>Different types</a:t>
              </a:r>
              <a:endParaRPr lang="en-GB" sz="2300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76E9031-5DB6-4A48-EFD0-FC9771979EB6}"/>
              </a:ext>
            </a:extLst>
          </p:cNvPr>
          <p:cNvSpPr txBox="1"/>
          <p:nvPr/>
        </p:nvSpPr>
        <p:spPr>
          <a:xfrm>
            <a:off x="619566" y="3575319"/>
            <a:ext cx="3848100" cy="2168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Pros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Some flexibility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Participant has freedom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Consistency and depth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Reliable and comparable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46CD5-8F05-D6AC-6741-EFAAC6644C5D}"/>
              </a:ext>
            </a:extLst>
          </p:cNvPr>
          <p:cNvSpPr txBox="1"/>
          <p:nvPr/>
        </p:nvSpPr>
        <p:spPr>
          <a:xfrm>
            <a:off x="4662728" y="3575319"/>
            <a:ext cx="4256682" cy="2629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Cons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Data remains shaped by the interview context (as previous slide)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Time-consuming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Quality depends on interviewer skills (probe without biasing)</a:t>
            </a:r>
          </a:p>
        </p:txBody>
      </p:sp>
    </p:spTree>
    <p:extLst>
      <p:ext uri="{BB962C8B-B14F-4D97-AF65-F5344CB8AC3E}">
        <p14:creationId xmlns:p14="http://schemas.microsoft.com/office/powerpoint/2010/main" val="232793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B16C55-CFB0-0ACA-F70B-59B4B7617303}"/>
              </a:ext>
            </a:extLst>
          </p:cNvPr>
          <p:cNvSpPr txBox="1">
            <a:spLocks/>
          </p:cNvSpPr>
          <p:nvPr/>
        </p:nvSpPr>
        <p:spPr>
          <a:xfrm>
            <a:off x="642949" y="1371600"/>
            <a:ext cx="6695646" cy="23307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90000"/>
              </a:lnSpc>
            </a:pPr>
            <a:r>
              <a:rPr lang="en-US" dirty="0"/>
              <a:t> </a:t>
            </a:r>
            <a:r>
              <a:rPr lang="en-US" b="1" dirty="0"/>
              <a:t>Unstructured</a:t>
            </a:r>
            <a:endParaRPr lang="en-US" dirty="0"/>
          </a:p>
          <a:p>
            <a:pPr marL="685800"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No set questions (just a research topic) </a:t>
            </a:r>
          </a:p>
          <a:p>
            <a:pPr marL="685800"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Flow should be natural, like a conversation</a:t>
            </a:r>
          </a:p>
          <a:p>
            <a:pPr marL="685800"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Open-ended questions</a:t>
            </a:r>
          </a:p>
          <a:p>
            <a:pPr marL="685800"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Modify questions depending on answers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A8C6DE-29D4-0621-535E-A2F63DD6D7D9}"/>
              </a:ext>
            </a:extLst>
          </p:cNvPr>
          <p:cNvGrpSpPr/>
          <p:nvPr/>
        </p:nvGrpSpPr>
        <p:grpSpPr>
          <a:xfrm>
            <a:off x="644909" y="141272"/>
            <a:ext cx="4471185" cy="997246"/>
            <a:chOff x="48" y="581271"/>
            <a:chExt cx="2337641" cy="124752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95DE233-67D2-F52E-8F18-EAC36ACF0D97}"/>
                </a:ext>
              </a:extLst>
            </p:cNvPr>
            <p:cNvSpPr/>
            <p:nvPr/>
          </p:nvSpPr>
          <p:spPr>
            <a:xfrm>
              <a:off x="48" y="581271"/>
              <a:ext cx="2337641" cy="12475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fillRef>
            <a:effectRef idx="0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81D5F64C-482C-95B4-301C-552F2FEB37E6}"/>
                </a:ext>
              </a:extLst>
            </p:cNvPr>
            <p:cNvSpPr txBox="1"/>
            <p:nvPr/>
          </p:nvSpPr>
          <p:spPr>
            <a:xfrm>
              <a:off x="60947" y="642170"/>
              <a:ext cx="2215843" cy="11257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algn="ctr" defTabSz="177888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Interviews – </a:t>
              </a:r>
              <a:r>
                <a:rPr lang="en-GB" sz="2400" kern="1200" dirty="0">
                  <a:solidFill>
                    <a:schemeClr val="tx1"/>
                  </a:solidFill>
                </a:rPr>
                <a:t>Different types</a:t>
              </a:r>
              <a:endParaRPr lang="en-GB" sz="2300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76E9031-5DB6-4A48-EFD0-FC9771979EB6}"/>
              </a:ext>
            </a:extLst>
          </p:cNvPr>
          <p:cNvSpPr txBox="1"/>
          <p:nvPr/>
        </p:nvSpPr>
        <p:spPr>
          <a:xfrm>
            <a:off x="969151" y="3585884"/>
            <a:ext cx="3848100" cy="3091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Pros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Rich and detailed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Highly flexible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Validity, reflect participants’ true attitudes / beliefs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Driven by participant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Naturalistic, build rapport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46CD5-8F05-D6AC-6741-EFAAC6644C5D}"/>
              </a:ext>
            </a:extLst>
          </p:cNvPr>
          <p:cNvSpPr txBox="1"/>
          <p:nvPr/>
        </p:nvSpPr>
        <p:spPr>
          <a:xfrm>
            <a:off x="5012313" y="3585883"/>
            <a:ext cx="3848100" cy="3091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Cons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Time-consuming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Interviewer needs to be highly skilled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Co-constructed data via researchers’ agenda-setting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Risks interviewer </a:t>
            </a:r>
            <a:r>
              <a:rPr lang="en-US" sz="2000" i="1" dirty="0"/>
              <a:t>self-disclosure</a:t>
            </a:r>
          </a:p>
        </p:txBody>
      </p:sp>
    </p:spTree>
    <p:extLst>
      <p:ext uri="{BB962C8B-B14F-4D97-AF65-F5344CB8AC3E}">
        <p14:creationId xmlns:p14="http://schemas.microsoft.com/office/powerpoint/2010/main" val="396596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B16C55-CFB0-0ACA-F70B-59B4B7617303}"/>
              </a:ext>
            </a:extLst>
          </p:cNvPr>
          <p:cNvSpPr txBox="1">
            <a:spLocks/>
          </p:cNvSpPr>
          <p:nvPr/>
        </p:nvSpPr>
        <p:spPr>
          <a:xfrm>
            <a:off x="768947" y="1089837"/>
            <a:ext cx="8050306" cy="476978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spcBef>
                <a:spcPts val="0"/>
              </a:spcBef>
            </a:pPr>
            <a:r>
              <a:rPr lang="en-GB" sz="2200" dirty="0">
                <a:latin typeface="+mn-lt"/>
              </a:rPr>
              <a:t>Be professional, build rapport </a:t>
            </a:r>
          </a:p>
          <a:p>
            <a:pPr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latin typeface="+mn-lt"/>
              </a:rPr>
              <a:t>Gratitude</a:t>
            </a:r>
          </a:p>
          <a:p>
            <a:pPr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latin typeface="+mn-lt"/>
              </a:rPr>
              <a:t>Small talk</a:t>
            </a:r>
          </a:p>
          <a:p>
            <a:pPr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b="1" dirty="0">
                <a:latin typeface="+mn-lt"/>
              </a:rPr>
              <a:t>Non-judgemental attitude</a:t>
            </a:r>
          </a:p>
          <a:p>
            <a:pPr>
              <a:spcBef>
                <a:spcPts val="0"/>
              </a:spcBef>
            </a:pPr>
            <a:r>
              <a:rPr lang="en-GB" sz="2200" dirty="0">
                <a:latin typeface="+mn-lt"/>
              </a:rPr>
              <a:t>Keep neutral (don’t judge or show strong reactions)</a:t>
            </a:r>
          </a:p>
          <a:p>
            <a:pPr>
              <a:spcBef>
                <a:spcPts val="0"/>
              </a:spcBef>
            </a:pPr>
            <a:r>
              <a:rPr lang="en-GB" sz="2200" dirty="0">
                <a:latin typeface="+mn-lt"/>
              </a:rPr>
              <a:t>Prepare </a:t>
            </a:r>
          </a:p>
          <a:p>
            <a:pPr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latin typeface="+mn-lt"/>
              </a:rPr>
              <a:t>Know the purpose / goal</a:t>
            </a:r>
          </a:p>
          <a:p>
            <a:pPr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latin typeface="+mn-lt"/>
              </a:rPr>
              <a:t>Know the interviewee</a:t>
            </a:r>
          </a:p>
          <a:p>
            <a:pPr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latin typeface="+mn-lt"/>
              </a:rPr>
              <a:t>Develop a (flexible) guideline</a:t>
            </a:r>
          </a:p>
          <a:p>
            <a:pPr>
              <a:spcBef>
                <a:spcPts val="0"/>
              </a:spcBef>
            </a:pPr>
            <a:r>
              <a:rPr lang="en-GB" sz="2200" dirty="0">
                <a:latin typeface="+mn-lt"/>
              </a:rPr>
              <a:t>Listen actively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latin typeface="+mn-lt"/>
              </a:rPr>
              <a:t>Allow for silence (and get comfortable with it)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latin typeface="+mn-lt"/>
              </a:rPr>
              <a:t>Don’t interrupt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latin typeface="+mn-lt"/>
              </a:rPr>
              <a:t>Listen for what’s </a:t>
            </a:r>
            <a:r>
              <a:rPr lang="en-GB" sz="2200" u="sng" dirty="0">
                <a:latin typeface="+mn-lt"/>
              </a:rPr>
              <a:t>not</a:t>
            </a:r>
            <a:r>
              <a:rPr lang="en-GB" sz="2200" dirty="0">
                <a:latin typeface="+mn-lt"/>
              </a:rPr>
              <a:t> said</a:t>
            </a:r>
          </a:p>
          <a:p>
            <a:pPr>
              <a:spcBef>
                <a:spcPts val="0"/>
              </a:spcBef>
            </a:pPr>
            <a:r>
              <a:rPr lang="en-GB" sz="2200" dirty="0">
                <a:latin typeface="+mn-lt"/>
              </a:rPr>
              <a:t>Manage time (respect their time)</a:t>
            </a:r>
          </a:p>
          <a:p>
            <a:pPr>
              <a:spcBef>
                <a:spcPts val="0"/>
              </a:spcBef>
            </a:pPr>
            <a:r>
              <a:rPr lang="en-GB" sz="2200" dirty="0">
                <a:latin typeface="+mn-lt"/>
              </a:rPr>
              <a:t>Create a comfortable environment </a:t>
            </a:r>
          </a:p>
          <a:p>
            <a:pPr marL="0" indent="0">
              <a:spcBef>
                <a:spcPts val="0"/>
              </a:spcBef>
              <a:buNone/>
            </a:pPr>
            <a:endParaRPr lang="en-GB" sz="2200" dirty="0">
              <a:latin typeface="+mn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61FB3E-B748-CD75-643A-8A6560C7CFAF}"/>
              </a:ext>
            </a:extLst>
          </p:cNvPr>
          <p:cNvGrpSpPr/>
          <p:nvPr/>
        </p:nvGrpSpPr>
        <p:grpSpPr>
          <a:xfrm>
            <a:off x="644909" y="141272"/>
            <a:ext cx="4761280" cy="997246"/>
            <a:chOff x="48" y="581271"/>
            <a:chExt cx="2337641" cy="124752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2AA61BE-0F56-25E2-3B76-B8A099CAA7E5}"/>
                </a:ext>
              </a:extLst>
            </p:cNvPr>
            <p:cNvSpPr/>
            <p:nvPr/>
          </p:nvSpPr>
          <p:spPr>
            <a:xfrm>
              <a:off x="48" y="581271"/>
              <a:ext cx="2337641" cy="12475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fillRef>
            <a:effectRef idx="0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1029C243-3CCA-56F1-D9DA-E6111197BC2F}"/>
                </a:ext>
              </a:extLst>
            </p:cNvPr>
            <p:cNvSpPr txBox="1"/>
            <p:nvPr/>
          </p:nvSpPr>
          <p:spPr>
            <a:xfrm>
              <a:off x="60947" y="642170"/>
              <a:ext cx="2215843" cy="11257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algn="ctr" defTabSz="177888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Interviews – </a:t>
              </a:r>
              <a:r>
                <a:rPr lang="en-GB" sz="24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</a:t>
              </a:r>
              <a:r>
                <a:rPr lang="en-GB" sz="2400" kern="1200" dirty="0">
                  <a:solidFill>
                    <a:schemeClr val="tx1"/>
                  </a:solidFill>
                </a:rPr>
                <a:t>ollecting </a:t>
              </a:r>
              <a:r>
                <a:rPr lang="en-GB" sz="2400" i="1" kern="1200" dirty="0">
                  <a:solidFill>
                    <a:schemeClr val="tx1"/>
                  </a:solidFill>
                </a:rPr>
                <a:t>useful</a:t>
              </a:r>
              <a:r>
                <a:rPr lang="en-GB" sz="2400" kern="1200" dirty="0">
                  <a:solidFill>
                    <a:schemeClr val="tx1"/>
                  </a:solidFill>
                </a:rPr>
                <a:t> data</a:t>
              </a:r>
              <a:endParaRPr lang="en-GB" sz="2300" kern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087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B16C55-CFB0-0ACA-F70B-59B4B7617303}"/>
              </a:ext>
            </a:extLst>
          </p:cNvPr>
          <p:cNvSpPr txBox="1">
            <a:spLocks/>
          </p:cNvSpPr>
          <p:nvPr/>
        </p:nvSpPr>
        <p:spPr>
          <a:xfrm>
            <a:off x="644909" y="1660753"/>
            <a:ext cx="6849949" cy="476978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spcBef>
                <a:spcPts val="0"/>
              </a:spcBef>
            </a:pPr>
            <a:r>
              <a:rPr lang="en-GB" sz="2400" dirty="0">
                <a:latin typeface="+mn-lt"/>
              </a:rPr>
              <a:t>Record and take notes (with permission)</a:t>
            </a:r>
          </a:p>
          <a:p>
            <a:pPr>
              <a:spcBef>
                <a:spcPts val="0"/>
              </a:spcBef>
            </a:pPr>
            <a:r>
              <a:rPr lang="en-GB" sz="2400" dirty="0">
                <a:latin typeface="+mn-lt"/>
              </a:rPr>
              <a:t>Allow time for their reflection and follow up </a:t>
            </a:r>
          </a:p>
          <a:p>
            <a:pPr>
              <a:spcBef>
                <a:spcPts val="0"/>
              </a:spcBef>
            </a:pPr>
            <a:r>
              <a:rPr lang="en-GB" sz="2400" dirty="0">
                <a:latin typeface="+mn-lt"/>
              </a:rPr>
              <a:t>Be flexible and adaptable</a:t>
            </a:r>
          </a:p>
          <a:p>
            <a:pPr>
              <a:spcBef>
                <a:spcPts val="0"/>
              </a:spcBef>
            </a:pPr>
            <a:r>
              <a:rPr lang="en-GB" sz="2400" dirty="0">
                <a:latin typeface="+mn-lt"/>
              </a:rPr>
              <a:t>Use open-ended questions </a:t>
            </a:r>
          </a:p>
          <a:p>
            <a:pPr>
              <a:spcBef>
                <a:spcPts val="0"/>
              </a:spcBef>
            </a:pPr>
            <a:r>
              <a:rPr lang="en-GB" sz="2400" dirty="0">
                <a:latin typeface="+mn-lt"/>
              </a:rPr>
              <a:t>Use probing questions for more depth</a:t>
            </a:r>
          </a:p>
          <a:p>
            <a:pPr>
              <a:spcBef>
                <a:spcPts val="0"/>
              </a:spcBef>
            </a:pPr>
            <a:r>
              <a:rPr lang="en-GB" sz="2400" dirty="0">
                <a:latin typeface="+mn-lt"/>
              </a:rPr>
              <a:t>End on a positive note</a:t>
            </a:r>
          </a:p>
          <a:p>
            <a:pPr>
              <a:spcBef>
                <a:spcPts val="0"/>
              </a:spcBef>
            </a:pPr>
            <a:r>
              <a:rPr lang="en-GB" sz="2400" dirty="0">
                <a:latin typeface="+mn-lt"/>
              </a:rPr>
              <a:t>Reflect after the interview</a:t>
            </a:r>
          </a:p>
          <a:p>
            <a:pPr>
              <a:spcBef>
                <a:spcPts val="0"/>
              </a:spcBef>
            </a:pPr>
            <a:endParaRPr lang="en-GB" sz="2400" dirty="0">
              <a:latin typeface="+mn-lt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2400" dirty="0"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3B4CFE-1AED-E262-6F1A-2E1FE171E609}"/>
              </a:ext>
            </a:extLst>
          </p:cNvPr>
          <p:cNvGrpSpPr/>
          <p:nvPr/>
        </p:nvGrpSpPr>
        <p:grpSpPr>
          <a:xfrm>
            <a:off x="644909" y="141272"/>
            <a:ext cx="4761280" cy="997246"/>
            <a:chOff x="48" y="581271"/>
            <a:chExt cx="2337641" cy="124752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30E11E4-FC05-A244-8A7A-00FD91CB1BDC}"/>
                </a:ext>
              </a:extLst>
            </p:cNvPr>
            <p:cNvSpPr/>
            <p:nvPr/>
          </p:nvSpPr>
          <p:spPr>
            <a:xfrm>
              <a:off x="48" y="581271"/>
              <a:ext cx="2337641" cy="12475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fillRef>
            <a:effectRef idx="0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5069FF0E-0077-04D0-442D-FE81341C31AA}"/>
                </a:ext>
              </a:extLst>
            </p:cNvPr>
            <p:cNvSpPr txBox="1"/>
            <p:nvPr/>
          </p:nvSpPr>
          <p:spPr>
            <a:xfrm>
              <a:off x="60947" y="642170"/>
              <a:ext cx="2215843" cy="11257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algn="ctr" defTabSz="177888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Interviews – </a:t>
              </a:r>
              <a:r>
                <a:rPr lang="en-GB" sz="24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</a:t>
              </a:r>
              <a:r>
                <a:rPr lang="en-GB" sz="2400" kern="1200" dirty="0">
                  <a:solidFill>
                    <a:schemeClr val="tx1"/>
                  </a:solidFill>
                </a:rPr>
                <a:t>ollecting </a:t>
              </a:r>
              <a:r>
                <a:rPr lang="en-GB" sz="2400" i="1" kern="1200" dirty="0">
                  <a:solidFill>
                    <a:schemeClr val="tx1"/>
                  </a:solidFill>
                </a:rPr>
                <a:t>useful</a:t>
              </a:r>
              <a:r>
                <a:rPr lang="en-GB" sz="2400" kern="1200" dirty="0">
                  <a:solidFill>
                    <a:schemeClr val="tx1"/>
                  </a:solidFill>
                </a:rPr>
                <a:t> data</a:t>
              </a:r>
              <a:endParaRPr lang="en-GB" sz="2300" kern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5433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B16C55-CFB0-0ACA-F70B-59B4B7617303}"/>
              </a:ext>
            </a:extLst>
          </p:cNvPr>
          <p:cNvSpPr txBox="1">
            <a:spLocks/>
          </p:cNvSpPr>
          <p:nvPr/>
        </p:nvSpPr>
        <p:spPr>
          <a:xfrm>
            <a:off x="530654" y="1387642"/>
            <a:ext cx="6670246" cy="2366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90000"/>
              </a:lnSpc>
            </a:pPr>
            <a:r>
              <a:rPr lang="en-US" b="1" dirty="0"/>
              <a:t> Focus group interview</a:t>
            </a:r>
            <a:endParaRPr lang="en-US" dirty="0"/>
          </a:p>
          <a:p>
            <a:pPr marL="685800"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Often open-ended questions (with a topic of interest)</a:t>
            </a:r>
          </a:p>
          <a:p>
            <a:pPr marL="685800"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Collects in-depth data from a purposely selected group</a:t>
            </a:r>
          </a:p>
          <a:p>
            <a:pPr marL="685800"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Must make sure the group interacts with one another and stays on topic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E9031-5DB6-4A48-EFD0-FC9771979EB6}"/>
              </a:ext>
            </a:extLst>
          </p:cNvPr>
          <p:cNvSpPr txBox="1"/>
          <p:nvPr/>
        </p:nvSpPr>
        <p:spPr>
          <a:xfrm>
            <a:off x="630636" y="3754123"/>
            <a:ext cx="4256682" cy="2629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Pros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In depth, collective and contextualised experiences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Encourages diversity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Cost-effective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Increased validity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D46CD5-8F05-D6AC-6741-EFAAC6644C5D}"/>
              </a:ext>
            </a:extLst>
          </p:cNvPr>
          <p:cNvSpPr txBox="1"/>
          <p:nvPr/>
        </p:nvSpPr>
        <p:spPr>
          <a:xfrm>
            <a:off x="4887318" y="3754123"/>
            <a:ext cx="4256682" cy="2629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Cons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Confidentiality and privacy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Less reliable – the discussions could be difficult to repeat 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Conformity, social desirability, oppositional behaviour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538D482-1D96-E288-FA17-D68C6EE15E15}"/>
              </a:ext>
            </a:extLst>
          </p:cNvPr>
          <p:cNvGrpSpPr/>
          <p:nvPr/>
        </p:nvGrpSpPr>
        <p:grpSpPr>
          <a:xfrm>
            <a:off x="100815" y="93966"/>
            <a:ext cx="3284069" cy="899883"/>
            <a:chOff x="48" y="581271"/>
            <a:chExt cx="2337641" cy="124752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A21EAFE-D1F9-F558-0A7C-3BB0242BECFB}"/>
                </a:ext>
              </a:extLst>
            </p:cNvPr>
            <p:cNvSpPr/>
            <p:nvPr/>
          </p:nvSpPr>
          <p:spPr>
            <a:xfrm>
              <a:off x="48" y="581271"/>
              <a:ext cx="2337641" cy="124752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fillRef>
            <a:effectRef idx="0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47908907-5D40-3F6F-845B-2319B4506E88}"/>
                </a:ext>
              </a:extLst>
            </p:cNvPr>
            <p:cNvSpPr txBox="1"/>
            <p:nvPr/>
          </p:nvSpPr>
          <p:spPr>
            <a:xfrm>
              <a:off x="60947" y="642170"/>
              <a:ext cx="2215843" cy="112572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algn="ctr" defTabSz="177888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Focus Groups</a:t>
              </a:r>
              <a:endParaRPr lang="en-GB" sz="2300" kern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323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B16C55-CFB0-0ACA-F70B-59B4B7617303}"/>
              </a:ext>
            </a:extLst>
          </p:cNvPr>
          <p:cNvSpPr txBox="1">
            <a:spLocks/>
          </p:cNvSpPr>
          <p:nvPr/>
        </p:nvSpPr>
        <p:spPr>
          <a:xfrm>
            <a:off x="851616" y="1323869"/>
            <a:ext cx="7440768" cy="476978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0">
              <a:spcBef>
                <a:spcPts val="0"/>
              </a:spcBef>
            </a:pPr>
            <a:r>
              <a:rPr lang="en-GB" sz="2200" dirty="0"/>
              <a:t>Define clear objectives</a:t>
            </a:r>
          </a:p>
          <a:p>
            <a:pPr lvl="0">
              <a:spcBef>
                <a:spcPts val="0"/>
              </a:spcBef>
            </a:pPr>
            <a:r>
              <a:rPr lang="en-GB" sz="2200" dirty="0"/>
              <a:t>Select the right participants (diversity)</a:t>
            </a:r>
          </a:p>
          <a:p>
            <a:pPr lvl="0">
              <a:spcBef>
                <a:spcPts val="0"/>
              </a:spcBef>
            </a:pPr>
            <a:r>
              <a:rPr lang="en-GB" sz="2200" dirty="0"/>
              <a:t>Create a comfortable environment</a:t>
            </a:r>
          </a:p>
          <a:p>
            <a:pPr lvl="0">
              <a:spcBef>
                <a:spcPts val="0"/>
              </a:spcBef>
            </a:pPr>
            <a:r>
              <a:rPr lang="en-GB" sz="2200" dirty="0"/>
              <a:t>The role of an effective </a:t>
            </a:r>
            <a:r>
              <a:rPr lang="en-GB" sz="2200" b="1" dirty="0"/>
              <a:t>Moderator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dirty="0"/>
              <a:t>Manage discussion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dirty="0"/>
              <a:t>Encourage participation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dirty="0"/>
              <a:t>Remain neutral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dirty="0"/>
              <a:t>Handle group dynamics: encourage quieter participants </a:t>
            </a:r>
          </a:p>
          <a:p>
            <a:pPr lvl="0">
              <a:spcBef>
                <a:spcPts val="0"/>
              </a:spcBef>
            </a:pPr>
            <a:r>
              <a:rPr lang="en-GB" sz="2200" dirty="0"/>
              <a:t>Prepare thoughtful questions </a:t>
            </a:r>
          </a:p>
          <a:p>
            <a:pPr lvl="0">
              <a:spcBef>
                <a:spcPts val="0"/>
              </a:spcBef>
            </a:pPr>
            <a:r>
              <a:rPr lang="en-GB" sz="2200" dirty="0"/>
              <a:t>Encourage participation / use probe questions</a:t>
            </a:r>
          </a:p>
          <a:p>
            <a:pPr lvl="0">
              <a:spcBef>
                <a:spcPts val="0"/>
              </a:spcBef>
            </a:pPr>
            <a:r>
              <a:rPr lang="en-GB" sz="2200" dirty="0"/>
              <a:t>Encourage reflection </a:t>
            </a:r>
          </a:p>
          <a:p>
            <a:pPr lvl="0">
              <a:spcBef>
                <a:spcPts val="0"/>
              </a:spcBef>
            </a:pPr>
            <a:r>
              <a:rPr lang="en-GB" sz="2200" dirty="0"/>
              <a:t>Manage time (stay on track)</a:t>
            </a:r>
          </a:p>
          <a:p>
            <a:pPr lvl="0">
              <a:spcBef>
                <a:spcPts val="0"/>
              </a:spcBef>
            </a:pPr>
            <a:r>
              <a:rPr lang="en-GB" sz="2200" dirty="0"/>
              <a:t>Record the session (with permission)</a:t>
            </a:r>
          </a:p>
          <a:p>
            <a:pPr>
              <a:spcBef>
                <a:spcPts val="0"/>
              </a:spcBef>
            </a:pPr>
            <a:endParaRPr lang="en-GB" sz="2200" dirty="0"/>
          </a:p>
          <a:p>
            <a:pPr marL="0" indent="0">
              <a:spcBef>
                <a:spcPts val="0"/>
              </a:spcBef>
              <a:buNone/>
            </a:pPr>
            <a:endParaRPr lang="en-GB" sz="2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F03223B-A2F1-B996-29BA-84131F272555}"/>
              </a:ext>
            </a:extLst>
          </p:cNvPr>
          <p:cNvGrpSpPr/>
          <p:nvPr/>
        </p:nvGrpSpPr>
        <p:grpSpPr>
          <a:xfrm>
            <a:off x="100815" y="93966"/>
            <a:ext cx="5048701" cy="899883"/>
            <a:chOff x="48" y="581271"/>
            <a:chExt cx="2337641" cy="124752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C98FFC6-4BC1-E7E5-E019-4689450487B1}"/>
                </a:ext>
              </a:extLst>
            </p:cNvPr>
            <p:cNvSpPr/>
            <p:nvPr/>
          </p:nvSpPr>
          <p:spPr>
            <a:xfrm>
              <a:off x="48" y="581271"/>
              <a:ext cx="2337641" cy="124752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fillRef>
            <a:effectRef idx="0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B49DA560-EECC-590A-59B6-D1C5FFBF8DA7}"/>
                </a:ext>
              </a:extLst>
            </p:cNvPr>
            <p:cNvSpPr txBox="1"/>
            <p:nvPr/>
          </p:nvSpPr>
          <p:spPr>
            <a:xfrm>
              <a:off x="60947" y="642170"/>
              <a:ext cx="2215843" cy="112572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algn="ctr" defTabSz="177888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Focus Groups </a:t>
              </a:r>
              <a:r>
                <a:rPr lang="en-GB" sz="2400" dirty="0">
                  <a:solidFill>
                    <a:schemeClr val="tx1"/>
                  </a:solidFill>
                </a:rPr>
                <a:t>– collecting </a:t>
              </a:r>
              <a:r>
                <a:rPr lang="en-GB" sz="2400" i="1" dirty="0">
                  <a:solidFill>
                    <a:schemeClr val="tx1"/>
                  </a:solidFill>
                </a:rPr>
                <a:t>useful</a:t>
              </a:r>
              <a:r>
                <a:rPr lang="en-GB" sz="2400" dirty="0">
                  <a:solidFill>
                    <a:schemeClr val="tx1"/>
                  </a:solidFill>
                </a:rPr>
                <a:t> data</a:t>
              </a:r>
              <a:endParaRPr lang="en-GB" sz="2400" kern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605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C5078778-7BB8-4963-28C9-A6F5305DD6BD}"/>
              </a:ext>
            </a:extLst>
          </p:cNvPr>
          <p:cNvSpPr txBox="1">
            <a:spLocks/>
          </p:cNvSpPr>
          <p:nvPr/>
        </p:nvSpPr>
        <p:spPr>
          <a:xfrm>
            <a:off x="795736" y="1714501"/>
            <a:ext cx="6274915" cy="22253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dirty="0"/>
              <a:t>Recording / watching behaviours or interactions in a natural setting</a:t>
            </a:r>
          </a:p>
          <a:p>
            <a:pPr marL="0" indent="0">
              <a:lnSpc>
                <a:spcPct val="90000"/>
              </a:lnSpc>
            </a:pPr>
            <a:r>
              <a:rPr lang="en-US" sz="2000" b="1" dirty="0"/>
              <a:t> </a:t>
            </a:r>
            <a:r>
              <a:rPr lang="en-US" sz="2000" dirty="0"/>
              <a:t>Researcher can be involved or not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0ABEC6-1494-AD93-8A3F-E9105BFDE473}"/>
              </a:ext>
            </a:extLst>
          </p:cNvPr>
          <p:cNvGrpSpPr/>
          <p:nvPr/>
        </p:nvGrpSpPr>
        <p:grpSpPr>
          <a:xfrm>
            <a:off x="532614" y="446072"/>
            <a:ext cx="3012691" cy="849328"/>
            <a:chOff x="48" y="581271"/>
            <a:chExt cx="2337641" cy="124752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7D0BE5C-2190-F8EF-36E9-4C92541BF099}"/>
                </a:ext>
              </a:extLst>
            </p:cNvPr>
            <p:cNvSpPr/>
            <p:nvPr/>
          </p:nvSpPr>
          <p:spPr>
            <a:xfrm>
              <a:off x="48" y="581271"/>
              <a:ext cx="2337641" cy="124752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fillRef>
            <a:effectRef idx="0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b="1">
                <a:solidFill>
                  <a:schemeClr val="tx1"/>
                </a:solidFill>
              </a:endParaRPr>
            </a:p>
          </p:txBody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AF8BBB28-1AC3-4D8F-5D71-5A5C33C38A2B}"/>
                </a:ext>
              </a:extLst>
            </p:cNvPr>
            <p:cNvSpPr txBox="1"/>
            <p:nvPr/>
          </p:nvSpPr>
          <p:spPr>
            <a:xfrm>
              <a:off x="60947" y="642170"/>
              <a:ext cx="2215843" cy="112572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algn="ctr" defTabSz="177888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400" kern="1200" dirty="0">
                  <a:solidFill>
                    <a:schemeClr val="tx1"/>
                  </a:solidFill>
                </a:rPr>
                <a:t>Observation</a:t>
              </a:r>
              <a:endParaRPr lang="en-GB" sz="2300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FB0D87C-4F6C-3C57-E2FB-E2E0331ADF19}"/>
              </a:ext>
            </a:extLst>
          </p:cNvPr>
          <p:cNvSpPr txBox="1"/>
          <p:nvPr/>
        </p:nvSpPr>
        <p:spPr>
          <a:xfrm>
            <a:off x="532614" y="3278851"/>
            <a:ext cx="4256682" cy="2168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Pros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Real-time data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Provides context (environmental)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Can uncover unknown dynamics / relationships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C3D86C-7B2E-7DCD-09BD-79C56D8F722C}"/>
              </a:ext>
            </a:extLst>
          </p:cNvPr>
          <p:cNvSpPr txBox="1"/>
          <p:nvPr/>
        </p:nvSpPr>
        <p:spPr>
          <a:xfrm>
            <a:off x="4686300" y="3278851"/>
            <a:ext cx="4457700" cy="2168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Cons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Time-consuming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Observer bias?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Limited (or no) control over variables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May not capture internal feeling states</a:t>
            </a:r>
          </a:p>
        </p:txBody>
      </p:sp>
    </p:spTree>
    <p:extLst>
      <p:ext uri="{BB962C8B-B14F-4D97-AF65-F5344CB8AC3E}">
        <p14:creationId xmlns:p14="http://schemas.microsoft.com/office/powerpoint/2010/main" val="3401192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B16C55-CFB0-0ACA-F70B-59B4B7617303}"/>
              </a:ext>
            </a:extLst>
          </p:cNvPr>
          <p:cNvSpPr txBox="1">
            <a:spLocks/>
          </p:cNvSpPr>
          <p:nvPr/>
        </p:nvSpPr>
        <p:spPr>
          <a:xfrm>
            <a:off x="675877" y="1452206"/>
            <a:ext cx="8266211" cy="476978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0">
              <a:spcBef>
                <a:spcPts val="0"/>
              </a:spcBef>
            </a:pPr>
            <a:r>
              <a:rPr lang="en-GB" sz="2200" dirty="0">
                <a:latin typeface="+mn-lt"/>
              </a:rPr>
              <a:t>Define clear objectives</a:t>
            </a:r>
          </a:p>
          <a:p>
            <a:pPr lvl="0">
              <a:spcBef>
                <a:spcPts val="0"/>
              </a:spcBef>
            </a:pPr>
            <a:r>
              <a:rPr lang="en-GB" sz="2200" dirty="0">
                <a:latin typeface="+mn-lt"/>
              </a:rPr>
              <a:t>Choose the right setting (natural and accessible)</a:t>
            </a:r>
          </a:p>
          <a:p>
            <a:pPr lvl="0">
              <a:spcBef>
                <a:spcPts val="0"/>
              </a:spcBef>
            </a:pPr>
            <a:r>
              <a:rPr lang="en-GB" sz="2200" dirty="0">
                <a:latin typeface="+mn-lt"/>
              </a:rPr>
              <a:t>Develop a plan (if required) e.g. checklist, time frame</a:t>
            </a:r>
          </a:p>
          <a:p>
            <a:pPr lvl="0">
              <a:spcBef>
                <a:spcPts val="0"/>
              </a:spcBef>
            </a:pPr>
            <a:r>
              <a:rPr lang="en-GB" sz="2200" dirty="0">
                <a:latin typeface="+mn-lt"/>
              </a:rPr>
              <a:t>Select your method:</a:t>
            </a:r>
            <a:endParaRPr lang="en-GB" sz="2200" b="1" dirty="0">
              <a:latin typeface="+mn-lt"/>
            </a:endParaRP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dirty="0">
                <a:latin typeface="+mn-lt"/>
              </a:rPr>
              <a:t>If you (as the researcher) will conduct </a:t>
            </a:r>
            <a:r>
              <a:rPr lang="en-GB" sz="2200" b="1" dirty="0">
                <a:latin typeface="+mn-lt"/>
              </a:rPr>
              <a:t>Participant</a:t>
            </a:r>
            <a:r>
              <a:rPr lang="en-GB" sz="2200" dirty="0">
                <a:latin typeface="+mn-lt"/>
              </a:rPr>
              <a:t> observation (are part of the environment) vs </a:t>
            </a:r>
            <a:r>
              <a:rPr lang="en-GB" sz="2200" b="1" dirty="0">
                <a:latin typeface="+mn-lt"/>
              </a:rPr>
              <a:t>Non-Participant</a:t>
            </a:r>
            <a:r>
              <a:rPr lang="en-GB" sz="2200" dirty="0">
                <a:latin typeface="+mn-lt"/>
              </a:rPr>
              <a:t> observation (an outside observer)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200" b="1" dirty="0">
                <a:latin typeface="+mn-lt"/>
              </a:rPr>
              <a:t>Structured</a:t>
            </a:r>
            <a:r>
              <a:rPr lang="en-GB" sz="2200" dirty="0">
                <a:latin typeface="+mn-lt"/>
              </a:rPr>
              <a:t> (predefined checklists / categories) vs </a:t>
            </a:r>
            <a:r>
              <a:rPr lang="en-GB" sz="2200" b="1" dirty="0">
                <a:latin typeface="+mn-lt"/>
              </a:rPr>
              <a:t>Unstructured</a:t>
            </a:r>
            <a:r>
              <a:rPr lang="en-GB" sz="2200" dirty="0">
                <a:latin typeface="+mn-lt"/>
              </a:rPr>
              <a:t> (open-ended, spontaneous)</a:t>
            </a:r>
          </a:p>
          <a:p>
            <a:pPr lvl="0">
              <a:spcBef>
                <a:spcPts val="0"/>
              </a:spcBef>
            </a:pPr>
            <a:r>
              <a:rPr lang="en-GB" sz="2200" dirty="0">
                <a:latin typeface="+mn-lt"/>
              </a:rPr>
              <a:t>Minimise bias (stay neutral, multiple observers)</a:t>
            </a:r>
          </a:p>
          <a:p>
            <a:pPr lvl="0">
              <a:spcBef>
                <a:spcPts val="0"/>
              </a:spcBef>
            </a:pPr>
            <a:r>
              <a:rPr lang="en-GB" sz="2200" dirty="0">
                <a:latin typeface="+mn-lt"/>
              </a:rPr>
              <a:t>Awareness of contextual factors</a:t>
            </a:r>
          </a:p>
          <a:p>
            <a:pPr lvl="0">
              <a:spcBef>
                <a:spcPts val="0"/>
              </a:spcBef>
            </a:pPr>
            <a:r>
              <a:rPr lang="en-GB" sz="2200" dirty="0">
                <a:latin typeface="+mn-lt"/>
              </a:rPr>
              <a:t>Record observations thoroughly </a:t>
            </a:r>
          </a:p>
          <a:p>
            <a:pPr lvl="0">
              <a:spcBef>
                <a:spcPts val="0"/>
              </a:spcBef>
            </a:pPr>
            <a:r>
              <a:rPr lang="en-GB" sz="2200" dirty="0">
                <a:latin typeface="+mn-lt"/>
              </a:rPr>
              <a:t>Reflect</a:t>
            </a:r>
          </a:p>
          <a:p>
            <a:pPr lvl="0">
              <a:spcBef>
                <a:spcPts val="0"/>
              </a:spcBef>
            </a:pPr>
            <a:r>
              <a:rPr lang="en-GB" sz="2200" dirty="0">
                <a:latin typeface="+mn-lt"/>
              </a:rPr>
              <a:t>Triangulation (e.g., validate observations via interviews)</a:t>
            </a:r>
          </a:p>
          <a:p>
            <a:pPr marL="0" indent="0">
              <a:spcBef>
                <a:spcPts val="0"/>
              </a:spcBef>
              <a:buNone/>
            </a:pPr>
            <a:endParaRPr lang="en-GB" sz="2200" dirty="0"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BBC90C-99E4-BF0F-A49C-AFABA26DFD88}"/>
              </a:ext>
            </a:extLst>
          </p:cNvPr>
          <p:cNvGrpSpPr/>
          <p:nvPr/>
        </p:nvGrpSpPr>
        <p:grpSpPr>
          <a:xfrm>
            <a:off x="532614" y="446072"/>
            <a:ext cx="5499218" cy="849328"/>
            <a:chOff x="48" y="581271"/>
            <a:chExt cx="2337641" cy="124752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550ABB0-EDC0-1A41-7CE1-246ED0ED9B5E}"/>
                </a:ext>
              </a:extLst>
            </p:cNvPr>
            <p:cNvSpPr/>
            <p:nvPr/>
          </p:nvSpPr>
          <p:spPr>
            <a:xfrm>
              <a:off x="48" y="581271"/>
              <a:ext cx="2337641" cy="124752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fillRef>
            <a:effectRef idx="0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b="1">
                <a:solidFill>
                  <a:schemeClr val="tx1"/>
                </a:solidFill>
              </a:endParaRPr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8CABC8C1-BEA6-2961-0B99-4E4627972CD1}"/>
                </a:ext>
              </a:extLst>
            </p:cNvPr>
            <p:cNvSpPr txBox="1"/>
            <p:nvPr/>
          </p:nvSpPr>
          <p:spPr>
            <a:xfrm>
              <a:off x="60947" y="642170"/>
              <a:ext cx="2215843" cy="112572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algn="ctr" defTabSz="177888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400" kern="1200" dirty="0">
                  <a:solidFill>
                    <a:schemeClr val="tx1"/>
                  </a:solidFill>
                </a:rPr>
                <a:t>Observation -  collecting </a:t>
              </a:r>
              <a:r>
                <a:rPr lang="en-GB" sz="2400" i="1" kern="1200" dirty="0">
                  <a:solidFill>
                    <a:schemeClr val="tx1"/>
                  </a:solidFill>
                </a:rPr>
                <a:t>useful</a:t>
              </a:r>
              <a:r>
                <a:rPr lang="en-GB" sz="2400" kern="1200" dirty="0">
                  <a:solidFill>
                    <a:schemeClr val="tx1"/>
                  </a:solidFill>
                </a:rPr>
                <a:t> data</a:t>
              </a:r>
              <a:endParaRPr lang="en-GB" sz="2300" kern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805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C5078778-7BB8-4963-28C9-A6F5305DD6BD}"/>
              </a:ext>
            </a:extLst>
          </p:cNvPr>
          <p:cNvSpPr txBox="1">
            <a:spLocks/>
          </p:cNvSpPr>
          <p:nvPr/>
        </p:nvSpPr>
        <p:spPr>
          <a:xfrm>
            <a:off x="670525" y="1279702"/>
            <a:ext cx="8335564" cy="2858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Ethnography (immersion)</a:t>
            </a:r>
          </a:p>
          <a:p>
            <a:pPr marL="0" indent="0">
              <a:lnSpc>
                <a:spcPct val="90000"/>
              </a:lnSpc>
            </a:pPr>
            <a:r>
              <a:rPr lang="en-US" dirty="0"/>
              <a:t> To study those in their natural environments </a:t>
            </a:r>
          </a:p>
          <a:p>
            <a:pPr marL="0" indent="0">
              <a:lnSpc>
                <a:spcPct val="90000"/>
              </a:lnSpc>
            </a:pPr>
            <a:r>
              <a:rPr lang="en-US" dirty="0"/>
              <a:t> Explore cultural beliefs, norms, social interactions, traditions etc.</a:t>
            </a:r>
          </a:p>
          <a:p>
            <a:pPr marL="0" indent="0">
              <a:lnSpc>
                <a:spcPct val="90000"/>
              </a:lnSpc>
            </a:pPr>
            <a:r>
              <a:rPr lang="en-US" dirty="0"/>
              <a:t> Observation, over an extended period (e.g., researcher lives among the specific group, participates in their activities etc.)</a:t>
            </a:r>
          </a:p>
          <a:p>
            <a:pPr marL="0" indent="0">
              <a:lnSpc>
                <a:spcPct val="90000"/>
              </a:lnSpc>
            </a:pPr>
            <a:r>
              <a:rPr lang="en-US" dirty="0"/>
              <a:t> Fieldwork – long-term, extended engagement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0ABEC6-1494-AD93-8A3F-E9105BFDE473}"/>
              </a:ext>
            </a:extLst>
          </p:cNvPr>
          <p:cNvGrpSpPr/>
          <p:nvPr/>
        </p:nvGrpSpPr>
        <p:grpSpPr>
          <a:xfrm>
            <a:off x="532614" y="234526"/>
            <a:ext cx="2996649" cy="849328"/>
            <a:chOff x="48" y="581271"/>
            <a:chExt cx="2337641" cy="1247520"/>
          </a:xfrm>
          <a:solidFill>
            <a:schemeClr val="accent3">
              <a:lumMod val="75000"/>
            </a:schemeClr>
          </a:solidFill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7D0BE5C-2190-F8EF-36E9-4C92541BF099}"/>
                </a:ext>
              </a:extLst>
            </p:cNvPr>
            <p:cNvSpPr/>
            <p:nvPr/>
          </p:nvSpPr>
          <p:spPr>
            <a:xfrm>
              <a:off x="48" y="581271"/>
              <a:ext cx="2337641" cy="1247520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fillRef>
            <a:effectRef idx="0">
              <a:schemeClr val="accent2">
                <a:shade val="80000"/>
                <a:hueOff val="-68810"/>
                <a:satOff val="1666"/>
                <a:lumOff val="678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b="1">
                <a:solidFill>
                  <a:schemeClr val="tx1"/>
                </a:solidFill>
              </a:endParaRPr>
            </a:p>
          </p:txBody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AF8BBB28-1AC3-4D8F-5D71-5A5C33C38A2B}"/>
                </a:ext>
              </a:extLst>
            </p:cNvPr>
            <p:cNvSpPr txBox="1"/>
            <p:nvPr/>
          </p:nvSpPr>
          <p:spPr>
            <a:xfrm>
              <a:off x="60947" y="642170"/>
              <a:ext cx="2215843" cy="112572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algn="ctr" defTabSz="1778889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400" kern="1200" dirty="0">
                  <a:solidFill>
                    <a:schemeClr val="tx1"/>
                  </a:solidFill>
                </a:rPr>
                <a:t>Ethnography</a:t>
              </a:r>
              <a:endParaRPr lang="en-GB" sz="2300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FB0D87C-4F6C-3C57-E2FB-E2E0331ADF19}"/>
              </a:ext>
            </a:extLst>
          </p:cNvPr>
          <p:cNvSpPr txBox="1"/>
          <p:nvPr/>
        </p:nvSpPr>
        <p:spPr>
          <a:xfrm>
            <a:off x="581625" y="3744347"/>
            <a:ext cx="4256682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Pros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(Very) in-depth / rich (holistic)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Contextual relevance: ecological validity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Flexibility / adaptable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C3D86C-7B2E-7DCD-09BD-79C56D8F722C}"/>
              </a:ext>
            </a:extLst>
          </p:cNvPr>
          <p:cNvSpPr txBox="1"/>
          <p:nvPr/>
        </p:nvSpPr>
        <p:spPr>
          <a:xfrm>
            <a:off x="4572000" y="3710220"/>
            <a:ext cx="4609608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Cons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Time-consuming – long commitment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Limited generalisability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Researcher bias (interpretations) or from their presence</a:t>
            </a:r>
          </a:p>
          <a:p>
            <a:pPr marL="285750" indent="-285750">
              <a:lnSpc>
                <a:spcPct val="150000"/>
              </a:lnSpc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sz="2000" dirty="0"/>
              <a:t>Ethics – impact of presence, consent</a:t>
            </a:r>
          </a:p>
        </p:txBody>
      </p:sp>
    </p:spTree>
    <p:extLst>
      <p:ext uri="{BB962C8B-B14F-4D97-AF65-F5344CB8AC3E}">
        <p14:creationId xmlns:p14="http://schemas.microsoft.com/office/powerpoint/2010/main" val="87287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B16C55-CFB0-0ACA-F70B-59B4B7617303}"/>
              </a:ext>
            </a:extLst>
          </p:cNvPr>
          <p:cNvSpPr txBox="1">
            <a:spLocks/>
          </p:cNvSpPr>
          <p:nvPr/>
        </p:nvSpPr>
        <p:spPr>
          <a:xfrm>
            <a:off x="850262" y="1683683"/>
            <a:ext cx="8050306" cy="417758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sz="2200" dirty="0">
                <a:solidFill>
                  <a:sysClr val="windowText" lastClr="000000"/>
                </a:solidFill>
              </a:rPr>
              <a:t>Avoid yes/no or leading questions – use prompts</a:t>
            </a:r>
          </a:p>
          <a:p>
            <a:r>
              <a:rPr lang="en-GB" sz="2200" dirty="0">
                <a:solidFill>
                  <a:sysClr val="windowText" lastClr="000000"/>
                </a:solidFill>
              </a:rPr>
              <a:t>Use “How” or “What”</a:t>
            </a:r>
          </a:p>
          <a:p>
            <a:r>
              <a:rPr lang="en-GB" sz="2200" dirty="0">
                <a:solidFill>
                  <a:sysClr val="windowText" lastClr="000000"/>
                </a:solidFill>
              </a:rPr>
              <a:t>Keep questions clear and simple</a:t>
            </a:r>
          </a:p>
          <a:p>
            <a:r>
              <a:rPr lang="en-GB" sz="2200" dirty="0">
                <a:solidFill>
                  <a:sysClr val="windowText" lastClr="000000"/>
                </a:solidFill>
              </a:rPr>
              <a:t>Encourage reflection and depth</a:t>
            </a:r>
          </a:p>
          <a:p>
            <a:r>
              <a:rPr lang="en-GB" sz="2200" dirty="0">
                <a:solidFill>
                  <a:sysClr val="windowText" lastClr="000000"/>
                </a:solidFill>
              </a:rPr>
              <a:t>Avoid leading questions (avoids desired answers / bias)</a:t>
            </a:r>
          </a:p>
          <a:p>
            <a:r>
              <a:rPr lang="en-GB" sz="2200" dirty="0">
                <a:solidFill>
                  <a:sysClr val="windowText" lastClr="000000"/>
                </a:solidFill>
              </a:rPr>
              <a:t>Be specific when necessary </a:t>
            </a:r>
          </a:p>
          <a:p>
            <a:r>
              <a:rPr lang="en-GB" sz="2200" dirty="0">
                <a:solidFill>
                  <a:sysClr val="windowText" lastClr="000000"/>
                </a:solidFill>
              </a:rPr>
              <a:t>Use probing questions</a:t>
            </a:r>
          </a:p>
          <a:p>
            <a:r>
              <a:rPr lang="en-GB" sz="2200" dirty="0">
                <a:solidFill>
                  <a:sysClr val="windowText" lastClr="000000"/>
                </a:solidFill>
              </a:rPr>
              <a:t>Focus on experiences</a:t>
            </a:r>
          </a:p>
          <a:p>
            <a:r>
              <a:rPr lang="en-GB" sz="2200" dirty="0">
                <a:solidFill>
                  <a:sysClr val="windowText" lastClr="000000"/>
                </a:solidFill>
              </a:rPr>
              <a:t>Be flexible (incl. question order)</a:t>
            </a:r>
          </a:p>
          <a:p>
            <a:pPr marL="0" indent="0">
              <a:buNone/>
            </a:pPr>
            <a:endParaRPr lang="en-GB" sz="2200" dirty="0">
              <a:solidFill>
                <a:sysClr val="windowText" lastClr="00000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A3AFA11-4699-FA42-E47D-C0C85CAFAFAF}"/>
              </a:ext>
            </a:extLst>
          </p:cNvPr>
          <p:cNvGrpSpPr/>
          <p:nvPr/>
        </p:nvGrpSpPr>
        <p:grpSpPr>
          <a:xfrm>
            <a:off x="417982" y="183944"/>
            <a:ext cx="4988207" cy="1247520"/>
            <a:chOff x="354" y="3201063"/>
            <a:chExt cx="2340373" cy="1247520"/>
          </a:xfrm>
          <a:solidFill>
            <a:schemeClr val="bg2">
              <a:lumMod val="50000"/>
            </a:schemeClr>
          </a:solidFill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EBD123B-9281-143C-8D0F-1C51617A6935}"/>
                </a:ext>
              </a:extLst>
            </p:cNvPr>
            <p:cNvSpPr/>
            <p:nvPr/>
          </p:nvSpPr>
          <p:spPr>
            <a:xfrm>
              <a:off x="354" y="3201063"/>
              <a:ext cx="2340373" cy="1247520"/>
            </a:xfrm>
            <a:prstGeom prst="roundRect">
              <a:avLst/>
            </a:prstGeom>
            <a:grpFill/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shade val="80000"/>
                <a:hueOff val="-217364"/>
                <a:satOff val="-8459"/>
                <a:lumOff val="20582"/>
                <a:alphaOff val="0"/>
              </a:schemeClr>
            </a:fillRef>
            <a:effectRef idx="1">
              <a:schemeClr val="accent4">
                <a:shade val="80000"/>
                <a:hueOff val="-217364"/>
                <a:satOff val="-8459"/>
                <a:lumOff val="20582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785BE38D-086D-1723-4AEC-C4853A3773A5}"/>
                </a:ext>
              </a:extLst>
            </p:cNvPr>
            <p:cNvSpPr txBox="1"/>
            <p:nvPr/>
          </p:nvSpPr>
          <p:spPr>
            <a:xfrm>
              <a:off x="61253" y="3261962"/>
              <a:ext cx="2218575" cy="112572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300" b="0" kern="1200" dirty="0"/>
                <a:t>Surveys – with open-ended questions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236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504" y="235348"/>
            <a:ext cx="7812148" cy="829541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200" dirty="0">
                <a:solidFill>
                  <a:schemeClr val="tx1"/>
                </a:solidFill>
                <a:latin typeface="+mj-lt"/>
              </a:rPr>
              <a:t>When to use what?</a:t>
            </a:r>
            <a:endParaRPr lang="en-GB" sz="3200" b="1" dirty="0">
              <a:solidFill>
                <a:schemeClr val="tx1"/>
              </a:solidFill>
              <a:latin typeface="+mj-lt"/>
            </a:endParaRPr>
          </a:p>
          <a:p>
            <a:pPr marL="0" indent="0">
              <a:buNone/>
            </a:pPr>
            <a:endParaRPr lang="en-GB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384741-0BE6-FC2A-D883-F770565EE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970729"/>
              </p:ext>
            </p:extLst>
          </p:nvPr>
        </p:nvGraphicFramePr>
        <p:xfrm>
          <a:off x="652504" y="860266"/>
          <a:ext cx="8140156" cy="513746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016394">
                  <a:extLst>
                    <a:ext uri="{9D8B030D-6E8A-4147-A177-3AD203B41FA5}">
                      <a16:colId xmlns:a16="http://schemas.microsoft.com/office/drawing/2014/main" val="3556118608"/>
                    </a:ext>
                  </a:extLst>
                </a:gridCol>
                <a:gridCol w="1931351">
                  <a:extLst>
                    <a:ext uri="{9D8B030D-6E8A-4147-A177-3AD203B41FA5}">
                      <a16:colId xmlns:a16="http://schemas.microsoft.com/office/drawing/2014/main" val="1637818436"/>
                    </a:ext>
                  </a:extLst>
                </a:gridCol>
                <a:gridCol w="4192411">
                  <a:extLst>
                    <a:ext uri="{9D8B030D-6E8A-4147-A177-3AD203B41FA5}">
                      <a16:colId xmlns:a16="http://schemas.microsoft.com/office/drawing/2014/main" val="3148860043"/>
                    </a:ext>
                  </a:extLst>
                </a:gridCol>
              </a:tblGrid>
              <a:tr h="382588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Use </a:t>
                      </a:r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(Example)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428755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Case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For an in-depth look at a complex, rare, or unique conditions/behaviours.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956361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Interview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For broad, specific information (e.g., surveys, or for Quant)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737556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Unstructured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For deep insights into personal experiences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95704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Semi-structured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For understanding someone’s perspective (e.g. exploratory)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204126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Focus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For gathering community feedback, or for market or social research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465247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For understanding behaviour / experience in natural environments / without manipulation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026448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Ethnography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For exploring cultural practices, beliefs, norms of a specific group/community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9509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12671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2AA66-8C12-59D5-FEEF-91C126BF3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C5BA1AD-06C2-C5F7-373D-35CC61931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9472" y="1075766"/>
            <a:ext cx="3146612" cy="5152416"/>
          </a:xfrm>
        </p:spPr>
        <p:txBody>
          <a:bodyPr>
            <a:noAutofit/>
          </a:bodyPr>
          <a:lstStyle/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3. 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Data Analysis techniques </a:t>
            </a:r>
          </a:p>
        </p:txBody>
      </p:sp>
      <p:pic>
        <p:nvPicPr>
          <p:cNvPr id="3" name="Picture 6" descr="See the source image">
            <a:extLst>
              <a:ext uri="{FF2B5EF4-FFF2-40B4-BE49-F238E27FC236}">
                <a16:creationId xmlns:a16="http://schemas.microsoft.com/office/drawing/2014/main" id="{FE0F7CD3-28EA-56F3-DF64-FF4D64FA0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7" r="26769"/>
          <a:stretch/>
        </p:blipFill>
        <p:spPr bwMode="auto">
          <a:xfrm>
            <a:off x="20" y="10"/>
            <a:ext cx="56611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0974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8676F2-4335-7184-8F2C-C2727F9C7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7" y="379671"/>
            <a:ext cx="7812148" cy="703755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200" dirty="0">
                <a:solidFill>
                  <a:schemeClr val="tx1"/>
                </a:solidFill>
                <a:latin typeface="+mj-lt"/>
              </a:rPr>
              <a:t>Data Analysis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46FB60F-4CF3-EF1B-04D3-B2EE4A27010B}"/>
              </a:ext>
            </a:extLst>
          </p:cNvPr>
          <p:cNvSpPr txBox="1">
            <a:spLocks/>
          </p:cNvSpPr>
          <p:nvPr/>
        </p:nvSpPr>
        <p:spPr>
          <a:xfrm>
            <a:off x="388169" y="1217392"/>
            <a:ext cx="8367661" cy="5424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477B4"/>
                </a:solidFill>
              </a:rPr>
              <a:t>Thematic Analysis </a:t>
            </a:r>
            <a:endParaRPr lang="en-US" b="1" dirty="0"/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GB" dirty="0"/>
              <a:t>	To identify patterns or ideas across multiple data (e.g., interviews or focus 	groups)</a:t>
            </a:r>
          </a:p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477B4"/>
                </a:solidFill>
              </a:rPr>
              <a:t>Content Analysis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bg2"/>
                </a:solidFill>
              </a:rPr>
              <a:t>	</a:t>
            </a:r>
            <a:r>
              <a:rPr lang="en-US" dirty="0"/>
              <a:t>Analysing various sources of data (e.g., documents, text, media) to quantify 	findings (categorising and counting occurrences of themes/words)</a:t>
            </a:r>
          </a:p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477B4"/>
                </a:solidFill>
              </a:rPr>
              <a:t>Narrative Analysis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/>
              <a:t>Examines stories from individuals to understand how they contrast 	meaning and identity through narrative </a:t>
            </a:r>
            <a:endParaRPr lang="en-US" b="1" dirty="0"/>
          </a:p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477B4"/>
                </a:solidFill>
              </a:rPr>
              <a:t>Grounded Theory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/>
              <a:t>To develop a theory grounded in data collected</a:t>
            </a:r>
            <a:endParaRPr lang="en-US" b="1" dirty="0"/>
          </a:p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477B4"/>
                </a:solidFill>
              </a:rPr>
              <a:t>Discourse Analysis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/>
              <a:t>To study language use and communication</a:t>
            </a:r>
            <a:endParaRPr lang="en-US" b="1" dirty="0"/>
          </a:p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1477B4"/>
                </a:solidFill>
              </a:rPr>
              <a:t>Interpretative Phenomenological Analysis (IPA)</a:t>
            </a:r>
            <a:endParaRPr lang="en-US" b="1" dirty="0"/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b="1" dirty="0"/>
              <a:t>	</a:t>
            </a:r>
            <a:r>
              <a:rPr lang="en-US" dirty="0"/>
              <a:t>Lived experience of individuals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806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7E1CA6-D1C8-1CF4-DF5C-92C8DF25A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6CFAB7-7EBB-AEEE-09E3-649FEA68D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7" y="379671"/>
            <a:ext cx="7812148" cy="703755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200" dirty="0">
                <a:solidFill>
                  <a:schemeClr val="tx1"/>
                </a:solidFill>
                <a:latin typeface="+mj-lt"/>
              </a:rPr>
              <a:t>Data Analysis - </a:t>
            </a:r>
            <a:r>
              <a:rPr lang="en-GB" sz="3200" dirty="0">
                <a:solidFill>
                  <a:srgbClr val="1477B4"/>
                </a:solidFill>
                <a:latin typeface="+mj-lt"/>
              </a:rPr>
              <a:t>Examples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6F98941-7D5F-F370-C2DF-C9BD8086DEE7}"/>
              </a:ext>
            </a:extLst>
          </p:cNvPr>
          <p:cNvSpPr txBox="1">
            <a:spLocks/>
          </p:cNvSpPr>
          <p:nvPr/>
        </p:nvSpPr>
        <p:spPr>
          <a:xfrm>
            <a:off x="388169" y="1217392"/>
            <a:ext cx="8367661" cy="5424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1477B4"/>
                </a:solidFill>
              </a:rPr>
              <a:t>Thematic Analysis </a:t>
            </a:r>
            <a:endParaRPr lang="en-US" sz="2200" b="1" dirty="0"/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GB" sz="2200" dirty="0"/>
              <a:t>	</a:t>
            </a:r>
            <a:r>
              <a:rPr lang="en-GB" sz="2200" i="1" dirty="0"/>
              <a:t>if people talk about ‘stress’ or ‘anxiety’ in their interviews</a:t>
            </a:r>
          </a:p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1477B4"/>
                </a:solidFill>
              </a:rPr>
              <a:t>Content Analysis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sz="2200" dirty="0">
                <a:solidFill>
                  <a:schemeClr val="bg2"/>
                </a:solidFill>
              </a:rPr>
              <a:t>	</a:t>
            </a:r>
            <a:r>
              <a:rPr lang="en-US" sz="2200" i="1" dirty="0"/>
              <a:t>how many times ‘stress’ or ‘anxiety’ is mentioned in their answers</a:t>
            </a:r>
          </a:p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1477B4"/>
                </a:solidFill>
              </a:rPr>
              <a:t>Narrative Analysis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sz="2200" i="1" dirty="0">
                <a:solidFill>
                  <a:schemeClr val="bg1"/>
                </a:solidFill>
              </a:rPr>
              <a:t>	</a:t>
            </a:r>
            <a:r>
              <a:rPr lang="en-US" sz="2200" i="1" dirty="0"/>
              <a:t>reading life stories about how people cope with mental illness</a:t>
            </a:r>
            <a:endParaRPr lang="en-US" sz="2200" b="1" i="1" dirty="0"/>
          </a:p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1477B4"/>
                </a:solidFill>
              </a:rPr>
              <a:t>Grounded Theory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sz="2200" dirty="0">
                <a:solidFill>
                  <a:schemeClr val="bg1"/>
                </a:solidFill>
              </a:rPr>
              <a:t>	</a:t>
            </a:r>
            <a:r>
              <a:rPr lang="en-US" sz="2200" i="1" dirty="0"/>
              <a:t>interviewing people with anxiety to develop a theory about </a:t>
            </a:r>
            <a:r>
              <a:rPr lang="en-US" sz="2200" i="1"/>
              <a:t>how 	stigma affects </a:t>
            </a:r>
            <a:r>
              <a:rPr lang="en-US" sz="2200" i="1" dirty="0"/>
              <a:t>recovery</a:t>
            </a:r>
            <a:endParaRPr lang="en-US" sz="2200" b="1" i="1" dirty="0"/>
          </a:p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1477B4"/>
                </a:solidFill>
              </a:rPr>
              <a:t>Discourse Analysis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sz="2200" dirty="0">
                <a:solidFill>
                  <a:schemeClr val="bg1"/>
                </a:solidFill>
              </a:rPr>
              <a:t>	</a:t>
            </a:r>
            <a:r>
              <a:rPr lang="en-US" sz="2200" dirty="0"/>
              <a:t>how social media talks (e.g., posts / TikTok videos) talk about mental 	health</a:t>
            </a:r>
            <a:endParaRPr lang="en-US" sz="2200" b="1" dirty="0"/>
          </a:p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1477B4"/>
                </a:solidFill>
              </a:rPr>
              <a:t>Interpretative Phenomenological Analysis (IPA)</a:t>
            </a:r>
            <a:endParaRPr lang="en-US" sz="2200" b="1" dirty="0"/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sz="2200" i="1" dirty="0"/>
              <a:t>	talks to an individual in detail about what it’s like to live with anxiety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599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025DF-A91F-EFA1-72C6-9F3FA6290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107D72-9B47-26AD-0D3A-4558715D8193}"/>
              </a:ext>
            </a:extLst>
          </p:cNvPr>
          <p:cNvSpPr txBox="1"/>
          <p:nvPr/>
        </p:nvSpPr>
        <p:spPr>
          <a:xfrm>
            <a:off x="230842" y="797510"/>
            <a:ext cx="364595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/>
              <a:t>Do the online material for this week!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Next week (and the online content for this week will look at a few of these analysis techniques)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AND 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In </a:t>
            </a:r>
            <a:r>
              <a:rPr lang="en-US" sz="2400" dirty="0">
                <a:solidFill>
                  <a:srgbClr val="1477B4"/>
                </a:solidFill>
              </a:rPr>
              <a:t>Practical 4</a:t>
            </a:r>
            <a:r>
              <a:rPr lang="en-US" sz="2400" dirty="0"/>
              <a:t> you’ll also be returning to do some Qualitative research</a:t>
            </a:r>
          </a:p>
        </p:txBody>
      </p:sp>
      <p:pic>
        <p:nvPicPr>
          <p:cNvPr id="1026" name="Picture 2" descr="Meme Creator - Funny There's always next week Meme Generator at ...">
            <a:extLst>
              <a:ext uri="{FF2B5EF4-FFF2-40B4-BE49-F238E27FC236}">
                <a16:creationId xmlns:a16="http://schemas.microsoft.com/office/drawing/2014/main" id="{E25AC27C-9CC1-BBC5-336A-8EDB1504C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116" y="1588170"/>
            <a:ext cx="4598042" cy="254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23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6E636435-4D22-BD99-8732-68064C6862E9}"/>
              </a:ext>
            </a:extLst>
          </p:cNvPr>
          <p:cNvSpPr txBox="1">
            <a:spLocks/>
          </p:cNvSpPr>
          <p:nvPr/>
        </p:nvSpPr>
        <p:spPr>
          <a:xfrm>
            <a:off x="6860004" y="0"/>
            <a:ext cx="2283996" cy="68530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3200" b="1" dirty="0"/>
              <a:t>ACTIVITY 1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5B59459-9189-0C31-BFCE-13173ED55325}"/>
              </a:ext>
            </a:extLst>
          </p:cNvPr>
          <p:cNvSpPr txBox="1">
            <a:spLocks/>
          </p:cNvSpPr>
          <p:nvPr/>
        </p:nvSpPr>
        <p:spPr>
          <a:xfrm>
            <a:off x="297997" y="746108"/>
            <a:ext cx="8845644" cy="118578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Comparing Quantitative and Qualitative</a:t>
            </a:r>
          </a:p>
          <a:p>
            <a:pPr marL="0" indent="0" algn="ctr">
              <a:buNone/>
            </a:pPr>
            <a:r>
              <a:rPr lang="en-US" sz="3200" dirty="0"/>
              <a:t>A (</a:t>
            </a:r>
            <a:r>
              <a:rPr lang="en-US" sz="3200" i="1" dirty="0"/>
              <a:t>simplified</a:t>
            </a:r>
            <a:r>
              <a:rPr lang="en-US" sz="3200" dirty="0"/>
              <a:t>)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0E90B6-5219-DD99-19E5-221E108B9181}"/>
              </a:ext>
            </a:extLst>
          </p:cNvPr>
          <p:cNvSpPr txBox="1"/>
          <p:nvPr/>
        </p:nvSpPr>
        <p:spPr>
          <a:xfrm>
            <a:off x="712693" y="3488325"/>
            <a:ext cx="81523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Quant</a:t>
            </a:r>
            <a:r>
              <a:rPr lang="en-US" b="1" dirty="0"/>
              <a:t>itative vs Qualitative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Work individually (and make notes) or in pairs (both answer in turn, make notes)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376C95-008A-9AF7-E171-A69E8EEF1E2D}"/>
              </a:ext>
            </a:extLst>
          </p:cNvPr>
          <p:cNvSpPr txBox="1"/>
          <p:nvPr/>
        </p:nvSpPr>
        <p:spPr>
          <a:xfrm>
            <a:off x="1034470" y="2469966"/>
            <a:ext cx="73726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/>
              <a:t>Suppose you wanted to investigate the current stress levels of undergraduate students…</a:t>
            </a:r>
          </a:p>
        </p:txBody>
      </p:sp>
    </p:spTree>
    <p:extLst>
      <p:ext uri="{BB962C8B-B14F-4D97-AF65-F5344CB8AC3E}">
        <p14:creationId xmlns:p14="http://schemas.microsoft.com/office/powerpoint/2010/main" val="3118044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A5B43-DDE7-BBAB-376D-9018E3E3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5BC3944-8F7E-624E-330E-B9DF543FBBCD}"/>
              </a:ext>
            </a:extLst>
          </p:cNvPr>
          <p:cNvSpPr txBox="1">
            <a:spLocks/>
          </p:cNvSpPr>
          <p:nvPr/>
        </p:nvSpPr>
        <p:spPr>
          <a:xfrm>
            <a:off x="6860004" y="0"/>
            <a:ext cx="2283996" cy="68530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3200" b="1" dirty="0"/>
              <a:t>ACTIVITY 1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749B504-32BD-1765-58E8-EF12BB4DA5D1}"/>
              </a:ext>
            </a:extLst>
          </p:cNvPr>
          <p:cNvSpPr txBox="1">
            <a:spLocks/>
          </p:cNvSpPr>
          <p:nvPr/>
        </p:nvSpPr>
        <p:spPr>
          <a:xfrm>
            <a:off x="297997" y="746108"/>
            <a:ext cx="8845644" cy="118578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Comparing Quantitative and Qualitative</a:t>
            </a:r>
          </a:p>
          <a:p>
            <a:pPr marL="0" indent="0" algn="ctr">
              <a:buNone/>
            </a:pPr>
            <a:r>
              <a:rPr lang="en-US" sz="3200" dirty="0"/>
              <a:t>A (</a:t>
            </a:r>
            <a:r>
              <a:rPr lang="en-US" sz="3200" i="1" dirty="0"/>
              <a:t>simplified</a:t>
            </a:r>
            <a:r>
              <a:rPr lang="en-US" sz="3200" dirty="0"/>
              <a:t>)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A88A56-9247-910D-90A8-0F77E15D08CF}"/>
              </a:ext>
            </a:extLst>
          </p:cNvPr>
          <p:cNvSpPr txBox="1"/>
          <p:nvPr/>
        </p:nvSpPr>
        <p:spPr>
          <a:xfrm>
            <a:off x="712693" y="3488325"/>
            <a:ext cx="65453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Quant</a:t>
            </a:r>
            <a:r>
              <a:rPr lang="en-US" b="1" dirty="0"/>
              <a:t>itative Method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Questionnaire – items from </a:t>
            </a:r>
            <a:r>
              <a:rPr lang="en-US" sz="1800" dirty="0"/>
              <a:t>State-Trait Anxiety Inventory Sub-scales:</a:t>
            </a:r>
          </a:p>
          <a:p>
            <a:pPr marL="0" indent="0">
              <a:buNone/>
            </a:pPr>
            <a:r>
              <a:rPr lang="en-US" sz="1800" dirty="0"/>
              <a:t>- state (Y1)</a:t>
            </a:r>
            <a:r>
              <a:rPr lang="en-US" dirty="0"/>
              <a:t>: how anxious someone feels in the moment</a:t>
            </a:r>
          </a:p>
          <a:p>
            <a:pPr marL="0" indent="0">
              <a:buNone/>
            </a:pPr>
            <a:r>
              <a:rPr lang="en-US" dirty="0"/>
              <a:t>- trait (Y2): how anxious someone generally feels)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dirty="0"/>
              <a:t>Scores range from 20-80 on each sub-scale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*</a:t>
            </a:r>
            <a:r>
              <a:rPr lang="en-US" sz="1800" i="1" dirty="0"/>
              <a:t>it’s not used as a diagnostic tool. High scores don’t confirm a diagnosis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9F9F89-C953-82B6-6706-91220F0E9B98}"/>
              </a:ext>
            </a:extLst>
          </p:cNvPr>
          <p:cNvSpPr txBox="1"/>
          <p:nvPr/>
        </p:nvSpPr>
        <p:spPr>
          <a:xfrm>
            <a:off x="817494" y="2356167"/>
            <a:ext cx="78066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/>
              <a:t>Suppose you wanted to investigate the current stress levels of undergraduate students…</a:t>
            </a:r>
          </a:p>
        </p:txBody>
      </p:sp>
    </p:spTree>
    <p:extLst>
      <p:ext uri="{BB962C8B-B14F-4D97-AF65-F5344CB8AC3E}">
        <p14:creationId xmlns:p14="http://schemas.microsoft.com/office/powerpoint/2010/main" val="29838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8AEE0-AEBA-4C94-F557-5FF0769C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5F0DF607-B23E-AB6B-7401-9BAFC77A831A}"/>
              </a:ext>
            </a:extLst>
          </p:cNvPr>
          <p:cNvSpPr txBox="1">
            <a:spLocks/>
          </p:cNvSpPr>
          <p:nvPr/>
        </p:nvSpPr>
        <p:spPr>
          <a:xfrm>
            <a:off x="6860004" y="0"/>
            <a:ext cx="2283996" cy="68530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3200" b="1" dirty="0"/>
              <a:t>ACTIVITY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D7259D-FF91-85F4-D1D2-2BE6092BD624}"/>
              </a:ext>
            </a:extLst>
          </p:cNvPr>
          <p:cNvSpPr txBox="1"/>
          <p:nvPr/>
        </p:nvSpPr>
        <p:spPr>
          <a:xfrm>
            <a:off x="221580" y="78993"/>
            <a:ext cx="3719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Quant</a:t>
            </a:r>
            <a:r>
              <a:rPr lang="en-US" b="1" dirty="0"/>
              <a:t>itative (State items):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9FB4BA-C401-63AE-34D8-A00E378C1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196" y="527317"/>
            <a:ext cx="3049127" cy="25470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E61066-781F-A446-17F7-E1BA70EC0F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056" b="51919"/>
          <a:stretch>
            <a:fillRect/>
          </a:stretch>
        </p:blipFill>
        <p:spPr>
          <a:xfrm>
            <a:off x="6003894" y="685301"/>
            <a:ext cx="2918526" cy="25470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AC926A-44EA-45ED-EF3B-C037543190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74" t="52158" r="-1" b="-2535"/>
          <a:stretch>
            <a:fillRect/>
          </a:stretch>
        </p:blipFill>
        <p:spPr>
          <a:xfrm>
            <a:off x="142162" y="3232363"/>
            <a:ext cx="3142070" cy="27436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DB67E1-C82E-DEBC-1CF2-E022F3F31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80" y="685301"/>
            <a:ext cx="2827582" cy="2356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2534A3-AD35-AF53-BE47-43BF8E907A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1304" y="3265123"/>
            <a:ext cx="2909019" cy="26592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CF8B11-66CC-0DD8-8A9B-BE0CF36F73F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762" t="1083" r="4297"/>
          <a:stretch>
            <a:fillRect/>
          </a:stretch>
        </p:blipFill>
        <p:spPr>
          <a:xfrm>
            <a:off x="6213374" y="3226845"/>
            <a:ext cx="2719648" cy="275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294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1A9A6-84DF-4A01-8924-B4F945E8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54FC911-4164-F999-0509-61881DDDDC27}"/>
              </a:ext>
            </a:extLst>
          </p:cNvPr>
          <p:cNvSpPr txBox="1">
            <a:spLocks/>
          </p:cNvSpPr>
          <p:nvPr/>
        </p:nvSpPr>
        <p:spPr>
          <a:xfrm>
            <a:off x="6860004" y="0"/>
            <a:ext cx="2283996" cy="68530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3200" b="1" dirty="0"/>
              <a:t>ACTIVITY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05A484-2589-F642-5E08-8B46739D16CB}"/>
              </a:ext>
            </a:extLst>
          </p:cNvPr>
          <p:cNvSpPr txBox="1"/>
          <p:nvPr/>
        </p:nvSpPr>
        <p:spPr>
          <a:xfrm>
            <a:off x="253664" y="464004"/>
            <a:ext cx="3719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Qualitative (interview prompts</a:t>
            </a:r>
            <a:r>
              <a:rPr lang="en-US" b="1" dirty="0"/>
              <a:t>):</a:t>
            </a:r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7689D-7E18-9E65-E8DC-23C5063C14BC}"/>
              </a:ext>
            </a:extLst>
          </p:cNvPr>
          <p:cNvSpPr txBox="1"/>
          <p:nvPr/>
        </p:nvSpPr>
        <p:spPr>
          <a:xfrm>
            <a:off x="651789" y="2564522"/>
            <a:ext cx="5053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…</a:t>
            </a:r>
            <a:r>
              <a:rPr lang="en-US" sz="1800" dirty="0"/>
              <a:t>with follow up questions / prompts..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ADF145-09BA-9A85-3C55-7B5373AF15E1}"/>
              </a:ext>
            </a:extLst>
          </p:cNvPr>
          <p:cNvSpPr txBox="1"/>
          <p:nvPr/>
        </p:nvSpPr>
        <p:spPr>
          <a:xfrm>
            <a:off x="1298925" y="1493522"/>
            <a:ext cx="61915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Can you tell me how you've been feeling today in relation to your university life?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C806F7-2F2A-CDB6-7BFF-8DF4B4BA56FC}"/>
              </a:ext>
            </a:extLst>
          </p:cNvPr>
          <p:cNvSpPr txBox="1"/>
          <p:nvPr/>
        </p:nvSpPr>
        <p:spPr>
          <a:xfrm>
            <a:off x="1298925" y="3243009"/>
            <a:ext cx="7160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specific emotions or feelings have come up for you today?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88C02E-C5D5-44A6-1617-72631CE45A34}"/>
              </a:ext>
            </a:extLst>
          </p:cNvPr>
          <p:cNvSpPr txBox="1"/>
          <p:nvPr/>
        </p:nvSpPr>
        <p:spPr>
          <a:xfrm>
            <a:off x="1298925" y="3849317"/>
            <a:ext cx="7710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Has anything in particular at university affected your mood today?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264865-8C71-121A-1DDA-36C3E55BC95D}"/>
              </a:ext>
            </a:extLst>
          </p:cNvPr>
          <p:cNvSpPr txBox="1"/>
          <p:nvPr/>
        </p:nvSpPr>
        <p:spPr>
          <a:xfrm>
            <a:off x="1298924" y="4455625"/>
            <a:ext cx="7710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How have these feelings influenced your ability to focus or get things done?</a:t>
            </a:r>
          </a:p>
        </p:txBody>
      </p:sp>
    </p:spTree>
    <p:extLst>
      <p:ext uri="{BB962C8B-B14F-4D97-AF65-F5344CB8AC3E}">
        <p14:creationId xmlns:p14="http://schemas.microsoft.com/office/powerpoint/2010/main" val="341453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/>
      <p:bldP spid="21" grpId="0"/>
      <p:bldP spid="2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A5B59459-9189-0C31-BFCE-13173ED55325}"/>
              </a:ext>
            </a:extLst>
          </p:cNvPr>
          <p:cNvSpPr txBox="1">
            <a:spLocks/>
          </p:cNvSpPr>
          <p:nvPr/>
        </p:nvSpPr>
        <p:spPr>
          <a:xfrm>
            <a:off x="444577" y="342650"/>
            <a:ext cx="8699423" cy="6515350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Now you have your answers…</a:t>
            </a:r>
          </a:p>
          <a:p>
            <a:pPr marL="0" indent="0">
              <a:buNone/>
            </a:pPr>
            <a:r>
              <a:rPr lang="en-US" dirty="0"/>
              <a:t>You should now have some numeric values (</a:t>
            </a:r>
            <a:r>
              <a:rPr lang="en-US" b="1" dirty="0"/>
              <a:t>Quantitative</a:t>
            </a:r>
            <a:r>
              <a:rPr lang="en-US" dirty="0"/>
              <a:t>) and some written text answering the interview questions (</a:t>
            </a:r>
            <a:r>
              <a:rPr lang="en-US" b="1" dirty="0"/>
              <a:t>Qualitative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Compare your two (</a:t>
            </a:r>
            <a:r>
              <a:rPr lang="en-US" i="1" dirty="0"/>
              <a:t>very mini</a:t>
            </a:r>
            <a:r>
              <a:rPr lang="en-US" dirty="0"/>
              <a:t>) data sets, thinking about…</a:t>
            </a:r>
          </a:p>
          <a:p>
            <a:pPr marL="457200" indent="-457200">
              <a:buAutoNum type="arabicPeriod"/>
            </a:pPr>
            <a:r>
              <a:rPr lang="en-GB" sz="1800" dirty="0"/>
              <a:t>Does the qualitative data provide context or explanations that the numbers alone cannot?</a:t>
            </a:r>
          </a:p>
          <a:p>
            <a:pPr marL="457200" indent="-457200">
              <a:buFont typeface="Wingdings 3" charset="2"/>
              <a:buAutoNum type="arabicPeriod"/>
            </a:pPr>
            <a:r>
              <a:rPr lang="en-GB" sz="1800" dirty="0"/>
              <a:t>Which dataset is easier to interpret quickly? What are your interpretations of the data?</a:t>
            </a:r>
          </a:p>
          <a:p>
            <a:pPr marL="457200" indent="-457200">
              <a:buFont typeface="Wingdings 3" charset="2"/>
              <a:buAutoNum type="arabicPeriod"/>
            </a:pPr>
            <a:r>
              <a:rPr lang="en-GB" sz="1800" dirty="0"/>
              <a:t>Which requires more time or skill to analyse meaningfully?</a:t>
            </a:r>
          </a:p>
          <a:p>
            <a:pPr marL="457200" indent="-457200">
              <a:buFont typeface="Wingdings 3" charset="2"/>
              <a:buAutoNum type="arabicPeriod"/>
            </a:pPr>
            <a:r>
              <a:rPr lang="en-US" sz="1800" dirty="0"/>
              <a:t>Which dataset provides a more accurate representation of </a:t>
            </a:r>
            <a:r>
              <a:rPr lang="en-US" sz="1800" u="sng" dirty="0"/>
              <a:t>your</a:t>
            </a:r>
            <a:r>
              <a:rPr lang="en-US" sz="1800" dirty="0"/>
              <a:t> experiences and feelings?</a:t>
            </a:r>
          </a:p>
          <a:p>
            <a:pPr marL="457200" indent="-457200">
              <a:buAutoNum type="arabicPeriod"/>
            </a:pPr>
            <a:r>
              <a:rPr lang="en-US" sz="1800" dirty="0"/>
              <a:t>How well do the responses from the interview data complement or align with the numeric data? </a:t>
            </a:r>
          </a:p>
          <a:p>
            <a:pPr marL="457200" indent="-457200">
              <a:buAutoNum type="arabicPeriod"/>
            </a:pPr>
            <a:r>
              <a:rPr lang="en-US" sz="1800" dirty="0"/>
              <a:t>Did you respond differently to one format than the other? E.g., being asked interview questions vs a questionnaire?</a:t>
            </a:r>
          </a:p>
          <a:p>
            <a:pPr marL="457200" indent="-457200">
              <a:buAutoNum type="arabicPeriod"/>
            </a:pPr>
            <a:r>
              <a:rPr lang="en-GB" sz="1800" dirty="0"/>
              <a:t>Which format might introduce more bias (e.g., interviewer influence vs self-report scale)?</a:t>
            </a:r>
          </a:p>
          <a:p>
            <a:pPr marL="457200" indent="-457200">
              <a:buAutoNum type="arabicPeriod"/>
            </a:pPr>
            <a:r>
              <a:rPr lang="en-GB" sz="1800" dirty="0"/>
              <a:t>Which feels more reliable? As a researcher, which would you choose and trust more? </a:t>
            </a:r>
            <a:endParaRPr lang="en-US" sz="1800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BC52AF5-6E1B-9D6A-49AA-32D463D4BE71}"/>
              </a:ext>
            </a:extLst>
          </p:cNvPr>
          <p:cNvSpPr txBox="1">
            <a:spLocks/>
          </p:cNvSpPr>
          <p:nvPr/>
        </p:nvSpPr>
        <p:spPr>
          <a:xfrm>
            <a:off x="6860004" y="0"/>
            <a:ext cx="2283996" cy="68530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3200" b="1" dirty="0"/>
              <a:t>ACTIVITY 1</a:t>
            </a:r>
          </a:p>
        </p:txBody>
      </p:sp>
    </p:spTree>
    <p:extLst>
      <p:ext uri="{BB962C8B-B14F-4D97-AF65-F5344CB8AC3E}">
        <p14:creationId xmlns:p14="http://schemas.microsoft.com/office/powerpoint/2010/main" val="177371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3.2|4.2|2.3|4.8|8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1|43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4.3|2.5|3.6|0.9|2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|12.8|46.5|10.3|11.6|26.1|25|1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56.4|16.7"/>
</p:tagLst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1640</TotalTime>
  <Words>2509</Words>
  <Application>Microsoft Office PowerPoint</Application>
  <PresentationFormat>On-screen Show (4:3)</PresentationFormat>
  <Paragraphs>422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Aptos</vt:lpstr>
      <vt:lpstr>Arial</vt:lpstr>
      <vt:lpstr>Calibri</vt:lpstr>
      <vt:lpstr>Calibri Light</vt:lpstr>
      <vt:lpstr>Gill Sans MT</vt:lpstr>
      <vt:lpstr>Times New Roman</vt:lpstr>
      <vt:lpstr>Wingdings</vt:lpstr>
      <vt:lpstr>Wingdings 3</vt:lpstr>
      <vt:lpstr>Retrospect</vt:lpstr>
      <vt:lpstr>PowerPoint Presentation</vt:lpstr>
      <vt:lpstr>PowerPoint Presentation</vt:lpstr>
      <vt:lpstr>PowerPoint Presentation</vt:lpstr>
      <vt:lpstr>PowerPoint Presentation</vt:lpstr>
      <vt:lpstr>Introduction to Qualitative Research</vt:lpstr>
      <vt:lpstr>PowerPoint Presentation</vt:lpstr>
      <vt:lpstr>PowerPoint Presentation</vt:lpstr>
      <vt:lpstr>Introduction to Qualitative Research</vt:lpstr>
      <vt:lpstr>Key Features of Qual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DEWE, HAYLEY L.</dc:creator>
  <cp:lastModifiedBy>DEWE, HAYLEY L.</cp:lastModifiedBy>
  <cp:revision>1</cp:revision>
  <dcterms:created xsi:type="dcterms:W3CDTF">2023-09-30T21:10:58Z</dcterms:created>
  <dcterms:modified xsi:type="dcterms:W3CDTF">2025-10-22T15:40:47Z</dcterms:modified>
</cp:coreProperties>
</file>