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ppt/tags/tag11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2.xml" ContentType="application/vnd.openxmlformats-officedocument.presentationml.tags+xml"/>
  <Override PartName="/ppt/notesSlides/notesSlide19.xml" ContentType="application/vnd.openxmlformats-officedocument.presentationml.notesSlide+xml"/>
  <Override PartName="/ppt/tags/tag13.xml" ContentType="application/vnd.openxmlformats-officedocument.presentationml.tags+xml"/>
  <Override PartName="/ppt/notesSlides/notesSlide20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15.xml" ContentType="application/vnd.openxmlformats-officedocument.presentationml.tags+xml"/>
  <Override PartName="/ppt/notesSlides/notesSlide22.xml" ContentType="application/vnd.openxmlformats-officedocument.presentationml.notesSlide+xml"/>
  <Override PartName="/ppt/tags/tag16.xml" ContentType="application/vnd.openxmlformats-officedocument.presentationml.tags+xml"/>
  <Override PartName="/ppt/notesSlides/notesSlide23.xml" ContentType="application/vnd.openxmlformats-officedocument.presentationml.notesSlide+xml"/>
  <Override PartName="/ppt/tags/tag17.xml" ContentType="application/vnd.openxmlformats-officedocument.presentationml.tags+xml"/>
  <Override PartName="/ppt/notesSlides/notesSlide24.xml" ContentType="application/vnd.openxmlformats-officedocument.presentationml.notesSlide+xml"/>
  <Override PartName="/ppt/tags/tag18.xml" ContentType="application/vnd.openxmlformats-officedocument.presentationml.tags+xml"/>
  <Override PartName="/ppt/notesSlides/notesSlide25.xml" ContentType="application/vnd.openxmlformats-officedocument.presentationml.notesSlide+xml"/>
  <Override PartName="/ppt/tags/tag19.xml" ContentType="application/vnd.openxmlformats-officedocument.presentationml.tags+xml"/>
  <Override PartName="/ppt/notesSlides/notesSlide26.xml" ContentType="application/vnd.openxmlformats-officedocument.presentationml.notesSlide+xml"/>
  <Override PartName="/ppt/tags/tag20.xml" ContentType="application/vnd.openxmlformats-officedocument.presentationml.tags+xml"/>
  <Override PartName="/ppt/notesSlides/notesSlide27.xml" ContentType="application/vnd.openxmlformats-officedocument.presentationml.notesSlide+xml"/>
  <Override PartName="/ppt/tags/tag21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22.xml" ContentType="application/vnd.openxmlformats-officedocument.presentationml.tags+xml"/>
  <Override PartName="/ppt/notesSlides/notesSlide31.xml" ContentType="application/vnd.openxmlformats-officedocument.presentationml.notesSlide+xml"/>
  <Override PartName="/ppt/tags/tag23.xml" ContentType="application/vnd.openxmlformats-officedocument.presentationml.tags+xml"/>
  <Override PartName="/ppt/notesSlides/notesSlide32.xml" ContentType="application/vnd.openxmlformats-officedocument.presentationml.notesSlide+xml"/>
  <Override PartName="/ppt/tags/tag24.xml" ContentType="application/vnd.openxmlformats-officedocument.presentationml.tags+xml"/>
  <Override PartName="/ppt/notesSlides/notesSlide3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5.xml" ContentType="application/vnd.openxmlformats-officedocument.presentationml.tags+xml"/>
  <Override PartName="/ppt/notesSlides/notesSlide34.xml" ContentType="application/vnd.openxmlformats-officedocument.presentationml.notesSlide+xml"/>
  <Override PartName="/ppt/tags/tag26.xml" ContentType="application/vnd.openxmlformats-officedocument.presentationml.tags+xml"/>
  <Override PartName="/ppt/notesSlides/notesSlide35.xml" ContentType="application/vnd.openxmlformats-officedocument.presentationml.notesSlide+xml"/>
  <Override PartName="/ppt/tags/tag27.xml" ContentType="application/vnd.openxmlformats-officedocument.presentationml.tags+xml"/>
  <Override PartName="/ppt/notesSlides/notesSlide36.xml" ContentType="application/vnd.openxmlformats-officedocument.presentationml.notesSlide+xml"/>
  <Override PartName="/ppt/tags/tag28.xml" ContentType="application/vnd.openxmlformats-officedocument.presentationml.tags+xml"/>
  <Override PartName="/ppt/notesSlides/notesSlide37.xml" ContentType="application/vnd.openxmlformats-officedocument.presentationml.notesSlide+xml"/>
  <Override PartName="/ppt/tags/tag29.xml" ContentType="application/vnd.openxmlformats-officedocument.presentationml.tags+xml"/>
  <Override PartName="/ppt/notesSlides/notesSlide3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30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31.xml" ContentType="application/vnd.openxmlformats-officedocument.presentationml.tags+xml"/>
  <Override PartName="/ppt/notesSlides/notesSlide41.xml" ContentType="application/vnd.openxmlformats-officedocument.presentationml.notesSlide+xml"/>
  <Override PartName="/ppt/tags/tag32.xml" ContentType="application/vnd.openxmlformats-officedocument.presentationml.tags+xml"/>
  <Override PartName="/ppt/notesSlides/notesSlide42.xml" ContentType="application/vnd.openxmlformats-officedocument.presentationml.notesSlide+xml"/>
  <Override PartName="/ppt/tags/tag33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34.xml" ContentType="application/vnd.openxmlformats-officedocument.presentationml.tags+xml"/>
  <Override PartName="/ppt/notesSlides/notesSlide53.xml" ContentType="application/vnd.openxmlformats-officedocument.presentationml.notesSlide+xml"/>
  <Override PartName="/ppt/tags/tag35.xml" ContentType="application/vnd.openxmlformats-officedocument.presentationml.tags+xml"/>
  <Override PartName="/ppt/notesSlides/notesSlide54.xml" ContentType="application/vnd.openxmlformats-officedocument.presentationml.notesSlide+xml"/>
  <Override PartName="/ppt/tags/tag36.xml" ContentType="application/vnd.openxmlformats-officedocument.presentationml.tags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58"/>
  </p:notesMasterIdLst>
  <p:sldIdLst>
    <p:sldId id="256" r:id="rId2"/>
    <p:sldId id="397" r:id="rId3"/>
    <p:sldId id="335" r:id="rId4"/>
    <p:sldId id="887" r:id="rId5"/>
    <p:sldId id="890" r:id="rId6"/>
    <p:sldId id="288" r:id="rId7"/>
    <p:sldId id="813" r:id="rId8"/>
    <p:sldId id="968" r:id="rId9"/>
    <p:sldId id="1032" r:id="rId10"/>
    <p:sldId id="888" r:id="rId11"/>
    <p:sldId id="960" r:id="rId12"/>
    <p:sldId id="966" r:id="rId13"/>
    <p:sldId id="963" r:id="rId14"/>
    <p:sldId id="969" r:id="rId15"/>
    <p:sldId id="1029" r:id="rId16"/>
    <p:sldId id="686" r:id="rId17"/>
    <p:sldId id="1028" r:id="rId18"/>
    <p:sldId id="613" r:id="rId19"/>
    <p:sldId id="712" r:id="rId20"/>
    <p:sldId id="715" r:id="rId21"/>
    <p:sldId id="971" r:id="rId22"/>
    <p:sldId id="697" r:id="rId23"/>
    <p:sldId id="1023" r:id="rId24"/>
    <p:sldId id="698" r:id="rId25"/>
    <p:sldId id="1024" r:id="rId26"/>
    <p:sldId id="1025" r:id="rId27"/>
    <p:sldId id="1026" r:id="rId28"/>
    <p:sldId id="701" r:id="rId29"/>
    <p:sldId id="970" r:id="rId30"/>
    <p:sldId id="1030" r:id="rId31"/>
    <p:sldId id="1027" r:id="rId32"/>
    <p:sldId id="716" r:id="rId33"/>
    <p:sldId id="1031" r:id="rId34"/>
    <p:sldId id="719" r:id="rId35"/>
    <p:sldId id="720" r:id="rId36"/>
    <p:sldId id="1036" r:id="rId37"/>
    <p:sldId id="1037" r:id="rId38"/>
    <p:sldId id="1038" r:id="rId39"/>
    <p:sldId id="708" r:id="rId40"/>
    <p:sldId id="709" r:id="rId41"/>
    <p:sldId id="1040" r:id="rId42"/>
    <p:sldId id="1041" r:id="rId43"/>
    <p:sldId id="651" r:id="rId44"/>
    <p:sldId id="1070" r:id="rId45"/>
    <p:sldId id="1057" r:id="rId46"/>
    <p:sldId id="915" r:id="rId47"/>
    <p:sldId id="1045" r:id="rId48"/>
    <p:sldId id="1063" r:id="rId49"/>
    <p:sldId id="1064" r:id="rId50"/>
    <p:sldId id="1065" r:id="rId51"/>
    <p:sldId id="1066" r:id="rId52"/>
    <p:sldId id="1067" r:id="rId53"/>
    <p:sldId id="916" r:id="rId54"/>
    <p:sldId id="1050" r:id="rId55"/>
    <p:sldId id="1068" r:id="rId56"/>
    <p:sldId id="853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E06"/>
    <a:srgbClr val="FFF2CC"/>
    <a:srgbClr val="91D59C"/>
    <a:srgbClr val="3E8853"/>
    <a:srgbClr val="1477B4"/>
    <a:srgbClr val="1D6295"/>
    <a:srgbClr val="D29956"/>
    <a:srgbClr val="E3C0BF"/>
    <a:srgbClr val="42BA97"/>
    <a:srgbClr val="C4D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50E3D-4987-481D-ACC1-3B07E90E15B4}" v="11002" dt="2025-12-03T13:43:12.362"/>
    <p1510:client id="{F8256407-9E59-4A04-86D4-FD4998B67D2F}" v="14" dt="2025-12-03T14:04:51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8" autoAdjust="0"/>
    <p:restoredTop sz="80884" autoAdjust="0"/>
  </p:normalViewPr>
  <p:slideViewPr>
    <p:cSldViewPr snapToGrid="0">
      <p:cViewPr varScale="1">
        <p:scale>
          <a:sx n="63" d="100"/>
          <a:sy n="63" d="100"/>
        </p:scale>
        <p:origin x="1901" y="6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0BB6F84-8CFF-41EF-BEAC-EA15038B9E72}"/>
    <pc:docChg chg="undo custSel addSld delSld modSld sldOrd">
      <pc:chgData name="DEWE, HAYLEY L." userId="5cada80b-0f7b-49a5-96b2-656b100ca6c6" providerId="ADAL" clId="{60BB6F84-8CFF-41EF-BEAC-EA15038B9E72}" dt="2023-10-01T16:21:33.148" v="605"/>
      <pc:docMkLst>
        <pc:docMk/>
      </pc:docMkLst>
      <pc:sldChg chg="addSp delSp modSp mod ord modTransition delAnim modAnim">
        <pc:chgData name="DEWE, HAYLEY L." userId="5cada80b-0f7b-49a5-96b2-656b100ca6c6" providerId="ADAL" clId="{60BB6F84-8CFF-41EF-BEAC-EA15038B9E72}" dt="2023-10-01T14:55:34.081" v="185"/>
        <pc:sldMkLst>
          <pc:docMk/>
          <pc:sldMk cId="621895312" sldId="256"/>
        </pc:sldMkLst>
      </pc:sldChg>
      <pc:sldChg chg="addSp delSp modSp add mod modTransition delAnim modAnim">
        <pc:chgData name="DEWE, HAYLEY L." userId="5cada80b-0f7b-49a5-96b2-656b100ca6c6" providerId="ADAL" clId="{60BB6F84-8CFF-41EF-BEAC-EA15038B9E72}" dt="2023-10-01T14:54:51.771" v="183"/>
        <pc:sldMkLst>
          <pc:docMk/>
          <pc:sldMk cId="969240660" sldId="259"/>
        </pc:sldMkLst>
      </pc:sldChg>
      <pc:sldChg chg="add del">
        <pc:chgData name="DEWE, HAYLEY L." userId="5cada80b-0f7b-49a5-96b2-656b100ca6c6" providerId="ADAL" clId="{60BB6F84-8CFF-41EF-BEAC-EA15038B9E72}" dt="2023-10-01T14:45:05.469" v="111" actId="47"/>
        <pc:sldMkLst>
          <pc:docMk/>
          <pc:sldMk cId="275857771" sldId="260"/>
        </pc:sldMkLst>
      </pc:sldChg>
      <pc:sldChg chg="addSp delSp modSp mod ord modTransition delAnim modAnim">
        <pc:chgData name="DEWE, HAYLEY L." userId="5cada80b-0f7b-49a5-96b2-656b100ca6c6" providerId="ADAL" clId="{60BB6F84-8CFF-41EF-BEAC-EA15038B9E72}" dt="2023-10-01T16:21:33.148" v="605"/>
        <pc:sldMkLst>
          <pc:docMk/>
          <pc:sldMk cId="251238370" sldId="283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6:00:42.407" v="586" actId="14861"/>
        <pc:sldMkLst>
          <pc:docMk/>
          <pc:sldMk cId="2100474229" sldId="284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5:51:12.518" v="562"/>
        <pc:sldMkLst>
          <pc:docMk/>
          <pc:sldMk cId="3862151110" sldId="286"/>
        </pc:sldMkLst>
      </pc:sldChg>
      <pc:sldChg chg="addSp delSp modSp mod modTransition setBg setFolMasterObjs delAnim modAnim">
        <pc:chgData name="DEWE, HAYLEY L." userId="5cada80b-0f7b-49a5-96b2-656b100ca6c6" providerId="ADAL" clId="{60BB6F84-8CFF-41EF-BEAC-EA15038B9E72}" dt="2023-10-01T15:46:31.927" v="535"/>
        <pc:sldMkLst>
          <pc:docMk/>
          <pc:sldMk cId="783582565" sldId="287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6:03:16.117" v="595"/>
        <pc:sldMkLst>
          <pc:docMk/>
          <pc:sldMk cId="3510830575" sldId="288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5:56:17.311" v="577"/>
        <pc:sldMkLst>
          <pc:docMk/>
          <pc:sldMk cId="1568805849" sldId="289"/>
        </pc:sldMkLst>
      </pc:sldChg>
      <pc:sldChg chg="addSp delSp modSp mod">
        <pc:chgData name="DEWE, HAYLEY L." userId="5cada80b-0f7b-49a5-96b2-656b100ca6c6" providerId="ADAL" clId="{60BB6F84-8CFF-41EF-BEAC-EA15038B9E72}" dt="2023-10-01T14:59:18.015" v="188"/>
        <pc:sldMkLst>
          <pc:docMk/>
          <pc:sldMk cId="1022151281" sldId="290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33.953" v="392" actId="20577"/>
        <pc:sldMkLst>
          <pc:docMk/>
          <pc:sldMk cId="3525045034" sldId="291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01.377" v="602" actId="14100"/>
        <pc:sldMkLst>
          <pc:docMk/>
          <pc:sldMk cId="2508416345" sldId="292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32:02.290" v="447" actId="14861"/>
        <pc:sldMkLst>
          <pc:docMk/>
          <pc:sldMk cId="1615224924" sldId="294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58.017" v="397" actId="14100"/>
        <pc:sldMkLst>
          <pc:docMk/>
          <pc:sldMk cId="721491317" sldId="295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39.501" v="603" actId="478"/>
        <pc:sldMkLst>
          <pc:docMk/>
          <pc:sldMk cId="1244219522" sldId="296"/>
        </pc:sldMkLst>
      </pc:sldChg>
      <pc:sldChg chg="addSp delSp modSp add del mod delAnim">
        <pc:chgData name="DEWE, HAYLEY L." userId="5cada80b-0f7b-49a5-96b2-656b100ca6c6" providerId="ADAL" clId="{60BB6F84-8CFF-41EF-BEAC-EA15038B9E72}" dt="2023-10-01T14:43:48.266" v="96" actId="47"/>
        <pc:sldMkLst>
          <pc:docMk/>
          <pc:sldMk cId="1997369417" sldId="297"/>
        </pc:sldMkLst>
      </pc:sldChg>
    </pc:docChg>
  </pc:docChgLst>
  <pc:docChgLst>
    <pc:chgData name="DEWE, HAYLEY L." userId="5cada80b-0f7b-49a5-96b2-656b100ca6c6" providerId="ADAL" clId="{1B404483-D87B-4349-BF58-C321AE7C9516}"/>
    <pc:docChg chg="undo custSel addSld delSld modSld sldOrd">
      <pc:chgData name="DEWE, HAYLEY L." userId="5cada80b-0f7b-49a5-96b2-656b100ca6c6" providerId="ADAL" clId="{1B404483-D87B-4349-BF58-C321AE7C9516}" dt="2023-10-01T02:22:22.072" v="5728"/>
      <pc:docMkLst>
        <pc:docMk/>
      </pc:docMkLst>
      <pc:sldChg chg="addSp delSp modSp mod ord modTransition">
        <pc:chgData name="DEWE, HAYLEY L." userId="5cada80b-0f7b-49a5-96b2-656b100ca6c6" providerId="ADAL" clId="{1B404483-D87B-4349-BF58-C321AE7C9516}" dt="2023-09-30T23:02:32.687" v="5126" actId="478"/>
        <pc:sldMkLst>
          <pc:docMk/>
          <pc:sldMk cId="621895312" sldId="256"/>
        </pc:sldMkLst>
      </pc:sldChg>
      <pc:sldChg chg="addSp delSp modSp mod ord addAnim delAnim modAnim">
        <pc:chgData name="DEWE, HAYLEY L." userId="5cada80b-0f7b-49a5-96b2-656b100ca6c6" providerId="ADAL" clId="{1B404483-D87B-4349-BF58-C321AE7C9516}" dt="2023-09-30T23:01:21.585" v="5114" actId="478"/>
        <pc:sldMkLst>
          <pc:docMk/>
          <pc:sldMk cId="251238370" sldId="283"/>
        </pc:sldMkLst>
      </pc:sldChg>
      <pc:sldChg chg="addSp delSp modSp mod ord modAnim">
        <pc:chgData name="DEWE, HAYLEY L." userId="5cada80b-0f7b-49a5-96b2-656b100ca6c6" providerId="ADAL" clId="{1B404483-D87B-4349-BF58-C321AE7C9516}" dt="2023-09-30T23:02:11.625" v="5122"/>
        <pc:sldMkLst>
          <pc:docMk/>
          <pc:sldMk cId="2100474229" sldId="284"/>
        </pc:sldMkLst>
      </pc:sldChg>
      <pc:sldChg chg="addSp delSp modSp new del mod">
        <pc:chgData name="DEWE, HAYLEY L." userId="5cada80b-0f7b-49a5-96b2-656b100ca6c6" providerId="ADAL" clId="{1B404483-D87B-4349-BF58-C321AE7C9516}" dt="2023-09-30T22:24:39.549" v="1777" actId="47"/>
        <pc:sldMkLst>
          <pc:docMk/>
          <pc:sldMk cId="327696758" sldId="285"/>
        </pc:sldMkLst>
      </pc:sldChg>
      <pc:sldChg chg="addSp delSp modSp add mod ord setBg modAnim">
        <pc:chgData name="DEWE, HAYLEY L." userId="5cada80b-0f7b-49a5-96b2-656b100ca6c6" providerId="ADAL" clId="{1B404483-D87B-4349-BF58-C321AE7C9516}" dt="2023-09-30T23:03:39.232" v="5156" actId="20577"/>
        <pc:sldMkLst>
          <pc:docMk/>
          <pc:sldMk cId="3862151110" sldId="286"/>
        </pc:sldMkLst>
      </pc:sldChg>
      <pc:sldChg chg="addSp delSp modSp add mod ord setBg addAnim delAnim modAnim">
        <pc:chgData name="DEWE, HAYLEY L." userId="5cada80b-0f7b-49a5-96b2-656b100ca6c6" providerId="ADAL" clId="{1B404483-D87B-4349-BF58-C321AE7C9516}" dt="2023-09-30T23:01:23.912" v="5115" actId="478"/>
        <pc:sldMkLst>
          <pc:docMk/>
          <pc:sldMk cId="783582565" sldId="287"/>
        </pc:sldMkLst>
      </pc:sldChg>
      <pc:sldChg chg="addSp delSp modSp add mod modTransition">
        <pc:chgData name="DEWE, HAYLEY L." userId="5cada80b-0f7b-49a5-96b2-656b100ca6c6" providerId="ADAL" clId="{1B404483-D87B-4349-BF58-C321AE7C9516}" dt="2023-09-30T23:01:18.914" v="5113" actId="478"/>
        <pc:sldMkLst>
          <pc:docMk/>
          <pc:sldMk cId="3510830575" sldId="288"/>
        </pc:sldMkLst>
      </pc:sldChg>
      <pc:sldChg chg="addSp delSp modSp add mod ord">
        <pc:chgData name="DEWE, HAYLEY L." userId="5cada80b-0f7b-49a5-96b2-656b100ca6c6" providerId="ADAL" clId="{1B404483-D87B-4349-BF58-C321AE7C9516}" dt="2023-09-30T23:01:30.786" v="5118" actId="478"/>
        <pc:sldMkLst>
          <pc:docMk/>
          <pc:sldMk cId="1568805849" sldId="289"/>
        </pc:sldMkLst>
      </pc:sldChg>
      <pc:sldChg chg="addSp delSp modSp new mod modTransition setBg setFolMasterObjs">
        <pc:chgData name="DEWE, HAYLEY L." userId="5cada80b-0f7b-49a5-96b2-656b100ca6c6" providerId="ADAL" clId="{1B404483-D87B-4349-BF58-C321AE7C9516}" dt="2023-09-30T23:02:35.530" v="5127" actId="478"/>
        <pc:sldMkLst>
          <pc:docMk/>
          <pc:sldMk cId="1022151281" sldId="290"/>
        </pc:sldMkLst>
      </pc:sldChg>
      <pc:sldChg chg="new del">
        <pc:chgData name="DEWE, HAYLEY L." userId="5cada80b-0f7b-49a5-96b2-656b100ca6c6" providerId="ADAL" clId="{1B404483-D87B-4349-BF58-C321AE7C9516}" dt="2023-09-30T22:11:18.115" v="1474" actId="47"/>
        <pc:sldMkLst>
          <pc:docMk/>
          <pc:sldMk cId="2984100940" sldId="291"/>
        </pc:sldMkLst>
      </pc:sldChg>
      <pc:sldChg chg="addSp delSp modSp add mod setBg delAnim modAnim modNotesTx">
        <pc:chgData name="DEWE, HAYLEY L." userId="5cada80b-0f7b-49a5-96b2-656b100ca6c6" providerId="ADAL" clId="{1B404483-D87B-4349-BF58-C321AE7C9516}" dt="2023-09-30T23:00:57.840" v="5108" actId="1076"/>
        <pc:sldMkLst>
          <pc:docMk/>
          <pc:sldMk cId="3525045034" sldId="291"/>
        </pc:sldMkLst>
      </pc:sldChg>
      <pc:sldChg chg="addSp delSp modSp add mod setBg modAnim modNotesTx">
        <pc:chgData name="DEWE, HAYLEY L." userId="5cada80b-0f7b-49a5-96b2-656b100ca6c6" providerId="ADAL" clId="{1B404483-D87B-4349-BF58-C321AE7C9516}" dt="2023-10-01T02:22:22.072" v="5728"/>
        <pc:sldMkLst>
          <pc:docMk/>
          <pc:sldMk cId="2508416345" sldId="292"/>
        </pc:sldMkLst>
      </pc:sldChg>
      <pc:sldChg chg="add del setBg">
        <pc:chgData name="DEWE, HAYLEY L." userId="5cada80b-0f7b-49a5-96b2-656b100ca6c6" providerId="ADAL" clId="{1B404483-D87B-4349-BF58-C321AE7C9516}" dt="2023-09-30T22:40:29.811" v="3832" actId="47"/>
        <pc:sldMkLst>
          <pc:docMk/>
          <pc:sldMk cId="3375531371" sldId="293"/>
        </pc:sldMkLst>
      </pc:sldChg>
      <pc:sldChg chg="addSp delSp modSp add del mod setBg modAnim">
        <pc:chgData name="DEWE, HAYLEY L." userId="5cada80b-0f7b-49a5-96b2-656b100ca6c6" providerId="ADAL" clId="{1B404483-D87B-4349-BF58-C321AE7C9516}" dt="2023-09-30T22:53:40.377" v="4692" actId="47"/>
        <pc:sldMkLst>
          <pc:docMk/>
          <pc:sldMk cId="3813176271" sldId="293"/>
        </pc:sldMkLst>
      </pc:sldChg>
      <pc:sldChg chg="addSp delSp modSp add mod setBg addAnim delAnim modAnim">
        <pc:chgData name="DEWE, HAYLEY L." userId="5cada80b-0f7b-49a5-96b2-656b100ca6c6" providerId="ADAL" clId="{1B404483-D87B-4349-BF58-C321AE7C9516}" dt="2023-09-30T23:01:16.868" v="5112" actId="478"/>
        <pc:sldMkLst>
          <pc:docMk/>
          <pc:sldMk cId="1615224924" sldId="294"/>
        </pc:sldMkLst>
      </pc:sldChg>
      <pc:sldChg chg="addSp delSp modSp add mod setBg modAnim">
        <pc:chgData name="DEWE, HAYLEY L." userId="5cada80b-0f7b-49a5-96b2-656b100ca6c6" providerId="ADAL" clId="{1B404483-D87B-4349-BF58-C321AE7C9516}" dt="2023-09-30T23:02:58.155" v="5129"/>
        <pc:sldMkLst>
          <pc:docMk/>
          <pc:sldMk cId="721491317" sldId="295"/>
        </pc:sldMkLst>
      </pc:sldChg>
      <pc:sldChg chg="addSp delSp modSp add mod setBg delAnim modNotesTx">
        <pc:chgData name="DEWE, HAYLEY L." userId="5cada80b-0f7b-49a5-96b2-656b100ca6c6" providerId="ADAL" clId="{1B404483-D87B-4349-BF58-C321AE7C9516}" dt="2023-10-01T01:04:50.462" v="5645" actId="1076"/>
        <pc:sldMkLst>
          <pc:docMk/>
          <pc:sldMk cId="1244219522" sldId="296"/>
        </pc:sldMkLst>
      </pc:sldChg>
      <pc:sldChg chg="delSp modSp add del mod setBg">
        <pc:chgData name="DEWE, HAYLEY L." userId="5cada80b-0f7b-49a5-96b2-656b100ca6c6" providerId="ADAL" clId="{1B404483-D87B-4349-BF58-C321AE7C9516}" dt="2023-10-01T01:02:01.770" v="5606" actId="47"/>
        <pc:sldMkLst>
          <pc:docMk/>
          <pc:sldMk cId="1224133335" sldId="297"/>
        </pc:sldMkLst>
      </pc:sldChg>
    </pc:docChg>
  </pc:docChgLst>
  <pc:docChgLst>
    <pc:chgData name="DEWE, HAYLEY L." userId="5cada80b-0f7b-49a5-96b2-656b100ca6c6" providerId="ADAL" clId="{32C70951-BBAD-4A33-978B-E62A33B9F219}"/>
    <pc:docChg chg="undo custSel addSld delSld modSld sldOrd modMainMaster">
      <pc:chgData name="DEWE, HAYLEY L." userId="5cada80b-0f7b-49a5-96b2-656b100ca6c6" providerId="ADAL" clId="{32C70951-BBAD-4A33-978B-E62A33B9F219}" dt="2024-10-15T12:39:33.814" v="16734"/>
      <pc:docMkLst>
        <pc:docMk/>
      </pc:docMkLst>
      <pc:sldChg chg="addSp delSp modSp mod modTransition setBg modAnim modNotesTx">
        <pc:chgData name="DEWE, HAYLEY L." userId="5cada80b-0f7b-49a5-96b2-656b100ca6c6" providerId="ADAL" clId="{32C70951-BBAD-4A33-978B-E62A33B9F219}" dt="2024-10-14T15:09:35.405" v="16483"/>
        <pc:sldMkLst>
          <pc:docMk/>
          <pc:sldMk cId="621895312" sldId="256"/>
        </pc:sldMkLst>
      </pc:sldChg>
      <pc:sldChg chg="addSp delSp modSp mod modTransition setBg modAnim">
        <pc:chgData name="DEWE, HAYLEY L." userId="5cada80b-0f7b-49a5-96b2-656b100ca6c6" providerId="ADAL" clId="{32C70951-BBAD-4A33-978B-E62A33B9F219}" dt="2024-10-14T15:09:32.161" v="16482"/>
        <pc:sldMkLst>
          <pc:docMk/>
          <pc:sldMk cId="969240660" sldId="259"/>
        </pc:sldMkLst>
      </pc:sldChg>
      <pc:sldChg chg="del setBg">
        <pc:chgData name="DEWE, HAYLEY L." userId="5cada80b-0f7b-49a5-96b2-656b100ca6c6" providerId="ADAL" clId="{32C70951-BBAD-4A33-978B-E62A33B9F219}" dt="2024-10-13T11:26:48.274" v="577" actId="47"/>
        <pc:sldMkLst>
          <pc:docMk/>
          <pc:sldMk cId="251238370" sldId="283"/>
        </pc:sldMkLst>
      </pc:sldChg>
      <pc:sldChg chg="del setBg">
        <pc:chgData name="DEWE, HAYLEY L." userId="5cada80b-0f7b-49a5-96b2-656b100ca6c6" providerId="ADAL" clId="{32C70951-BBAD-4A33-978B-E62A33B9F219}" dt="2024-10-13T13:45:06.971" v="4406" actId="47"/>
        <pc:sldMkLst>
          <pc:docMk/>
          <pc:sldMk cId="2100474229" sldId="284"/>
        </pc:sldMkLst>
      </pc:sldChg>
      <pc:sldChg chg="addSp delSp modSp del mod ord modTransition setBg delAnim modAnim modNotesTx">
        <pc:chgData name="DEWE, HAYLEY L." userId="5cada80b-0f7b-49a5-96b2-656b100ca6c6" providerId="ADAL" clId="{32C70951-BBAD-4A33-978B-E62A33B9F219}" dt="2024-10-14T18:14:22.222" v="16581" actId="47"/>
        <pc:sldMkLst>
          <pc:docMk/>
          <pc:sldMk cId="3862151110" sldId="286"/>
        </pc:sldMkLst>
      </pc:sldChg>
      <pc:sldChg chg="del setBg">
        <pc:chgData name="DEWE, HAYLEY L." userId="5cada80b-0f7b-49a5-96b2-656b100ca6c6" providerId="ADAL" clId="{32C70951-BBAD-4A33-978B-E62A33B9F219}" dt="2024-10-13T12:07:08.464" v="881" actId="47"/>
        <pc:sldMkLst>
          <pc:docMk/>
          <pc:sldMk cId="783582565" sldId="287"/>
        </pc:sldMkLst>
      </pc:sldChg>
      <pc:sldChg chg="addSp delSp modSp mod modTransition setBg addAnim delAnim modAnim modNotesTx">
        <pc:chgData name="DEWE, HAYLEY L." userId="5cada80b-0f7b-49a5-96b2-656b100ca6c6" providerId="ADAL" clId="{32C70951-BBAD-4A33-978B-E62A33B9F219}" dt="2024-10-15T12:39:33.814" v="16734"/>
        <pc:sldMkLst>
          <pc:docMk/>
          <pc:sldMk cId="3510830575" sldId="288"/>
        </pc:sldMkLst>
      </pc:sldChg>
      <pc:sldChg chg="delSp del mod delAnim">
        <pc:chgData name="DEWE, HAYLEY L." userId="5cada80b-0f7b-49a5-96b2-656b100ca6c6" providerId="ADAL" clId="{32C70951-BBAD-4A33-978B-E62A33B9F219}" dt="2024-10-13T13:45:01.085" v="4403" actId="47"/>
        <pc:sldMkLst>
          <pc:docMk/>
          <pc:sldMk cId="1568805849" sldId="289"/>
        </pc:sldMkLst>
      </pc:sldChg>
      <pc:sldChg chg="addSp delSp modSp del mod modTransition setBg modClrScheme delAnim modAnim delDesignElem chgLayout modNotesTx">
        <pc:chgData name="DEWE, HAYLEY L." userId="5cada80b-0f7b-49a5-96b2-656b100ca6c6" providerId="ADAL" clId="{32C70951-BBAD-4A33-978B-E62A33B9F219}" dt="2024-10-15T08:25:04.119" v="16626" actId="47"/>
        <pc:sldMkLst>
          <pc:docMk/>
          <pc:sldMk cId="1022151281" sldId="290"/>
        </pc:sldMkLst>
      </pc:sldChg>
      <pc:sldChg chg="addSp delSp modSp mod modTransition setBg delAnim modAnim">
        <pc:chgData name="DEWE, HAYLEY L." userId="5cada80b-0f7b-49a5-96b2-656b100ca6c6" providerId="ADAL" clId="{32C70951-BBAD-4A33-978B-E62A33B9F219}" dt="2024-10-14T15:10:46.895" v="16491"/>
        <pc:sldMkLst>
          <pc:docMk/>
          <pc:sldMk cId="3525045034" sldId="291"/>
        </pc:sldMkLst>
      </pc:sldChg>
      <pc:sldChg chg="del setBg">
        <pc:chgData name="DEWE, HAYLEY L." userId="5cada80b-0f7b-49a5-96b2-656b100ca6c6" providerId="ADAL" clId="{32C70951-BBAD-4A33-978B-E62A33B9F219}" dt="2024-10-13T13:45:03.063" v="4404" actId="47"/>
        <pc:sldMkLst>
          <pc:docMk/>
          <pc:sldMk cId="2508416345" sldId="292"/>
        </pc:sldMkLst>
      </pc:sldChg>
      <pc:sldChg chg="del setBg">
        <pc:chgData name="DEWE, HAYLEY L." userId="5cada80b-0f7b-49a5-96b2-656b100ca6c6" providerId="ADAL" clId="{32C70951-BBAD-4A33-978B-E62A33B9F219}" dt="2024-10-13T11:26:46.249" v="576" actId="47"/>
        <pc:sldMkLst>
          <pc:docMk/>
          <pc:sldMk cId="1615224924" sldId="294"/>
        </pc:sldMkLst>
      </pc:sldChg>
      <pc:sldChg chg="del setBg">
        <pc:chgData name="DEWE, HAYLEY L." userId="5cada80b-0f7b-49a5-96b2-656b100ca6c6" providerId="ADAL" clId="{32C70951-BBAD-4A33-978B-E62A33B9F219}" dt="2024-10-13T11:26:45.627" v="575" actId="47"/>
        <pc:sldMkLst>
          <pc:docMk/>
          <pc:sldMk cId="721491317" sldId="295"/>
        </pc:sldMkLst>
      </pc:sldChg>
      <pc:sldChg chg="del setBg">
        <pc:chgData name="DEWE, HAYLEY L." userId="5cada80b-0f7b-49a5-96b2-656b100ca6c6" providerId="ADAL" clId="{32C70951-BBAD-4A33-978B-E62A33B9F219}" dt="2024-10-13T13:45:04.160" v="4405" actId="47"/>
        <pc:sldMkLst>
          <pc:docMk/>
          <pc:sldMk cId="1244219522" sldId="296"/>
        </pc:sldMkLst>
      </pc:sldChg>
      <pc:sldChg chg="modSp add del mod setBg">
        <pc:chgData name="DEWE, HAYLEY L." userId="5cada80b-0f7b-49a5-96b2-656b100ca6c6" providerId="ADAL" clId="{32C70951-BBAD-4A33-978B-E62A33B9F219}" dt="2024-10-13T11:27:21.346" v="613" actId="47"/>
        <pc:sldMkLst>
          <pc:docMk/>
          <pc:sldMk cId="2330283438" sldId="297"/>
        </pc:sldMkLst>
      </pc:sldChg>
      <pc:sldChg chg="delSp modSp add del mod setBg">
        <pc:chgData name="DEWE, HAYLEY L." userId="5cada80b-0f7b-49a5-96b2-656b100ca6c6" providerId="ADAL" clId="{32C70951-BBAD-4A33-978B-E62A33B9F219}" dt="2024-10-13T12:28:55.507" v="2153" actId="47"/>
        <pc:sldMkLst>
          <pc:docMk/>
          <pc:sldMk cId="4067331358" sldId="297"/>
        </pc:sldMkLst>
      </pc:sldChg>
      <pc:sldChg chg="new add del">
        <pc:chgData name="DEWE, HAYLEY L." userId="5cada80b-0f7b-49a5-96b2-656b100ca6c6" providerId="ADAL" clId="{32C70951-BBAD-4A33-978B-E62A33B9F219}" dt="2024-10-13T10:52:24.397" v="119" actId="680"/>
        <pc:sldMkLst>
          <pc:docMk/>
          <pc:sldMk cId="4166398255" sldId="297"/>
        </pc:sldMkLst>
      </pc:sldChg>
      <pc:sldChg chg="modSp add del mod ord modAnim modNotesTx">
        <pc:chgData name="DEWE, HAYLEY L." userId="5cada80b-0f7b-49a5-96b2-656b100ca6c6" providerId="ADAL" clId="{32C70951-BBAD-4A33-978B-E62A33B9F219}" dt="2024-10-13T22:42:58.626" v="15075" actId="2696"/>
        <pc:sldMkLst>
          <pc:docMk/>
          <pc:sldMk cId="3524497358" sldId="298"/>
        </pc:sldMkLst>
      </pc:sldChg>
      <pc:sldChg chg="addSp delSp modSp new add del mod ord modTransition setBg">
        <pc:chgData name="DEWE, HAYLEY L." userId="5cada80b-0f7b-49a5-96b2-656b100ca6c6" providerId="ADAL" clId="{32C70951-BBAD-4A33-978B-E62A33B9F219}" dt="2024-10-14T02:01:33.905" v="15739" actId="47"/>
        <pc:sldMkLst>
          <pc:docMk/>
          <pc:sldMk cId="637964689" sldId="299"/>
        </pc:sldMkLst>
      </pc:sldChg>
      <pc:sldChg chg="addSp delSp modSp add del mod modAnim">
        <pc:chgData name="DEWE, HAYLEY L." userId="5cada80b-0f7b-49a5-96b2-656b100ca6c6" providerId="ADAL" clId="{32C70951-BBAD-4A33-978B-E62A33B9F219}" dt="2024-10-13T12:55:38.485" v="4142" actId="47"/>
        <pc:sldMkLst>
          <pc:docMk/>
          <pc:sldMk cId="2644185046" sldId="300"/>
        </pc:sldMkLst>
      </pc:sldChg>
      <pc:sldChg chg="addSp delSp modSp add mod ord modTransition setBg delAnim modAnim modNotesTx">
        <pc:chgData name="DEWE, HAYLEY L." userId="5cada80b-0f7b-49a5-96b2-656b100ca6c6" providerId="ADAL" clId="{32C70951-BBAD-4A33-978B-E62A33B9F219}" dt="2024-10-15T09:16:20.082" v="16660"/>
        <pc:sldMkLst>
          <pc:docMk/>
          <pc:sldMk cId="1557494676" sldId="301"/>
        </pc:sldMkLst>
      </pc:sldChg>
      <pc:sldChg chg="add del setBg">
        <pc:chgData name="DEWE, HAYLEY L." userId="5cada80b-0f7b-49a5-96b2-656b100ca6c6" providerId="ADAL" clId="{32C70951-BBAD-4A33-978B-E62A33B9F219}" dt="2024-10-13T12:55:40.931" v="4143" actId="47"/>
        <pc:sldMkLst>
          <pc:docMk/>
          <pc:sldMk cId="1352975824" sldId="302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5T09:14:04.478" v="16658"/>
        <pc:sldMkLst>
          <pc:docMk/>
          <pc:sldMk cId="3787757895" sldId="303"/>
        </pc:sldMkLst>
      </pc:sldChg>
      <pc:sldChg chg="addSp delSp modSp add mod modTransition modNotesTx">
        <pc:chgData name="DEWE, HAYLEY L." userId="5cada80b-0f7b-49a5-96b2-656b100ca6c6" providerId="ADAL" clId="{32C70951-BBAD-4A33-978B-E62A33B9F219}" dt="2024-10-15T09:14:25.368" v="16659"/>
        <pc:sldMkLst>
          <pc:docMk/>
          <pc:sldMk cId="2807155718" sldId="30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3:22:26.785" v="16472"/>
        <pc:sldMkLst>
          <pc:docMk/>
          <pc:sldMk cId="3207344223" sldId="305"/>
        </pc:sldMkLst>
      </pc:sldChg>
      <pc:sldChg chg="addSp delSp modSp add del mod modTransition addAnim delAnim modAnim modNotesTx">
        <pc:chgData name="DEWE, HAYLEY L." userId="5cada80b-0f7b-49a5-96b2-656b100ca6c6" providerId="ADAL" clId="{32C70951-BBAD-4A33-978B-E62A33B9F219}" dt="2024-10-15T12:38:55.928" v="16731" actId="47"/>
        <pc:sldMkLst>
          <pc:docMk/>
          <pc:sldMk cId="1866738169" sldId="306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9:25:02.110" v="16675"/>
        <pc:sldMkLst>
          <pc:docMk/>
          <pc:sldMk cId="1436351603" sldId="307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7.596" v="16508"/>
        <pc:sldMkLst>
          <pc:docMk/>
          <pc:sldMk cId="2138168827" sldId="308"/>
        </pc:sldMkLst>
      </pc:sldChg>
      <pc:sldChg chg="addSp delSp modSp add del mod ord modTransition delAnim modAnim">
        <pc:chgData name="DEWE, HAYLEY L." userId="5cada80b-0f7b-49a5-96b2-656b100ca6c6" providerId="ADAL" clId="{32C70951-BBAD-4A33-978B-E62A33B9F219}" dt="2024-10-15T09:26:59.363" v="16719" actId="47"/>
        <pc:sldMkLst>
          <pc:docMk/>
          <pc:sldMk cId="2432986365" sldId="309"/>
        </pc:sldMkLst>
      </pc:sldChg>
      <pc:sldChg chg="modSp add del mod modAnim modNotesTx">
        <pc:chgData name="DEWE, HAYLEY L." userId="5cada80b-0f7b-49a5-96b2-656b100ca6c6" providerId="ADAL" clId="{32C70951-BBAD-4A33-978B-E62A33B9F219}" dt="2024-10-13T15:23:38.627" v="8975" actId="47"/>
        <pc:sldMkLst>
          <pc:docMk/>
          <pc:sldMk cId="4048279931" sldId="309"/>
        </pc:sldMkLst>
      </pc:sldChg>
      <pc:sldChg chg="add del">
        <pc:chgData name="DEWE, HAYLEY L." userId="5cada80b-0f7b-49a5-96b2-656b100ca6c6" providerId="ADAL" clId="{32C70951-BBAD-4A33-978B-E62A33B9F219}" dt="2024-10-13T15:45:00.743" v="10188" actId="47"/>
        <pc:sldMkLst>
          <pc:docMk/>
          <pc:sldMk cId="4294217170" sldId="310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5.874" v="16503"/>
        <pc:sldMkLst>
          <pc:docMk/>
          <pc:sldMk cId="1567480772" sldId="31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3.476" v="16502"/>
        <pc:sldMkLst>
          <pc:docMk/>
          <pc:sldMk cId="4188619755" sldId="312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39.464" v="16504"/>
        <pc:sldMkLst>
          <pc:docMk/>
          <pc:sldMk cId="2613428923" sldId="31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51.877" v="16505"/>
        <pc:sldMkLst>
          <pc:docMk/>
          <pc:sldMk cId="33540929" sldId="314"/>
        </pc:sldMkLst>
      </pc:sldChg>
      <pc:sldChg chg="add del">
        <pc:chgData name="DEWE, HAYLEY L." userId="5cada80b-0f7b-49a5-96b2-656b100ca6c6" providerId="ADAL" clId="{32C70951-BBAD-4A33-978B-E62A33B9F219}" dt="2024-10-13T20:38:36.367" v="13442" actId="47"/>
        <pc:sldMkLst>
          <pc:docMk/>
          <pc:sldMk cId="1888366965" sldId="315"/>
        </pc:sldMkLst>
      </pc:sldChg>
      <pc:sldChg chg="addSp delSp modSp add del mod modTransition modAnim modNotesTx">
        <pc:chgData name="DEWE, HAYLEY L." userId="5cada80b-0f7b-49a5-96b2-656b100ca6c6" providerId="ADAL" clId="{32C70951-BBAD-4A33-978B-E62A33B9F219}" dt="2024-10-14T03:11:47.836" v="16170" actId="47"/>
        <pc:sldMkLst>
          <pc:docMk/>
          <pc:sldMk cId="2275683999" sldId="315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0.165" v="16171" actId="47"/>
        <pc:sldMkLst>
          <pc:docMk/>
          <pc:sldMk cId="421796903" sldId="316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1.694" v="16172" actId="47"/>
        <pc:sldMkLst>
          <pc:docMk/>
          <pc:sldMk cId="3538618529" sldId="317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2.762" v="16173" actId="47"/>
        <pc:sldMkLst>
          <pc:docMk/>
          <pc:sldMk cId="113604063" sldId="318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3.730" v="16174" actId="47"/>
        <pc:sldMkLst>
          <pc:docMk/>
          <pc:sldMk cId="2538084470" sldId="319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4.520" v="16175" actId="47"/>
        <pc:sldMkLst>
          <pc:docMk/>
          <pc:sldMk cId="1707183324" sldId="320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5.633" v="16176" actId="47"/>
        <pc:sldMkLst>
          <pc:docMk/>
          <pc:sldMk cId="2021661883" sldId="321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6.457" v="16177" actId="47"/>
        <pc:sldMkLst>
          <pc:docMk/>
          <pc:sldMk cId="1917402084" sldId="322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7.535" v="16178" actId="47"/>
        <pc:sldMkLst>
          <pc:docMk/>
          <pc:sldMk cId="4019280906" sldId="323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3.064" v="16507"/>
        <pc:sldMkLst>
          <pc:docMk/>
          <pc:sldMk cId="1702084379" sldId="32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34:23.826" v="16657" actId="6549"/>
        <pc:sldMkLst>
          <pc:docMk/>
          <pc:sldMk cId="2423872994" sldId="328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4T15:12:58.397" v="16506"/>
        <pc:sldMkLst>
          <pc:docMk/>
          <pc:sldMk cId="4232996817" sldId="329"/>
        </pc:sldMkLst>
      </pc:sldChg>
      <pc:sldChg chg="addSp delSp modSp new del mod modTransition delAnim modAnim">
        <pc:chgData name="DEWE, HAYLEY L." userId="5cada80b-0f7b-49a5-96b2-656b100ca6c6" providerId="ADAL" clId="{32C70951-BBAD-4A33-978B-E62A33B9F219}" dt="2024-10-14T15:07:49.879" v="16477" actId="47"/>
        <pc:sldMkLst>
          <pc:docMk/>
          <pc:sldMk cId="733257434" sldId="330"/>
        </pc:sldMkLst>
      </pc:sldChg>
      <pc:sldChg chg="add del">
        <pc:chgData name="DEWE, HAYLEY L." userId="5cada80b-0f7b-49a5-96b2-656b100ca6c6" providerId="ADAL" clId="{32C70951-BBAD-4A33-978B-E62A33B9F219}" dt="2024-10-14T02:03:55.865" v="15741" actId="47"/>
        <pc:sldMkLst>
          <pc:docMk/>
          <pc:sldMk cId="1115468851" sldId="33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28:18.267" v="16644" actId="6549"/>
        <pc:sldMkLst>
          <pc:docMk/>
          <pc:sldMk cId="2923853994" sldId="332"/>
        </pc:sldMkLst>
      </pc:sldChg>
      <pc:sldChg chg="modSp add del modTransition modNotesTx">
        <pc:chgData name="DEWE, HAYLEY L." userId="5cada80b-0f7b-49a5-96b2-656b100ca6c6" providerId="ADAL" clId="{32C70951-BBAD-4A33-978B-E62A33B9F219}" dt="2024-10-15T08:16:32.139" v="16609" actId="47"/>
        <pc:sldMkLst>
          <pc:docMk/>
          <pc:sldMk cId="1456728044" sldId="33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5T12:36:40.156" v="16723" actId="6549"/>
        <pc:sldMkLst>
          <pc:docMk/>
          <pc:sldMk cId="3918554070" sldId="334"/>
        </pc:sldMkLst>
      </pc:sldChg>
      <pc:sldChg chg="modSp add modNotesTx">
        <pc:chgData name="DEWE, HAYLEY L." userId="5cada80b-0f7b-49a5-96b2-656b100ca6c6" providerId="ADAL" clId="{32C70951-BBAD-4A33-978B-E62A33B9F219}" dt="2024-10-15T12:34:42.026" v="16722" actId="6549"/>
        <pc:sldMkLst>
          <pc:docMk/>
          <pc:sldMk cId="338365097" sldId="335"/>
        </pc:sldMkLst>
      </pc:sldChg>
      <pc:sldChg chg="addSp modSp new del modAnim modNotesTx">
        <pc:chgData name="DEWE, HAYLEY L." userId="5cada80b-0f7b-49a5-96b2-656b100ca6c6" providerId="ADAL" clId="{32C70951-BBAD-4A33-978B-E62A33B9F219}" dt="2024-10-15T12:39:10.847" v="16732" actId="47"/>
        <pc:sldMkLst>
          <pc:docMk/>
          <pc:sldMk cId="1983162042" sldId="336"/>
        </pc:sldMkLst>
      </pc:sldChg>
      <pc:sldChg chg="addSp modSp new modTransition modAnim modNotesTx">
        <pc:chgData name="DEWE, HAYLEY L." userId="5cada80b-0f7b-49a5-96b2-656b100ca6c6" providerId="ADAL" clId="{32C70951-BBAD-4A33-978B-E62A33B9F219}" dt="2024-10-15T09:27:22.694" v="16721"/>
        <pc:sldMkLst>
          <pc:docMk/>
          <pc:sldMk cId="2763638759" sldId="337"/>
        </pc:sldMkLst>
      </pc:sldChg>
      <pc:sldChg chg="addSp delSp modSp new mod modTransition delAnim modAnim modNotesTx">
        <pc:chgData name="DEWE, HAYLEY L." userId="5cada80b-0f7b-49a5-96b2-656b100ca6c6" providerId="ADAL" clId="{32C70951-BBAD-4A33-978B-E62A33B9F219}" dt="2024-10-15T12:38:53.736" v="16730"/>
        <pc:sldMkLst>
          <pc:docMk/>
          <pc:sldMk cId="1585753451" sldId="338"/>
        </pc:sldMkLst>
      </pc:sldChg>
      <pc:sldMasterChg chg="setBg modSldLayout">
        <pc:chgData name="DEWE, HAYLEY L." userId="5cada80b-0f7b-49a5-96b2-656b100ca6c6" providerId="ADAL" clId="{32C70951-BBAD-4A33-978B-E62A33B9F219}" dt="2024-10-13T12:24:41.206" v="2044"/>
        <pc:sldMasterMkLst>
          <pc:docMk/>
          <pc:sldMasterMk cId="3516836950" sldId="2147483690"/>
        </pc:sldMasterMkLst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4121230025" sldId="214748369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731651643" sldId="214748369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67763074" sldId="214748369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644090643" sldId="214748369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673194985" sldId="214748369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705573580" sldId="214748369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68970472" sldId="2147483697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060775333" sldId="2147483698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049413050" sldId="2147483699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429450410" sldId="2147483700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91852759" sldId="214748370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95149509" sldId="214748370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786659591" sldId="214748370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37541521" sldId="214748370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319605821" sldId="214748370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579008724" sldId="214748370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926FD85E-E327-44FE-AC44-16DA2FBCD57E}"/>
    <pc:docChg chg="undo redo custSel addSld delSld modSld sldOrd modMainMaster">
      <pc:chgData name="DEWE, HAYLEY L." userId="5cada80b-0f7b-49a5-96b2-656b100ca6c6" providerId="ADAL" clId="{926FD85E-E327-44FE-AC44-16DA2FBCD57E}" dt="2025-10-16T11:35:12.370" v="6646" actId="20577"/>
      <pc:docMkLst>
        <pc:docMk/>
      </pc:docMkLst>
      <pc:sldChg chg="addSp modSp mod modTransition setBg modAnim">
        <pc:chgData name="DEWE, HAYLEY L." userId="5cada80b-0f7b-49a5-96b2-656b100ca6c6" providerId="ADAL" clId="{926FD85E-E327-44FE-AC44-16DA2FBCD57E}" dt="2025-10-16T01:50:44.810" v="4805" actId="20577"/>
        <pc:sldMkLst>
          <pc:docMk/>
          <pc:sldMk cId="621895312" sldId="256"/>
        </pc:sldMkLst>
      </pc:sldChg>
      <pc:sldChg chg="del">
        <pc:chgData name="DEWE, HAYLEY L." userId="5cada80b-0f7b-49a5-96b2-656b100ca6c6" providerId="ADAL" clId="{926FD85E-E327-44FE-AC44-16DA2FBCD57E}" dt="2025-10-15T23:47:44.728" v="4" actId="47"/>
        <pc:sldMkLst>
          <pc:docMk/>
          <pc:sldMk cId="969240660" sldId="259"/>
        </pc:sldMkLst>
      </pc:sldChg>
      <pc:sldChg chg="modSp add mod modTransition">
        <pc:chgData name="DEWE, HAYLEY L." userId="5cada80b-0f7b-49a5-96b2-656b100ca6c6" providerId="ADAL" clId="{926FD85E-E327-44FE-AC44-16DA2FBCD57E}" dt="2025-10-16T01:41:51.291" v="4669" actId="1076"/>
        <pc:sldMkLst>
          <pc:docMk/>
          <pc:sldMk cId="3862151110" sldId="286"/>
        </pc:sldMkLst>
      </pc:sldChg>
      <pc:sldChg chg="modSp mod modTransition">
        <pc:chgData name="DEWE, HAYLEY L." userId="5cada80b-0f7b-49a5-96b2-656b100ca6c6" providerId="ADAL" clId="{926FD85E-E327-44FE-AC44-16DA2FBCD57E}" dt="2025-10-16T00:12:59.535" v="437" actId="14100"/>
        <pc:sldMkLst>
          <pc:docMk/>
          <pc:sldMk cId="3510830575" sldId="288"/>
        </pc:sldMkLst>
      </pc:sldChg>
      <pc:sldChg chg="delSp modSp mod modTransition delAnim">
        <pc:chgData name="DEWE, HAYLEY L." userId="5cada80b-0f7b-49a5-96b2-656b100ca6c6" providerId="ADAL" clId="{926FD85E-E327-44FE-AC44-16DA2FBCD57E}" dt="2025-10-16T01:51:43.232" v="4963" actId="20577"/>
        <pc:sldMkLst>
          <pc:docMk/>
          <pc:sldMk cId="3525045034" sldId="291"/>
        </pc:sldMkLst>
      </pc:sldChg>
      <pc:sldChg chg="add del">
        <pc:chgData name="DEWE, HAYLEY L." userId="5cada80b-0f7b-49a5-96b2-656b100ca6c6" providerId="ADAL" clId="{926FD85E-E327-44FE-AC44-16DA2FBCD57E}" dt="2025-10-15T23:54:33.524" v="75" actId="47"/>
        <pc:sldMkLst>
          <pc:docMk/>
          <pc:sldMk cId="196969797" sldId="297"/>
        </pc:sldMkLst>
      </pc:sldChg>
      <pc:sldChg chg="modSp add mod modTransition">
        <pc:chgData name="DEWE, HAYLEY L." userId="5cada80b-0f7b-49a5-96b2-656b100ca6c6" providerId="ADAL" clId="{926FD85E-E327-44FE-AC44-16DA2FBCD57E}" dt="2025-10-16T01:27:30.929" v="4171"/>
        <pc:sldMkLst>
          <pc:docMk/>
          <pc:sldMk cId="3524497358" sldId="298"/>
        </pc:sldMkLst>
      </pc:sldChg>
      <pc:sldChg chg="addSp delSp modSp mod modTransition setBg delAnim modAnim delDesignElem modNotesTx">
        <pc:chgData name="DEWE, HAYLEY L." userId="5cada80b-0f7b-49a5-96b2-656b100ca6c6" providerId="ADAL" clId="{926FD85E-E327-44FE-AC44-16DA2FBCD57E}" dt="2025-10-16T11:27:39.058" v="6345" actId="6549"/>
        <pc:sldMkLst>
          <pc:docMk/>
          <pc:sldMk cId="1557494676" sldId="301"/>
        </pc:sldMkLst>
      </pc:sldChg>
      <pc:sldChg chg="addSp delSp modSp mod modTransition setBg delAnim delDesignElem">
        <pc:chgData name="DEWE, HAYLEY L." userId="5cada80b-0f7b-49a5-96b2-656b100ca6c6" providerId="ADAL" clId="{926FD85E-E327-44FE-AC44-16DA2FBCD57E}" dt="2025-10-16T00:11:57.600" v="401" actId="403"/>
        <pc:sldMkLst>
          <pc:docMk/>
          <pc:sldMk cId="3787757895" sldId="303"/>
        </pc:sldMkLst>
      </pc:sldChg>
      <pc:sldChg chg="modSp mod modTransition">
        <pc:chgData name="DEWE, HAYLEY L." userId="5cada80b-0f7b-49a5-96b2-656b100ca6c6" providerId="ADAL" clId="{926FD85E-E327-44FE-AC44-16DA2FBCD57E}" dt="2025-10-16T00:12:49.644" v="435" actId="207"/>
        <pc:sldMkLst>
          <pc:docMk/>
          <pc:sldMk cId="2807155718" sldId="304"/>
        </pc:sldMkLst>
      </pc:sldChg>
      <pc:sldChg chg="delSp modSp mod modTransition delAnim">
        <pc:chgData name="DEWE, HAYLEY L." userId="5cada80b-0f7b-49a5-96b2-656b100ca6c6" providerId="ADAL" clId="{926FD85E-E327-44FE-AC44-16DA2FBCD57E}" dt="2025-10-16T00:13:32.164" v="447" actId="1076"/>
        <pc:sldMkLst>
          <pc:docMk/>
          <pc:sldMk cId="3207344223" sldId="305"/>
        </pc:sldMkLst>
      </pc:sldChg>
      <pc:sldChg chg="modSp add mod modTransition">
        <pc:chgData name="DEWE, HAYLEY L." userId="5cada80b-0f7b-49a5-96b2-656b100ca6c6" providerId="ADAL" clId="{926FD85E-E327-44FE-AC44-16DA2FBCD57E}" dt="2025-10-16T01:45:09.681" v="4718" actId="12100"/>
        <pc:sldMkLst>
          <pc:docMk/>
          <pc:sldMk cId="1866738169" sldId="306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48:54.255" v="2261" actId="47"/>
        <pc:sldMkLst>
          <pc:docMk/>
          <pc:sldMk cId="1436351603" sldId="307"/>
        </pc:sldMkLst>
      </pc:sldChg>
      <pc:sldChg chg="delSp add del mod modTransition delAnim">
        <pc:chgData name="DEWE, HAYLEY L." userId="5cada80b-0f7b-49a5-96b2-656b100ca6c6" providerId="ADAL" clId="{926FD85E-E327-44FE-AC44-16DA2FBCD57E}" dt="2025-10-16T01:49:26.845" v="4798" actId="47"/>
        <pc:sldMkLst>
          <pc:docMk/>
          <pc:sldMk cId="2138168827" sldId="308"/>
        </pc:sldMkLst>
      </pc:sldChg>
      <pc:sldChg chg="addSp delSp modSp del mod modTransition delAnim modAnim">
        <pc:chgData name="DEWE, HAYLEY L." userId="5cada80b-0f7b-49a5-96b2-656b100ca6c6" providerId="ADAL" clId="{926FD85E-E327-44FE-AC44-16DA2FBCD57E}" dt="2025-10-16T01:13:42.635" v="4054" actId="47"/>
        <pc:sldMkLst>
          <pc:docMk/>
          <pc:sldMk cId="1567480772" sldId="311"/>
        </pc:sldMkLst>
      </pc:sldChg>
      <pc:sldChg chg="addSp delSp modSp mod modTransition addAnim delAnim modNotesTx">
        <pc:chgData name="DEWE, HAYLEY L." userId="5cada80b-0f7b-49a5-96b2-656b100ca6c6" providerId="ADAL" clId="{926FD85E-E327-44FE-AC44-16DA2FBCD57E}" dt="2025-10-16T01:13:50.823" v="4056" actId="20577"/>
        <pc:sldMkLst>
          <pc:docMk/>
          <pc:sldMk cId="4188619755" sldId="312"/>
        </pc:sldMkLst>
      </pc:sldChg>
      <pc:sldChg chg="addSp delSp modSp mod modTransition delAnim modAnim">
        <pc:chgData name="DEWE, HAYLEY L." userId="5cada80b-0f7b-49a5-96b2-656b100ca6c6" providerId="ADAL" clId="{926FD85E-E327-44FE-AC44-16DA2FBCD57E}" dt="2025-10-16T10:38:24.680" v="4971" actId="1076"/>
        <pc:sldMkLst>
          <pc:docMk/>
          <pc:sldMk cId="2613428923" sldId="313"/>
        </pc:sldMkLst>
      </pc:sldChg>
      <pc:sldChg chg="delSp modSp mod modTransition delAnim modNotesTx">
        <pc:chgData name="DEWE, HAYLEY L." userId="5cada80b-0f7b-49a5-96b2-656b100ca6c6" providerId="ADAL" clId="{926FD85E-E327-44FE-AC44-16DA2FBCD57E}" dt="2025-10-16T11:30:54.588" v="6418" actId="20577"/>
        <pc:sldMkLst>
          <pc:docMk/>
          <pc:sldMk cId="33540929" sldId="314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04:47.320" v="189" actId="47"/>
        <pc:sldMkLst>
          <pc:docMk/>
          <pc:sldMk cId="1702084379" sldId="324"/>
        </pc:sldMkLst>
      </pc:sldChg>
      <pc:sldChg chg="addSp delSp modSp add mod modTransition addAnim delAnim modAnim modNotesTx">
        <pc:chgData name="DEWE, HAYLEY L." userId="5cada80b-0f7b-49a5-96b2-656b100ca6c6" providerId="ADAL" clId="{926FD85E-E327-44FE-AC44-16DA2FBCD57E}" dt="2025-10-16T11:35:12.370" v="6646" actId="20577"/>
        <pc:sldMkLst>
          <pc:docMk/>
          <pc:sldMk cId="3234205895" sldId="325"/>
        </pc:sldMkLst>
      </pc:sldChg>
      <pc:sldChg chg="modSp add mod modTransition modAnim">
        <pc:chgData name="DEWE, HAYLEY L." userId="5cada80b-0f7b-49a5-96b2-656b100ca6c6" providerId="ADAL" clId="{926FD85E-E327-44FE-AC44-16DA2FBCD57E}" dt="2025-10-16T10:39:20.499" v="4972"/>
        <pc:sldMkLst>
          <pc:docMk/>
          <pc:sldMk cId="369844883" sldId="326"/>
        </pc:sldMkLst>
      </pc:sldChg>
      <pc:sldChg chg="delSp modSp mod ord modTransition delAnim modAnim modNotesTx">
        <pc:chgData name="DEWE, HAYLEY L." userId="5cada80b-0f7b-49a5-96b2-656b100ca6c6" providerId="ADAL" clId="{926FD85E-E327-44FE-AC44-16DA2FBCD57E}" dt="2025-10-16T11:27:27.164" v="6344" actId="6549"/>
        <pc:sldMkLst>
          <pc:docMk/>
          <pc:sldMk cId="2423872994" sldId="328"/>
        </pc:sldMkLst>
      </pc:sldChg>
      <pc:sldChg chg="addSp delSp modSp mod modTransition setBg delAnim delDesignElem modNotesTx">
        <pc:chgData name="DEWE, HAYLEY L." userId="5cada80b-0f7b-49a5-96b2-656b100ca6c6" providerId="ADAL" clId="{926FD85E-E327-44FE-AC44-16DA2FBCD57E}" dt="2025-10-16T01:15:50.461" v="4074" actId="1076"/>
        <pc:sldMkLst>
          <pc:docMk/>
          <pc:sldMk cId="4232996817" sldId="329"/>
        </pc:sldMkLst>
      </pc:sldChg>
      <pc:sldChg chg="modSp add mod modTransition">
        <pc:chgData name="DEWE, HAYLEY L." userId="5cada80b-0f7b-49a5-96b2-656b100ca6c6" providerId="ADAL" clId="{926FD85E-E327-44FE-AC44-16DA2FBCD57E}" dt="2025-10-16T01:43:21.776" v="4686" actId="207"/>
        <pc:sldMkLst>
          <pc:docMk/>
          <pc:sldMk cId="699490516" sldId="330"/>
        </pc:sldMkLst>
      </pc:sldChg>
      <pc:sldChg chg="delSp modSp mod modTransition delAnim">
        <pc:chgData name="DEWE, HAYLEY L." userId="5cada80b-0f7b-49a5-96b2-656b100ca6c6" providerId="ADAL" clId="{926FD85E-E327-44FE-AC44-16DA2FBCD57E}" dt="2025-10-16T01:17:06.842" v="4077"/>
        <pc:sldMkLst>
          <pc:docMk/>
          <pc:sldMk cId="2923853994" sldId="332"/>
        </pc:sldMkLst>
      </pc:sldChg>
      <pc:sldChg chg="modSp add mod modTransition">
        <pc:chgData name="DEWE, HAYLEY L." userId="5cada80b-0f7b-49a5-96b2-656b100ca6c6" providerId="ADAL" clId="{926FD85E-E327-44FE-AC44-16DA2FBCD57E}" dt="2025-10-16T01:46:07.515" v="4733" actId="255"/>
        <pc:sldMkLst>
          <pc:docMk/>
          <pc:sldMk cId="2093560962" sldId="333"/>
        </pc:sldMkLst>
      </pc:sldChg>
      <pc:sldChg chg="delSp modSp mod modTransition delAnim modAnim">
        <pc:chgData name="DEWE, HAYLEY L." userId="5cada80b-0f7b-49a5-96b2-656b100ca6c6" providerId="ADAL" clId="{926FD85E-E327-44FE-AC44-16DA2FBCD57E}" dt="2025-10-16T00:09:38.282" v="371" actId="20577"/>
        <pc:sldMkLst>
          <pc:docMk/>
          <pc:sldMk cId="3918554070" sldId="334"/>
        </pc:sldMkLst>
      </pc:sldChg>
      <pc:sldChg chg="delSp modSp mod modTransition delAnim">
        <pc:chgData name="DEWE, HAYLEY L." userId="5cada80b-0f7b-49a5-96b2-656b100ca6c6" providerId="ADAL" clId="{926FD85E-E327-44FE-AC44-16DA2FBCD57E}" dt="2025-10-16T00:08:53.502" v="360" actId="2711"/>
        <pc:sldMkLst>
          <pc:docMk/>
          <pc:sldMk cId="338365097" sldId="335"/>
        </pc:sldMkLst>
      </pc:sldChg>
      <pc:sldChg chg="delSp modSp mod modTransition delAnim modNotesTx">
        <pc:chgData name="DEWE, HAYLEY L." userId="5cada80b-0f7b-49a5-96b2-656b100ca6c6" providerId="ADAL" clId="{926FD85E-E327-44FE-AC44-16DA2FBCD57E}" dt="2025-10-16T01:07:36.621" v="3638" actId="20577"/>
        <pc:sldMkLst>
          <pc:docMk/>
          <pc:sldMk cId="2763638759" sldId="337"/>
        </pc:sldMkLst>
      </pc:sldChg>
      <pc:sldChg chg="addSp delSp modSp mod modTransition addAnim delAnim modAnim modNotesTx">
        <pc:chgData name="DEWE, HAYLEY L." userId="5cada80b-0f7b-49a5-96b2-656b100ca6c6" providerId="ADAL" clId="{926FD85E-E327-44FE-AC44-16DA2FBCD57E}" dt="2025-10-16T11:29:37.996" v="6363" actId="20577"/>
        <pc:sldMkLst>
          <pc:docMk/>
          <pc:sldMk cId="1585753451" sldId="338"/>
        </pc:sldMkLst>
      </pc:sldChg>
      <pc:sldChg chg="addSp delSp modSp add mod modAnim modNotesTx">
        <pc:chgData name="DEWE, HAYLEY L." userId="5cada80b-0f7b-49a5-96b2-656b100ca6c6" providerId="ADAL" clId="{926FD85E-E327-44FE-AC44-16DA2FBCD57E}" dt="2025-10-16T00:59:39.766" v="2405"/>
        <pc:sldMkLst>
          <pc:docMk/>
          <pc:sldMk cId="4232275862" sldId="339"/>
        </pc:sldMkLst>
      </pc:sldChg>
      <pc:sldChg chg="addSp modSp add mod modAnim modNotesTx">
        <pc:chgData name="DEWE, HAYLEY L." userId="5cada80b-0f7b-49a5-96b2-656b100ca6c6" providerId="ADAL" clId="{926FD85E-E327-44FE-AC44-16DA2FBCD57E}" dt="2025-10-16T01:19:05.731" v="4111"/>
        <pc:sldMkLst>
          <pc:docMk/>
          <pc:sldMk cId="3058138973" sldId="340"/>
        </pc:sldMkLst>
      </pc:sldChg>
      <pc:sldChg chg="modSp add mod modTransition">
        <pc:chgData name="DEWE, HAYLEY L." userId="5cada80b-0f7b-49a5-96b2-656b100ca6c6" providerId="ADAL" clId="{926FD85E-E327-44FE-AC44-16DA2FBCD57E}" dt="2025-10-16T01:23:03.311" v="4118"/>
        <pc:sldMkLst>
          <pc:docMk/>
          <pc:sldMk cId="1710789567" sldId="341"/>
        </pc:sldMkLst>
      </pc:sldChg>
      <pc:sldChg chg="add del">
        <pc:chgData name="DEWE, HAYLEY L." userId="5cada80b-0f7b-49a5-96b2-656b100ca6c6" providerId="ADAL" clId="{926FD85E-E327-44FE-AC44-16DA2FBCD57E}" dt="2025-10-16T01:22:54.486" v="4115" actId="47"/>
        <pc:sldMkLst>
          <pc:docMk/>
          <pc:sldMk cId="1778759872" sldId="342"/>
        </pc:sldMkLst>
      </pc:sldChg>
      <pc:sldChg chg="addSp modSp add mod modTransition setBg modAnim modNotesTx">
        <pc:chgData name="DEWE, HAYLEY L." userId="5cada80b-0f7b-49a5-96b2-656b100ca6c6" providerId="ADAL" clId="{926FD85E-E327-44FE-AC44-16DA2FBCD57E}" dt="2025-10-16T01:33:47.827" v="4439"/>
        <pc:sldMkLst>
          <pc:docMk/>
          <pc:sldMk cId="4020492249" sldId="343"/>
        </pc:sldMkLst>
      </pc:sldChg>
      <pc:sldChg chg="modSp add mod modTransition">
        <pc:chgData name="DEWE, HAYLEY L." userId="5cada80b-0f7b-49a5-96b2-656b100ca6c6" providerId="ADAL" clId="{926FD85E-E327-44FE-AC44-16DA2FBCD57E}" dt="2025-10-16T01:33:54.970" v="4440" actId="207"/>
        <pc:sldMkLst>
          <pc:docMk/>
          <pc:sldMk cId="4192220800" sldId="344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01:38:27.026" v="4649"/>
        <pc:sldMkLst>
          <pc:docMk/>
          <pc:sldMk cId="4038684548" sldId="345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41.739" v="4986"/>
        <pc:sldMkLst>
          <pc:docMk/>
          <pc:sldMk cId="2425083260" sldId="346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08.654" v="4975"/>
        <pc:sldMkLst>
          <pc:docMk/>
          <pc:sldMk cId="3371320197" sldId="347"/>
        </pc:sldMkLst>
      </pc:sldChg>
      <pc:sldChg chg="modSp add mod modTransition modNotesTx">
        <pc:chgData name="DEWE, HAYLEY L." userId="5cada80b-0f7b-49a5-96b2-656b100ca6c6" providerId="ADAL" clId="{926FD85E-E327-44FE-AC44-16DA2FBCD57E}" dt="2025-10-16T01:44:13.857" v="4716" actId="20577"/>
        <pc:sldMkLst>
          <pc:docMk/>
          <pc:sldMk cId="2852232281" sldId="348"/>
        </pc:sldMkLst>
      </pc:sldChg>
      <pc:sldChg chg="modSp add mod modTransition">
        <pc:chgData name="DEWE, HAYLEY L." userId="5cada80b-0f7b-49a5-96b2-656b100ca6c6" providerId="ADAL" clId="{926FD85E-E327-44FE-AC44-16DA2FBCD57E}" dt="2025-10-16T01:45:48.434" v="4728"/>
        <pc:sldMkLst>
          <pc:docMk/>
          <pc:sldMk cId="3829531161" sldId="349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10:40:38.953" v="4984"/>
        <pc:sldMkLst>
          <pc:docMk/>
          <pc:sldMk cId="2617131412" sldId="350"/>
        </pc:sldMkLst>
      </pc:sldChg>
      <pc:sldChg chg="add del modNotesTx">
        <pc:chgData name="DEWE, HAYLEY L." userId="5cada80b-0f7b-49a5-96b2-656b100ca6c6" providerId="ADAL" clId="{926FD85E-E327-44FE-AC44-16DA2FBCD57E}" dt="2025-10-16T01:47:42.874" v="4781" actId="47"/>
        <pc:sldMkLst>
          <pc:docMk/>
          <pc:sldMk cId="121525202" sldId="351"/>
        </pc:sldMkLst>
      </pc:sldChg>
      <pc:sldChg chg="modSp add ord modAnim">
        <pc:chgData name="DEWE, HAYLEY L." userId="5cada80b-0f7b-49a5-96b2-656b100ca6c6" providerId="ADAL" clId="{926FD85E-E327-44FE-AC44-16DA2FBCD57E}" dt="2025-10-16T10:40:47.292" v="4991"/>
        <pc:sldMkLst>
          <pc:docMk/>
          <pc:sldMk cId="2417051397" sldId="351"/>
        </pc:sldMkLst>
      </pc:sldChg>
      <pc:sldChg chg="delSp modSp add mod modAnim modNotesTx">
        <pc:chgData name="DEWE, HAYLEY L." userId="5cada80b-0f7b-49a5-96b2-656b100ca6c6" providerId="ADAL" clId="{926FD85E-E327-44FE-AC44-16DA2FBCD57E}" dt="2025-10-16T11:20:03.144" v="6327"/>
        <pc:sldMkLst>
          <pc:docMk/>
          <pc:sldMk cId="765867033" sldId="352"/>
        </pc:sldMkLst>
      </pc:sldChg>
      <pc:sldChg chg="delSp add del mod setBg delAnim delDesignElem">
        <pc:chgData name="DEWE, HAYLEY L." userId="5cada80b-0f7b-49a5-96b2-656b100ca6c6" providerId="ADAL" clId="{926FD85E-E327-44FE-AC44-16DA2FBCD57E}" dt="2025-10-16T01:50:14.086" v="4802" actId="47"/>
        <pc:sldMkLst>
          <pc:docMk/>
          <pc:sldMk cId="4108301384" sldId="352"/>
        </pc:sldMkLst>
      </pc:sldChg>
      <pc:sldMasterChg chg="modTransition modSldLayout">
        <pc:chgData name="DEWE, HAYLEY L." userId="5cada80b-0f7b-49a5-96b2-656b100ca6c6" providerId="ADAL" clId="{926FD85E-E327-44FE-AC44-16DA2FBCD57E}" dt="2025-10-15T23:49:24.543" v="26"/>
        <pc:sldMasterMkLst>
          <pc:docMk/>
          <pc:sldMasterMk cId="3516836950" sldId="2147483690"/>
        </pc:sldMasterMkLst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4121230025" sldId="214748369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731651643" sldId="214748369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67763074" sldId="214748369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644090643" sldId="214748369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673194985" sldId="214748369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705573580" sldId="214748369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68970472" sldId="2147483697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060775333" sldId="2147483698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049413050" sldId="2147483699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429450410" sldId="2147483700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91852759" sldId="214748370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95149509" sldId="214748370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786659591" sldId="214748370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37541521" sldId="214748370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319605821" sldId="214748370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579008724" sldId="214748370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632DF7FE-9916-4FAF-8457-3521400FFCEA}"/>
    <pc:docChg chg="undo redo custSel addSld delSld modSld sldOrd">
      <pc:chgData name="DEWE, HAYLEY L." userId="5cada80b-0f7b-49a5-96b2-656b100ca6c6" providerId="ADAL" clId="{632DF7FE-9916-4FAF-8457-3521400FFCEA}" dt="2025-12-03T14:04:51.179" v="107785" actId="20577"/>
      <pc:docMkLst>
        <pc:docMk/>
      </pc:docMkLst>
      <pc:sldChg chg="delSp modSp mod">
        <pc:chgData name="DEWE, HAYLEY L." userId="5cada80b-0f7b-49a5-96b2-656b100ca6c6" providerId="ADAL" clId="{632DF7FE-9916-4FAF-8457-3521400FFCEA}" dt="2025-12-03T13:58:07.269" v="107744" actId="478"/>
        <pc:sldMkLst>
          <pc:docMk/>
          <pc:sldMk cId="621895312" sldId="256"/>
        </pc:sldMkLst>
        <pc:spChg chg="del mod">
          <ac:chgData name="DEWE, HAYLEY L." userId="5cada80b-0f7b-49a5-96b2-656b100ca6c6" providerId="ADAL" clId="{632DF7FE-9916-4FAF-8457-3521400FFCEA}" dt="2025-12-03T13:58:07.269" v="107744" actId="478"/>
          <ac:spMkLst>
            <pc:docMk/>
            <pc:sldMk cId="621895312" sldId="256"/>
            <ac:spMk id="2" creationId="{64542607-0AE5-82BA-68ED-B915945C201B}"/>
          </ac:spMkLst>
        </pc:spChg>
        <pc:spChg chg="mod">
          <ac:chgData name="DEWE, HAYLEY L." userId="5cada80b-0f7b-49a5-96b2-656b100ca6c6" providerId="ADAL" clId="{632DF7FE-9916-4FAF-8457-3521400FFCEA}" dt="2025-12-01T21:13:55.792" v="86426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del">
        <pc:chgData name="DEWE, HAYLEY L." userId="5cada80b-0f7b-49a5-96b2-656b100ca6c6" providerId="ADAL" clId="{632DF7FE-9916-4FAF-8457-3521400FFCEA}" dt="2025-10-22T10:01:57.745" v="764" actId="47"/>
        <pc:sldMkLst>
          <pc:docMk/>
          <pc:sldMk cId="3862151110" sldId="286"/>
        </pc:sldMkLst>
      </pc:sldChg>
      <pc:sldChg chg="addSp delSp modSp add mod ord">
        <pc:chgData name="DEWE, HAYLEY L." userId="5cada80b-0f7b-49a5-96b2-656b100ca6c6" providerId="ADAL" clId="{632DF7FE-9916-4FAF-8457-3521400FFCEA}" dt="2025-12-01T21:29:22.675" v="86755" actId="20577"/>
        <pc:sldMkLst>
          <pc:docMk/>
          <pc:sldMk cId="1073770607" sldId="288"/>
        </pc:sldMkLst>
        <pc:spChg chg="mod">
          <ac:chgData name="DEWE, HAYLEY L." userId="5cada80b-0f7b-49a5-96b2-656b100ca6c6" providerId="ADAL" clId="{632DF7FE-9916-4FAF-8457-3521400FFCEA}" dt="2025-12-01T21:29:22.675" v="86755" actId="20577"/>
          <ac:spMkLst>
            <pc:docMk/>
            <pc:sldMk cId="1073770607" sldId="288"/>
            <ac:spMk id="4" creationId="{2011C802-73B3-2DD2-A025-1492767780BF}"/>
          </ac:spMkLst>
        </pc:spChg>
      </pc:sldChg>
      <pc:sldChg chg="modSp del mod">
        <pc:chgData name="DEWE, HAYLEY L." userId="5cada80b-0f7b-49a5-96b2-656b100ca6c6" providerId="ADAL" clId="{632DF7FE-9916-4FAF-8457-3521400FFCEA}" dt="2025-10-29T11:21:23.395" v="15215" actId="2696"/>
        <pc:sldMkLst>
          <pc:docMk/>
          <pc:sldMk cId="3510830575" sldId="288"/>
        </pc:sldMkLst>
      </pc:sldChg>
      <pc:sldChg chg="modSp del mod modAnim modNotesTx">
        <pc:chgData name="DEWE, HAYLEY L." userId="5cada80b-0f7b-49a5-96b2-656b100ca6c6" providerId="ADAL" clId="{632DF7FE-9916-4FAF-8457-3521400FFCEA}" dt="2025-11-05T13:36:12.821" v="24023" actId="47"/>
        <pc:sldMkLst>
          <pc:docMk/>
          <pc:sldMk cId="3525045034" sldId="291"/>
        </pc:sldMkLst>
      </pc:sldChg>
      <pc:sldChg chg="del">
        <pc:chgData name="DEWE, HAYLEY L." userId="5cada80b-0f7b-49a5-96b2-656b100ca6c6" providerId="ADAL" clId="{632DF7FE-9916-4FAF-8457-3521400FFCEA}" dt="2025-10-22T10:55:47.525" v="2063" actId="47"/>
        <pc:sldMkLst>
          <pc:docMk/>
          <pc:sldMk cId="3524497358" sldId="298"/>
        </pc:sldMkLst>
      </pc:sldChg>
      <pc:sldChg chg="del">
        <pc:chgData name="DEWE, HAYLEY L." userId="5cada80b-0f7b-49a5-96b2-656b100ca6c6" providerId="ADAL" clId="{632DF7FE-9916-4FAF-8457-3521400FFCEA}" dt="2025-10-22T09:47:37.329" v="250" actId="47"/>
        <pc:sldMkLst>
          <pc:docMk/>
          <pc:sldMk cId="1557494676" sldId="301"/>
        </pc:sldMkLst>
      </pc:sldChg>
      <pc:sldChg chg="del">
        <pc:chgData name="DEWE, HAYLEY L." userId="5cada80b-0f7b-49a5-96b2-656b100ca6c6" providerId="ADAL" clId="{632DF7FE-9916-4FAF-8457-3521400FFCEA}" dt="2025-10-22T09:47:37.799" v="251" actId="47"/>
        <pc:sldMkLst>
          <pc:docMk/>
          <pc:sldMk cId="3787757895" sldId="303"/>
        </pc:sldMkLst>
      </pc:sldChg>
      <pc:sldChg chg="modSp del mod">
        <pc:chgData name="DEWE, HAYLEY L." userId="5cada80b-0f7b-49a5-96b2-656b100ca6c6" providerId="ADAL" clId="{632DF7FE-9916-4FAF-8457-3521400FFCEA}" dt="2025-10-28T11:50:27.607" v="6681" actId="47"/>
        <pc:sldMkLst>
          <pc:docMk/>
          <pc:sldMk cId="2807155718" sldId="304"/>
        </pc:sldMkLst>
      </pc:sldChg>
      <pc:sldChg chg="addSp delSp modSp del mod ord delAnim modAnim modNotesTx">
        <pc:chgData name="DEWE, HAYLEY L." userId="5cada80b-0f7b-49a5-96b2-656b100ca6c6" providerId="ADAL" clId="{632DF7FE-9916-4FAF-8457-3521400FFCEA}" dt="2025-10-27T16:23:41.973" v="6186" actId="47"/>
        <pc:sldMkLst>
          <pc:docMk/>
          <pc:sldMk cId="3207344223" sldId="305"/>
        </pc:sldMkLst>
      </pc:sldChg>
      <pc:sldChg chg="del">
        <pc:chgData name="DEWE, HAYLEY L." userId="5cada80b-0f7b-49a5-96b2-656b100ca6c6" providerId="ADAL" clId="{632DF7FE-9916-4FAF-8457-3521400FFCEA}" dt="2025-10-22T10:55:53.247" v="2067" actId="47"/>
        <pc:sldMkLst>
          <pc:docMk/>
          <pc:sldMk cId="1866738169" sldId="306"/>
        </pc:sldMkLst>
      </pc:sldChg>
      <pc:sldChg chg="modSp add del mod ord modNotesTx">
        <pc:chgData name="DEWE, HAYLEY L." userId="5cada80b-0f7b-49a5-96b2-656b100ca6c6" providerId="ADAL" clId="{632DF7FE-9916-4FAF-8457-3521400FFCEA}" dt="2025-11-04T12:58:32.826" v="16548" actId="47"/>
        <pc:sldMkLst>
          <pc:docMk/>
          <pc:sldMk cId="4188619755" sldId="312"/>
        </pc:sldMkLst>
      </pc:sldChg>
      <pc:sldChg chg="del ord">
        <pc:chgData name="DEWE, HAYLEY L." userId="5cada80b-0f7b-49a5-96b2-656b100ca6c6" providerId="ADAL" clId="{632DF7FE-9916-4FAF-8457-3521400FFCEA}" dt="2025-10-22T09:48:41.834" v="304" actId="47"/>
        <pc:sldMkLst>
          <pc:docMk/>
          <pc:sldMk cId="2613428923" sldId="313"/>
        </pc:sldMkLst>
      </pc:sldChg>
      <pc:sldChg chg="modSp add del mod ord">
        <pc:chgData name="DEWE, HAYLEY L." userId="5cada80b-0f7b-49a5-96b2-656b100ca6c6" providerId="ADAL" clId="{632DF7FE-9916-4FAF-8457-3521400FFCEA}" dt="2025-10-22T10:01:47.405" v="760" actId="47"/>
        <pc:sldMkLst>
          <pc:docMk/>
          <pc:sldMk cId="33540929" sldId="314"/>
        </pc:sldMkLst>
      </pc:sldChg>
      <pc:sldChg chg="del">
        <pc:chgData name="DEWE, HAYLEY L." userId="5cada80b-0f7b-49a5-96b2-656b100ca6c6" providerId="ADAL" clId="{632DF7FE-9916-4FAF-8457-3521400FFCEA}" dt="2025-10-22T10:55:45.024" v="2061" actId="47"/>
        <pc:sldMkLst>
          <pc:docMk/>
          <pc:sldMk cId="3234205895" sldId="325"/>
        </pc:sldMkLst>
      </pc:sldChg>
      <pc:sldChg chg="del">
        <pc:chgData name="DEWE, HAYLEY L." userId="5cada80b-0f7b-49a5-96b2-656b100ca6c6" providerId="ADAL" clId="{632DF7FE-9916-4FAF-8457-3521400FFCEA}" dt="2025-10-22T10:55:48.933" v="2064" actId="47"/>
        <pc:sldMkLst>
          <pc:docMk/>
          <pc:sldMk cId="369844883" sldId="326"/>
        </pc:sldMkLst>
      </pc:sldChg>
      <pc:sldChg chg="modSp add del mod">
        <pc:chgData name="DEWE, HAYLEY L." userId="5cada80b-0f7b-49a5-96b2-656b100ca6c6" providerId="ADAL" clId="{632DF7FE-9916-4FAF-8457-3521400FFCEA}" dt="2025-10-27T16:23:33.633" v="6184" actId="47"/>
        <pc:sldMkLst>
          <pc:docMk/>
          <pc:sldMk cId="2423872994" sldId="328"/>
        </pc:sldMkLst>
      </pc:sldChg>
      <pc:sldChg chg="add del">
        <pc:chgData name="DEWE, HAYLEY L." userId="5cada80b-0f7b-49a5-96b2-656b100ca6c6" providerId="ADAL" clId="{632DF7FE-9916-4FAF-8457-3521400FFCEA}" dt="2025-10-22T10:55:43.227" v="2060" actId="47"/>
        <pc:sldMkLst>
          <pc:docMk/>
          <pc:sldMk cId="4232996817" sldId="329"/>
        </pc:sldMkLst>
      </pc:sldChg>
      <pc:sldChg chg="del">
        <pc:chgData name="DEWE, HAYLEY L." userId="5cada80b-0f7b-49a5-96b2-656b100ca6c6" providerId="ADAL" clId="{632DF7FE-9916-4FAF-8457-3521400FFCEA}" dt="2025-10-22T10:56:05.685" v="2075" actId="47"/>
        <pc:sldMkLst>
          <pc:docMk/>
          <pc:sldMk cId="699490516" sldId="330"/>
        </pc:sldMkLst>
      </pc:sldChg>
      <pc:sldChg chg="del">
        <pc:chgData name="DEWE, HAYLEY L." userId="5cada80b-0f7b-49a5-96b2-656b100ca6c6" providerId="ADAL" clId="{632DF7FE-9916-4FAF-8457-3521400FFCEA}" dt="2025-10-22T09:47:34.289" v="248" actId="47"/>
        <pc:sldMkLst>
          <pc:docMk/>
          <pc:sldMk cId="2923853994" sldId="332"/>
        </pc:sldMkLst>
      </pc:sldChg>
      <pc:sldChg chg="del">
        <pc:chgData name="DEWE, HAYLEY L." userId="5cada80b-0f7b-49a5-96b2-656b100ca6c6" providerId="ADAL" clId="{632DF7FE-9916-4FAF-8457-3521400FFCEA}" dt="2025-10-22T10:55:58.973" v="2071" actId="47"/>
        <pc:sldMkLst>
          <pc:docMk/>
          <pc:sldMk cId="2093560962" sldId="333"/>
        </pc:sldMkLst>
      </pc:sldChg>
      <pc:sldChg chg="del">
        <pc:chgData name="DEWE, HAYLEY L." userId="5cada80b-0f7b-49a5-96b2-656b100ca6c6" providerId="ADAL" clId="{632DF7FE-9916-4FAF-8457-3521400FFCEA}" dt="2025-10-22T09:47:32.248" v="247" actId="47"/>
        <pc:sldMkLst>
          <pc:docMk/>
          <pc:sldMk cId="3918554070" sldId="334"/>
        </pc:sldMkLst>
      </pc:sldChg>
      <pc:sldChg chg="modSp mod addAnim delAnim modAnim">
        <pc:chgData name="DEWE, HAYLEY L." userId="5cada80b-0f7b-49a5-96b2-656b100ca6c6" providerId="ADAL" clId="{632DF7FE-9916-4FAF-8457-3521400FFCEA}" dt="2025-12-03T11:38:11.998" v="103137" actId="20577"/>
        <pc:sldMkLst>
          <pc:docMk/>
          <pc:sldMk cId="338365097" sldId="335"/>
        </pc:sldMkLst>
        <pc:spChg chg="mod">
          <ac:chgData name="DEWE, HAYLEY L." userId="5cada80b-0f7b-49a5-96b2-656b100ca6c6" providerId="ADAL" clId="{632DF7FE-9916-4FAF-8457-3521400FFCEA}" dt="2025-12-01T21:14:10.065" v="86429" actId="14100"/>
          <ac:spMkLst>
            <pc:docMk/>
            <pc:sldMk cId="338365097" sldId="335"/>
            <ac:spMk id="5" creationId="{7FED8D49-6DBF-16AE-CC2E-8FC33433D719}"/>
          </ac:spMkLst>
        </pc:spChg>
        <pc:spChg chg="mod">
          <ac:chgData name="DEWE, HAYLEY L." userId="5cada80b-0f7b-49a5-96b2-656b100ca6c6" providerId="ADAL" clId="{632DF7FE-9916-4FAF-8457-3521400FFCEA}" dt="2025-12-03T11:38:11.998" v="103137" actId="20577"/>
          <ac:spMkLst>
            <pc:docMk/>
            <pc:sldMk cId="338365097" sldId="335"/>
            <ac:spMk id="6" creationId="{20A6FCE1-807F-78AF-7A22-954415E2EDD2}"/>
          </ac:spMkLst>
        </pc:spChg>
      </pc:sldChg>
      <pc:sldChg chg="add del ord modAnim modNotesTx">
        <pc:chgData name="DEWE, HAYLEY L." userId="5cada80b-0f7b-49a5-96b2-656b100ca6c6" providerId="ADAL" clId="{632DF7FE-9916-4FAF-8457-3521400FFCEA}" dt="2025-10-27T16:23:30.965" v="6183" actId="47"/>
        <pc:sldMkLst>
          <pc:docMk/>
          <pc:sldMk cId="2763638759" sldId="337"/>
        </pc:sldMkLst>
      </pc:sldChg>
      <pc:sldChg chg="del">
        <pc:chgData name="DEWE, HAYLEY L." userId="5cada80b-0f7b-49a5-96b2-656b100ca6c6" providerId="ADAL" clId="{632DF7FE-9916-4FAF-8457-3521400FFCEA}" dt="2025-10-22T09:47:45.286" v="254" actId="47"/>
        <pc:sldMkLst>
          <pc:docMk/>
          <pc:sldMk cId="1585753451" sldId="338"/>
        </pc:sldMkLst>
      </pc:sldChg>
      <pc:sldChg chg="del">
        <pc:chgData name="DEWE, HAYLEY L." userId="5cada80b-0f7b-49a5-96b2-656b100ca6c6" providerId="ADAL" clId="{632DF7FE-9916-4FAF-8457-3521400FFCEA}" dt="2025-10-22T09:47:46.796" v="255" actId="47"/>
        <pc:sldMkLst>
          <pc:docMk/>
          <pc:sldMk cId="4232275862" sldId="339"/>
        </pc:sldMkLst>
      </pc:sldChg>
      <pc:sldChg chg="del">
        <pc:chgData name="DEWE, HAYLEY L." userId="5cada80b-0f7b-49a5-96b2-656b100ca6c6" providerId="ADAL" clId="{632DF7FE-9916-4FAF-8457-3521400FFCEA}" dt="2025-10-22T10:01:49.640" v="761" actId="47"/>
        <pc:sldMkLst>
          <pc:docMk/>
          <pc:sldMk cId="3058138973" sldId="340"/>
        </pc:sldMkLst>
      </pc:sldChg>
      <pc:sldChg chg="del">
        <pc:chgData name="DEWE, HAYLEY L." userId="5cada80b-0f7b-49a5-96b2-656b100ca6c6" providerId="ADAL" clId="{632DF7FE-9916-4FAF-8457-3521400FFCEA}" dt="2025-10-22T13:50:51.467" v="2973" actId="47"/>
        <pc:sldMkLst>
          <pc:docMk/>
          <pc:sldMk cId="1710789567" sldId="341"/>
        </pc:sldMkLst>
      </pc:sldChg>
      <pc:sldChg chg="del">
        <pc:chgData name="DEWE, HAYLEY L." userId="5cada80b-0f7b-49a5-96b2-656b100ca6c6" providerId="ADAL" clId="{632DF7FE-9916-4FAF-8457-3521400FFCEA}" dt="2025-10-22T10:55:50.416" v="2065" actId="47"/>
        <pc:sldMkLst>
          <pc:docMk/>
          <pc:sldMk cId="4020492249" sldId="343"/>
        </pc:sldMkLst>
      </pc:sldChg>
      <pc:sldChg chg="del">
        <pc:chgData name="DEWE, HAYLEY L." userId="5cada80b-0f7b-49a5-96b2-656b100ca6c6" providerId="ADAL" clId="{632DF7FE-9916-4FAF-8457-3521400FFCEA}" dt="2025-10-22T13:50:52.008" v="2974" actId="47"/>
        <pc:sldMkLst>
          <pc:docMk/>
          <pc:sldMk cId="4192220800" sldId="344"/>
        </pc:sldMkLst>
      </pc:sldChg>
      <pc:sldChg chg="del">
        <pc:chgData name="DEWE, HAYLEY L." userId="5cada80b-0f7b-49a5-96b2-656b100ca6c6" providerId="ADAL" clId="{632DF7FE-9916-4FAF-8457-3521400FFCEA}" dt="2025-10-22T10:55:52.284" v="2066" actId="47"/>
        <pc:sldMkLst>
          <pc:docMk/>
          <pc:sldMk cId="4038684548" sldId="345"/>
        </pc:sldMkLst>
      </pc:sldChg>
      <pc:sldChg chg="del">
        <pc:chgData name="DEWE, HAYLEY L." userId="5cada80b-0f7b-49a5-96b2-656b100ca6c6" providerId="ADAL" clId="{632DF7FE-9916-4FAF-8457-3521400FFCEA}" dt="2025-10-22T10:55:54.226" v="2068" actId="47"/>
        <pc:sldMkLst>
          <pc:docMk/>
          <pc:sldMk cId="2425083260" sldId="346"/>
        </pc:sldMkLst>
      </pc:sldChg>
      <pc:sldChg chg="del">
        <pc:chgData name="DEWE, HAYLEY L." userId="5cada80b-0f7b-49a5-96b2-656b100ca6c6" providerId="ADAL" clId="{632DF7FE-9916-4FAF-8457-3521400FFCEA}" dt="2025-10-22T10:55:54.932" v="2069" actId="47"/>
        <pc:sldMkLst>
          <pc:docMk/>
          <pc:sldMk cId="3371320197" sldId="347"/>
        </pc:sldMkLst>
      </pc:sldChg>
      <pc:sldChg chg="del">
        <pc:chgData name="DEWE, HAYLEY L." userId="5cada80b-0f7b-49a5-96b2-656b100ca6c6" providerId="ADAL" clId="{632DF7FE-9916-4FAF-8457-3521400FFCEA}" dt="2025-10-22T10:55:56.273" v="2070" actId="47"/>
        <pc:sldMkLst>
          <pc:docMk/>
          <pc:sldMk cId="2852232281" sldId="348"/>
        </pc:sldMkLst>
      </pc:sldChg>
      <pc:sldChg chg="del">
        <pc:chgData name="DEWE, HAYLEY L." userId="5cada80b-0f7b-49a5-96b2-656b100ca6c6" providerId="ADAL" clId="{632DF7FE-9916-4FAF-8457-3521400FFCEA}" dt="2025-10-22T10:56:04.587" v="2074" actId="47"/>
        <pc:sldMkLst>
          <pc:docMk/>
          <pc:sldMk cId="3829531161" sldId="349"/>
        </pc:sldMkLst>
      </pc:sldChg>
      <pc:sldChg chg="del">
        <pc:chgData name="DEWE, HAYLEY L." userId="5cada80b-0f7b-49a5-96b2-656b100ca6c6" providerId="ADAL" clId="{632DF7FE-9916-4FAF-8457-3521400FFCEA}" dt="2025-10-22T10:55:59.971" v="2073" actId="47"/>
        <pc:sldMkLst>
          <pc:docMk/>
          <pc:sldMk cId="2617131412" sldId="350"/>
        </pc:sldMkLst>
      </pc:sldChg>
      <pc:sldChg chg="del">
        <pc:chgData name="DEWE, HAYLEY L." userId="5cada80b-0f7b-49a5-96b2-656b100ca6c6" providerId="ADAL" clId="{632DF7FE-9916-4FAF-8457-3521400FFCEA}" dt="2025-10-22T10:55:59.482" v="2072" actId="47"/>
        <pc:sldMkLst>
          <pc:docMk/>
          <pc:sldMk cId="2417051397" sldId="351"/>
        </pc:sldMkLst>
      </pc:sldChg>
      <pc:sldChg chg="del">
        <pc:chgData name="DEWE, HAYLEY L." userId="5cada80b-0f7b-49a5-96b2-656b100ca6c6" providerId="ADAL" clId="{632DF7FE-9916-4FAF-8457-3521400FFCEA}" dt="2025-10-22T10:55:46.385" v="2062" actId="47"/>
        <pc:sldMkLst>
          <pc:docMk/>
          <pc:sldMk cId="765867033" sldId="352"/>
        </pc:sldMkLst>
      </pc:sldChg>
      <pc:sldChg chg="addSp delSp modSp add del mod ord delAnim modAnim">
        <pc:chgData name="DEWE, HAYLEY L." userId="5cada80b-0f7b-49a5-96b2-656b100ca6c6" providerId="ADAL" clId="{632DF7FE-9916-4FAF-8457-3521400FFCEA}" dt="2025-10-27T16:23:35.308" v="6185" actId="47"/>
        <pc:sldMkLst>
          <pc:docMk/>
          <pc:sldMk cId="3572692624" sldId="353"/>
        </pc:sldMkLst>
      </pc:sldChg>
      <pc:sldChg chg="add del">
        <pc:chgData name="DEWE, HAYLEY L." userId="5cada80b-0f7b-49a5-96b2-656b100ca6c6" providerId="ADAL" clId="{632DF7FE-9916-4FAF-8457-3521400FFCEA}" dt="2025-10-22T10:48:49.293" v="2007" actId="47"/>
        <pc:sldMkLst>
          <pc:docMk/>
          <pc:sldMk cId="2818862348" sldId="354"/>
        </pc:sldMkLst>
      </pc:sldChg>
      <pc:sldChg chg="modSp add del modAnim">
        <pc:chgData name="DEWE, HAYLEY L." userId="5cada80b-0f7b-49a5-96b2-656b100ca6c6" providerId="ADAL" clId="{632DF7FE-9916-4FAF-8457-3521400FFCEA}" dt="2025-10-22T09:57:37.493" v="518" actId="47"/>
        <pc:sldMkLst>
          <pc:docMk/>
          <pc:sldMk cId="3515596302" sldId="354"/>
        </pc:sldMkLst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1880356968" sldId="355"/>
        </pc:sldMkLst>
      </pc:sldChg>
      <pc:sldChg chg="add del">
        <pc:chgData name="DEWE, HAYLEY L." userId="5cada80b-0f7b-49a5-96b2-656b100ca6c6" providerId="ADAL" clId="{632DF7FE-9916-4FAF-8457-3521400FFCEA}" dt="2025-11-04T12:55:40.434" v="16517" actId="47"/>
        <pc:sldMkLst>
          <pc:docMk/>
          <pc:sldMk cId="2797809940" sldId="355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3118044428" sldId="355"/>
        </pc:sldMkLst>
      </pc:sldChg>
      <pc:sldChg chg="delSp modSp add del mod">
        <pc:chgData name="DEWE, HAYLEY L." userId="5cada80b-0f7b-49a5-96b2-656b100ca6c6" providerId="ADAL" clId="{632DF7FE-9916-4FAF-8457-3521400FFCEA}" dt="2025-10-22T10:35:26.220" v="1483" actId="47"/>
        <pc:sldMkLst>
          <pc:docMk/>
          <pc:sldMk cId="1388384717" sldId="356"/>
        </pc:sldMkLst>
      </pc:sldChg>
      <pc:sldChg chg="add del ord">
        <pc:chgData name="DEWE, HAYLEY L." userId="5cada80b-0f7b-49a5-96b2-656b100ca6c6" providerId="ADAL" clId="{632DF7FE-9916-4FAF-8457-3521400FFCEA}" dt="2025-10-27T16:04:20.223" v="6137" actId="2696"/>
        <pc:sldMkLst>
          <pc:docMk/>
          <pc:sldMk cId="1773711665" sldId="357"/>
        </pc:sldMkLst>
      </pc:sldChg>
      <pc:sldChg chg="add del modNotesTx">
        <pc:chgData name="DEWE, HAYLEY L." userId="5cada80b-0f7b-49a5-96b2-656b100ca6c6" providerId="ADAL" clId="{632DF7FE-9916-4FAF-8457-3521400FFCEA}" dt="2025-11-04T12:58:22.748" v="16537" actId="47"/>
        <pc:sldMkLst>
          <pc:docMk/>
          <pc:sldMk cId="2376168831" sldId="357"/>
        </pc:sldMkLst>
      </pc:sldChg>
      <pc:sldChg chg="addSp delSp 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4136794173" sldId="357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2007729402" sldId="358"/>
        </pc:sldMkLst>
      </pc:sldChg>
      <pc:sldChg chg="add del">
        <pc:chgData name="DEWE, HAYLEY L." userId="5cada80b-0f7b-49a5-96b2-656b100ca6c6" providerId="ADAL" clId="{632DF7FE-9916-4FAF-8457-3521400FFCEA}" dt="2025-11-04T12:55:55.703" v="16519" actId="47"/>
        <pc:sldMkLst>
          <pc:docMk/>
          <pc:sldMk cId="2588908868" sldId="358"/>
        </pc:sldMkLst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867249440" sldId="358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341453135" sldId="359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248304042" sldId="359"/>
        </pc:sldMkLst>
      </pc:sldChg>
      <pc:sldChg chg="add del">
        <pc:chgData name="DEWE, HAYLEY L." userId="5cada80b-0f7b-49a5-96b2-656b100ca6c6" providerId="ADAL" clId="{632DF7FE-9916-4FAF-8457-3521400FFCEA}" dt="2025-11-04T12:55:56.739" v="16520" actId="47"/>
        <pc:sldMkLst>
          <pc:docMk/>
          <pc:sldMk cId="2808956687" sldId="359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298386172" sldId="360"/>
        </pc:sldMkLst>
      </pc:sldChg>
      <pc:sldChg chg="add del">
        <pc:chgData name="DEWE, HAYLEY L." userId="5cada80b-0f7b-49a5-96b2-656b100ca6c6" providerId="ADAL" clId="{632DF7FE-9916-4FAF-8457-3521400FFCEA}" dt="2025-11-04T12:55:51.600" v="16518" actId="47"/>
        <pc:sldMkLst>
          <pc:docMk/>
          <pc:sldMk cId="791235966" sldId="360"/>
        </pc:sldMkLst>
      </pc:sldChg>
      <pc:sldChg chg="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793724040" sldId="360"/>
        </pc:sldMkLst>
      </pc:sldChg>
      <pc:sldChg chg="addSp delSp modSp add del mod">
        <pc:chgData name="DEWE, HAYLEY L." userId="5cada80b-0f7b-49a5-96b2-656b100ca6c6" providerId="ADAL" clId="{632DF7FE-9916-4FAF-8457-3521400FFCEA}" dt="2025-10-27T16:22:33.883" v="6148" actId="47"/>
        <pc:sldMkLst>
          <pc:docMk/>
          <pc:sldMk cId="3423943591" sldId="361"/>
        </pc:sldMkLst>
      </pc:sldChg>
      <pc:sldChg chg="addSp delSp modSp add del mod">
        <pc:chgData name="DEWE, HAYLEY L." userId="5cada80b-0f7b-49a5-96b2-656b100ca6c6" providerId="ADAL" clId="{632DF7FE-9916-4FAF-8457-3521400FFCEA}" dt="2025-10-27T16:22:37.750" v="6149" actId="47"/>
        <pc:sldMkLst>
          <pc:docMk/>
          <pc:sldMk cId="616826077" sldId="362"/>
        </pc:sldMkLst>
      </pc:sldChg>
      <pc:sldChg chg="addSp delSp modSp add del mod setBg delDesignElem">
        <pc:chgData name="DEWE, HAYLEY L." userId="5cada80b-0f7b-49a5-96b2-656b100ca6c6" providerId="ADAL" clId="{632DF7FE-9916-4FAF-8457-3521400FFCEA}" dt="2025-10-27T16:22:15.207" v="6139" actId="47"/>
        <pc:sldMkLst>
          <pc:docMk/>
          <pc:sldMk cId="1618482742" sldId="363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16.312" v="6140" actId="47"/>
        <pc:sldMkLst>
          <pc:docMk/>
          <pc:sldMk cId="1745823413" sldId="364"/>
        </pc:sldMkLst>
      </pc:sldChg>
      <pc:sldChg chg="addSp delSp modSp add del mod modNotesTx">
        <pc:chgData name="DEWE, HAYLEY L." userId="5cada80b-0f7b-49a5-96b2-656b100ca6c6" providerId="ADAL" clId="{632DF7FE-9916-4FAF-8457-3521400FFCEA}" dt="2025-10-27T16:22:18.237" v="6142" actId="47"/>
        <pc:sldMkLst>
          <pc:docMk/>
          <pc:sldMk cId="3965961832" sldId="365"/>
        </pc:sldMkLst>
      </pc:sldChg>
      <pc:sldChg chg="addSp delSp modSp add del mod">
        <pc:chgData name="DEWE, HAYLEY L." userId="5cada80b-0f7b-49a5-96b2-656b100ca6c6" providerId="ADAL" clId="{632DF7FE-9916-4FAF-8457-3521400FFCEA}" dt="2025-10-27T16:22:21.182" v="6145" actId="47"/>
        <pc:sldMkLst>
          <pc:docMk/>
          <pc:sldMk cId="1163230819" sldId="366"/>
        </pc:sldMkLst>
      </pc:sldChg>
      <pc:sldChg chg="add del">
        <pc:chgData name="DEWE, HAYLEY L." userId="5cada80b-0f7b-49a5-96b2-656b100ca6c6" providerId="ADAL" clId="{632DF7FE-9916-4FAF-8457-3521400FFCEA}" dt="2025-10-22T11:10:42.588" v="2828" actId="47"/>
        <pc:sldMkLst>
          <pc:docMk/>
          <pc:sldMk cId="845730703" sldId="367"/>
        </pc:sldMkLst>
      </pc:sldChg>
      <pc:sldChg chg="modSp add del mod ord modNotesTx">
        <pc:chgData name="DEWE, HAYLEY L." userId="5cada80b-0f7b-49a5-96b2-656b100ca6c6" providerId="ADAL" clId="{632DF7FE-9916-4FAF-8457-3521400FFCEA}" dt="2025-10-27T16:22:38.858" v="6150" actId="47"/>
        <pc:sldMkLst>
          <pc:docMk/>
          <pc:sldMk cId="3401192606" sldId="368"/>
        </pc:sldMkLst>
      </pc:sldChg>
      <pc:sldChg chg="modSp add del mod modNotesTx">
        <pc:chgData name="DEWE, HAYLEY L." userId="5cada80b-0f7b-49a5-96b2-656b100ca6c6" providerId="ADAL" clId="{632DF7FE-9916-4FAF-8457-3521400FFCEA}" dt="2025-10-27T16:22:41.637" v="6152" actId="47"/>
        <pc:sldMkLst>
          <pc:docMk/>
          <pc:sldMk cId="872873463" sldId="369"/>
        </pc:sldMkLst>
      </pc:sldChg>
      <pc:sldChg chg="modSp add del mod modNotesTx">
        <pc:chgData name="DEWE, HAYLEY L." userId="5cada80b-0f7b-49a5-96b2-656b100ca6c6" providerId="ADAL" clId="{632DF7FE-9916-4FAF-8457-3521400FFCEA}" dt="2025-10-27T16:22:17.262" v="6141" actId="47"/>
        <pc:sldMkLst>
          <pc:docMk/>
          <pc:sldMk cId="2327931698" sldId="370"/>
        </pc:sldMkLst>
      </pc:sldChg>
      <pc:sldChg chg="add del modNotesTx">
        <pc:chgData name="DEWE, HAYLEY L." userId="5cada80b-0f7b-49a5-96b2-656b100ca6c6" providerId="ADAL" clId="{632DF7FE-9916-4FAF-8457-3521400FFCEA}" dt="2025-11-04T12:54:57.764" v="16516" actId="47"/>
        <pc:sldMkLst>
          <pc:docMk/>
          <pc:sldMk cId="1347041056" sldId="371"/>
        </pc:sldMkLst>
      </pc:sldChg>
      <pc:sldChg chg="modSp add del mod">
        <pc:chgData name="DEWE, HAYLEY L." userId="5cada80b-0f7b-49a5-96b2-656b100ca6c6" providerId="ADAL" clId="{632DF7FE-9916-4FAF-8457-3521400FFCEA}" dt="2025-10-29T11:21:53.596" v="15221" actId="2696"/>
        <pc:sldMkLst>
          <pc:docMk/>
          <pc:sldMk cId="2772312887" sldId="371"/>
        </pc:sldMkLst>
      </pc:sldChg>
      <pc:sldChg chg="modSp add del mod modNotesTx">
        <pc:chgData name="DEWE, HAYLEY L." userId="5cada80b-0f7b-49a5-96b2-656b100ca6c6" providerId="ADAL" clId="{632DF7FE-9916-4FAF-8457-3521400FFCEA}" dt="2025-10-28T11:49:56.007" v="6583" actId="2696"/>
        <pc:sldMkLst>
          <pc:docMk/>
          <pc:sldMk cId="3512671683" sldId="371"/>
        </pc:sldMkLst>
      </pc:sldChg>
      <pc:sldChg chg="modSp add del">
        <pc:chgData name="DEWE, HAYLEY L." userId="5cada80b-0f7b-49a5-96b2-656b100ca6c6" providerId="ADAL" clId="{632DF7FE-9916-4FAF-8457-3521400FFCEA}" dt="2025-10-22T13:43:17.540" v="2900"/>
        <pc:sldMkLst>
          <pc:docMk/>
          <pc:sldMk cId="663548929" sldId="372"/>
        </pc:sldMkLst>
      </pc:sldChg>
      <pc:sldChg chg="addSp delSp modSp add del mod ord">
        <pc:chgData name="DEWE, HAYLEY L." userId="5cada80b-0f7b-49a5-96b2-656b100ca6c6" providerId="ADAL" clId="{632DF7FE-9916-4FAF-8457-3521400FFCEA}" dt="2025-10-28T11:50:25.138" v="6679" actId="47"/>
        <pc:sldMkLst>
          <pc:docMk/>
          <pc:sldMk cId="3148318449" sldId="372"/>
        </pc:sldMkLst>
      </pc:sldChg>
      <pc:sldChg chg="modSp add del mod modNotesTx">
        <pc:chgData name="DEWE, HAYLEY L." userId="5cada80b-0f7b-49a5-96b2-656b100ca6c6" providerId="ADAL" clId="{632DF7FE-9916-4FAF-8457-3521400FFCEA}" dt="2025-10-28T11:50:41.418" v="6685" actId="47"/>
        <pc:sldMkLst>
          <pc:docMk/>
          <pc:sldMk cId="880974579" sldId="37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0-27T16:22:20.106" v="6144" actId="47"/>
        <pc:sldMkLst>
          <pc:docMk/>
          <pc:sldMk cId="1845433489" sldId="374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22.408" v="6146" actId="47"/>
        <pc:sldMkLst>
          <pc:docMk/>
          <pc:sldMk cId="626053130" sldId="375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29:28.305" v="26427" actId="47"/>
        <pc:sldMkLst>
          <pc:docMk/>
          <pc:sldMk cId="3286275415" sldId="375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40.215" v="6151" actId="47"/>
        <pc:sldMkLst>
          <pc:docMk/>
          <pc:sldMk cId="3958050279" sldId="376"/>
        </pc:sldMkLst>
      </pc:sldChg>
      <pc:sldChg chg="modSp add del mod">
        <pc:chgData name="DEWE, HAYLEY L." userId="5cada80b-0f7b-49a5-96b2-656b100ca6c6" providerId="ADAL" clId="{632DF7FE-9916-4FAF-8457-3521400FFCEA}" dt="2025-10-22T14:35:17.286" v="3417" actId="47"/>
        <pc:sldMkLst>
          <pc:docMk/>
          <pc:sldMk cId="3082376707" sldId="381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19:14.615" v="25447" actId="47"/>
        <pc:sldMkLst>
          <pc:docMk/>
          <pc:sldMk cId="3107351437" sldId="381"/>
        </pc:sldMkLst>
      </pc:sldChg>
      <pc:sldChg chg="delSp modSp add del mod setBg delDesignElem">
        <pc:chgData name="DEWE, HAYLEY L." userId="5cada80b-0f7b-49a5-96b2-656b100ca6c6" providerId="ADAL" clId="{632DF7FE-9916-4FAF-8457-3521400FFCEA}" dt="2025-10-29T10:32:32.897" v="11069" actId="47"/>
        <pc:sldMkLst>
          <pc:docMk/>
          <pc:sldMk cId="2818703248" sldId="383"/>
        </pc:sldMkLst>
      </pc:sldChg>
      <pc:sldChg chg="modSp add del mod modNotesTx">
        <pc:chgData name="DEWE, HAYLEY L." userId="5cada80b-0f7b-49a5-96b2-656b100ca6c6" providerId="ADAL" clId="{632DF7FE-9916-4FAF-8457-3521400FFCEA}" dt="2025-11-04T12:58:24.877" v="16539" actId="47"/>
        <pc:sldMkLst>
          <pc:docMk/>
          <pc:sldMk cId="130676191" sldId="384"/>
        </pc:sldMkLst>
      </pc:sldChg>
      <pc:sldChg chg="addSp delSp modSp add del mod delAnim">
        <pc:chgData name="DEWE, HAYLEY L." userId="5cada80b-0f7b-49a5-96b2-656b100ca6c6" providerId="ADAL" clId="{632DF7FE-9916-4FAF-8457-3521400FFCEA}" dt="2025-10-28T14:55:16.745" v="8291" actId="47"/>
        <pc:sldMkLst>
          <pc:docMk/>
          <pc:sldMk cId="361373974" sldId="385"/>
        </pc:sldMkLst>
      </pc:sldChg>
      <pc:sldChg chg="addSp delSp modSp add del mod addAnim delAnim modNotesTx">
        <pc:chgData name="DEWE, HAYLEY L." userId="5cada80b-0f7b-49a5-96b2-656b100ca6c6" providerId="ADAL" clId="{632DF7FE-9916-4FAF-8457-3521400FFCEA}" dt="2025-11-10T14:29:31.056" v="26429" actId="47"/>
        <pc:sldMkLst>
          <pc:docMk/>
          <pc:sldMk cId="1209465" sldId="386"/>
        </pc:sldMkLst>
      </pc:sldChg>
      <pc:sldChg chg="delSp modSp add del mod delAnim">
        <pc:chgData name="DEWE, HAYLEY L." userId="5cada80b-0f7b-49a5-96b2-656b100ca6c6" providerId="ADAL" clId="{632DF7FE-9916-4FAF-8457-3521400FFCEA}" dt="2025-11-04T12:58:26.140" v="16543" actId="47"/>
        <pc:sldMkLst>
          <pc:docMk/>
          <pc:sldMk cId="3899395918" sldId="389"/>
        </pc:sldMkLst>
      </pc:sldChg>
      <pc:sldChg chg="modSp add del mod modNotesTx">
        <pc:chgData name="DEWE, HAYLEY L." userId="5cada80b-0f7b-49a5-96b2-656b100ca6c6" providerId="ADAL" clId="{632DF7FE-9916-4FAF-8457-3521400FFCEA}" dt="2025-10-27T16:22:32.215" v="6147" actId="47"/>
        <pc:sldMkLst>
          <pc:docMk/>
          <pc:sldMk cId="1993061995" sldId="391"/>
        </pc:sldMkLst>
      </pc:sldChg>
      <pc:sldChg chg="add del ord">
        <pc:chgData name="DEWE, HAYLEY L." userId="5cada80b-0f7b-49a5-96b2-656b100ca6c6" providerId="ADAL" clId="{632DF7FE-9916-4FAF-8457-3521400FFCEA}" dt="2025-10-27T16:22:43.752" v="6153" actId="47"/>
        <pc:sldMkLst>
          <pc:docMk/>
          <pc:sldMk cId="3302362278" sldId="392"/>
        </pc:sldMkLst>
      </pc:sldChg>
      <pc:sldChg chg="addSp delSp modSp add del mod">
        <pc:chgData name="DEWE, HAYLEY L." userId="5cada80b-0f7b-49a5-96b2-656b100ca6c6" providerId="ADAL" clId="{632DF7FE-9916-4FAF-8457-3521400FFCEA}" dt="2025-10-22T14:24:00.122" v="3093" actId="2696"/>
        <pc:sldMkLst>
          <pc:docMk/>
          <pc:sldMk cId="4149964601" sldId="392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19.201" v="6143" actId="47"/>
        <pc:sldMkLst>
          <pc:docMk/>
          <pc:sldMk cId="1120875955" sldId="393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44:31.260" v="27855" actId="47"/>
        <pc:sldMkLst>
          <pc:docMk/>
          <pc:sldMk cId="1029962819" sldId="394"/>
        </pc:sldMkLst>
      </pc:sldChg>
      <pc:sldChg chg="modSp add del mod">
        <pc:chgData name="DEWE, HAYLEY L." userId="5cada80b-0f7b-49a5-96b2-656b100ca6c6" providerId="ADAL" clId="{632DF7FE-9916-4FAF-8457-3521400FFCEA}" dt="2025-10-29T11:21:53.596" v="15221" actId="2696"/>
        <pc:sldMkLst>
          <pc:docMk/>
          <pc:sldMk cId="2428067809" sldId="394"/>
        </pc:sldMkLst>
      </pc:sldChg>
      <pc:sldChg chg="modSp add del ord modAnim modNotesTx">
        <pc:chgData name="DEWE, HAYLEY L." userId="5cada80b-0f7b-49a5-96b2-656b100ca6c6" providerId="ADAL" clId="{632DF7FE-9916-4FAF-8457-3521400FFCEA}" dt="2025-11-04T12:54:56.881" v="16515" actId="47"/>
        <pc:sldMkLst>
          <pc:docMk/>
          <pc:sldMk cId="4107442374" sldId="394"/>
        </pc:sldMkLst>
      </pc:sldChg>
      <pc:sldChg chg="modSp add del mod">
        <pc:chgData name="DEWE, HAYLEY L." userId="5cada80b-0f7b-49a5-96b2-656b100ca6c6" providerId="ADAL" clId="{632DF7FE-9916-4FAF-8457-3521400FFCEA}" dt="2025-11-10T14:44:41.435" v="27862" actId="47"/>
        <pc:sldMkLst>
          <pc:docMk/>
          <pc:sldMk cId="1041891191" sldId="395"/>
        </pc:sldMkLst>
      </pc:sldChg>
      <pc:sldChg chg="add del">
        <pc:chgData name="DEWE, HAYLEY L." userId="5cada80b-0f7b-49a5-96b2-656b100ca6c6" providerId="ADAL" clId="{632DF7FE-9916-4FAF-8457-3521400FFCEA}" dt="2025-10-22T14:37:51.729" v="3503"/>
        <pc:sldMkLst>
          <pc:docMk/>
          <pc:sldMk cId="1698462029" sldId="395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0-28T11:51:05.865" v="6703" actId="47"/>
        <pc:sldMkLst>
          <pc:docMk/>
          <pc:sldMk cId="1705992185" sldId="395"/>
        </pc:sldMkLst>
      </pc:sldChg>
      <pc:sldChg chg="modSp add del mod">
        <pc:chgData name="DEWE, HAYLEY L." userId="5cada80b-0f7b-49a5-96b2-656b100ca6c6" providerId="ADAL" clId="{632DF7FE-9916-4FAF-8457-3521400FFCEA}" dt="2025-10-22T14:33:35.433" v="3397"/>
        <pc:sldMkLst>
          <pc:docMk/>
          <pc:sldMk cId="3356674942" sldId="395"/>
        </pc:sldMkLst>
      </pc:sldChg>
      <pc:sldChg chg="addSp delSp modSp add del mod setBg modAnim">
        <pc:chgData name="DEWE, HAYLEY L." userId="5cada80b-0f7b-49a5-96b2-656b100ca6c6" providerId="ADAL" clId="{632DF7FE-9916-4FAF-8457-3521400FFCEA}" dt="2025-11-05T13:21:24.722" v="23875" actId="47"/>
        <pc:sldMkLst>
          <pc:docMk/>
          <pc:sldMk cId="3978237196" sldId="396"/>
        </pc:sldMkLst>
      </pc:sldChg>
      <pc:sldChg chg="modSp add mod modAnim modNotesTx">
        <pc:chgData name="DEWE, HAYLEY L." userId="5cada80b-0f7b-49a5-96b2-656b100ca6c6" providerId="ADAL" clId="{632DF7FE-9916-4FAF-8457-3521400FFCEA}" dt="2025-12-03T12:56:29.444" v="107055"/>
        <pc:sldMkLst>
          <pc:docMk/>
          <pc:sldMk cId="2993719332" sldId="397"/>
        </pc:sldMkLst>
        <pc:spChg chg="mod">
          <ac:chgData name="DEWE, HAYLEY L." userId="5cada80b-0f7b-49a5-96b2-656b100ca6c6" providerId="ADAL" clId="{632DF7FE-9916-4FAF-8457-3521400FFCEA}" dt="2025-12-03T12:25:12.093" v="106187" actId="1076"/>
          <ac:spMkLst>
            <pc:docMk/>
            <pc:sldMk cId="2993719332" sldId="397"/>
            <ac:spMk id="5" creationId="{E54245C3-45E4-59AA-074B-3FE100DDBD4A}"/>
          </ac:spMkLst>
        </pc:spChg>
        <pc:spChg chg="mod">
          <ac:chgData name="DEWE, HAYLEY L." userId="5cada80b-0f7b-49a5-96b2-656b100ca6c6" providerId="ADAL" clId="{632DF7FE-9916-4FAF-8457-3521400FFCEA}" dt="2025-12-03T12:40:58.206" v="106813" actId="6549"/>
          <ac:spMkLst>
            <pc:docMk/>
            <pc:sldMk cId="2993719332" sldId="397"/>
            <ac:spMk id="6" creationId="{AA7DA80F-64D5-246B-6BB0-B05A9698EA09}"/>
          </ac:spMkLst>
        </pc:spChg>
      </pc:sldChg>
      <pc:sldChg chg="add del">
        <pc:chgData name="DEWE, HAYLEY L." userId="5cada80b-0f7b-49a5-96b2-656b100ca6c6" providerId="ADAL" clId="{632DF7FE-9916-4FAF-8457-3521400FFCEA}" dt="2025-11-04T14:39:51.983" v="19839" actId="47"/>
        <pc:sldMkLst>
          <pc:docMk/>
          <pc:sldMk cId="2442015100" sldId="398"/>
        </pc:sldMkLst>
      </pc:sldChg>
      <pc:sldChg chg="modSp add del mod modAnim modNotesTx">
        <pc:chgData name="DEWE, HAYLEY L." userId="5cada80b-0f7b-49a5-96b2-656b100ca6c6" providerId="ADAL" clId="{632DF7FE-9916-4FAF-8457-3521400FFCEA}" dt="2025-11-04T12:58:31.091" v="16546" actId="47"/>
        <pc:sldMkLst>
          <pc:docMk/>
          <pc:sldMk cId="3423943591" sldId="398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04T12:58:25.461" v="16540" actId="47"/>
        <pc:sldMkLst>
          <pc:docMk/>
          <pc:sldMk cId="616826077" sldId="399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35.536" v="27169" actId="47"/>
        <pc:sldMkLst>
          <pc:docMk/>
          <pc:sldMk cId="1068082831" sldId="399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04T12:58:25.776" v="16541" actId="47"/>
        <pc:sldMkLst>
          <pc:docMk/>
          <pc:sldMk cId="2191930255" sldId="400"/>
        </pc:sldMkLst>
      </pc:sldChg>
      <pc:sldChg chg="addSp delSp modSp add del mod">
        <pc:chgData name="DEWE, HAYLEY L." userId="5cada80b-0f7b-49a5-96b2-656b100ca6c6" providerId="ADAL" clId="{632DF7FE-9916-4FAF-8457-3521400FFCEA}" dt="2025-11-10T14:39:33.249" v="27166" actId="47"/>
        <pc:sldMkLst>
          <pc:docMk/>
          <pc:sldMk cId="2654480325" sldId="400"/>
        </pc:sldMkLst>
      </pc:sldChg>
      <pc:sldChg chg="add del">
        <pc:chgData name="DEWE, HAYLEY L." userId="5cada80b-0f7b-49a5-96b2-656b100ca6c6" providerId="ADAL" clId="{632DF7FE-9916-4FAF-8457-3521400FFCEA}" dt="2025-10-28T14:03:24.655" v="7073" actId="47"/>
        <pc:sldMkLst>
          <pc:docMk/>
          <pc:sldMk cId="2949820940" sldId="400"/>
        </pc:sldMkLst>
      </pc:sldChg>
      <pc:sldChg chg="addSp delSp modSp add del mod">
        <pc:chgData name="DEWE, HAYLEY L." userId="5cada80b-0f7b-49a5-96b2-656b100ca6c6" providerId="ADAL" clId="{632DF7FE-9916-4FAF-8457-3521400FFCEA}" dt="2025-11-04T12:58:25.967" v="16542" actId="47"/>
        <pc:sldMkLst>
          <pc:docMk/>
          <pc:sldMk cId="324737319" sldId="401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34.129" v="27167" actId="47"/>
        <pc:sldMkLst>
          <pc:docMk/>
          <pc:sldMk cId="799269774" sldId="401"/>
        </pc:sldMkLst>
      </pc:sldChg>
      <pc:sldChg chg="add del">
        <pc:chgData name="DEWE, HAYLEY L." userId="5cada80b-0f7b-49a5-96b2-656b100ca6c6" providerId="ADAL" clId="{632DF7FE-9916-4FAF-8457-3521400FFCEA}" dt="2025-10-28T15:24:10.551" v="9517" actId="47"/>
        <pc:sldMkLst>
          <pc:docMk/>
          <pc:sldMk cId="923773310" sldId="402"/>
        </pc:sldMkLst>
      </pc:sldChg>
      <pc:sldChg chg="addSp delSp modSp new del mod ord delAnim modAnim modNotesTx">
        <pc:chgData name="DEWE, HAYLEY L." userId="5cada80b-0f7b-49a5-96b2-656b100ca6c6" providerId="ADAL" clId="{632DF7FE-9916-4FAF-8457-3521400FFCEA}" dt="2025-11-04T12:58:26.284" v="16544" actId="47"/>
        <pc:sldMkLst>
          <pc:docMk/>
          <pc:sldMk cId="3289122278" sldId="402"/>
        </pc:sldMkLst>
      </pc:sldChg>
      <pc:sldChg chg="addSp modSp add del mod modAnim modNotesTx">
        <pc:chgData name="DEWE, HAYLEY L." userId="5cada80b-0f7b-49a5-96b2-656b100ca6c6" providerId="ADAL" clId="{632DF7FE-9916-4FAF-8457-3521400FFCEA}" dt="2025-11-04T12:58:32.068" v="16547" actId="47"/>
        <pc:sldMkLst>
          <pc:docMk/>
          <pc:sldMk cId="1544672499" sldId="403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40.708" v="27174" actId="47"/>
        <pc:sldMkLst>
          <pc:docMk/>
          <pc:sldMk cId="3347045101" sldId="403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10T14:39:36.870" v="27171" actId="47"/>
        <pc:sldMkLst>
          <pc:docMk/>
          <pc:sldMk cId="636879762" sldId="404"/>
        </pc:sldMkLst>
      </pc:sldChg>
      <pc:sldChg chg="delSp modSp add del mod modNotesTx">
        <pc:chgData name="DEWE, HAYLEY L." userId="5cada80b-0f7b-49a5-96b2-656b100ca6c6" providerId="ADAL" clId="{632DF7FE-9916-4FAF-8457-3521400FFCEA}" dt="2025-11-10T14:44:36.732" v="27858" actId="47"/>
        <pc:sldMkLst>
          <pc:docMk/>
          <pc:sldMk cId="1271370317" sldId="405"/>
        </pc:sldMkLst>
      </pc:sldChg>
      <pc:sldChg chg="modSp add del mod modAnim">
        <pc:chgData name="DEWE, HAYLEY L." userId="5cada80b-0f7b-49a5-96b2-656b100ca6c6" providerId="ADAL" clId="{632DF7FE-9916-4FAF-8457-3521400FFCEA}" dt="2025-11-10T14:44:37.708" v="27859" actId="47"/>
        <pc:sldMkLst>
          <pc:docMk/>
          <pc:sldMk cId="2991312910" sldId="406"/>
        </pc:sldMkLst>
      </pc:sldChg>
      <pc:sldChg chg="delSp modSp add del mod">
        <pc:chgData name="DEWE, HAYLEY L." userId="5cada80b-0f7b-49a5-96b2-656b100ca6c6" providerId="ADAL" clId="{632DF7FE-9916-4FAF-8457-3521400FFCEA}" dt="2025-11-10T14:44:09.742" v="27845" actId="47"/>
        <pc:sldMkLst>
          <pc:docMk/>
          <pc:sldMk cId="3427582421" sldId="407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5-11-05T15:08:32.102" v="24118" actId="47"/>
        <pc:sldMkLst>
          <pc:docMk/>
          <pc:sldMk cId="3378335496" sldId="409"/>
        </pc:sldMkLst>
      </pc:sldChg>
      <pc:sldChg chg="addSp modSp add del mod">
        <pc:chgData name="DEWE, HAYLEY L." userId="5cada80b-0f7b-49a5-96b2-656b100ca6c6" providerId="ADAL" clId="{632DF7FE-9916-4FAF-8457-3521400FFCEA}" dt="2025-11-10T14:44:05.098" v="27838" actId="47"/>
        <pc:sldMkLst>
          <pc:docMk/>
          <pc:sldMk cId="213098105" sldId="410"/>
        </pc:sldMkLst>
      </pc:sldChg>
      <pc:sldChg chg="modSp add del mod">
        <pc:chgData name="DEWE, HAYLEY L." userId="5cada80b-0f7b-49a5-96b2-656b100ca6c6" providerId="ADAL" clId="{632DF7FE-9916-4FAF-8457-3521400FFCEA}" dt="2025-11-10T14:44:06.436" v="27840" actId="47"/>
        <pc:sldMkLst>
          <pc:docMk/>
          <pc:sldMk cId="3992526597" sldId="411"/>
        </pc:sldMkLst>
      </pc:sldChg>
      <pc:sldChg chg="addSp delSp modSp add del mod">
        <pc:chgData name="DEWE, HAYLEY L." userId="5cada80b-0f7b-49a5-96b2-656b100ca6c6" providerId="ADAL" clId="{632DF7FE-9916-4FAF-8457-3521400FFCEA}" dt="2025-11-10T14:44:04.752" v="27837" actId="47"/>
        <pc:sldMkLst>
          <pc:docMk/>
          <pc:sldMk cId="3108422262" sldId="412"/>
        </pc:sldMkLst>
      </pc:sldChg>
      <pc:sldChg chg="addSp delSp modSp add del mod">
        <pc:chgData name="DEWE, HAYLEY L." userId="5cada80b-0f7b-49a5-96b2-656b100ca6c6" providerId="ADAL" clId="{632DF7FE-9916-4FAF-8457-3521400FFCEA}" dt="2025-11-10T14:44:05.774" v="27839" actId="47"/>
        <pc:sldMkLst>
          <pc:docMk/>
          <pc:sldMk cId="3987039733" sldId="413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0T14:44:07.603" v="27842" actId="47"/>
        <pc:sldMkLst>
          <pc:docMk/>
          <pc:sldMk cId="2624310056" sldId="414"/>
        </pc:sldMkLst>
      </pc:sldChg>
      <pc:sldChg chg="addSp delSp modSp add del mod">
        <pc:chgData name="DEWE, HAYLEY L." userId="5cada80b-0f7b-49a5-96b2-656b100ca6c6" providerId="ADAL" clId="{632DF7FE-9916-4FAF-8457-3521400FFCEA}" dt="2025-11-10T14:44:08.610" v="27844" actId="47"/>
        <pc:sldMkLst>
          <pc:docMk/>
          <pc:sldMk cId="1147537879" sldId="415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0T14:44:07.934" v="27843" actId="47"/>
        <pc:sldMkLst>
          <pc:docMk/>
          <pc:sldMk cId="67869463" sldId="420"/>
        </pc:sldMkLst>
      </pc:sldChg>
      <pc:sldChg chg="addSp modSp add del mod modAnim modNotesTx">
        <pc:chgData name="DEWE, HAYLEY L." userId="5cada80b-0f7b-49a5-96b2-656b100ca6c6" providerId="ADAL" clId="{632DF7FE-9916-4FAF-8457-3521400FFCEA}" dt="2025-11-04T12:58:34.545" v="16549" actId="47"/>
        <pc:sldMkLst>
          <pc:docMk/>
          <pc:sldMk cId="2759775043" sldId="534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13T00:00:55.636" v="56912" actId="2696"/>
        <pc:sldMkLst>
          <pc:docMk/>
          <pc:sldMk cId="27429430" sldId="535"/>
        </pc:sldMkLst>
      </pc:sldChg>
      <pc:sldChg chg="delSp modSp add del mod delAnim">
        <pc:chgData name="DEWE, HAYLEY L." userId="5cada80b-0f7b-49a5-96b2-656b100ca6c6" providerId="ADAL" clId="{632DF7FE-9916-4FAF-8457-3521400FFCEA}" dt="2025-10-29T11:07:30.081" v="14147" actId="47"/>
        <pc:sldMkLst>
          <pc:docMk/>
          <pc:sldMk cId="766031777" sldId="535"/>
        </pc:sldMkLst>
      </pc:sldChg>
      <pc:sldChg chg="modSp add del mod">
        <pc:chgData name="DEWE, HAYLEY L." userId="5cada80b-0f7b-49a5-96b2-656b100ca6c6" providerId="ADAL" clId="{632DF7FE-9916-4FAF-8457-3521400FFCEA}" dt="2025-10-28T15:46:33.405" v="11068" actId="47"/>
        <pc:sldMkLst>
          <pc:docMk/>
          <pc:sldMk cId="910017448" sldId="535"/>
        </pc:sldMkLst>
      </pc:sldChg>
      <pc:sldChg chg="new del">
        <pc:chgData name="DEWE, HAYLEY L." userId="5cada80b-0f7b-49a5-96b2-656b100ca6c6" providerId="ADAL" clId="{632DF7FE-9916-4FAF-8457-3521400FFCEA}" dt="2025-10-29T10:45:27.507" v="11854" actId="47"/>
        <pc:sldMkLst>
          <pc:docMk/>
          <pc:sldMk cId="1388625213" sldId="535"/>
        </pc:sldMkLst>
      </pc:sldChg>
      <pc:sldChg chg="modSp add del mod">
        <pc:chgData name="DEWE, HAYLEY L." userId="5cada80b-0f7b-49a5-96b2-656b100ca6c6" providerId="ADAL" clId="{632DF7FE-9916-4FAF-8457-3521400FFCEA}" dt="2025-11-04T12:58:23.868" v="16538" actId="47"/>
        <pc:sldMkLst>
          <pc:docMk/>
          <pc:sldMk cId="3572128664" sldId="536"/>
        </pc:sldMkLst>
      </pc:sldChg>
      <pc:sldChg chg="modSp add del mod">
        <pc:chgData name="DEWE, HAYLEY L." userId="5cada80b-0f7b-49a5-96b2-656b100ca6c6" providerId="ADAL" clId="{632DF7FE-9916-4FAF-8457-3521400FFCEA}" dt="2025-11-04T12:58:29.007" v="16545" actId="47"/>
        <pc:sldMkLst>
          <pc:docMk/>
          <pc:sldMk cId="633455557" sldId="537"/>
        </pc:sldMkLst>
      </pc:sldChg>
      <pc:sldChg chg="modSp add del mod modNotesTx">
        <pc:chgData name="DEWE, HAYLEY L." userId="5cada80b-0f7b-49a5-96b2-656b100ca6c6" providerId="ADAL" clId="{632DF7FE-9916-4FAF-8457-3521400FFCEA}" dt="2025-11-04T12:58:35.661" v="16550" actId="47"/>
        <pc:sldMkLst>
          <pc:docMk/>
          <pc:sldMk cId="2250632354" sldId="538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19:13.354" v="25446" actId="47"/>
        <pc:sldMkLst>
          <pc:docMk/>
          <pc:sldMk cId="2767476084" sldId="539"/>
        </pc:sldMkLst>
      </pc:sldChg>
      <pc:sldChg chg="modSp add del mod">
        <pc:chgData name="DEWE, HAYLEY L." userId="5cada80b-0f7b-49a5-96b2-656b100ca6c6" providerId="ADAL" clId="{632DF7FE-9916-4FAF-8457-3521400FFCEA}" dt="2025-11-04T13:00:32.516" v="16612" actId="47"/>
        <pc:sldMkLst>
          <pc:docMk/>
          <pc:sldMk cId="490563823" sldId="540"/>
        </pc:sldMkLst>
      </pc:sldChg>
      <pc:sldChg chg="addSp delSp modSp add del mod addAnim delAnim modAnim modNotesTx">
        <pc:chgData name="DEWE, HAYLEY L." userId="5cada80b-0f7b-49a5-96b2-656b100ca6c6" providerId="ADAL" clId="{632DF7FE-9916-4FAF-8457-3521400FFCEA}" dt="2025-12-01T22:02:51.203" v="89039" actId="47"/>
        <pc:sldMkLst>
          <pc:docMk/>
          <pc:sldMk cId="966310135" sldId="540"/>
        </pc:sldMkLst>
      </pc:sldChg>
      <pc:sldChg chg="add del">
        <pc:chgData name="DEWE, HAYLEY L." userId="5cada80b-0f7b-49a5-96b2-656b100ca6c6" providerId="ADAL" clId="{632DF7FE-9916-4FAF-8457-3521400FFCEA}" dt="2025-11-04T13:00:30.773" v="16611" actId="47"/>
        <pc:sldMkLst>
          <pc:docMk/>
          <pc:sldMk cId="2414140705" sldId="541"/>
        </pc:sldMkLst>
      </pc:sldChg>
      <pc:sldChg chg="add del">
        <pc:chgData name="DEWE, HAYLEY L." userId="5cada80b-0f7b-49a5-96b2-656b100ca6c6" providerId="ADAL" clId="{632DF7FE-9916-4FAF-8457-3521400FFCEA}" dt="2025-11-04T13:38:19.087" v="18006" actId="47"/>
        <pc:sldMkLst>
          <pc:docMk/>
          <pc:sldMk cId="4061520599" sldId="541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4.882" v="26424" actId="47"/>
        <pc:sldMkLst>
          <pc:docMk/>
          <pc:sldMk cId="2244129263" sldId="542"/>
        </pc:sldMkLst>
      </pc:sldChg>
      <pc:sldChg chg="modSp add del mod">
        <pc:chgData name="DEWE, HAYLEY L." userId="5cada80b-0f7b-49a5-96b2-656b100ca6c6" providerId="ADAL" clId="{632DF7FE-9916-4FAF-8457-3521400FFCEA}" dt="2025-11-04T13:00:43.693" v="16615" actId="47"/>
        <pc:sldMkLst>
          <pc:docMk/>
          <pc:sldMk cId="3219238689" sldId="542"/>
        </pc:sldMkLst>
      </pc:sldChg>
      <pc:sldChg chg="add del">
        <pc:chgData name="DEWE, HAYLEY L." userId="5cada80b-0f7b-49a5-96b2-656b100ca6c6" providerId="ADAL" clId="{632DF7FE-9916-4FAF-8457-3521400FFCEA}" dt="2025-11-04T13:00:51.640" v="16617" actId="47"/>
        <pc:sldMkLst>
          <pc:docMk/>
          <pc:sldMk cId="136045845" sldId="543"/>
        </pc:sldMkLst>
      </pc:sldChg>
      <pc:sldChg chg="add del">
        <pc:chgData name="DEWE, HAYLEY L." userId="5cada80b-0f7b-49a5-96b2-656b100ca6c6" providerId="ADAL" clId="{632DF7FE-9916-4FAF-8457-3521400FFCEA}" dt="2025-11-04T13:26:41.962" v="17441" actId="47"/>
        <pc:sldMkLst>
          <pc:docMk/>
          <pc:sldMk cId="1734001893" sldId="54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6.228" v="26425" actId="47"/>
        <pc:sldMkLst>
          <pc:docMk/>
          <pc:sldMk cId="2566423454" sldId="54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7.120" v="26426" actId="47"/>
        <pc:sldMkLst>
          <pc:docMk/>
          <pc:sldMk cId="2903201345" sldId="544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10T14:29:30.177" v="26428" actId="47"/>
        <pc:sldMkLst>
          <pc:docMk/>
          <pc:sldMk cId="64538461" sldId="545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44:30.551" v="27854" actId="47"/>
        <pc:sldMkLst>
          <pc:docMk/>
          <pc:sldMk cId="864515380" sldId="546"/>
        </pc:sldMkLst>
      </pc:sldChg>
      <pc:sldChg chg="addSp modSp add del mod modAnim modNotesTx">
        <pc:chgData name="DEWE, HAYLEY L." userId="5cada80b-0f7b-49a5-96b2-656b100ca6c6" providerId="ADAL" clId="{632DF7FE-9916-4FAF-8457-3521400FFCEA}" dt="2025-11-10T14:44:33.967" v="27856" actId="47"/>
        <pc:sldMkLst>
          <pc:docMk/>
          <pc:sldMk cId="4124143078" sldId="547"/>
        </pc:sldMkLst>
      </pc:sldChg>
      <pc:sldChg chg="addSp delSp modSp add del mod">
        <pc:chgData name="DEWE, HAYLEY L." userId="5cada80b-0f7b-49a5-96b2-656b100ca6c6" providerId="ADAL" clId="{632DF7FE-9916-4FAF-8457-3521400FFCEA}" dt="2025-11-10T14:44:35.664" v="27857" actId="47"/>
        <pc:sldMkLst>
          <pc:docMk/>
          <pc:sldMk cId="149378064" sldId="548"/>
        </pc:sldMkLst>
      </pc:sldChg>
      <pc:sldChg chg="addSp delSp modSp add del mod">
        <pc:chgData name="DEWE, HAYLEY L." userId="5cada80b-0f7b-49a5-96b2-656b100ca6c6" providerId="ADAL" clId="{632DF7FE-9916-4FAF-8457-3521400FFCEA}" dt="2025-11-04T14:39:49.727" v="19838" actId="47"/>
        <pc:sldMkLst>
          <pc:docMk/>
          <pc:sldMk cId="102968825" sldId="549"/>
        </pc:sldMkLst>
      </pc:sldChg>
      <pc:sldChg chg="addSp delSp modSp add del mod ord modNotesTx">
        <pc:chgData name="DEWE, HAYLEY L." userId="5cada80b-0f7b-49a5-96b2-656b100ca6c6" providerId="ADAL" clId="{632DF7FE-9916-4FAF-8457-3521400FFCEA}" dt="2025-11-10T14:39:36.379" v="27170" actId="47"/>
        <pc:sldMkLst>
          <pc:docMk/>
          <pc:sldMk cId="284813586" sldId="550"/>
        </pc:sldMkLst>
      </pc:sldChg>
      <pc:sldChg chg="addSp delSp modSp add del mod delAnim">
        <pc:chgData name="DEWE, HAYLEY L." userId="5cada80b-0f7b-49a5-96b2-656b100ca6c6" providerId="ADAL" clId="{632DF7FE-9916-4FAF-8457-3521400FFCEA}" dt="2025-11-10T14:39:34.665" v="27168" actId="47"/>
        <pc:sldMkLst>
          <pc:docMk/>
          <pc:sldMk cId="399367320" sldId="551"/>
        </pc:sldMkLst>
      </pc:sldChg>
      <pc:sldChg chg="add del">
        <pc:chgData name="DEWE, HAYLEY L." userId="5cada80b-0f7b-49a5-96b2-656b100ca6c6" providerId="ADAL" clId="{632DF7FE-9916-4FAF-8457-3521400FFCEA}" dt="2025-11-04T14:41:07.550" v="19848" actId="47"/>
        <pc:sldMkLst>
          <pc:docMk/>
          <pc:sldMk cId="923180151" sldId="551"/>
        </pc:sldMkLst>
      </pc:sldChg>
      <pc:sldChg chg="modSp add del mod modAnim">
        <pc:chgData name="DEWE, HAYLEY L." userId="5cada80b-0f7b-49a5-96b2-656b100ca6c6" providerId="ADAL" clId="{632DF7FE-9916-4FAF-8457-3521400FFCEA}" dt="2025-11-10T14:39:41.708" v="27175" actId="47"/>
        <pc:sldMkLst>
          <pc:docMk/>
          <pc:sldMk cId="439376531" sldId="552"/>
        </pc:sldMkLst>
      </pc:sldChg>
      <pc:sldChg chg="addSp delSp modSp add del mod modAnim">
        <pc:chgData name="DEWE, HAYLEY L." userId="5cada80b-0f7b-49a5-96b2-656b100ca6c6" providerId="ADAL" clId="{632DF7FE-9916-4FAF-8457-3521400FFCEA}" dt="2025-11-10T14:44:07.238" v="27841" actId="47"/>
        <pc:sldMkLst>
          <pc:docMk/>
          <pc:sldMk cId="3622617024" sldId="608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25T22:37:48.371" v="61346" actId="47"/>
        <pc:sldMkLst>
          <pc:docMk/>
          <pc:sldMk cId="2630911515" sldId="609"/>
        </pc:sldMkLst>
      </pc:sldChg>
      <pc:sldChg chg="addSp delSp modSp add del">
        <pc:chgData name="DEWE, HAYLEY L." userId="5cada80b-0f7b-49a5-96b2-656b100ca6c6" providerId="ADAL" clId="{632DF7FE-9916-4FAF-8457-3521400FFCEA}" dt="2025-11-05T11:59:19.160" v="22396" actId="47"/>
        <pc:sldMkLst>
          <pc:docMk/>
          <pc:sldMk cId="2879629649" sldId="610"/>
        </pc:sldMkLst>
      </pc:sldChg>
      <pc:sldChg chg="addSp delSp modSp add del mod modNotesTx">
        <pc:chgData name="DEWE, HAYLEY L." userId="5cada80b-0f7b-49a5-96b2-656b100ca6c6" providerId="ADAL" clId="{632DF7FE-9916-4FAF-8457-3521400FFCEA}" dt="2025-12-01T22:02:54.533" v="89043" actId="47"/>
        <pc:sldMkLst>
          <pc:docMk/>
          <pc:sldMk cId="1531494269" sldId="611"/>
        </pc:sldMkLst>
      </pc:sldChg>
      <pc:sldChg chg="add del">
        <pc:chgData name="DEWE, HAYLEY L." userId="5cada80b-0f7b-49a5-96b2-656b100ca6c6" providerId="ADAL" clId="{632DF7FE-9916-4FAF-8457-3521400FFCEA}" dt="2025-11-05T11:59:21.095" v="22397" actId="47"/>
        <pc:sldMkLst>
          <pc:docMk/>
          <pc:sldMk cId="1521138352" sldId="612"/>
        </pc:sldMkLst>
      </pc:sldChg>
      <pc:sldChg chg="addSp delSp modSp add del mod modNotesTx">
        <pc:chgData name="DEWE, HAYLEY L." userId="5cada80b-0f7b-49a5-96b2-656b100ca6c6" providerId="ADAL" clId="{632DF7FE-9916-4FAF-8457-3521400FFCEA}" dt="2025-12-01T22:02:54.817" v="89044" actId="47"/>
        <pc:sldMkLst>
          <pc:docMk/>
          <pc:sldMk cId="2066729073" sldId="612"/>
        </pc:sldMkLst>
      </pc:sldChg>
      <pc:sldChg chg="addSp modSp add del mod ord modAnim">
        <pc:chgData name="DEWE, HAYLEY L." userId="5cada80b-0f7b-49a5-96b2-656b100ca6c6" providerId="ADAL" clId="{632DF7FE-9916-4FAF-8457-3521400FFCEA}" dt="2025-12-03T13:02:24.932" v="107138"/>
        <pc:sldMkLst>
          <pc:docMk/>
          <pc:sldMk cId="2470981629" sldId="613"/>
        </pc:sldMkLst>
        <pc:spChg chg="mod">
          <ac:chgData name="DEWE, HAYLEY L." userId="5cada80b-0f7b-49a5-96b2-656b100ca6c6" providerId="ADAL" clId="{632DF7FE-9916-4FAF-8457-3521400FFCEA}" dt="2025-12-02T12:02:48.163" v="92280" actId="20577"/>
          <ac:spMkLst>
            <pc:docMk/>
            <pc:sldMk cId="2470981629" sldId="613"/>
            <ac:spMk id="7" creationId="{0108F5AC-5255-6A99-220C-A59C7A54AFE4}"/>
          </ac:spMkLst>
        </pc:spChg>
        <pc:spChg chg="mod">
          <ac:chgData name="DEWE, HAYLEY L." userId="5cada80b-0f7b-49a5-96b2-656b100ca6c6" providerId="ADAL" clId="{632DF7FE-9916-4FAF-8457-3521400FFCEA}" dt="2025-12-02T12:03:19.788" v="92306" actId="1076"/>
          <ac:spMkLst>
            <pc:docMk/>
            <pc:sldMk cId="2470981629" sldId="613"/>
            <ac:spMk id="8" creationId="{C4B61ED8-78DC-42BE-C908-2CC1EE87396E}"/>
          </ac:spMkLst>
        </pc:spChg>
        <pc:graphicFrameChg chg="modGraphic">
          <ac:chgData name="DEWE, HAYLEY L." userId="5cada80b-0f7b-49a5-96b2-656b100ca6c6" providerId="ADAL" clId="{632DF7FE-9916-4FAF-8457-3521400FFCEA}" dt="2025-12-02T12:02:29.745" v="92276" actId="20577"/>
          <ac:graphicFrameMkLst>
            <pc:docMk/>
            <pc:sldMk cId="2470981629" sldId="613"/>
            <ac:graphicFrameMk id="2" creationId="{0E01D511-9B69-D2A9-17F6-22B04175451C}"/>
          </ac:graphicFrameMkLst>
        </pc:graphicFrameChg>
      </pc:sldChg>
      <pc:sldChg chg="add del">
        <pc:chgData name="DEWE, HAYLEY L." userId="5cada80b-0f7b-49a5-96b2-656b100ca6c6" providerId="ADAL" clId="{632DF7FE-9916-4FAF-8457-3521400FFCEA}" dt="2025-11-05T11:59:21.910" v="22398" actId="47"/>
        <pc:sldMkLst>
          <pc:docMk/>
          <pc:sldMk cId="2429141251" sldId="621"/>
        </pc:sldMkLst>
      </pc:sldChg>
      <pc:sldChg chg="add del">
        <pc:chgData name="DEWE, HAYLEY L." userId="5cada80b-0f7b-49a5-96b2-656b100ca6c6" providerId="ADAL" clId="{632DF7FE-9916-4FAF-8457-3521400FFCEA}" dt="2025-11-05T11:59:24.128" v="22400" actId="47"/>
        <pc:sldMkLst>
          <pc:docMk/>
          <pc:sldMk cId="1436098841" sldId="622"/>
        </pc:sldMkLst>
      </pc:sldChg>
      <pc:sldChg chg="add del">
        <pc:chgData name="DEWE, HAYLEY L." userId="5cada80b-0f7b-49a5-96b2-656b100ca6c6" providerId="ADAL" clId="{632DF7FE-9916-4FAF-8457-3521400FFCEA}" dt="2025-11-05T11:59:23.043" v="22399" actId="47"/>
        <pc:sldMkLst>
          <pc:docMk/>
          <pc:sldMk cId="2604166906" sldId="624"/>
        </pc:sldMkLst>
      </pc:sldChg>
      <pc:sldChg chg="add del">
        <pc:chgData name="DEWE, HAYLEY L." userId="5cada80b-0f7b-49a5-96b2-656b100ca6c6" providerId="ADAL" clId="{632DF7FE-9916-4FAF-8457-3521400FFCEA}" dt="2025-11-05T11:59:25.149" v="22401" actId="47"/>
        <pc:sldMkLst>
          <pc:docMk/>
          <pc:sldMk cId="4143256112" sldId="625"/>
        </pc:sldMkLst>
      </pc:sldChg>
      <pc:sldChg chg="modSp add del mod modAnim">
        <pc:chgData name="DEWE, HAYLEY L." userId="5cada80b-0f7b-49a5-96b2-656b100ca6c6" providerId="ADAL" clId="{632DF7FE-9916-4FAF-8457-3521400FFCEA}" dt="2025-11-10T16:26:49.166" v="34683" actId="47"/>
        <pc:sldMkLst>
          <pc:docMk/>
          <pc:sldMk cId="4289999773" sldId="628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2-01T22:03:03.751" v="89073" actId="47"/>
        <pc:sldMkLst>
          <pc:docMk/>
          <pc:sldMk cId="4108682676" sldId="629"/>
        </pc:sldMkLst>
      </pc:sldChg>
      <pc:sldChg chg="delSp modSp add del mod">
        <pc:chgData name="DEWE, HAYLEY L." userId="5cada80b-0f7b-49a5-96b2-656b100ca6c6" providerId="ADAL" clId="{632DF7FE-9916-4FAF-8457-3521400FFCEA}" dt="2025-12-01T22:03:00.615" v="89064" actId="47"/>
        <pc:sldMkLst>
          <pc:docMk/>
          <pc:sldMk cId="3933331066" sldId="631"/>
        </pc:sldMkLst>
      </pc:sldChg>
      <pc:sldChg chg="modSp add del mod">
        <pc:chgData name="DEWE, HAYLEY L." userId="5cada80b-0f7b-49a5-96b2-656b100ca6c6" providerId="ADAL" clId="{632DF7FE-9916-4FAF-8457-3521400FFCEA}" dt="2025-11-26T00:05:20.435" v="64844" actId="47"/>
        <pc:sldMkLst>
          <pc:docMk/>
          <pc:sldMk cId="1146878987" sldId="634"/>
        </pc:sldMkLst>
      </pc:sldChg>
      <pc:sldChg chg="delSp modSp add del mod delAnim modAnim">
        <pc:chgData name="DEWE, HAYLEY L." userId="5cada80b-0f7b-49a5-96b2-656b100ca6c6" providerId="ADAL" clId="{632DF7FE-9916-4FAF-8457-3521400FFCEA}" dt="2025-11-25T23:55:39.930" v="64714" actId="47"/>
        <pc:sldMkLst>
          <pc:docMk/>
          <pc:sldMk cId="1327601171" sldId="635"/>
        </pc:sldMkLst>
      </pc:sldChg>
      <pc:sldChg chg="modSp add del mod modAnim">
        <pc:chgData name="DEWE, HAYLEY L." userId="5cada80b-0f7b-49a5-96b2-656b100ca6c6" providerId="ADAL" clId="{632DF7FE-9916-4FAF-8457-3521400FFCEA}" dt="2025-12-01T22:02:56.188" v="89049" actId="47"/>
        <pc:sldMkLst>
          <pc:docMk/>
          <pc:sldMk cId="884960285" sldId="636"/>
        </pc:sldMkLst>
      </pc:sldChg>
      <pc:sldChg chg="addSp delSp modSp add del mod ord delAnim modAnim">
        <pc:chgData name="DEWE, HAYLEY L." userId="5cada80b-0f7b-49a5-96b2-656b100ca6c6" providerId="ADAL" clId="{632DF7FE-9916-4FAF-8457-3521400FFCEA}" dt="2025-12-01T22:02:57.072" v="89053" actId="47"/>
        <pc:sldMkLst>
          <pc:docMk/>
          <pc:sldMk cId="576672056" sldId="638"/>
        </pc:sldMkLst>
      </pc:sldChg>
      <pc:sldChg chg="addSp delSp modSp add del mod setBg setFolMasterObjs modAnim">
        <pc:chgData name="DEWE, HAYLEY L." userId="5cada80b-0f7b-49a5-96b2-656b100ca6c6" providerId="ADAL" clId="{632DF7FE-9916-4FAF-8457-3521400FFCEA}" dt="2025-11-26T01:14:13.727" v="68978" actId="2696"/>
        <pc:sldMkLst>
          <pc:docMk/>
          <pc:sldMk cId="2109541186" sldId="638"/>
        </pc:sldMkLst>
      </pc:sldChg>
      <pc:sldChg chg="modSp add del mod">
        <pc:chgData name="DEWE, HAYLEY L." userId="5cada80b-0f7b-49a5-96b2-656b100ca6c6" providerId="ADAL" clId="{632DF7FE-9916-4FAF-8457-3521400FFCEA}" dt="2025-11-26T01:21:34.024" v="69072" actId="2696"/>
        <pc:sldMkLst>
          <pc:docMk/>
          <pc:sldMk cId="3732946714" sldId="638"/>
        </pc:sldMkLst>
      </pc:sldChg>
      <pc:sldChg chg="addSp delSp modSp add del mod modAnim">
        <pc:chgData name="DEWE, HAYLEY L." userId="5cada80b-0f7b-49a5-96b2-656b100ca6c6" providerId="ADAL" clId="{632DF7FE-9916-4FAF-8457-3521400FFCEA}" dt="2025-12-01T22:03:03.122" v="89071" actId="47"/>
        <pc:sldMkLst>
          <pc:docMk/>
          <pc:sldMk cId="3075622513" sldId="639"/>
        </pc:sldMkLst>
      </pc:sldChg>
      <pc:sldChg chg="addSp delSp modSp add del mod modAnim">
        <pc:chgData name="DEWE, HAYLEY L." userId="5cada80b-0f7b-49a5-96b2-656b100ca6c6" providerId="ADAL" clId="{632DF7FE-9916-4FAF-8457-3521400FFCEA}" dt="2025-12-01T22:03:03.405" v="89072" actId="47"/>
        <pc:sldMkLst>
          <pc:docMk/>
          <pc:sldMk cId="3276257806" sldId="640"/>
        </pc:sldMkLst>
      </pc:sldChg>
      <pc:sldChg chg="modSp add del">
        <pc:chgData name="DEWE, HAYLEY L." userId="5cada80b-0f7b-49a5-96b2-656b100ca6c6" providerId="ADAL" clId="{632DF7FE-9916-4FAF-8457-3521400FFCEA}" dt="2025-11-26T00:00:20.853" v="64772" actId="47"/>
        <pc:sldMkLst>
          <pc:docMk/>
          <pc:sldMk cId="2812412232" sldId="641"/>
        </pc:sldMkLst>
      </pc:sldChg>
      <pc:sldChg chg="modSp add del">
        <pc:chgData name="DEWE, HAYLEY L." userId="5cada80b-0f7b-49a5-96b2-656b100ca6c6" providerId="ADAL" clId="{632DF7FE-9916-4FAF-8457-3521400FFCEA}" dt="2025-11-26T01:03:08.017" v="68683" actId="47"/>
        <pc:sldMkLst>
          <pc:docMk/>
          <pc:sldMk cId="1976675012" sldId="643"/>
        </pc:sldMkLst>
      </pc:sldChg>
      <pc:sldChg chg="addSp delSp modSp add del mod setBg setFolMasterObjs modAnim">
        <pc:chgData name="DEWE, HAYLEY L." userId="5cada80b-0f7b-49a5-96b2-656b100ca6c6" providerId="ADAL" clId="{632DF7FE-9916-4FAF-8457-3521400FFCEA}" dt="2025-12-01T22:03:01.434" v="89067" actId="47"/>
        <pc:sldMkLst>
          <pc:docMk/>
          <pc:sldMk cId="3370562016" sldId="645"/>
        </pc:sldMkLst>
      </pc:sldChg>
      <pc:sldChg chg="modSp add mod modAnim modNotesTx">
        <pc:chgData name="DEWE, HAYLEY L." userId="5cada80b-0f7b-49a5-96b2-656b100ca6c6" providerId="ADAL" clId="{632DF7FE-9916-4FAF-8457-3521400FFCEA}" dt="2025-12-03T13:27:17.978" v="107624"/>
        <pc:sldMkLst>
          <pc:docMk/>
          <pc:sldMk cId="669665969" sldId="651"/>
        </pc:sldMkLst>
        <pc:spChg chg="mod">
          <ac:chgData name="DEWE, HAYLEY L." userId="5cada80b-0f7b-49a5-96b2-656b100ca6c6" providerId="ADAL" clId="{632DF7FE-9916-4FAF-8457-3521400FFCEA}" dt="2025-12-03T13:27:04.956" v="107622" actId="20577"/>
          <ac:spMkLst>
            <pc:docMk/>
            <pc:sldMk cId="669665969" sldId="651"/>
            <ac:spMk id="3" creationId="{FE3B0D94-F472-0E08-99A6-4A15FBC3B529}"/>
          </ac:spMkLst>
        </pc:spChg>
        <pc:spChg chg="mod">
          <ac:chgData name="DEWE, HAYLEY L." userId="5cada80b-0f7b-49a5-96b2-656b100ca6c6" providerId="ADAL" clId="{632DF7FE-9916-4FAF-8457-3521400FFCEA}" dt="2025-12-02T15:19:03.013" v="99287" actId="403"/>
          <ac:spMkLst>
            <pc:docMk/>
            <pc:sldMk cId="669665969" sldId="651"/>
            <ac:spMk id="7" creationId="{5401F420-3D3B-0095-1E40-63E594DFA136}"/>
          </ac:spMkLst>
        </pc:spChg>
      </pc:sldChg>
      <pc:sldChg chg="add del">
        <pc:chgData name="DEWE, HAYLEY L." userId="5cada80b-0f7b-49a5-96b2-656b100ca6c6" providerId="ADAL" clId="{632DF7FE-9916-4FAF-8457-3521400FFCEA}" dt="2025-11-26T01:09:35.072" v="68826" actId="47"/>
        <pc:sldMkLst>
          <pc:docMk/>
          <pc:sldMk cId="2698632472" sldId="652"/>
        </pc:sldMkLst>
      </pc:sldChg>
      <pc:sldChg chg="addSp delSp modSp add del mod ord delAnim modAnim">
        <pc:chgData name="DEWE, HAYLEY L." userId="5cada80b-0f7b-49a5-96b2-656b100ca6c6" providerId="ADAL" clId="{632DF7FE-9916-4FAF-8457-3521400FFCEA}" dt="2025-12-01T22:02:57.828" v="89057" actId="47"/>
        <pc:sldMkLst>
          <pc:docMk/>
          <pc:sldMk cId="1383794552" sldId="655"/>
        </pc:sldMkLst>
      </pc:sldChg>
      <pc:sldChg chg="addSp delSp modSp add del mod modNotesTx">
        <pc:chgData name="DEWE, HAYLEY L." userId="5cada80b-0f7b-49a5-96b2-656b100ca6c6" providerId="ADAL" clId="{632DF7FE-9916-4FAF-8457-3521400FFCEA}" dt="2025-11-25T22:37:40.188" v="61334" actId="47"/>
        <pc:sldMkLst>
          <pc:docMk/>
          <pc:sldMk cId="2781140019" sldId="656"/>
        </pc:sldMkLst>
      </pc:sldChg>
      <pc:sldChg chg="addSp delSp modSp add del mod">
        <pc:chgData name="DEWE, HAYLEY L." userId="5cada80b-0f7b-49a5-96b2-656b100ca6c6" providerId="ADAL" clId="{632DF7FE-9916-4FAF-8457-3521400FFCEA}" dt="2025-12-01T22:03:01.860" v="89068" actId="47"/>
        <pc:sldMkLst>
          <pc:docMk/>
          <pc:sldMk cId="3160862712" sldId="657"/>
        </pc:sldMkLst>
      </pc:sldChg>
      <pc:sldChg chg="addSp delSp modSp add del mod modAnim">
        <pc:chgData name="DEWE, HAYLEY L." userId="5cada80b-0f7b-49a5-96b2-656b100ca6c6" providerId="ADAL" clId="{632DF7FE-9916-4FAF-8457-3521400FFCEA}" dt="2025-12-01T22:03:06.492" v="89076" actId="47"/>
        <pc:sldMkLst>
          <pc:docMk/>
          <pc:sldMk cId="2249349536" sldId="659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2-01T22:03:07.137" v="89077" actId="47"/>
        <pc:sldMkLst>
          <pc:docMk/>
          <pc:sldMk cId="802161903" sldId="660"/>
        </pc:sldMkLst>
      </pc:sldChg>
      <pc:sldChg chg="addSp delSp modSp add del mod modAnim">
        <pc:chgData name="DEWE, HAYLEY L." userId="5cada80b-0f7b-49a5-96b2-656b100ca6c6" providerId="ADAL" clId="{632DF7FE-9916-4FAF-8457-3521400FFCEA}" dt="2025-12-01T22:03:07.597" v="89078" actId="47"/>
        <pc:sldMkLst>
          <pc:docMk/>
          <pc:sldMk cId="924237283" sldId="661"/>
        </pc:sldMkLst>
      </pc:sldChg>
      <pc:sldChg chg="addSp delSp modSp add del mod modAnim">
        <pc:chgData name="DEWE, HAYLEY L." userId="5cada80b-0f7b-49a5-96b2-656b100ca6c6" providerId="ADAL" clId="{632DF7FE-9916-4FAF-8457-3521400FFCEA}" dt="2025-12-01T22:03:08.244" v="89079" actId="47"/>
        <pc:sldMkLst>
          <pc:docMk/>
          <pc:sldMk cId="1946184311" sldId="662"/>
        </pc:sldMkLst>
      </pc:sldChg>
      <pc:sldChg chg="modSp add del mod">
        <pc:chgData name="DEWE, HAYLEY L." userId="5cada80b-0f7b-49a5-96b2-656b100ca6c6" providerId="ADAL" clId="{632DF7FE-9916-4FAF-8457-3521400FFCEA}" dt="2025-11-26T04:01:47.232" v="80524" actId="47"/>
        <pc:sldMkLst>
          <pc:docMk/>
          <pc:sldMk cId="595212868" sldId="663"/>
        </pc:sldMkLst>
      </pc:sldChg>
      <pc:sldChg chg="addSp delSp modSp add del mod addAnim delAnim modAnim">
        <pc:chgData name="DEWE, HAYLEY L." userId="5cada80b-0f7b-49a5-96b2-656b100ca6c6" providerId="ADAL" clId="{632DF7FE-9916-4FAF-8457-3521400FFCEA}" dt="2025-11-26T04:01:06.313" v="80517" actId="47"/>
        <pc:sldMkLst>
          <pc:docMk/>
          <pc:sldMk cId="1621462538" sldId="666"/>
        </pc:sldMkLst>
      </pc:sldChg>
      <pc:sldChg chg="modSp add del mod ord">
        <pc:chgData name="DEWE, HAYLEY L." userId="5cada80b-0f7b-49a5-96b2-656b100ca6c6" providerId="ADAL" clId="{632DF7FE-9916-4FAF-8457-3521400FFCEA}" dt="2025-11-13T00:00:55.636" v="56912" actId="2696"/>
        <pc:sldMkLst>
          <pc:docMk/>
          <pc:sldMk cId="969764306" sldId="668"/>
        </pc:sldMkLst>
      </pc:sldChg>
      <pc:sldChg chg="addSp delSp modSp add mod ord delAnim modAnim modNotesTx">
        <pc:chgData name="DEWE, HAYLEY L." userId="5cada80b-0f7b-49a5-96b2-656b100ca6c6" providerId="ADAL" clId="{632DF7FE-9916-4FAF-8457-3521400FFCEA}" dt="2025-12-03T13:04:16.829" v="107156" actId="21"/>
        <pc:sldMkLst>
          <pc:docMk/>
          <pc:sldMk cId="2374389946" sldId="686"/>
        </pc:sldMkLst>
        <pc:spChg chg="mod">
          <ac:chgData name="DEWE, HAYLEY L." userId="5cada80b-0f7b-49a5-96b2-656b100ca6c6" providerId="ADAL" clId="{632DF7FE-9916-4FAF-8457-3521400FFCEA}" dt="2025-12-03T13:04:16.829" v="107156" actId="21"/>
          <ac:spMkLst>
            <pc:docMk/>
            <pc:sldMk cId="2374389946" sldId="686"/>
            <ac:spMk id="4" creationId="{565CCCCE-AA1F-8D21-3CC0-05BF6599ED66}"/>
          </ac:spMkLst>
        </pc:spChg>
        <pc:spChg chg="add mod">
          <ac:chgData name="DEWE, HAYLEY L." userId="5cada80b-0f7b-49a5-96b2-656b100ca6c6" providerId="ADAL" clId="{632DF7FE-9916-4FAF-8457-3521400FFCEA}" dt="2025-12-03T11:38:55.185" v="103147" actId="20577"/>
          <ac:spMkLst>
            <pc:docMk/>
            <pc:sldMk cId="2374389946" sldId="686"/>
            <ac:spMk id="7" creationId="{085F476D-C3B6-9570-919B-24A54F3ACD14}"/>
          </ac:spMkLst>
        </pc:spChg>
        <pc:spChg chg="del mod">
          <ac:chgData name="DEWE, HAYLEY L." userId="5cada80b-0f7b-49a5-96b2-656b100ca6c6" providerId="ADAL" clId="{632DF7FE-9916-4FAF-8457-3521400FFCEA}" dt="2025-12-02T11:58:06.283" v="92058" actId="478"/>
          <ac:spMkLst>
            <pc:docMk/>
            <pc:sldMk cId="2374389946" sldId="686"/>
            <ac:spMk id="10" creationId="{DF107767-8505-8FC9-6E9B-1ABC37AC9298}"/>
          </ac:spMkLst>
        </pc:spChg>
        <pc:spChg chg="add del mod">
          <ac:chgData name="DEWE, HAYLEY L." userId="5cada80b-0f7b-49a5-96b2-656b100ca6c6" providerId="ADAL" clId="{632DF7FE-9916-4FAF-8457-3521400FFCEA}" dt="2025-12-02T11:57:42.014" v="92049" actId="478"/>
          <ac:spMkLst>
            <pc:docMk/>
            <pc:sldMk cId="2374389946" sldId="686"/>
            <ac:spMk id="11" creationId="{873254C1-46A5-8C59-50CE-3AE8817397DF}"/>
          </ac:spMkLst>
        </pc:spChg>
        <pc:graphicFrameChg chg="del mod modGraphic">
          <ac:chgData name="DEWE, HAYLEY L." userId="5cada80b-0f7b-49a5-96b2-656b100ca6c6" providerId="ADAL" clId="{632DF7FE-9916-4FAF-8457-3521400FFCEA}" dt="2025-12-02T11:57:58.312" v="92056" actId="478"/>
          <ac:graphicFrameMkLst>
            <pc:docMk/>
            <pc:sldMk cId="2374389946" sldId="686"/>
            <ac:graphicFrameMk id="2" creationId="{E5BE6805-490D-33A1-5649-6946F22C9066}"/>
          </ac:graphicFrameMkLst>
        </pc:graphicFrameChg>
        <pc:graphicFrameChg chg="del mod modGraphic">
          <ac:chgData name="DEWE, HAYLEY L." userId="5cada80b-0f7b-49a5-96b2-656b100ca6c6" providerId="ADAL" clId="{632DF7FE-9916-4FAF-8457-3521400FFCEA}" dt="2025-12-02T11:57:55.686" v="92054" actId="478"/>
          <ac:graphicFrameMkLst>
            <pc:docMk/>
            <pc:sldMk cId="2374389946" sldId="686"/>
            <ac:graphicFrameMk id="5" creationId="{3D092290-C2A8-CAF3-7977-907304828CBF}"/>
          </ac:graphicFrameMkLst>
        </pc:graphicFrameChg>
        <pc:graphicFrameChg chg="del mod modGraphic">
          <ac:chgData name="DEWE, HAYLEY L." userId="5cada80b-0f7b-49a5-96b2-656b100ca6c6" providerId="ADAL" clId="{632DF7FE-9916-4FAF-8457-3521400FFCEA}" dt="2025-12-02T11:57:56.765" v="92055" actId="478"/>
          <ac:graphicFrameMkLst>
            <pc:docMk/>
            <pc:sldMk cId="2374389946" sldId="686"/>
            <ac:graphicFrameMk id="8" creationId="{643EA851-457F-2FB8-B559-FE59CB135BB0}"/>
          </ac:graphicFrameMkLst>
        </pc:graphicFrameChg>
      </pc:sldChg>
      <pc:sldChg chg="addSp delSp modSp add del mod modAnim">
        <pc:chgData name="DEWE, HAYLEY L." userId="5cada80b-0f7b-49a5-96b2-656b100ca6c6" providerId="ADAL" clId="{632DF7FE-9916-4FAF-8457-3521400FFCEA}" dt="2025-11-12T11:07:29.020" v="39904" actId="47"/>
        <pc:sldMkLst>
          <pc:docMk/>
          <pc:sldMk cId="1336802447" sldId="689"/>
        </pc:sldMkLst>
      </pc:sldChg>
      <pc:sldChg chg="addSp delSp modSp add del mod modAnim">
        <pc:chgData name="DEWE, HAYLEY L." userId="5cada80b-0f7b-49a5-96b2-656b100ca6c6" providerId="ADAL" clId="{632DF7FE-9916-4FAF-8457-3521400FFCEA}" dt="2025-11-12T11:07:28.468" v="39903" actId="47"/>
        <pc:sldMkLst>
          <pc:docMk/>
          <pc:sldMk cId="3682708561" sldId="690"/>
        </pc:sldMkLst>
      </pc:sldChg>
      <pc:sldChg chg="addSp delSp modSp add del mod modNotesTx">
        <pc:chgData name="DEWE, HAYLEY L." userId="5cada80b-0f7b-49a5-96b2-656b100ca6c6" providerId="ADAL" clId="{632DF7FE-9916-4FAF-8457-3521400FFCEA}" dt="2025-11-10T16:26:40.610" v="34678" actId="47"/>
        <pc:sldMkLst>
          <pc:docMk/>
          <pc:sldMk cId="2173990465" sldId="691"/>
        </pc:sldMkLst>
      </pc:sldChg>
      <pc:sldChg chg="add del">
        <pc:chgData name="DEWE, HAYLEY L." userId="5cada80b-0f7b-49a5-96b2-656b100ca6c6" providerId="ADAL" clId="{632DF7FE-9916-4FAF-8457-3521400FFCEA}" dt="2025-11-05T11:48:35.486" v="22127" actId="47"/>
        <pc:sldMkLst>
          <pc:docMk/>
          <pc:sldMk cId="2981973231" sldId="692"/>
        </pc:sldMkLst>
      </pc:sldChg>
      <pc:sldChg chg="delSp add del modAnim">
        <pc:chgData name="DEWE, HAYLEY L." userId="5cada80b-0f7b-49a5-96b2-656b100ca6c6" providerId="ADAL" clId="{632DF7FE-9916-4FAF-8457-3521400FFCEA}" dt="2025-11-05T11:53:20.390" v="22163" actId="47"/>
        <pc:sldMkLst>
          <pc:docMk/>
          <pc:sldMk cId="1725210254" sldId="693"/>
        </pc:sldMkLst>
      </pc:sldChg>
      <pc:sldChg chg="addSp delSp modSp add del mod addAnim delAnim modAnim modNotesTx">
        <pc:chgData name="DEWE, HAYLEY L." userId="5cada80b-0f7b-49a5-96b2-656b100ca6c6" providerId="ADAL" clId="{632DF7FE-9916-4FAF-8457-3521400FFCEA}" dt="2025-11-10T16:26:41.761" v="34679" actId="47"/>
        <pc:sldMkLst>
          <pc:docMk/>
          <pc:sldMk cId="2870194546" sldId="694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6:26:42.939" v="34680" actId="47"/>
        <pc:sldMkLst>
          <pc:docMk/>
          <pc:sldMk cId="77655853" sldId="695"/>
        </pc:sldMkLst>
      </pc:sldChg>
      <pc:sldChg chg="addSp modSp add del mod modAnim">
        <pc:chgData name="DEWE, HAYLEY L." userId="5cada80b-0f7b-49a5-96b2-656b100ca6c6" providerId="ADAL" clId="{632DF7FE-9916-4FAF-8457-3521400FFCEA}" dt="2025-11-12T11:07:27.887" v="39902" actId="47"/>
        <pc:sldMkLst>
          <pc:docMk/>
          <pc:sldMk cId="3247153559" sldId="696"/>
        </pc:sldMkLst>
      </pc:sldChg>
      <pc:sldChg chg="modSp add del mod ord">
        <pc:chgData name="DEWE, HAYLEY L." userId="5cada80b-0f7b-49a5-96b2-656b100ca6c6" providerId="ADAL" clId="{632DF7FE-9916-4FAF-8457-3521400FFCEA}" dt="2025-11-12T10:47:06.684" v="39817" actId="47"/>
        <pc:sldMkLst>
          <pc:docMk/>
          <pc:sldMk cId="785703097" sldId="697"/>
        </pc:sldMkLst>
      </pc:sldChg>
      <pc:sldChg chg="addSp delSp modSp add mod modAnim modNotesTx">
        <pc:chgData name="DEWE, HAYLEY L." userId="5cada80b-0f7b-49a5-96b2-656b100ca6c6" providerId="ADAL" clId="{632DF7FE-9916-4FAF-8457-3521400FFCEA}" dt="2025-12-03T13:02:59.659" v="107142"/>
        <pc:sldMkLst>
          <pc:docMk/>
          <pc:sldMk cId="4253255901" sldId="697"/>
        </pc:sldMkLst>
        <pc:spChg chg="del mod">
          <ac:chgData name="DEWE, HAYLEY L." userId="5cada80b-0f7b-49a5-96b2-656b100ca6c6" providerId="ADAL" clId="{632DF7FE-9916-4FAF-8457-3521400FFCEA}" dt="2025-12-02T13:46:15.292" v="95542" actId="478"/>
          <ac:spMkLst>
            <pc:docMk/>
            <pc:sldMk cId="4253255901" sldId="697"/>
            <ac:spMk id="2" creationId="{349B98D2-D402-EE02-54D9-B3CBA655550D}"/>
          </ac:spMkLst>
        </pc:spChg>
        <pc:spChg chg="mod">
          <ac:chgData name="DEWE, HAYLEY L." userId="5cada80b-0f7b-49a5-96b2-656b100ca6c6" providerId="ADAL" clId="{632DF7FE-9916-4FAF-8457-3521400FFCEA}" dt="2025-12-03T11:37:27.356" v="103119" actId="313"/>
          <ac:spMkLst>
            <pc:docMk/>
            <pc:sldMk cId="4253255901" sldId="697"/>
            <ac:spMk id="4" creationId="{565CCCCE-AA1F-8D21-3CC0-05BF6599ED66}"/>
          </ac:spMkLst>
        </pc:spChg>
        <pc:spChg chg="add mod">
          <ac:chgData name="DEWE, HAYLEY L." userId="5cada80b-0f7b-49a5-96b2-656b100ca6c6" providerId="ADAL" clId="{632DF7FE-9916-4FAF-8457-3521400FFCEA}" dt="2025-12-03T11:37:27.905" v="103120" actId="313"/>
          <ac:spMkLst>
            <pc:docMk/>
            <pc:sldMk cId="4253255901" sldId="697"/>
            <ac:spMk id="5" creationId="{08B67315-10E2-CE73-2DFC-1A414D2A3932}"/>
          </ac:spMkLst>
        </pc:spChg>
        <pc:spChg chg="add mod">
          <ac:chgData name="DEWE, HAYLEY L." userId="5cada80b-0f7b-49a5-96b2-656b100ca6c6" providerId="ADAL" clId="{632DF7FE-9916-4FAF-8457-3521400FFCEA}" dt="2025-12-02T12:12:45.646" v="92765" actId="20577"/>
          <ac:spMkLst>
            <pc:docMk/>
            <pc:sldMk cId="4253255901" sldId="697"/>
            <ac:spMk id="6" creationId="{3C49125A-68CE-B5FB-C667-9B527BA10412}"/>
          </ac:spMkLst>
        </pc:spChg>
        <pc:spChg chg="del mod">
          <ac:chgData name="DEWE, HAYLEY L." userId="5cada80b-0f7b-49a5-96b2-656b100ca6c6" providerId="ADAL" clId="{632DF7FE-9916-4FAF-8457-3521400FFCEA}" dt="2025-12-02T12:08:37.643" v="92594" actId="478"/>
          <ac:spMkLst>
            <pc:docMk/>
            <pc:sldMk cId="4253255901" sldId="697"/>
            <ac:spMk id="11" creationId="{CC15764A-B3CF-C703-F8C3-D3FB3A2AFA3E}"/>
          </ac:spMkLst>
        </pc:spChg>
        <pc:picChg chg="mod">
          <ac:chgData name="DEWE, HAYLEY L." userId="5cada80b-0f7b-49a5-96b2-656b100ca6c6" providerId="ADAL" clId="{632DF7FE-9916-4FAF-8457-3521400FFCEA}" dt="2025-12-02T12:08:53.987" v="92601" actId="1076"/>
          <ac:picMkLst>
            <pc:docMk/>
            <pc:sldMk cId="4253255901" sldId="697"/>
            <ac:picMk id="3" creationId="{2BD17113-7148-2D8D-1D1C-2396B71823D8}"/>
          </ac:picMkLst>
        </pc:picChg>
        <pc:picChg chg="mod">
          <ac:chgData name="DEWE, HAYLEY L." userId="5cada80b-0f7b-49a5-96b2-656b100ca6c6" providerId="ADAL" clId="{632DF7FE-9916-4FAF-8457-3521400FFCEA}" dt="2025-12-02T12:08:56.916" v="92602" actId="14100"/>
          <ac:picMkLst>
            <pc:docMk/>
            <pc:sldMk cId="4253255901" sldId="697"/>
            <ac:picMk id="8" creationId="{207198EB-4273-F366-51ED-267E135AF0B3}"/>
          </ac:picMkLst>
        </pc:picChg>
      </pc:sldChg>
      <pc:sldChg chg="addSp delSp modSp add mod modAnim">
        <pc:chgData name="DEWE, HAYLEY L." userId="5cada80b-0f7b-49a5-96b2-656b100ca6c6" providerId="ADAL" clId="{632DF7FE-9916-4FAF-8457-3521400FFCEA}" dt="2025-12-03T13:03:58.786" v="107154"/>
        <pc:sldMkLst>
          <pc:docMk/>
          <pc:sldMk cId="787885386" sldId="698"/>
        </pc:sldMkLst>
        <pc:graphicFrameChg chg="add mod modGraphic">
          <ac:chgData name="DEWE, HAYLEY L." userId="5cada80b-0f7b-49a5-96b2-656b100ca6c6" providerId="ADAL" clId="{632DF7FE-9916-4FAF-8457-3521400FFCEA}" dt="2025-12-02T12:29:34.159" v="92844" actId="1076"/>
          <ac:graphicFrameMkLst>
            <pc:docMk/>
            <pc:sldMk cId="787885386" sldId="698"/>
            <ac:graphicFrameMk id="5" creationId="{0922D128-ADF1-36D7-057A-332474EACC60}"/>
          </ac:graphicFrameMkLst>
        </pc:graphicFrameChg>
        <pc:graphicFrameChg chg="del mod modGraphic">
          <ac:chgData name="DEWE, HAYLEY L." userId="5cada80b-0f7b-49a5-96b2-656b100ca6c6" providerId="ADAL" clId="{632DF7FE-9916-4FAF-8457-3521400FFCEA}" dt="2025-12-02T12:29:16.717" v="92839" actId="478"/>
          <ac:graphicFrameMkLst>
            <pc:docMk/>
            <pc:sldMk cId="787885386" sldId="698"/>
            <ac:graphicFrameMk id="32" creationId="{6DA1C590-334E-DCEF-0664-8C7DC680C7C9}"/>
          </ac:graphicFrameMkLst>
        </pc:graphicFrameChg>
        <pc:picChg chg="add mod modCrop">
          <ac:chgData name="DEWE, HAYLEY L." userId="5cada80b-0f7b-49a5-96b2-656b100ca6c6" providerId="ADAL" clId="{632DF7FE-9916-4FAF-8457-3521400FFCEA}" dt="2025-12-02T12:26:58.981" v="92811" actId="1076"/>
          <ac:picMkLst>
            <pc:docMk/>
            <pc:sldMk cId="787885386" sldId="698"/>
            <ac:picMk id="2" creationId="{13D5CD52-EF1B-CD13-AC98-5F55F49C9D7F}"/>
          </ac:picMkLst>
        </pc:picChg>
        <pc:picChg chg="mod">
          <ac:chgData name="DEWE, HAYLEY L." userId="5cada80b-0f7b-49a5-96b2-656b100ca6c6" providerId="ADAL" clId="{632DF7FE-9916-4FAF-8457-3521400FFCEA}" dt="2025-12-02T12:25:33.164" v="92805" actId="1076"/>
          <ac:picMkLst>
            <pc:docMk/>
            <pc:sldMk cId="787885386" sldId="698"/>
            <ac:picMk id="3" creationId="{347DC120-36F2-E533-658F-0BE9C6721BF4}"/>
          </ac:picMkLst>
        </pc:picChg>
        <pc:picChg chg="add mod modCrop">
          <ac:chgData name="DEWE, HAYLEY L." userId="5cada80b-0f7b-49a5-96b2-656b100ca6c6" providerId="ADAL" clId="{632DF7FE-9916-4FAF-8457-3521400FFCEA}" dt="2025-12-02T12:27:24.379" v="92816" actId="1076"/>
          <ac:picMkLst>
            <pc:docMk/>
            <pc:sldMk cId="787885386" sldId="698"/>
            <ac:picMk id="4" creationId="{5FDB72B3-AE84-D21E-2AB2-F49E12BAA25B}"/>
          </ac:picMkLst>
        </pc:picChg>
        <pc:picChg chg="mod modCrop">
          <ac:chgData name="DEWE, HAYLEY L." userId="5cada80b-0f7b-49a5-96b2-656b100ca6c6" providerId="ADAL" clId="{632DF7FE-9916-4FAF-8457-3521400FFCEA}" dt="2025-12-02T12:26:50.387" v="92809" actId="732"/>
          <ac:picMkLst>
            <pc:docMk/>
            <pc:sldMk cId="787885386" sldId="698"/>
            <ac:picMk id="19" creationId="{5E74DB1B-EDE3-2397-771E-D8A8058E7F4C}"/>
          </ac:picMkLst>
        </pc:picChg>
        <pc:picChg chg="mod modCrop">
          <ac:chgData name="DEWE, HAYLEY L." userId="5cada80b-0f7b-49a5-96b2-656b100ca6c6" providerId="ADAL" clId="{632DF7FE-9916-4FAF-8457-3521400FFCEA}" dt="2025-12-02T12:27:12.783" v="92814" actId="732"/>
          <ac:picMkLst>
            <pc:docMk/>
            <pc:sldMk cId="787885386" sldId="698"/>
            <ac:picMk id="26" creationId="{880B945D-C755-28B3-B113-B4FEE95F53EA}"/>
          </ac:picMkLst>
        </pc:picChg>
        <pc:picChg chg="mod">
          <ac:chgData name="DEWE, HAYLEY L." userId="5cada80b-0f7b-49a5-96b2-656b100ca6c6" providerId="ADAL" clId="{632DF7FE-9916-4FAF-8457-3521400FFCEA}" dt="2025-12-02T12:27:33.569" v="92817" actId="14100"/>
          <ac:picMkLst>
            <pc:docMk/>
            <pc:sldMk cId="787885386" sldId="698"/>
            <ac:picMk id="28" creationId="{938B1C23-C1CD-EB9A-CB31-FFD015FDCE06}"/>
          </ac:picMkLst>
        </pc:picChg>
        <pc:picChg chg="mod">
          <ac:chgData name="DEWE, HAYLEY L." userId="5cada80b-0f7b-49a5-96b2-656b100ca6c6" providerId="ADAL" clId="{632DF7FE-9916-4FAF-8457-3521400FFCEA}" dt="2025-12-02T12:27:39.622" v="92818" actId="1076"/>
          <ac:picMkLst>
            <pc:docMk/>
            <pc:sldMk cId="787885386" sldId="698"/>
            <ac:picMk id="30" creationId="{D209F9C2-36BB-F9B9-54C1-6B709A0B6F34}"/>
          </ac:picMkLst>
        </pc:picChg>
      </pc:sldChg>
      <pc:sldChg chg="delSp modSp add mod delAnim modAnim modNotesTx">
        <pc:chgData name="DEWE, HAYLEY L." userId="5cada80b-0f7b-49a5-96b2-656b100ca6c6" providerId="ADAL" clId="{632DF7FE-9916-4FAF-8457-3521400FFCEA}" dt="2025-12-03T13:07:08.944" v="107201"/>
        <pc:sldMkLst>
          <pc:docMk/>
          <pc:sldMk cId="1663968871" sldId="701"/>
        </pc:sldMkLst>
        <pc:spChg chg="del mod">
          <ac:chgData name="DEWE, HAYLEY L." userId="5cada80b-0f7b-49a5-96b2-656b100ca6c6" providerId="ADAL" clId="{632DF7FE-9916-4FAF-8457-3521400FFCEA}" dt="2025-12-02T13:15:47.745" v="94321" actId="478"/>
          <ac:spMkLst>
            <pc:docMk/>
            <pc:sldMk cId="1663968871" sldId="701"/>
            <ac:spMk id="3" creationId="{9F6469FF-7101-1241-4304-C9A011EA67BB}"/>
          </ac:spMkLst>
        </pc:spChg>
        <pc:spChg chg="mod">
          <ac:chgData name="DEWE, HAYLEY L." userId="5cada80b-0f7b-49a5-96b2-656b100ca6c6" providerId="ADAL" clId="{632DF7FE-9916-4FAF-8457-3521400FFCEA}" dt="2025-12-02T13:15:55.121" v="94333" actId="1076"/>
          <ac:spMkLst>
            <pc:docMk/>
            <pc:sldMk cId="1663968871" sldId="701"/>
            <ac:spMk id="4" creationId="{565CCCCE-AA1F-8D21-3CC0-05BF6599ED66}"/>
          </ac:spMkLst>
        </pc:spChg>
        <pc:spChg chg="mod">
          <ac:chgData name="DEWE, HAYLEY L." userId="5cada80b-0f7b-49a5-96b2-656b100ca6c6" providerId="ADAL" clId="{632DF7FE-9916-4FAF-8457-3521400FFCEA}" dt="2025-12-03T11:39:46.567" v="103177" actId="20577"/>
          <ac:spMkLst>
            <pc:docMk/>
            <pc:sldMk cId="1663968871" sldId="701"/>
            <ac:spMk id="9" creationId="{8B8676F2-4335-7184-8F2C-C2727F9C78E9}"/>
          </ac:spMkLst>
        </pc:spChg>
      </pc:sldChg>
      <pc:sldChg chg="addSp delSp modSp add del mod">
        <pc:chgData name="DEWE, HAYLEY L." userId="5cada80b-0f7b-49a5-96b2-656b100ca6c6" providerId="ADAL" clId="{632DF7FE-9916-4FAF-8457-3521400FFCEA}" dt="2025-12-01T23:09:17.153" v="91578" actId="47"/>
        <pc:sldMkLst>
          <pc:docMk/>
          <pc:sldMk cId="3563935228" sldId="702"/>
        </pc:sldMkLst>
      </pc:sldChg>
      <pc:sldChg chg="addSp delSp modSp add del mod ord">
        <pc:chgData name="DEWE, HAYLEY L." userId="5cada80b-0f7b-49a5-96b2-656b100ca6c6" providerId="ADAL" clId="{632DF7FE-9916-4FAF-8457-3521400FFCEA}" dt="2025-12-03T12:19:43.579" v="105358" actId="47"/>
        <pc:sldMkLst>
          <pc:docMk/>
          <pc:sldMk cId="3302520110" sldId="703"/>
        </pc:sldMkLst>
        <pc:spChg chg="add mod">
          <ac:chgData name="DEWE, HAYLEY L." userId="5cada80b-0f7b-49a5-96b2-656b100ca6c6" providerId="ADAL" clId="{632DF7FE-9916-4FAF-8457-3521400FFCEA}" dt="2025-12-02T14:52:47.639" v="98609" actId="14100"/>
          <ac:spMkLst>
            <pc:docMk/>
            <pc:sldMk cId="3302520110" sldId="703"/>
            <ac:spMk id="7" creationId="{F4EFC6F6-04ED-E0E9-24C8-FD03DD81843C}"/>
          </ac:spMkLst>
        </pc:spChg>
      </pc:sldChg>
      <pc:sldChg chg="addSp delSp modSp add del mod ord">
        <pc:chgData name="DEWE, HAYLEY L." userId="5cada80b-0f7b-49a5-96b2-656b100ca6c6" providerId="ADAL" clId="{632DF7FE-9916-4FAF-8457-3521400FFCEA}" dt="2025-12-03T12:19:44.909" v="105359" actId="47"/>
        <pc:sldMkLst>
          <pc:docMk/>
          <pc:sldMk cId="953078793" sldId="704"/>
        </pc:sldMkLst>
        <pc:spChg chg="add mod">
          <ac:chgData name="DEWE, HAYLEY L." userId="5cada80b-0f7b-49a5-96b2-656b100ca6c6" providerId="ADAL" clId="{632DF7FE-9916-4FAF-8457-3521400FFCEA}" dt="2025-12-02T14:52:56.321" v="98611"/>
          <ac:spMkLst>
            <pc:docMk/>
            <pc:sldMk cId="953078793" sldId="704"/>
            <ac:spMk id="3" creationId="{237410BA-ED54-C743-78C2-612B93C30DAA}"/>
          </ac:spMkLst>
        </pc:spChg>
        <pc:spChg chg="add del mod">
          <ac:chgData name="DEWE, HAYLEY L." userId="5cada80b-0f7b-49a5-96b2-656b100ca6c6" providerId="ADAL" clId="{632DF7FE-9916-4FAF-8457-3521400FFCEA}" dt="2025-12-02T14:52:55.913" v="98610" actId="478"/>
          <ac:spMkLst>
            <pc:docMk/>
            <pc:sldMk cId="953078793" sldId="704"/>
            <ac:spMk id="8" creationId="{4BF26552-8091-6E46-96AD-2261F68FA51C}"/>
          </ac:spMkLst>
        </pc:spChg>
      </pc:sldChg>
      <pc:sldChg chg="addSp delSp modSp add del mod ord">
        <pc:chgData name="DEWE, HAYLEY L." userId="5cada80b-0f7b-49a5-96b2-656b100ca6c6" providerId="ADAL" clId="{632DF7FE-9916-4FAF-8457-3521400FFCEA}" dt="2025-12-03T12:19:46.167" v="105360" actId="47"/>
        <pc:sldMkLst>
          <pc:docMk/>
          <pc:sldMk cId="2813086902" sldId="705"/>
        </pc:sldMkLst>
        <pc:spChg chg="add mod">
          <ac:chgData name="DEWE, HAYLEY L." userId="5cada80b-0f7b-49a5-96b2-656b100ca6c6" providerId="ADAL" clId="{632DF7FE-9916-4FAF-8457-3521400FFCEA}" dt="2025-12-02T14:52:59.974" v="98613"/>
          <ac:spMkLst>
            <pc:docMk/>
            <pc:sldMk cId="2813086902" sldId="705"/>
            <ac:spMk id="3" creationId="{0D0C399E-E0C5-AB02-A1B9-37780FD7827C}"/>
          </ac:spMkLst>
        </pc:spChg>
        <pc:spChg chg="add del mod">
          <ac:chgData name="DEWE, HAYLEY L." userId="5cada80b-0f7b-49a5-96b2-656b100ca6c6" providerId="ADAL" clId="{632DF7FE-9916-4FAF-8457-3521400FFCEA}" dt="2025-12-02T14:52:59.548" v="98612" actId="478"/>
          <ac:spMkLst>
            <pc:docMk/>
            <pc:sldMk cId="2813086902" sldId="705"/>
            <ac:spMk id="8" creationId="{EFC92D67-7A98-3CFF-5771-1F26C8480CB7}"/>
          </ac:spMkLst>
        </pc:spChg>
      </pc:sldChg>
      <pc:sldChg chg="addSp delSp modSp add del mod ord addAnim delAnim modAnim">
        <pc:chgData name="DEWE, HAYLEY L." userId="5cada80b-0f7b-49a5-96b2-656b100ca6c6" providerId="ADAL" clId="{632DF7FE-9916-4FAF-8457-3521400FFCEA}" dt="2025-12-03T12:19:47.136" v="105361" actId="47"/>
        <pc:sldMkLst>
          <pc:docMk/>
          <pc:sldMk cId="1285332945" sldId="706"/>
        </pc:sldMkLst>
        <pc:spChg chg="add mod">
          <ac:chgData name="DEWE, HAYLEY L." userId="5cada80b-0f7b-49a5-96b2-656b100ca6c6" providerId="ADAL" clId="{632DF7FE-9916-4FAF-8457-3521400FFCEA}" dt="2025-12-02T14:53:04.321" v="98615"/>
          <ac:spMkLst>
            <pc:docMk/>
            <pc:sldMk cId="1285332945" sldId="706"/>
            <ac:spMk id="4" creationId="{AC4F472F-874B-C45D-B5C3-825D9182E598}"/>
          </ac:spMkLst>
        </pc:spChg>
        <pc:spChg chg="add del mod">
          <ac:chgData name="DEWE, HAYLEY L." userId="5cada80b-0f7b-49a5-96b2-656b100ca6c6" providerId="ADAL" clId="{632DF7FE-9916-4FAF-8457-3521400FFCEA}" dt="2025-12-02T14:53:03.865" v="98614" actId="478"/>
          <ac:spMkLst>
            <pc:docMk/>
            <pc:sldMk cId="1285332945" sldId="706"/>
            <ac:spMk id="9" creationId="{E7AC2DF3-E436-FCA6-E09D-B6A8CB091D72}"/>
          </ac:spMkLst>
        </pc:spChg>
      </pc:sldChg>
      <pc:sldChg chg="addSp delSp modSp add mod ord">
        <pc:chgData name="DEWE, HAYLEY L." userId="5cada80b-0f7b-49a5-96b2-656b100ca6c6" providerId="ADAL" clId="{632DF7FE-9916-4FAF-8457-3521400FFCEA}" dt="2025-12-03T11:37:31.456" v="103125" actId="313"/>
        <pc:sldMkLst>
          <pc:docMk/>
          <pc:sldMk cId="3607277778" sldId="708"/>
        </pc:sldMkLst>
        <pc:spChg chg="add mod">
          <ac:chgData name="DEWE, HAYLEY L." userId="5cada80b-0f7b-49a5-96b2-656b100ca6c6" providerId="ADAL" clId="{632DF7FE-9916-4FAF-8457-3521400FFCEA}" dt="2025-12-01T23:25:09.776" v="92007" actId="207"/>
          <ac:spMkLst>
            <pc:docMk/>
            <pc:sldMk cId="3607277778" sldId="708"/>
            <ac:spMk id="5" creationId="{F6A7236C-EA26-2C80-CEB9-771227C5E52A}"/>
          </ac:spMkLst>
        </pc:spChg>
        <pc:spChg chg="mod">
          <ac:chgData name="DEWE, HAYLEY L." userId="5cada80b-0f7b-49a5-96b2-656b100ca6c6" providerId="ADAL" clId="{632DF7FE-9916-4FAF-8457-3521400FFCEA}" dt="2025-12-01T23:26:38.555" v="92029" actId="1076"/>
          <ac:spMkLst>
            <pc:docMk/>
            <pc:sldMk cId="3607277778" sldId="708"/>
            <ac:spMk id="35" creationId="{2E947453-0F8E-181F-3823-1BA510FB34AD}"/>
          </ac:spMkLst>
        </pc:spChg>
        <pc:spChg chg="mod">
          <ac:chgData name="DEWE, HAYLEY L." userId="5cada80b-0f7b-49a5-96b2-656b100ca6c6" providerId="ADAL" clId="{632DF7FE-9916-4FAF-8457-3521400FFCEA}" dt="2025-12-01T23:26:15.921" v="92025" actId="1076"/>
          <ac:spMkLst>
            <pc:docMk/>
            <pc:sldMk cId="3607277778" sldId="708"/>
            <ac:spMk id="37" creationId="{4C30D7F2-218A-65D2-1A15-EF79CE06D607}"/>
          </ac:spMkLst>
        </pc:spChg>
        <pc:graphicFrameChg chg="mod modGraphic">
          <ac:chgData name="DEWE, HAYLEY L." userId="5cada80b-0f7b-49a5-96b2-656b100ca6c6" providerId="ADAL" clId="{632DF7FE-9916-4FAF-8457-3521400FFCEA}" dt="2025-12-03T11:37:31.456" v="103125" actId="313"/>
          <ac:graphicFrameMkLst>
            <pc:docMk/>
            <pc:sldMk cId="3607277778" sldId="708"/>
            <ac:graphicFrameMk id="33" creationId="{3FA3BBEF-EB0B-7119-A001-A1BFEEAAC634}"/>
          </ac:graphicFrameMkLst>
        </pc:graphicFrameChg>
        <pc:cxnChg chg="mod">
          <ac:chgData name="DEWE, HAYLEY L." userId="5cada80b-0f7b-49a5-96b2-656b100ca6c6" providerId="ADAL" clId="{632DF7FE-9916-4FAF-8457-3521400FFCEA}" dt="2025-12-01T23:26:24.204" v="92026" actId="1076"/>
          <ac:cxnSpMkLst>
            <pc:docMk/>
            <pc:sldMk cId="3607277778" sldId="708"/>
            <ac:cxnSpMk id="34" creationId="{97190C5E-CA30-B455-868F-87E02747C735}"/>
          </ac:cxnSpMkLst>
        </pc:cxnChg>
        <pc:cxnChg chg="mod">
          <ac:chgData name="DEWE, HAYLEY L." userId="5cada80b-0f7b-49a5-96b2-656b100ca6c6" providerId="ADAL" clId="{632DF7FE-9916-4FAF-8457-3521400FFCEA}" dt="2025-12-01T23:26:12.284" v="92024" actId="1076"/>
          <ac:cxnSpMkLst>
            <pc:docMk/>
            <pc:sldMk cId="3607277778" sldId="708"/>
            <ac:cxnSpMk id="36" creationId="{4DCE7094-622F-A091-18D9-4B18D0E66801}"/>
          </ac:cxnSpMkLst>
        </pc:cxnChg>
      </pc:sldChg>
      <pc:sldChg chg="modSp add mod ord modAnim modNotesTx">
        <pc:chgData name="DEWE, HAYLEY L." userId="5cada80b-0f7b-49a5-96b2-656b100ca6c6" providerId="ADAL" clId="{632DF7FE-9916-4FAF-8457-3521400FFCEA}" dt="2025-12-03T13:59:14.193" v="107755" actId="20577"/>
        <pc:sldMkLst>
          <pc:docMk/>
          <pc:sldMk cId="68568001" sldId="709"/>
        </pc:sldMkLst>
        <pc:spChg chg="mod">
          <ac:chgData name="DEWE, HAYLEY L." userId="5cada80b-0f7b-49a5-96b2-656b100ca6c6" providerId="ADAL" clId="{632DF7FE-9916-4FAF-8457-3521400FFCEA}" dt="2025-12-01T23:27:02.637" v="92032" actId="2711"/>
          <ac:spMkLst>
            <pc:docMk/>
            <pc:sldMk cId="68568001" sldId="709"/>
            <ac:spMk id="3" creationId="{FE3B0D94-F472-0E08-99A6-4A15FBC3B529}"/>
          </ac:spMkLst>
        </pc:spChg>
        <pc:spChg chg="mod">
          <ac:chgData name="DEWE, HAYLEY L." userId="5cada80b-0f7b-49a5-96b2-656b100ca6c6" providerId="ADAL" clId="{632DF7FE-9916-4FAF-8457-3521400FFCEA}" dt="2025-12-01T23:27:02.637" v="92032" actId="2711"/>
          <ac:spMkLst>
            <pc:docMk/>
            <pc:sldMk cId="68568001" sldId="709"/>
            <ac:spMk id="7" creationId="{5401F420-3D3B-0095-1E40-63E594DFA136}"/>
          </ac:spMkLst>
        </pc:spChg>
        <pc:spChg chg="mod">
          <ac:chgData name="DEWE, HAYLEY L." userId="5cada80b-0f7b-49a5-96b2-656b100ca6c6" providerId="ADAL" clId="{632DF7FE-9916-4FAF-8457-3521400FFCEA}" dt="2025-12-01T23:27:02.637" v="92032" actId="2711"/>
          <ac:spMkLst>
            <pc:docMk/>
            <pc:sldMk cId="68568001" sldId="709"/>
            <ac:spMk id="29" creationId="{430396FD-70C7-A099-77AA-41F9AF1781A5}"/>
          </ac:spMkLst>
        </pc:spChg>
        <pc:spChg chg="mod">
          <ac:chgData name="DEWE, HAYLEY L." userId="5cada80b-0f7b-49a5-96b2-656b100ca6c6" providerId="ADAL" clId="{632DF7FE-9916-4FAF-8457-3521400FFCEA}" dt="2025-12-03T13:25:23.087" v="107578" actId="20577"/>
          <ac:spMkLst>
            <pc:docMk/>
            <pc:sldMk cId="68568001" sldId="709"/>
            <ac:spMk id="30" creationId="{C6D70004-B1E7-3D27-BF43-B0DBCC5430EA}"/>
          </ac:spMkLst>
        </pc:spChg>
        <pc:graphicFrameChg chg="mod modGraphic">
          <ac:chgData name="DEWE, HAYLEY L." userId="5cada80b-0f7b-49a5-96b2-656b100ca6c6" providerId="ADAL" clId="{632DF7FE-9916-4FAF-8457-3521400FFCEA}" dt="2025-12-01T23:27:19.585" v="92034" actId="207"/>
          <ac:graphicFrameMkLst>
            <pc:docMk/>
            <pc:sldMk cId="68568001" sldId="709"/>
            <ac:graphicFrameMk id="26" creationId="{19E68FAB-7567-0C3C-B0B1-4FB636D30911}"/>
          </ac:graphicFrameMkLst>
        </pc:graphicFrameChg>
        <pc:picChg chg="mod">
          <ac:chgData name="DEWE, HAYLEY L." userId="5cada80b-0f7b-49a5-96b2-656b100ca6c6" providerId="ADAL" clId="{632DF7FE-9916-4FAF-8457-3521400FFCEA}" dt="2025-12-01T23:27:02.637" v="92032" actId="2711"/>
          <ac:picMkLst>
            <pc:docMk/>
            <pc:sldMk cId="68568001" sldId="709"/>
            <ac:picMk id="4" creationId="{DCFB20FE-24A0-5281-E58C-DE4F363C5346}"/>
          </ac:picMkLst>
        </pc:picChg>
        <pc:picChg chg="mod">
          <ac:chgData name="DEWE, HAYLEY L." userId="5cada80b-0f7b-49a5-96b2-656b100ca6c6" providerId="ADAL" clId="{632DF7FE-9916-4FAF-8457-3521400FFCEA}" dt="2025-12-01T23:27:02.637" v="92032" actId="2711"/>
          <ac:picMkLst>
            <pc:docMk/>
            <pc:sldMk cId="68568001" sldId="709"/>
            <ac:picMk id="16" creationId="{83413ED2-0931-9F84-A671-E0601259E23D}"/>
          </ac:picMkLst>
        </pc:picChg>
        <pc:picChg chg="mod">
          <ac:chgData name="DEWE, HAYLEY L." userId="5cada80b-0f7b-49a5-96b2-656b100ca6c6" providerId="ADAL" clId="{632DF7FE-9916-4FAF-8457-3521400FFCEA}" dt="2025-12-01T23:27:02.637" v="92032" actId="2711"/>
          <ac:picMkLst>
            <pc:docMk/>
            <pc:sldMk cId="68568001" sldId="709"/>
            <ac:picMk id="17" creationId="{88C72EDB-1153-B862-2AED-A654E7E69F8F}"/>
          </ac:picMkLst>
        </pc:picChg>
        <pc:picChg chg="mod">
          <ac:chgData name="DEWE, HAYLEY L." userId="5cada80b-0f7b-49a5-96b2-656b100ca6c6" providerId="ADAL" clId="{632DF7FE-9916-4FAF-8457-3521400FFCEA}" dt="2025-12-01T23:27:02.637" v="92032" actId="2711"/>
          <ac:picMkLst>
            <pc:docMk/>
            <pc:sldMk cId="68568001" sldId="709"/>
            <ac:picMk id="28" creationId="{B19775E1-D4B3-FA7F-1D54-E8456C37D5FF}"/>
          </ac:picMkLst>
        </pc:picChg>
      </pc:sldChg>
      <pc:sldChg chg="modSp add del mod">
        <pc:chgData name="DEWE, HAYLEY L." userId="5cada80b-0f7b-49a5-96b2-656b100ca6c6" providerId="ADAL" clId="{632DF7FE-9916-4FAF-8457-3521400FFCEA}" dt="2025-12-02T13:20:35.873" v="94711" actId="47"/>
        <pc:sldMkLst>
          <pc:docMk/>
          <pc:sldMk cId="193238459" sldId="711"/>
        </pc:sldMkLst>
      </pc:sldChg>
      <pc:sldChg chg="addSp delSp modSp add mod delAnim modAnim modNotesTx">
        <pc:chgData name="DEWE, HAYLEY L." userId="5cada80b-0f7b-49a5-96b2-656b100ca6c6" providerId="ADAL" clId="{632DF7FE-9916-4FAF-8457-3521400FFCEA}" dt="2025-12-03T13:58:41.619" v="107749" actId="20577"/>
        <pc:sldMkLst>
          <pc:docMk/>
          <pc:sldMk cId="2128064686" sldId="712"/>
        </pc:sldMkLst>
        <pc:spChg chg="add mod">
          <ac:chgData name="DEWE, HAYLEY L." userId="5cada80b-0f7b-49a5-96b2-656b100ca6c6" providerId="ADAL" clId="{632DF7FE-9916-4FAF-8457-3521400FFCEA}" dt="2025-12-03T11:39:06.832" v="103151" actId="20577"/>
          <ac:spMkLst>
            <pc:docMk/>
            <pc:sldMk cId="2128064686" sldId="712"/>
            <ac:spMk id="2" creationId="{4A82AF8A-939F-188A-87D9-80D5C1EDA181}"/>
          </ac:spMkLst>
        </pc:spChg>
        <pc:spChg chg="mod">
          <ac:chgData name="DEWE, HAYLEY L." userId="5cada80b-0f7b-49a5-96b2-656b100ca6c6" providerId="ADAL" clId="{632DF7FE-9916-4FAF-8457-3521400FFCEA}" dt="2025-12-01T22:38:55.822" v="90859" actId="1076"/>
          <ac:spMkLst>
            <pc:docMk/>
            <pc:sldMk cId="2128064686" sldId="712"/>
            <ac:spMk id="11" creationId="{482F888B-8C5D-8EAA-3683-C87B8B269B1C}"/>
          </ac:spMkLst>
        </pc:spChg>
        <pc:spChg chg="mod">
          <ac:chgData name="DEWE, HAYLEY L." userId="5cada80b-0f7b-49a5-96b2-656b100ca6c6" providerId="ADAL" clId="{632DF7FE-9916-4FAF-8457-3521400FFCEA}" dt="2025-12-01T22:38:55.822" v="90859" actId="1076"/>
          <ac:spMkLst>
            <pc:docMk/>
            <pc:sldMk cId="2128064686" sldId="712"/>
            <ac:spMk id="12" creationId="{8BE593F7-7CC4-CE3C-A7BB-B6CB90B54D27}"/>
          </ac:spMkLst>
        </pc:spChg>
        <pc:spChg chg="mod">
          <ac:chgData name="DEWE, HAYLEY L." userId="5cada80b-0f7b-49a5-96b2-656b100ca6c6" providerId="ADAL" clId="{632DF7FE-9916-4FAF-8457-3521400FFCEA}" dt="2025-12-01T22:38:55.822" v="90859" actId="1076"/>
          <ac:spMkLst>
            <pc:docMk/>
            <pc:sldMk cId="2128064686" sldId="712"/>
            <ac:spMk id="14" creationId="{A2DFF967-A0B6-97B5-4FCE-6E203CBFE9E8}"/>
          </ac:spMkLst>
        </pc:spChg>
        <pc:spChg chg="mod">
          <ac:chgData name="DEWE, HAYLEY L." userId="5cada80b-0f7b-49a5-96b2-656b100ca6c6" providerId="ADAL" clId="{632DF7FE-9916-4FAF-8457-3521400FFCEA}" dt="2025-12-01T22:43:01.925" v="90987" actId="207"/>
          <ac:spMkLst>
            <pc:docMk/>
            <pc:sldMk cId="2128064686" sldId="712"/>
            <ac:spMk id="25" creationId="{796DD701-5E1B-1F5B-98E5-AD7F2B172175}"/>
          </ac:spMkLst>
        </pc:sp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8" creationId="{BDBE6D0D-2E0A-1A97-5D00-8990DF8B6C76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9" creationId="{945708B4-E7DB-1817-FFB1-D9B862837513}"/>
          </ac:picMkLst>
        </pc:picChg>
        <pc:picChg chg="mod">
          <ac:chgData name="DEWE, HAYLEY L." userId="5cada80b-0f7b-49a5-96b2-656b100ca6c6" providerId="ADAL" clId="{632DF7FE-9916-4FAF-8457-3521400FFCEA}" dt="2025-12-01T22:38:55.822" v="90859" actId="1076"/>
          <ac:picMkLst>
            <pc:docMk/>
            <pc:sldMk cId="2128064686" sldId="712"/>
            <ac:picMk id="16" creationId="{83413ED2-0931-9F84-A671-E0601259E23D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18" creationId="{C49002C7-C53B-70A5-A207-115E9E742AB9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19" creationId="{D9852226-C0DC-A623-54DD-DE1714FCBFC7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20" creationId="{58108557-29A5-9396-8999-DFEF6F339528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21" creationId="{6ED8AD29-0D46-D793-6476-D3E5FD4FEEC7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22" creationId="{A0DC0768-5F89-BB48-ABC1-F6F13EA979AE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23" creationId="{042D598D-6275-6BE5-2B4E-97133F02C0A4}"/>
          </ac:picMkLst>
        </pc:picChg>
        <pc:picChg chg="mod">
          <ac:chgData name="DEWE, HAYLEY L." userId="5cada80b-0f7b-49a5-96b2-656b100ca6c6" providerId="ADAL" clId="{632DF7FE-9916-4FAF-8457-3521400FFCEA}" dt="2025-12-01T22:43:10.918" v="90988" actId="27349"/>
          <ac:picMkLst>
            <pc:docMk/>
            <pc:sldMk cId="2128064686" sldId="712"/>
            <ac:picMk id="24" creationId="{E27BCB4A-6CFC-F281-C094-9D6174403F61}"/>
          </ac:picMkLst>
        </pc:picChg>
      </pc:sldChg>
      <pc:sldChg chg="addSp delSp modSp add del mod">
        <pc:chgData name="DEWE, HAYLEY L." userId="5cada80b-0f7b-49a5-96b2-656b100ca6c6" providerId="ADAL" clId="{632DF7FE-9916-4FAF-8457-3521400FFCEA}" dt="2025-12-02T12:02:14.681" v="92241" actId="47"/>
        <pc:sldMkLst>
          <pc:docMk/>
          <pc:sldMk cId="1451680746" sldId="714"/>
        </pc:sldMkLst>
        <pc:spChg chg="del mod">
          <ac:chgData name="DEWE, HAYLEY L." userId="5cada80b-0f7b-49a5-96b2-656b100ca6c6" providerId="ADAL" clId="{632DF7FE-9916-4FAF-8457-3521400FFCEA}" dt="2025-12-02T12:00:50.180" v="92238" actId="478"/>
          <ac:spMkLst>
            <pc:docMk/>
            <pc:sldMk cId="1451680746" sldId="714"/>
            <ac:spMk id="4" creationId="{7AADE617-CC2C-EA34-8A21-43E7BC530374}"/>
          </ac:spMkLst>
        </pc:spChg>
        <pc:spChg chg="add del mod">
          <ac:chgData name="DEWE, HAYLEY L." userId="5cada80b-0f7b-49a5-96b2-656b100ca6c6" providerId="ADAL" clId="{632DF7FE-9916-4FAF-8457-3521400FFCEA}" dt="2025-12-02T12:00:52.353" v="92239" actId="478"/>
          <ac:spMkLst>
            <pc:docMk/>
            <pc:sldMk cId="1451680746" sldId="714"/>
            <ac:spMk id="6" creationId="{28F6FEB5-502F-AF82-67AB-7F8EEE028887}"/>
          </ac:spMkLst>
        </pc:spChg>
      </pc:sldChg>
      <pc:sldChg chg="addSp delSp modSp add mod setBg delAnim modAnim modNotesTx">
        <pc:chgData name="DEWE, HAYLEY L." userId="5cada80b-0f7b-49a5-96b2-656b100ca6c6" providerId="ADAL" clId="{632DF7FE-9916-4FAF-8457-3521400FFCEA}" dt="2025-12-03T13:58:44.852" v="107750" actId="20577"/>
        <pc:sldMkLst>
          <pc:docMk/>
          <pc:sldMk cId="2475179158" sldId="715"/>
        </pc:sldMkLst>
        <pc:spChg chg="add mod">
          <ac:chgData name="DEWE, HAYLEY L." userId="5cada80b-0f7b-49a5-96b2-656b100ca6c6" providerId="ADAL" clId="{632DF7FE-9916-4FAF-8457-3521400FFCEA}" dt="2025-12-03T11:39:09.881" v="103153" actId="20577"/>
          <ac:spMkLst>
            <pc:docMk/>
            <pc:sldMk cId="2475179158" sldId="715"/>
            <ac:spMk id="2" creationId="{8E56FAEF-17BD-CE84-B01E-9EDB5D5A973F}"/>
          </ac:spMkLst>
        </pc:spChg>
        <pc:spChg chg="mod">
          <ac:chgData name="DEWE, HAYLEY L." userId="5cada80b-0f7b-49a5-96b2-656b100ca6c6" providerId="ADAL" clId="{632DF7FE-9916-4FAF-8457-3521400FFCEA}" dt="2025-12-01T22:40:25.992" v="90898" actId="1076"/>
          <ac:spMkLst>
            <pc:docMk/>
            <pc:sldMk cId="2475179158" sldId="715"/>
            <ac:spMk id="11" creationId="{482F888B-8C5D-8EAA-3683-C87B8B269B1C}"/>
          </ac:spMkLst>
        </pc:spChg>
        <pc:spChg chg="mod">
          <ac:chgData name="DEWE, HAYLEY L." userId="5cada80b-0f7b-49a5-96b2-656b100ca6c6" providerId="ADAL" clId="{632DF7FE-9916-4FAF-8457-3521400FFCEA}" dt="2025-12-01T22:40:25.992" v="90898" actId="1076"/>
          <ac:spMkLst>
            <pc:docMk/>
            <pc:sldMk cId="2475179158" sldId="715"/>
            <ac:spMk id="12" creationId="{8BE593F7-7CC4-CE3C-A7BB-B6CB90B54D27}"/>
          </ac:spMkLst>
        </pc:spChg>
        <pc:spChg chg="mod">
          <ac:chgData name="DEWE, HAYLEY L." userId="5cada80b-0f7b-49a5-96b2-656b100ca6c6" providerId="ADAL" clId="{632DF7FE-9916-4FAF-8457-3521400FFCEA}" dt="2025-12-01T22:40:25.992" v="90898" actId="1076"/>
          <ac:spMkLst>
            <pc:docMk/>
            <pc:sldMk cId="2475179158" sldId="715"/>
            <ac:spMk id="14" creationId="{A2DFF967-A0B6-97B5-4FCE-6E203CBFE9E8}"/>
          </ac:spMkLst>
        </pc:spChg>
        <pc:spChg chg="mod">
          <ac:chgData name="DEWE, HAYLEY L." userId="5cada80b-0f7b-49a5-96b2-656b100ca6c6" providerId="ADAL" clId="{632DF7FE-9916-4FAF-8457-3521400FFCEA}" dt="2025-12-01T22:43:17.496" v="90989" actId="207"/>
          <ac:spMkLst>
            <pc:docMk/>
            <pc:sldMk cId="2475179158" sldId="715"/>
            <ac:spMk id="25" creationId="{796DD701-5E1B-1F5B-98E5-AD7F2B172175}"/>
          </ac:spMkLst>
        </pc:sp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8" creationId="{BDBE6D0D-2E0A-1A97-5D00-8990DF8B6C76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9" creationId="{945708B4-E7DB-1817-FFB1-D9B862837513}"/>
          </ac:picMkLst>
        </pc:picChg>
        <pc:picChg chg="mod">
          <ac:chgData name="DEWE, HAYLEY L." userId="5cada80b-0f7b-49a5-96b2-656b100ca6c6" providerId="ADAL" clId="{632DF7FE-9916-4FAF-8457-3521400FFCEA}" dt="2025-12-01T22:40:25.992" v="90898" actId="1076"/>
          <ac:picMkLst>
            <pc:docMk/>
            <pc:sldMk cId="2475179158" sldId="715"/>
            <ac:picMk id="16" creationId="{83413ED2-0931-9F84-A671-E0601259E23D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18" creationId="{C49002C7-C53B-70A5-A207-115E9E742AB9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19" creationId="{D9852226-C0DC-A623-54DD-DE1714FCBFC7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20" creationId="{58108557-29A5-9396-8999-DFEF6F339528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21" creationId="{6ED8AD29-0D46-D793-6476-D3E5FD4FEEC7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22" creationId="{A0DC0768-5F89-BB48-ABC1-F6F13EA979AE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23" creationId="{042D598D-6275-6BE5-2B4E-97133F02C0A4}"/>
          </ac:picMkLst>
        </pc:picChg>
        <pc:picChg chg="mod">
          <ac:chgData name="DEWE, HAYLEY L." userId="5cada80b-0f7b-49a5-96b2-656b100ca6c6" providerId="ADAL" clId="{632DF7FE-9916-4FAF-8457-3521400FFCEA}" dt="2025-12-01T22:41:07.618" v="90914" actId="207"/>
          <ac:picMkLst>
            <pc:docMk/>
            <pc:sldMk cId="2475179158" sldId="715"/>
            <ac:picMk id="24" creationId="{E27BCB4A-6CFC-F281-C094-9D6174403F61}"/>
          </ac:picMkLst>
        </pc:picChg>
      </pc:sldChg>
      <pc:sldChg chg="addSp modSp add mod ord modAnim modNotesTx">
        <pc:chgData name="DEWE, HAYLEY L." userId="5cada80b-0f7b-49a5-96b2-656b100ca6c6" providerId="ADAL" clId="{632DF7FE-9916-4FAF-8457-3521400FFCEA}" dt="2025-12-03T13:58:59.462" v="107752" actId="20577"/>
        <pc:sldMkLst>
          <pc:docMk/>
          <pc:sldMk cId="443637041" sldId="716"/>
        </pc:sldMkLst>
        <pc:spChg chg="mod">
          <ac:chgData name="DEWE, HAYLEY L." userId="5cada80b-0f7b-49a5-96b2-656b100ca6c6" providerId="ADAL" clId="{632DF7FE-9916-4FAF-8457-3521400FFCEA}" dt="2025-12-02T13:27:07.750" v="95405" actId="20577"/>
          <ac:spMkLst>
            <pc:docMk/>
            <pc:sldMk cId="443637041" sldId="716"/>
            <ac:spMk id="3" creationId="{FE3B0D94-F472-0E08-99A6-4A15FBC3B529}"/>
          </ac:spMkLst>
        </pc:spChg>
        <pc:spChg chg="mod">
          <ac:chgData name="DEWE, HAYLEY L." userId="5cada80b-0f7b-49a5-96b2-656b100ca6c6" providerId="ADAL" clId="{632DF7FE-9916-4FAF-8457-3521400FFCEA}" dt="2025-12-01T22:57:32.705" v="91124" actId="1076"/>
          <ac:spMkLst>
            <pc:docMk/>
            <pc:sldMk cId="443637041" sldId="716"/>
            <ac:spMk id="7" creationId="{5401F420-3D3B-0095-1E40-63E594DFA136}"/>
          </ac:spMkLst>
        </pc:spChg>
        <pc:spChg chg="mod">
          <ac:chgData name="DEWE, HAYLEY L." userId="5cada80b-0f7b-49a5-96b2-656b100ca6c6" providerId="ADAL" clId="{632DF7FE-9916-4FAF-8457-3521400FFCEA}" dt="2025-12-01T23:02:08.852" v="91199" actId="208"/>
          <ac:spMkLst>
            <pc:docMk/>
            <pc:sldMk cId="443637041" sldId="716"/>
            <ac:spMk id="10" creationId="{D183949D-C531-7D4E-9636-EA7A75706648}"/>
          </ac:spMkLst>
        </pc:spChg>
        <pc:spChg chg="mod">
          <ac:chgData name="DEWE, HAYLEY L." userId="5cada80b-0f7b-49a5-96b2-656b100ca6c6" providerId="ADAL" clId="{632DF7FE-9916-4FAF-8457-3521400FFCEA}" dt="2025-12-01T23:01:39.676" v="91187" actId="207"/>
          <ac:spMkLst>
            <pc:docMk/>
            <pc:sldMk cId="443637041" sldId="716"/>
            <ac:spMk id="11" creationId="{9EC13565-92A8-396A-5FB4-DFB33E632600}"/>
          </ac:spMkLst>
        </pc:spChg>
        <pc:spChg chg="mod">
          <ac:chgData name="DEWE, HAYLEY L." userId="5cada80b-0f7b-49a5-96b2-656b100ca6c6" providerId="ADAL" clId="{632DF7FE-9916-4FAF-8457-3521400FFCEA}" dt="2025-12-01T23:01:39.676" v="91187" actId="207"/>
          <ac:spMkLst>
            <pc:docMk/>
            <pc:sldMk cId="443637041" sldId="716"/>
            <ac:spMk id="14" creationId="{3FD9267C-8FD8-2462-57EF-898A5E4631CF}"/>
          </ac:spMkLst>
        </pc:spChg>
        <pc:spChg chg="mod">
          <ac:chgData name="DEWE, HAYLEY L." userId="5cada80b-0f7b-49a5-96b2-656b100ca6c6" providerId="ADAL" clId="{632DF7FE-9916-4FAF-8457-3521400FFCEA}" dt="2025-12-01T23:01:39.676" v="91187" actId="207"/>
          <ac:spMkLst>
            <pc:docMk/>
            <pc:sldMk cId="443637041" sldId="716"/>
            <ac:spMk id="18" creationId="{D54F89A4-ADB4-3D85-F7C1-E282D698ACD0}"/>
          </ac:spMkLst>
        </pc:spChg>
        <pc:spChg chg="mod">
          <ac:chgData name="DEWE, HAYLEY L." userId="5cada80b-0f7b-49a5-96b2-656b100ca6c6" providerId="ADAL" clId="{632DF7FE-9916-4FAF-8457-3521400FFCEA}" dt="2025-12-01T23:01:39.676" v="91187" actId="207"/>
          <ac:spMkLst>
            <pc:docMk/>
            <pc:sldMk cId="443637041" sldId="716"/>
            <ac:spMk id="20" creationId="{967AAAFA-51F4-4CC8-0252-8B721D876B40}"/>
          </ac:spMkLst>
        </pc:spChg>
        <pc:spChg chg="mod">
          <ac:chgData name="DEWE, HAYLEY L." userId="5cada80b-0f7b-49a5-96b2-656b100ca6c6" providerId="ADAL" clId="{632DF7FE-9916-4FAF-8457-3521400FFCEA}" dt="2025-12-01T23:01:39.676" v="91187" actId="207"/>
          <ac:spMkLst>
            <pc:docMk/>
            <pc:sldMk cId="443637041" sldId="716"/>
            <ac:spMk id="21" creationId="{A416E361-E08E-8269-0EA8-A88694BC7369}"/>
          </ac:spMkLst>
        </pc:spChg>
        <pc:spChg chg="mod">
          <ac:chgData name="DEWE, HAYLEY L." userId="5cada80b-0f7b-49a5-96b2-656b100ca6c6" providerId="ADAL" clId="{632DF7FE-9916-4FAF-8457-3521400FFCEA}" dt="2025-12-01T23:01:39.676" v="91187" actId="207"/>
          <ac:spMkLst>
            <pc:docMk/>
            <pc:sldMk cId="443637041" sldId="716"/>
            <ac:spMk id="23" creationId="{078C24EC-B104-B286-1656-722FF6E6F4B7}"/>
          </ac:spMkLst>
        </pc:spChg>
        <pc:picChg chg="mod">
          <ac:chgData name="DEWE, HAYLEY L." userId="5cada80b-0f7b-49a5-96b2-656b100ca6c6" providerId="ADAL" clId="{632DF7FE-9916-4FAF-8457-3521400FFCEA}" dt="2025-12-01T23:02:51.755" v="91201" actId="208"/>
          <ac:picMkLst>
            <pc:docMk/>
            <pc:sldMk cId="443637041" sldId="716"/>
            <ac:picMk id="2" creationId="{AE82C5BD-939E-91C1-4B21-BC5E672FF65B}"/>
          </ac:picMkLst>
        </pc:picChg>
        <pc:picChg chg="mod">
          <ac:chgData name="DEWE, HAYLEY L." userId="5cada80b-0f7b-49a5-96b2-656b100ca6c6" providerId="ADAL" clId="{632DF7FE-9916-4FAF-8457-3521400FFCEA}" dt="2025-12-01T22:58:30.461" v="91147" actId="1076"/>
          <ac:picMkLst>
            <pc:docMk/>
            <pc:sldMk cId="443637041" sldId="716"/>
            <ac:picMk id="4" creationId="{DCFB20FE-24A0-5281-E58C-DE4F363C5346}"/>
          </ac:picMkLst>
        </pc:picChg>
        <pc:picChg chg="mod">
          <ac:chgData name="DEWE, HAYLEY L." userId="5cada80b-0f7b-49a5-96b2-656b100ca6c6" providerId="ADAL" clId="{632DF7FE-9916-4FAF-8457-3521400FFCEA}" dt="2025-12-01T23:02:51.755" v="91201" actId="208"/>
          <ac:picMkLst>
            <pc:docMk/>
            <pc:sldMk cId="443637041" sldId="716"/>
            <ac:picMk id="5" creationId="{F7B894B9-2168-2DA7-4248-88CB5101B439}"/>
          </ac:picMkLst>
        </pc:picChg>
        <pc:picChg chg="mod">
          <ac:chgData name="DEWE, HAYLEY L." userId="5cada80b-0f7b-49a5-96b2-656b100ca6c6" providerId="ADAL" clId="{632DF7FE-9916-4FAF-8457-3521400FFCEA}" dt="2025-12-01T23:02:51.755" v="91201" actId="208"/>
          <ac:picMkLst>
            <pc:docMk/>
            <pc:sldMk cId="443637041" sldId="716"/>
            <ac:picMk id="6" creationId="{169F7718-3FA2-432D-E7D5-6E4503B82F86}"/>
          </ac:picMkLst>
        </pc:picChg>
        <pc:picChg chg="mod">
          <ac:chgData name="DEWE, HAYLEY L." userId="5cada80b-0f7b-49a5-96b2-656b100ca6c6" providerId="ADAL" clId="{632DF7FE-9916-4FAF-8457-3521400FFCEA}" dt="2025-12-01T23:02:51.755" v="91201" actId="208"/>
          <ac:picMkLst>
            <pc:docMk/>
            <pc:sldMk cId="443637041" sldId="716"/>
            <ac:picMk id="8" creationId="{BDBE6D0D-2E0A-1A97-5D00-8990DF8B6C76}"/>
          </ac:picMkLst>
        </pc:picChg>
        <pc:picChg chg="mod">
          <ac:chgData name="DEWE, HAYLEY L." userId="5cada80b-0f7b-49a5-96b2-656b100ca6c6" providerId="ADAL" clId="{632DF7FE-9916-4FAF-8457-3521400FFCEA}" dt="2025-12-01T23:02:51.755" v="91201" actId="208"/>
          <ac:picMkLst>
            <pc:docMk/>
            <pc:sldMk cId="443637041" sldId="716"/>
            <ac:picMk id="9" creationId="{945708B4-E7DB-1817-FFB1-D9B862837513}"/>
          </ac:picMkLst>
        </pc:picChg>
        <pc:picChg chg="mod">
          <ac:chgData name="DEWE, HAYLEY L." userId="5cada80b-0f7b-49a5-96b2-656b100ca6c6" providerId="ADAL" clId="{632DF7FE-9916-4FAF-8457-3521400FFCEA}" dt="2025-12-01T23:02:51.755" v="91201" actId="208"/>
          <ac:picMkLst>
            <pc:docMk/>
            <pc:sldMk cId="443637041" sldId="716"/>
            <ac:picMk id="13" creationId="{28EFB742-D2C2-9E07-5637-E47F93A99712}"/>
          </ac:picMkLst>
        </pc:picChg>
        <pc:picChg chg="mod">
          <ac:chgData name="DEWE, HAYLEY L." userId="5cada80b-0f7b-49a5-96b2-656b100ca6c6" providerId="ADAL" clId="{632DF7FE-9916-4FAF-8457-3521400FFCEA}" dt="2025-12-01T23:02:51.755" v="91201" actId="208"/>
          <ac:picMkLst>
            <pc:docMk/>
            <pc:sldMk cId="443637041" sldId="716"/>
            <ac:picMk id="15" creationId="{FD407217-4127-52BC-ABE2-3F1E04CBE82B}"/>
          </ac:picMkLst>
        </pc:picChg>
        <pc:picChg chg="mod">
          <ac:chgData name="DEWE, HAYLEY L." userId="5cada80b-0f7b-49a5-96b2-656b100ca6c6" providerId="ADAL" clId="{632DF7FE-9916-4FAF-8457-3521400FFCEA}" dt="2025-12-01T22:58:21.676" v="91145" actId="1076"/>
          <ac:picMkLst>
            <pc:docMk/>
            <pc:sldMk cId="443637041" sldId="716"/>
            <ac:picMk id="16" creationId="{83413ED2-0931-9F84-A671-E0601259E23D}"/>
          </ac:picMkLst>
        </pc:picChg>
        <pc:picChg chg="mod">
          <ac:chgData name="DEWE, HAYLEY L." userId="5cada80b-0f7b-49a5-96b2-656b100ca6c6" providerId="ADAL" clId="{632DF7FE-9916-4FAF-8457-3521400FFCEA}" dt="2025-12-01T22:58:27.128" v="91146" actId="1076"/>
          <ac:picMkLst>
            <pc:docMk/>
            <pc:sldMk cId="443637041" sldId="716"/>
            <ac:picMk id="17" creationId="{88C72EDB-1153-B862-2AED-A654E7E69F8F}"/>
          </ac:picMkLst>
        </pc:picChg>
      </pc:sldChg>
      <pc:sldChg chg="addSp delSp modSp add mod ord delAnim modAnim modNotesTx">
        <pc:chgData name="DEWE, HAYLEY L." userId="5cada80b-0f7b-49a5-96b2-656b100ca6c6" providerId="ADAL" clId="{632DF7FE-9916-4FAF-8457-3521400FFCEA}" dt="2025-12-03T13:59:03.493" v="107753" actId="20577"/>
        <pc:sldMkLst>
          <pc:docMk/>
          <pc:sldMk cId="2833865467" sldId="719"/>
        </pc:sldMkLst>
        <pc:spChg chg="del mod">
          <ac:chgData name="DEWE, HAYLEY L." userId="5cada80b-0f7b-49a5-96b2-656b100ca6c6" providerId="ADAL" clId="{632DF7FE-9916-4FAF-8457-3521400FFCEA}" dt="2025-12-02T14:21:33.131" v="97589" actId="478"/>
          <ac:spMkLst>
            <pc:docMk/>
            <pc:sldMk cId="2833865467" sldId="719"/>
            <ac:spMk id="3" creationId="{9F6469FF-7101-1241-4304-C9A011EA67BB}"/>
          </ac:spMkLst>
        </pc:spChg>
        <pc:spChg chg="add del mod">
          <ac:chgData name="DEWE, HAYLEY L." userId="5cada80b-0f7b-49a5-96b2-656b100ca6c6" providerId="ADAL" clId="{632DF7FE-9916-4FAF-8457-3521400FFCEA}" dt="2025-12-03T13:08:59.338" v="107241" actId="20577"/>
          <ac:spMkLst>
            <pc:docMk/>
            <pc:sldMk cId="2833865467" sldId="719"/>
            <ac:spMk id="4" creationId="{565CCCCE-AA1F-8D21-3CC0-05BF6599ED66}"/>
          </ac:spMkLst>
        </pc:spChg>
        <pc:spChg chg="add mod">
          <ac:chgData name="DEWE, HAYLEY L." userId="5cada80b-0f7b-49a5-96b2-656b100ca6c6" providerId="ADAL" clId="{632DF7FE-9916-4FAF-8457-3521400FFCEA}" dt="2025-12-01T23:00:33.745" v="91172"/>
          <ac:spMkLst>
            <pc:docMk/>
            <pc:sldMk cId="2833865467" sldId="719"/>
            <ac:spMk id="8" creationId="{F3143B90-F293-DEEE-DB52-BEB94D7A9D1B}"/>
          </ac:spMkLst>
        </pc:spChg>
        <pc:spChg chg="add del mod">
          <ac:chgData name="DEWE, HAYLEY L." userId="5cada80b-0f7b-49a5-96b2-656b100ca6c6" providerId="ADAL" clId="{632DF7FE-9916-4FAF-8457-3521400FFCEA}" dt="2025-12-02T14:21:30.957" v="97587" actId="478"/>
          <ac:spMkLst>
            <pc:docMk/>
            <pc:sldMk cId="2833865467" sldId="719"/>
            <ac:spMk id="11" creationId="{9C0465AB-9944-7813-A48E-A21106850646}"/>
          </ac:spMkLst>
        </pc:spChg>
        <pc:spChg chg="add mod">
          <ac:chgData name="DEWE, HAYLEY L." userId="5cada80b-0f7b-49a5-96b2-656b100ca6c6" providerId="ADAL" clId="{632DF7FE-9916-4FAF-8457-3521400FFCEA}" dt="2025-12-03T11:40:07.944" v="103183" actId="1076"/>
          <ac:spMkLst>
            <pc:docMk/>
            <pc:sldMk cId="2833865467" sldId="719"/>
            <ac:spMk id="12" creationId="{61D0BCCA-B9B6-C0AD-FACC-A883251A7602}"/>
          </ac:spMkLst>
        </pc:spChg>
        <pc:graphicFrameChg chg="del mod modGraphic">
          <ac:chgData name="DEWE, HAYLEY L." userId="5cada80b-0f7b-49a5-96b2-656b100ca6c6" providerId="ADAL" clId="{632DF7FE-9916-4FAF-8457-3521400FFCEA}" dt="2025-12-02T14:21:42.793" v="97594" actId="478"/>
          <ac:graphicFrameMkLst>
            <pc:docMk/>
            <pc:sldMk cId="2833865467" sldId="719"/>
            <ac:graphicFrameMk id="2" creationId="{E5BE6805-490D-33A1-5649-6946F22C9066}"/>
          </ac:graphicFrameMkLst>
        </pc:graphicFrameChg>
        <pc:graphicFrameChg chg="del mod modGraphic">
          <ac:chgData name="DEWE, HAYLEY L." userId="5cada80b-0f7b-49a5-96b2-656b100ca6c6" providerId="ADAL" clId="{632DF7FE-9916-4FAF-8457-3521400FFCEA}" dt="2025-12-02T14:21:38.817" v="97592" actId="478"/>
          <ac:graphicFrameMkLst>
            <pc:docMk/>
            <pc:sldMk cId="2833865467" sldId="719"/>
            <ac:graphicFrameMk id="7" creationId="{EE6E67AB-6D35-6DEE-2150-95E09A3E09ED}"/>
          </ac:graphicFrameMkLst>
        </pc:graphicFrameChg>
        <pc:graphicFrameChg chg="del mod modGraphic">
          <ac:chgData name="DEWE, HAYLEY L." userId="5cada80b-0f7b-49a5-96b2-656b100ca6c6" providerId="ADAL" clId="{632DF7FE-9916-4FAF-8457-3521400FFCEA}" dt="2025-12-02T14:21:32.014" v="97588" actId="478"/>
          <ac:graphicFrameMkLst>
            <pc:docMk/>
            <pc:sldMk cId="2833865467" sldId="719"/>
            <ac:graphicFrameMk id="10" creationId="{6736BA0C-C28C-0157-73E7-BC091667276C}"/>
          </ac:graphicFrameMkLst>
        </pc:graphicFrameChg>
        <pc:picChg chg="add">
          <ac:chgData name="DEWE, HAYLEY L." userId="5cada80b-0f7b-49a5-96b2-656b100ca6c6" providerId="ADAL" clId="{632DF7FE-9916-4FAF-8457-3521400FFCEA}" dt="2025-12-02T14:15:03.214" v="97144"/>
          <ac:picMkLst>
            <pc:docMk/>
            <pc:sldMk cId="2833865467" sldId="719"/>
            <ac:picMk id="5" creationId="{A4EABA76-FA82-61D3-3001-7021DC9DB08A}"/>
          </ac:picMkLst>
        </pc:picChg>
        <pc:picChg chg="add del mod">
          <ac:chgData name="DEWE, HAYLEY L." userId="5cada80b-0f7b-49a5-96b2-656b100ca6c6" providerId="ADAL" clId="{632DF7FE-9916-4FAF-8457-3521400FFCEA}" dt="2025-12-02T14:22:46.765" v="97617" actId="478"/>
          <ac:picMkLst>
            <pc:docMk/>
            <pc:sldMk cId="2833865467" sldId="719"/>
            <ac:picMk id="9" creationId="{EACCF3A7-4EF3-DAF9-24CB-6B586A539428}"/>
          </ac:picMkLst>
        </pc:picChg>
      </pc:sldChg>
      <pc:sldChg chg="addSp modSp add mod modAnim modNotesTx">
        <pc:chgData name="DEWE, HAYLEY L." userId="5cada80b-0f7b-49a5-96b2-656b100ca6c6" providerId="ADAL" clId="{632DF7FE-9916-4FAF-8457-3521400FFCEA}" dt="2025-12-03T13:59:06.576" v="107754" actId="20577"/>
        <pc:sldMkLst>
          <pc:docMk/>
          <pc:sldMk cId="2930841260" sldId="720"/>
        </pc:sldMkLst>
        <pc:spChg chg="mod">
          <ac:chgData name="DEWE, HAYLEY L." userId="5cada80b-0f7b-49a5-96b2-656b100ca6c6" providerId="ADAL" clId="{632DF7FE-9916-4FAF-8457-3521400FFCEA}" dt="2025-12-02T14:25:46.509" v="97706" actId="1076"/>
          <ac:spMkLst>
            <pc:docMk/>
            <pc:sldMk cId="2930841260" sldId="720"/>
            <ac:spMk id="4" creationId="{565CCCCE-AA1F-8D21-3CC0-05BF6599ED66}"/>
          </ac:spMkLst>
        </pc:spChg>
        <pc:spChg chg="add mod">
          <ac:chgData name="DEWE, HAYLEY L." userId="5cada80b-0f7b-49a5-96b2-656b100ca6c6" providerId="ADAL" clId="{632DF7FE-9916-4FAF-8457-3521400FFCEA}" dt="2025-12-03T13:09:48.281" v="107242" actId="1076"/>
          <ac:spMkLst>
            <pc:docMk/>
            <pc:sldMk cId="2930841260" sldId="720"/>
            <ac:spMk id="5" creationId="{10C6A73C-20BE-8963-5420-F951708022F6}"/>
          </ac:spMkLst>
        </pc:spChg>
        <pc:spChg chg="mod">
          <ac:chgData name="DEWE, HAYLEY L." userId="5cada80b-0f7b-49a5-96b2-656b100ca6c6" providerId="ADAL" clId="{632DF7FE-9916-4FAF-8457-3521400FFCEA}" dt="2025-12-03T11:40:44.508" v="103233" actId="20577"/>
          <ac:spMkLst>
            <pc:docMk/>
            <pc:sldMk cId="2930841260" sldId="720"/>
            <ac:spMk id="9" creationId="{8B8676F2-4335-7184-8F2C-C2727F9C78E9}"/>
          </ac:spMkLst>
        </pc:spChg>
        <pc:spChg chg="mod">
          <ac:chgData name="DEWE, HAYLEY L." userId="5cada80b-0f7b-49a5-96b2-656b100ca6c6" providerId="ADAL" clId="{632DF7FE-9916-4FAF-8457-3521400FFCEA}" dt="2025-12-02T14:32:05.200" v="97749" actId="1076"/>
          <ac:spMkLst>
            <pc:docMk/>
            <pc:sldMk cId="2930841260" sldId="720"/>
            <ac:spMk id="14" creationId="{30A58CA9-F94E-B690-934F-41131C7A82DE}"/>
          </ac:spMkLst>
        </pc:spChg>
        <pc:spChg chg="mod">
          <ac:chgData name="DEWE, HAYLEY L." userId="5cada80b-0f7b-49a5-96b2-656b100ca6c6" providerId="ADAL" clId="{632DF7FE-9916-4FAF-8457-3521400FFCEA}" dt="2025-12-02T14:30:43.258" v="97741" actId="1076"/>
          <ac:spMkLst>
            <pc:docMk/>
            <pc:sldMk cId="2930841260" sldId="720"/>
            <ac:spMk id="15" creationId="{A123316B-E926-8EA6-AB74-A3740EB6752D}"/>
          </ac:spMkLst>
        </pc:spChg>
        <pc:graphicFrameChg chg="mod">
          <ac:chgData name="DEWE, HAYLEY L." userId="5cada80b-0f7b-49a5-96b2-656b100ca6c6" providerId="ADAL" clId="{632DF7FE-9916-4FAF-8457-3521400FFCEA}" dt="2025-12-02T14:25:40.287" v="97705" actId="1076"/>
          <ac:graphicFrameMkLst>
            <pc:docMk/>
            <pc:sldMk cId="2930841260" sldId="720"/>
            <ac:graphicFrameMk id="2" creationId="{E5BE6805-490D-33A1-5649-6946F22C9066}"/>
          </ac:graphicFrameMkLst>
        </pc:graphicFrameChg>
        <pc:graphicFrameChg chg="add mod modGraphic">
          <ac:chgData name="DEWE, HAYLEY L." userId="5cada80b-0f7b-49a5-96b2-656b100ca6c6" providerId="ADAL" clId="{632DF7FE-9916-4FAF-8457-3521400FFCEA}" dt="2025-12-02T14:25:59.802" v="97709" actId="1076"/>
          <ac:graphicFrameMkLst>
            <pc:docMk/>
            <pc:sldMk cId="2930841260" sldId="720"/>
            <ac:graphicFrameMk id="3" creationId="{12AEBDD3-DB23-409E-699F-768FA273AF94}"/>
          </ac:graphicFrameMkLst>
        </pc:graphicFrameChg>
        <pc:graphicFrameChg chg="mod modGraphic">
          <ac:chgData name="DEWE, HAYLEY L." userId="5cada80b-0f7b-49a5-96b2-656b100ca6c6" providerId="ADAL" clId="{632DF7FE-9916-4FAF-8457-3521400FFCEA}" dt="2025-12-02T14:32:00.219" v="97748" actId="207"/>
          <ac:graphicFrameMkLst>
            <pc:docMk/>
            <pc:sldMk cId="2930841260" sldId="720"/>
            <ac:graphicFrameMk id="10" creationId="{6736BA0C-C28C-0157-73E7-BC091667276C}"/>
          </ac:graphicFrameMkLst>
        </pc:graphicFrameChg>
        <pc:picChg chg="mod">
          <ac:chgData name="DEWE, HAYLEY L." userId="5cada80b-0f7b-49a5-96b2-656b100ca6c6" providerId="ADAL" clId="{632DF7FE-9916-4FAF-8457-3521400FFCEA}" dt="2025-12-02T14:25:27.098" v="97704" actId="1076"/>
          <ac:picMkLst>
            <pc:docMk/>
            <pc:sldMk cId="2930841260" sldId="720"/>
            <ac:picMk id="17" creationId="{8C6DB197-EBE6-D7AA-9BB3-AE8BD2237E53}"/>
          </ac:picMkLst>
        </pc:picChg>
      </pc:sldChg>
      <pc:sldChg chg="addSp delSp modSp add del mod addAnim delAnim modAnim modNotesTx">
        <pc:chgData name="DEWE, HAYLEY L." userId="5cada80b-0f7b-49a5-96b2-656b100ca6c6" providerId="ADAL" clId="{632DF7FE-9916-4FAF-8457-3521400FFCEA}" dt="2025-11-13T02:38:51.572" v="60370" actId="47"/>
        <pc:sldMkLst>
          <pc:docMk/>
          <pc:sldMk cId="1839842558" sldId="786"/>
        </pc:sldMkLst>
      </pc:sldChg>
      <pc:sldChg chg="delSp modSp add del mod or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347010262" sldId="790"/>
        </pc:sldMkLst>
      </pc:sldChg>
      <pc:sldChg chg="addSp delSp modSp add del mod">
        <pc:chgData name="DEWE, HAYLEY L." userId="5cada80b-0f7b-49a5-96b2-656b100ca6c6" providerId="ADAL" clId="{632DF7FE-9916-4FAF-8457-3521400FFCEA}" dt="2025-11-25T23:17:55.329" v="64479" actId="47"/>
        <pc:sldMkLst>
          <pc:docMk/>
          <pc:sldMk cId="3398773832" sldId="790"/>
        </pc:sldMkLst>
      </pc:sldChg>
      <pc:sldChg chg="modSp add del mod ord">
        <pc:chgData name="DEWE, HAYLEY L." userId="5cada80b-0f7b-49a5-96b2-656b100ca6c6" providerId="ADAL" clId="{632DF7FE-9916-4FAF-8457-3521400FFCEA}" dt="2025-11-25T22:40:19.452" v="61358" actId="47"/>
        <pc:sldMkLst>
          <pc:docMk/>
          <pc:sldMk cId="2395185644" sldId="791"/>
        </pc:sldMkLst>
      </pc:sldChg>
      <pc:sldChg chg="delSp modSp add del mod modAnim">
        <pc:chgData name="DEWE, HAYLEY L." userId="5cada80b-0f7b-49a5-96b2-656b100ca6c6" providerId="ADAL" clId="{632DF7FE-9916-4FAF-8457-3521400FFCEA}" dt="2025-11-12T23:53:34.727" v="56692" actId="2696"/>
        <pc:sldMkLst>
          <pc:docMk/>
          <pc:sldMk cId="3711181391" sldId="791"/>
        </pc:sldMkLst>
      </pc:sldChg>
      <pc:sldChg chg="addSp delSp modSp add del mod or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4282450233" sldId="791"/>
        </pc:sldMkLst>
      </pc:sldChg>
      <pc:sldChg chg="addSp delSp modSp add del mod">
        <pc:chgData name="DEWE, HAYLEY L." userId="5cada80b-0f7b-49a5-96b2-656b100ca6c6" providerId="ADAL" clId="{632DF7FE-9916-4FAF-8457-3521400FFCEA}" dt="2025-11-25T23:17:55.487" v="64480" actId="47"/>
        <pc:sldMkLst>
          <pc:docMk/>
          <pc:sldMk cId="1568718387" sldId="793"/>
        </pc:sldMkLst>
      </pc:sldChg>
      <pc:sldChg chg="addSp delSp modSp add del mo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537879254" sldId="793"/>
        </pc:sldMkLst>
      </pc:sldChg>
      <pc:sldChg chg="modSp add del mod">
        <pc:chgData name="DEWE, HAYLEY L." userId="5cada80b-0f7b-49a5-96b2-656b100ca6c6" providerId="ADAL" clId="{632DF7FE-9916-4FAF-8457-3521400FFCEA}" dt="2025-11-12T10:39:20.343" v="39339" actId="47"/>
        <pc:sldMkLst>
          <pc:docMk/>
          <pc:sldMk cId="382062645" sldId="794"/>
        </pc:sldMkLst>
      </pc:sldChg>
      <pc:sldChg chg="addSp delSp modSp add del mod">
        <pc:chgData name="DEWE, HAYLEY L." userId="5cada80b-0f7b-49a5-96b2-656b100ca6c6" providerId="ADAL" clId="{632DF7FE-9916-4FAF-8457-3521400FFCEA}" dt="2025-11-12T16:30:07.943" v="50691" actId="2696"/>
        <pc:sldMkLst>
          <pc:docMk/>
          <pc:sldMk cId="2080683444" sldId="798"/>
        </pc:sldMkLst>
      </pc:sldChg>
      <pc:sldChg chg="addSp delSp modSp add del mod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429779702" sldId="798"/>
        </pc:sldMkLst>
      </pc:sldChg>
      <pc:sldChg chg="modSp add del mod ord">
        <pc:chgData name="DEWE, HAYLEY L." userId="5cada80b-0f7b-49a5-96b2-656b100ca6c6" providerId="ADAL" clId="{632DF7FE-9916-4FAF-8457-3521400FFCEA}" dt="2025-11-12T16:27:03.975" v="50656" actId="2696"/>
        <pc:sldMkLst>
          <pc:docMk/>
          <pc:sldMk cId="2526267042" sldId="798"/>
        </pc:sldMkLst>
      </pc:sldChg>
      <pc:sldChg chg="addSp delSp modSp add del mod">
        <pc:chgData name="DEWE, HAYLEY L." userId="5cada80b-0f7b-49a5-96b2-656b100ca6c6" providerId="ADAL" clId="{632DF7FE-9916-4FAF-8457-3521400FFCEA}" dt="2025-11-25T22:37:49.722" v="61348" actId="47"/>
        <pc:sldMkLst>
          <pc:docMk/>
          <pc:sldMk cId="3375055263" sldId="798"/>
        </pc:sldMkLst>
      </pc:sldChg>
      <pc:sldChg chg="modSp add del mod">
        <pc:chgData name="DEWE, HAYLEY L." userId="5cada80b-0f7b-49a5-96b2-656b100ca6c6" providerId="ADAL" clId="{632DF7FE-9916-4FAF-8457-3521400FFCEA}" dt="2025-11-05T12:22:27.296" v="22892" actId="47"/>
        <pc:sldMkLst>
          <pc:docMk/>
          <pc:sldMk cId="1483130116" sldId="800"/>
        </pc:sldMkLst>
      </pc:sldChg>
      <pc:sldChg chg="modSp add del mod modAnim">
        <pc:chgData name="DEWE, HAYLEY L." userId="5cada80b-0f7b-49a5-96b2-656b100ca6c6" providerId="ADAL" clId="{632DF7FE-9916-4FAF-8457-3521400FFCEA}" dt="2025-11-10T16:26:51.246" v="34685" actId="47"/>
        <pc:sldMkLst>
          <pc:docMk/>
          <pc:sldMk cId="567994303" sldId="802"/>
        </pc:sldMkLst>
      </pc:sldChg>
      <pc:sldChg chg="addSp delSp modSp add del mod ord setBg">
        <pc:chgData name="DEWE, HAYLEY L." userId="5cada80b-0f7b-49a5-96b2-656b100ca6c6" providerId="ADAL" clId="{632DF7FE-9916-4FAF-8457-3521400FFCEA}" dt="2025-11-25T22:39:55.922" v="61350" actId="47"/>
        <pc:sldMkLst>
          <pc:docMk/>
          <pc:sldMk cId="2440709678" sldId="803"/>
        </pc:sldMkLst>
      </pc:sldChg>
      <pc:sldChg chg="modSp add del mod modAnim">
        <pc:chgData name="DEWE, HAYLEY L." userId="5cada80b-0f7b-49a5-96b2-656b100ca6c6" providerId="ADAL" clId="{632DF7FE-9916-4FAF-8457-3521400FFCEA}" dt="2025-11-10T16:26:50.436" v="34684" actId="47"/>
        <pc:sldMkLst>
          <pc:docMk/>
          <pc:sldMk cId="3489759283" sldId="803"/>
        </pc:sldMkLst>
      </pc:sldChg>
      <pc:sldChg chg="delSp modSp add del mod setBg delDesignElem">
        <pc:chgData name="DEWE, HAYLEY L." userId="5cada80b-0f7b-49a5-96b2-656b100ca6c6" providerId="ADAL" clId="{632DF7FE-9916-4FAF-8457-3521400FFCEA}" dt="2025-11-12T17:07:54.768" v="52043" actId="2696"/>
        <pc:sldMkLst>
          <pc:docMk/>
          <pc:sldMk cId="3556470377" sldId="803"/>
        </pc:sldMkLst>
      </pc:sldChg>
      <pc:sldChg chg="modSp add del mod">
        <pc:chgData name="DEWE, HAYLEY L." userId="5cada80b-0f7b-49a5-96b2-656b100ca6c6" providerId="ADAL" clId="{632DF7FE-9916-4FAF-8457-3521400FFCEA}" dt="2025-11-12T17:07:54.768" v="52043" actId="2696"/>
        <pc:sldMkLst>
          <pc:docMk/>
          <pc:sldMk cId="828054950" sldId="804"/>
        </pc:sldMkLst>
      </pc:sldChg>
      <pc:sldChg chg="addSp delSp modSp add del mod ord setBg delAnim modAnim">
        <pc:chgData name="DEWE, HAYLEY L." userId="5cada80b-0f7b-49a5-96b2-656b100ca6c6" providerId="ADAL" clId="{632DF7FE-9916-4FAF-8457-3521400FFCEA}" dt="2025-11-25T22:39:56.444" v="61351" actId="47"/>
        <pc:sldMkLst>
          <pc:docMk/>
          <pc:sldMk cId="1965139520" sldId="804"/>
        </pc:sldMkLst>
      </pc:sldChg>
      <pc:sldChg chg="add del">
        <pc:chgData name="DEWE, HAYLEY L." userId="5cada80b-0f7b-49a5-96b2-656b100ca6c6" providerId="ADAL" clId="{632DF7FE-9916-4FAF-8457-3521400FFCEA}" dt="2025-11-12T17:19:59.976" v="53132" actId="47"/>
        <pc:sldMkLst>
          <pc:docMk/>
          <pc:sldMk cId="1111592730" sldId="805"/>
        </pc:sldMkLst>
      </pc:sldChg>
      <pc:sldChg chg="modSp add del mod">
        <pc:chgData name="DEWE, HAYLEY L." userId="5cada80b-0f7b-49a5-96b2-656b100ca6c6" providerId="ADAL" clId="{632DF7FE-9916-4FAF-8457-3521400FFCEA}" dt="2025-11-12T17:07:54.768" v="52043" actId="2696"/>
        <pc:sldMkLst>
          <pc:docMk/>
          <pc:sldMk cId="1564813014" sldId="805"/>
        </pc:sldMkLst>
      </pc:sldChg>
      <pc:sldChg chg="modSp add del mod">
        <pc:chgData name="DEWE, HAYLEY L." userId="5cada80b-0f7b-49a5-96b2-656b100ca6c6" providerId="ADAL" clId="{632DF7FE-9916-4FAF-8457-3521400FFCEA}" dt="2025-11-25T22:37:47.194" v="61345" actId="47"/>
        <pc:sldMkLst>
          <pc:docMk/>
          <pc:sldMk cId="31641608" sldId="809"/>
        </pc:sldMkLst>
      </pc:sldChg>
      <pc:sldChg chg="addSp modSp add del mod modNotesTx">
        <pc:chgData name="DEWE, HAYLEY L." userId="5cada80b-0f7b-49a5-96b2-656b100ca6c6" providerId="ADAL" clId="{632DF7FE-9916-4FAF-8457-3521400FFCEA}" dt="2025-11-10T15:41:55.342" v="33114" actId="2696"/>
        <pc:sldMkLst>
          <pc:docMk/>
          <pc:sldMk cId="3530002709" sldId="809"/>
        </pc:sldMkLst>
      </pc:sldChg>
      <pc:sldChg chg="modSp add del mod">
        <pc:chgData name="DEWE, HAYLEY L." userId="5cada80b-0f7b-49a5-96b2-656b100ca6c6" providerId="ADAL" clId="{632DF7FE-9916-4FAF-8457-3521400FFCEA}" dt="2025-11-10T16:26:31.064" v="34677" actId="47"/>
        <pc:sldMkLst>
          <pc:docMk/>
          <pc:sldMk cId="482175367" sldId="810"/>
        </pc:sldMkLst>
      </pc:sldChg>
      <pc:sldChg chg="modSp add del mod">
        <pc:chgData name="DEWE, HAYLEY L." userId="5cada80b-0f7b-49a5-96b2-656b100ca6c6" providerId="ADAL" clId="{632DF7FE-9916-4FAF-8457-3521400FFCEA}" dt="2025-11-26T14:00:07.477" v="86149" actId="47"/>
        <pc:sldMkLst>
          <pc:docMk/>
          <pc:sldMk cId="2334158457" sldId="811"/>
        </pc:sldMkLst>
      </pc:sldChg>
      <pc:sldChg chg="addSp delSp modSp add del mod setBg setFolMasterObjs modNotesTx">
        <pc:chgData name="DEWE, HAYLEY L." userId="5cada80b-0f7b-49a5-96b2-656b100ca6c6" providerId="ADAL" clId="{632DF7FE-9916-4FAF-8457-3521400FFCEA}" dt="2025-12-01T21:13:58.824" v="86427" actId="47"/>
        <pc:sldMkLst>
          <pc:docMk/>
          <pc:sldMk cId="3707030054" sldId="812"/>
        </pc:sldMkLst>
      </pc:sldChg>
      <pc:sldChg chg="addSp delSp modSp add mod ord delAnim modAnim modNotesTx">
        <pc:chgData name="DEWE, HAYLEY L." userId="5cada80b-0f7b-49a5-96b2-656b100ca6c6" providerId="ADAL" clId="{632DF7FE-9916-4FAF-8457-3521400FFCEA}" dt="2025-12-03T13:58:21.464" v="107745" actId="20577"/>
        <pc:sldMkLst>
          <pc:docMk/>
          <pc:sldMk cId="2352799976" sldId="813"/>
        </pc:sldMkLst>
        <pc:spChg chg="add mod">
          <ac:chgData name="DEWE, HAYLEY L." userId="5cada80b-0f7b-49a5-96b2-656b100ca6c6" providerId="ADAL" clId="{632DF7FE-9916-4FAF-8457-3521400FFCEA}" dt="2025-12-02T14:16:16.391" v="97154" actId="20577"/>
          <ac:spMkLst>
            <pc:docMk/>
            <pc:sldMk cId="2352799976" sldId="813"/>
            <ac:spMk id="3" creationId="{A830B295-10E5-CA34-76DD-A5D6FCD543DA}"/>
          </ac:spMkLst>
        </pc:spChg>
        <pc:spChg chg="mod">
          <ac:chgData name="DEWE, HAYLEY L." userId="5cada80b-0f7b-49a5-96b2-656b100ca6c6" providerId="ADAL" clId="{632DF7FE-9916-4FAF-8457-3521400FFCEA}" dt="2025-12-01T21:32:59.874" v="86898" actId="20577"/>
          <ac:spMkLst>
            <pc:docMk/>
            <pc:sldMk cId="2352799976" sldId="813"/>
            <ac:spMk id="9" creationId="{8B4D0ED3-855F-1DAB-78EF-436A633D73CD}"/>
          </ac:spMkLst>
        </pc:spChg>
      </pc:sldChg>
      <pc:sldChg chg="modSp add del mod">
        <pc:chgData name="DEWE, HAYLEY L." userId="5cada80b-0f7b-49a5-96b2-656b100ca6c6" providerId="ADAL" clId="{632DF7FE-9916-4FAF-8457-3521400FFCEA}" dt="2025-11-10T14:19:01.300" v="25445" actId="47"/>
        <pc:sldMkLst>
          <pc:docMk/>
          <pc:sldMk cId="3320827424" sldId="814"/>
        </pc:sldMkLst>
      </pc:sldChg>
      <pc:sldChg chg="addSp modSp add del mod ord modAnim modNotesTx">
        <pc:chgData name="DEWE, HAYLEY L." userId="5cada80b-0f7b-49a5-96b2-656b100ca6c6" providerId="ADAL" clId="{632DF7FE-9916-4FAF-8457-3521400FFCEA}" dt="2025-11-25T22:37:07.059" v="61282" actId="47"/>
        <pc:sldMkLst>
          <pc:docMk/>
          <pc:sldMk cId="3950946495" sldId="815"/>
        </pc:sldMkLst>
      </pc:sldChg>
      <pc:sldChg chg="delSp modSp add del mod delAnim modAnim modNotesTx">
        <pc:chgData name="DEWE, HAYLEY L." userId="5cada80b-0f7b-49a5-96b2-656b100ca6c6" providerId="ADAL" clId="{632DF7FE-9916-4FAF-8457-3521400FFCEA}" dt="2025-11-12T16:01:34.060" v="49568" actId="2696"/>
        <pc:sldMkLst>
          <pc:docMk/>
          <pc:sldMk cId="871254484" sldId="816"/>
        </pc:sldMkLst>
      </pc:sldChg>
      <pc:sldChg chg="add del ord">
        <pc:chgData name="DEWE, HAYLEY L." userId="5cada80b-0f7b-49a5-96b2-656b100ca6c6" providerId="ADAL" clId="{632DF7FE-9916-4FAF-8457-3521400FFCEA}" dt="2025-11-12T16:05:19.405" v="49608" actId="47"/>
        <pc:sldMkLst>
          <pc:docMk/>
          <pc:sldMk cId="2221532506" sldId="816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25T22:37:44.914" v="61342" actId="47"/>
        <pc:sldMkLst>
          <pc:docMk/>
          <pc:sldMk cId="3042981932" sldId="817"/>
        </pc:sldMkLst>
      </pc:sldChg>
      <pc:sldChg chg="addSp delSp modSp add del mod ord setBg delAnim modNotesTx">
        <pc:chgData name="DEWE, HAYLEY L." userId="5cada80b-0f7b-49a5-96b2-656b100ca6c6" providerId="ADAL" clId="{632DF7FE-9916-4FAF-8457-3521400FFCEA}" dt="2025-11-25T22:37:46.376" v="61344" actId="47"/>
        <pc:sldMkLst>
          <pc:docMk/>
          <pc:sldMk cId="631182621" sldId="818"/>
        </pc:sldMkLst>
      </pc:sldChg>
      <pc:sldChg chg="addSp modSp add del mod addAnim delAnim modAnim">
        <pc:chgData name="DEWE, HAYLEY L." userId="5cada80b-0f7b-49a5-96b2-656b100ca6c6" providerId="ADAL" clId="{632DF7FE-9916-4FAF-8457-3521400FFCEA}" dt="2025-11-25T22:37:39.465" v="61333" actId="47"/>
        <pc:sldMkLst>
          <pc:docMk/>
          <pc:sldMk cId="2122292998" sldId="819"/>
        </pc:sldMkLst>
      </pc:sldChg>
      <pc:sldChg chg="addSp delSp modSp add del mod ord addAnim delAnim modAnim modNotesTx">
        <pc:chgData name="DEWE, HAYLEY L." userId="5cada80b-0f7b-49a5-96b2-656b100ca6c6" providerId="ADAL" clId="{632DF7FE-9916-4FAF-8457-3521400FFCEA}" dt="2025-11-25T22:37:40.885" v="61335" actId="47"/>
        <pc:sldMkLst>
          <pc:docMk/>
          <pc:sldMk cId="2969522156" sldId="820"/>
        </pc:sldMkLst>
      </pc:sldChg>
      <pc:sldChg chg="addSp delSp modSp add del mod">
        <pc:chgData name="DEWE, HAYLEY L." userId="5cada80b-0f7b-49a5-96b2-656b100ca6c6" providerId="ADAL" clId="{632DF7FE-9916-4FAF-8457-3521400FFCEA}" dt="2025-11-25T22:37:43.831" v="61340" actId="47"/>
        <pc:sldMkLst>
          <pc:docMk/>
          <pc:sldMk cId="571758267" sldId="821"/>
        </pc:sldMkLst>
      </pc:sldChg>
      <pc:sldChg chg="add del">
        <pc:chgData name="DEWE, HAYLEY L." userId="5cada80b-0f7b-49a5-96b2-656b100ca6c6" providerId="ADAL" clId="{632DF7FE-9916-4FAF-8457-3521400FFCEA}" dt="2025-11-10T15:47:19.712" v="33550" actId="2890"/>
        <pc:sldMkLst>
          <pc:docMk/>
          <pc:sldMk cId="1334763432" sldId="822"/>
        </pc:sldMkLst>
      </pc:sldChg>
      <pc:sldChg chg="addSp delSp modSp add del mod modNotesTx">
        <pc:chgData name="DEWE, HAYLEY L." userId="5cada80b-0f7b-49a5-96b2-656b100ca6c6" providerId="ADAL" clId="{632DF7FE-9916-4FAF-8457-3521400FFCEA}" dt="2025-11-25T22:37:44.318" v="61341" actId="47"/>
        <pc:sldMkLst>
          <pc:docMk/>
          <pc:sldMk cId="2038931712" sldId="822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25T22:37:42.136" v="61337" actId="47"/>
        <pc:sldMkLst>
          <pc:docMk/>
          <pc:sldMk cId="1286253549" sldId="823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25T22:37:42.654" v="61338" actId="47"/>
        <pc:sldMkLst>
          <pc:docMk/>
          <pc:sldMk cId="2417775896" sldId="824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25T22:37:41.524" v="61336" actId="47"/>
        <pc:sldMkLst>
          <pc:docMk/>
          <pc:sldMk cId="1157879476" sldId="825"/>
        </pc:sldMkLst>
      </pc:sldChg>
      <pc:sldChg chg="delSp add del setBg delDesignElem">
        <pc:chgData name="DEWE, HAYLEY L." userId="5cada80b-0f7b-49a5-96b2-656b100ca6c6" providerId="ADAL" clId="{632DF7FE-9916-4FAF-8457-3521400FFCEA}" dt="2025-11-10T17:27:30.874" v="38234" actId="47"/>
        <pc:sldMkLst>
          <pc:docMk/>
          <pc:sldMk cId="179161384" sldId="826"/>
        </pc:sldMkLst>
      </pc:sldChg>
      <pc:sldChg chg="modSp add del mod ord modNotesTx">
        <pc:chgData name="DEWE, HAYLEY L." userId="5cada80b-0f7b-49a5-96b2-656b100ca6c6" providerId="ADAL" clId="{632DF7FE-9916-4FAF-8457-3521400FFCEA}" dt="2025-11-12T13:05:59.020" v="46289" actId="47"/>
        <pc:sldMkLst>
          <pc:docMk/>
          <pc:sldMk cId="2051444190" sldId="827"/>
        </pc:sldMkLst>
      </pc:sldChg>
      <pc:sldChg chg="modSp add del mod ord modNotesTx">
        <pc:chgData name="DEWE, HAYLEY L." userId="5cada80b-0f7b-49a5-96b2-656b100ca6c6" providerId="ADAL" clId="{632DF7FE-9916-4FAF-8457-3521400FFCEA}" dt="2025-12-01T22:02:53.588" v="89041" actId="47"/>
        <pc:sldMkLst>
          <pc:docMk/>
          <pc:sldMk cId="1281510875" sldId="828"/>
        </pc:sldMkLst>
      </pc:sldChg>
      <pc:sldChg chg="addSp delSp modSp add del mod modAnim">
        <pc:chgData name="DEWE, HAYLEY L." userId="5cada80b-0f7b-49a5-96b2-656b100ca6c6" providerId="ADAL" clId="{632DF7FE-9916-4FAF-8457-3521400FFCEA}" dt="2025-11-25T23:17:47.958" v="64468" actId="47"/>
        <pc:sldMkLst>
          <pc:docMk/>
          <pc:sldMk cId="1586591189" sldId="829"/>
        </pc:sldMkLst>
      </pc:sldChg>
      <pc:sldChg chg="addSp delSp modSp add del mod ord modAnim">
        <pc:chgData name="DEWE, HAYLEY L." userId="5cada80b-0f7b-49a5-96b2-656b100ca6c6" providerId="ADAL" clId="{632DF7FE-9916-4FAF-8457-3521400FFCEA}" dt="2025-11-25T22:40:05.611" v="61352" actId="47"/>
        <pc:sldMkLst>
          <pc:docMk/>
          <pc:sldMk cId="2037999434" sldId="830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5-11-25T23:17:48.947" v="64469" actId="47"/>
        <pc:sldMkLst>
          <pc:docMk/>
          <pc:sldMk cId="99743214" sldId="831"/>
        </pc:sldMkLst>
      </pc:sldChg>
      <pc:sldChg chg="addSp delSp modSp add del mod ord modAnim">
        <pc:chgData name="DEWE, HAYLEY L." userId="5cada80b-0f7b-49a5-96b2-656b100ca6c6" providerId="ADAL" clId="{632DF7FE-9916-4FAF-8457-3521400FFCEA}" dt="2025-11-12T17:05:09.791" v="51899" actId="2696"/>
        <pc:sldMkLst>
          <pc:docMk/>
          <pc:sldMk cId="1836335614" sldId="832"/>
        </pc:sldMkLst>
      </pc:sldChg>
      <pc:sldChg chg="add del">
        <pc:chgData name="DEWE, HAYLEY L." userId="5cada80b-0f7b-49a5-96b2-656b100ca6c6" providerId="ADAL" clId="{632DF7FE-9916-4FAF-8457-3521400FFCEA}" dt="2025-11-25T22:37:45.749" v="61343" actId="47"/>
        <pc:sldMkLst>
          <pc:docMk/>
          <pc:sldMk cId="1958320168" sldId="832"/>
        </pc:sldMkLst>
      </pc:sldChg>
      <pc:sldChg chg="addSp delSp modSp add del mod delAnim modAnim">
        <pc:chgData name="DEWE, HAYLEY L." userId="5cada80b-0f7b-49a5-96b2-656b100ca6c6" providerId="ADAL" clId="{632DF7FE-9916-4FAF-8457-3521400FFCEA}" dt="2025-11-12T12:03:11.991" v="43062" actId="47"/>
        <pc:sldMkLst>
          <pc:docMk/>
          <pc:sldMk cId="30085567" sldId="833"/>
        </pc:sldMkLst>
      </pc:sldChg>
      <pc:sldChg chg="addSp delSp modSp add del mod">
        <pc:chgData name="DEWE, HAYLEY L." userId="5cada80b-0f7b-49a5-96b2-656b100ca6c6" providerId="ADAL" clId="{632DF7FE-9916-4FAF-8457-3521400FFCEA}" dt="2025-11-12T12:30:04.705" v="43306" actId="47"/>
        <pc:sldMkLst>
          <pc:docMk/>
          <pc:sldMk cId="2766479119" sldId="833"/>
        </pc:sldMkLst>
      </pc:sldChg>
      <pc:sldChg chg="add del ord">
        <pc:chgData name="DEWE, HAYLEY L." userId="5cada80b-0f7b-49a5-96b2-656b100ca6c6" providerId="ADAL" clId="{632DF7FE-9916-4FAF-8457-3521400FFCEA}" dt="2025-11-12T12:03:46.803" v="43064" actId="47"/>
        <pc:sldMkLst>
          <pc:docMk/>
          <pc:sldMk cId="103328062" sldId="834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25T22:56:34.106" v="62775" actId="47"/>
        <pc:sldMkLst>
          <pc:docMk/>
          <pc:sldMk cId="1287916347" sldId="834"/>
        </pc:sldMkLst>
      </pc:sldChg>
      <pc:sldChg chg="add del">
        <pc:chgData name="DEWE, HAYLEY L." userId="5cada80b-0f7b-49a5-96b2-656b100ca6c6" providerId="ADAL" clId="{632DF7FE-9916-4FAF-8457-3521400FFCEA}" dt="2025-11-12T12:30:15.353" v="43308"/>
        <pc:sldMkLst>
          <pc:docMk/>
          <pc:sldMk cId="346949277" sldId="835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25T22:40:06.699" v="61353" actId="47"/>
        <pc:sldMkLst>
          <pc:docMk/>
          <pc:sldMk cId="2560445687" sldId="835"/>
        </pc:sldMkLst>
      </pc:sldChg>
      <pc:sldChg chg="addSp delSp modSp add del mod delAnim modAnim">
        <pc:chgData name="DEWE, HAYLEY L." userId="5cada80b-0f7b-49a5-96b2-656b100ca6c6" providerId="ADAL" clId="{632DF7FE-9916-4FAF-8457-3521400FFCEA}" dt="2025-11-25T22:40:08.967" v="61355" actId="47"/>
        <pc:sldMkLst>
          <pc:docMk/>
          <pc:sldMk cId="4032138130" sldId="836"/>
        </pc:sldMkLst>
      </pc:sldChg>
      <pc:sldChg chg="addSp delSp modSp add del mod">
        <pc:chgData name="DEWE, HAYLEY L." userId="5cada80b-0f7b-49a5-96b2-656b100ca6c6" providerId="ADAL" clId="{632DF7FE-9916-4FAF-8457-3521400FFCEA}" dt="2025-11-25T22:40:07.896" v="61354" actId="47"/>
        <pc:sldMkLst>
          <pc:docMk/>
          <pc:sldMk cId="190480808" sldId="837"/>
        </pc:sldMkLst>
      </pc:sldChg>
      <pc:sldChg chg="modSp add del mod">
        <pc:chgData name="DEWE, HAYLEY L." userId="5cada80b-0f7b-49a5-96b2-656b100ca6c6" providerId="ADAL" clId="{632DF7FE-9916-4FAF-8457-3521400FFCEA}" dt="2025-11-12T23:53:34.727" v="56692" actId="2696"/>
        <pc:sldMkLst>
          <pc:docMk/>
          <pc:sldMk cId="1419812896" sldId="838"/>
        </pc:sldMkLst>
      </pc:sldChg>
      <pc:sldChg chg="modSp add del mod ord">
        <pc:chgData name="DEWE, HAYLEY L." userId="5cada80b-0f7b-49a5-96b2-656b100ca6c6" providerId="ADAL" clId="{632DF7FE-9916-4FAF-8457-3521400FFCEA}" dt="2025-11-12T23:54:29.273" v="56726" actId="2696"/>
        <pc:sldMkLst>
          <pc:docMk/>
          <pc:sldMk cId="2069950322" sldId="838"/>
        </pc:sldMkLst>
      </pc:sldChg>
      <pc:sldChg chg="modSp add del mod">
        <pc:chgData name="DEWE, HAYLEY L." userId="5cada80b-0f7b-49a5-96b2-656b100ca6c6" providerId="ADAL" clId="{632DF7FE-9916-4FAF-8457-3521400FFCEA}" dt="2025-11-25T23:17:52.843" v="64475" actId="47"/>
        <pc:sldMkLst>
          <pc:docMk/>
          <pc:sldMk cId="2521258886" sldId="838"/>
        </pc:sldMkLst>
      </pc:sldChg>
      <pc:sldChg chg="addSp delSp modSp add del mod setBg setFolMasterObjs modAnim">
        <pc:chgData name="DEWE, HAYLEY L." userId="5cada80b-0f7b-49a5-96b2-656b100ca6c6" providerId="ADAL" clId="{632DF7FE-9916-4FAF-8457-3521400FFCEA}" dt="2025-11-12T16:38:47.962" v="51078" actId="2696"/>
        <pc:sldMkLst>
          <pc:docMk/>
          <pc:sldMk cId="3415805272" sldId="838"/>
        </pc:sldMkLst>
      </pc:sldChg>
      <pc:sldChg chg="addSp delSp modSp add del mod">
        <pc:chgData name="DEWE, HAYLEY L." userId="5cada80b-0f7b-49a5-96b2-656b100ca6c6" providerId="ADAL" clId="{632DF7FE-9916-4FAF-8457-3521400FFCEA}" dt="2025-11-12T13:38:44.236" v="48742" actId="47"/>
        <pc:sldMkLst>
          <pc:docMk/>
          <pc:sldMk cId="481057357" sldId="839"/>
        </pc:sldMkLst>
      </pc:sldChg>
      <pc:sldChg chg="add del">
        <pc:chgData name="DEWE, HAYLEY L." userId="5cada80b-0f7b-49a5-96b2-656b100ca6c6" providerId="ADAL" clId="{632DF7FE-9916-4FAF-8457-3521400FFCEA}" dt="2025-11-12T13:27:28.536" v="47421"/>
        <pc:sldMkLst>
          <pc:docMk/>
          <pc:sldMk cId="677241589" sldId="839"/>
        </pc:sldMkLst>
      </pc:sldChg>
      <pc:sldChg chg="modSp add del mod modAnim modNotesTx">
        <pc:chgData name="DEWE, HAYLEY L." userId="5cada80b-0f7b-49a5-96b2-656b100ca6c6" providerId="ADAL" clId="{632DF7FE-9916-4FAF-8457-3521400FFCEA}" dt="2025-11-25T22:37:49.046" v="61347" actId="47"/>
        <pc:sldMkLst>
          <pc:docMk/>
          <pc:sldMk cId="3122760086" sldId="839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25T22:40:09.984" v="61356" actId="47"/>
        <pc:sldMkLst>
          <pc:docMk/>
          <pc:sldMk cId="2168229095" sldId="840"/>
        </pc:sldMkLst>
      </pc:sldChg>
      <pc:sldChg chg="modSp add del mod ord modAnim modNotesTx">
        <pc:chgData name="DEWE, HAYLEY L." userId="5cada80b-0f7b-49a5-96b2-656b100ca6c6" providerId="ADAL" clId="{632DF7FE-9916-4FAF-8457-3521400FFCEA}" dt="2025-11-25T22:56:35.319" v="62776" actId="47"/>
        <pc:sldMkLst>
          <pc:docMk/>
          <pc:sldMk cId="2565012503" sldId="841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25T23:17:49.967" v="64470" actId="47"/>
        <pc:sldMkLst>
          <pc:docMk/>
          <pc:sldMk cId="400950028" sldId="842"/>
        </pc:sldMkLst>
      </pc:sldChg>
      <pc:sldChg chg="modSp add del mod">
        <pc:chgData name="DEWE, HAYLEY L." userId="5cada80b-0f7b-49a5-96b2-656b100ca6c6" providerId="ADAL" clId="{632DF7FE-9916-4FAF-8457-3521400FFCEA}" dt="2025-11-25T23:17:54.904" v="64478" actId="47"/>
        <pc:sldMkLst>
          <pc:docMk/>
          <pc:sldMk cId="4061204570" sldId="843"/>
        </pc:sldMkLst>
      </pc:sldChg>
      <pc:sldChg chg="addSp modSp add del mod modAnim modNotesTx">
        <pc:chgData name="DEWE, HAYLEY L." userId="5cada80b-0f7b-49a5-96b2-656b100ca6c6" providerId="ADAL" clId="{632DF7FE-9916-4FAF-8457-3521400FFCEA}" dt="2025-11-25T23:17:52.340" v="64474" actId="47"/>
        <pc:sldMkLst>
          <pc:docMk/>
          <pc:sldMk cId="1878691589" sldId="844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25T23:17:50.589" v="64471" actId="47"/>
        <pc:sldMkLst>
          <pc:docMk/>
          <pc:sldMk cId="1836696863" sldId="845"/>
        </pc:sldMkLst>
      </pc:sldChg>
      <pc:sldChg chg="addSp delSp modSp add del mod">
        <pc:chgData name="DEWE, HAYLEY L." userId="5cada80b-0f7b-49a5-96b2-656b100ca6c6" providerId="ADAL" clId="{632DF7FE-9916-4FAF-8457-3521400FFCEA}" dt="2025-11-25T23:17:51.147" v="64472" actId="47"/>
        <pc:sldMkLst>
          <pc:docMk/>
          <pc:sldMk cId="1891171936" sldId="846"/>
        </pc:sldMkLst>
      </pc:sldChg>
      <pc:sldChg chg="addSp delSp modSp add del mod modAnim">
        <pc:chgData name="DEWE, HAYLEY L." userId="5cada80b-0f7b-49a5-96b2-656b100ca6c6" providerId="ADAL" clId="{632DF7FE-9916-4FAF-8457-3521400FFCEA}" dt="2025-11-25T23:17:51.759" v="64473" actId="47"/>
        <pc:sldMkLst>
          <pc:docMk/>
          <pc:sldMk cId="3104340359" sldId="847"/>
        </pc:sldMkLst>
      </pc:sldChg>
      <pc:sldChg chg="add del">
        <pc:chgData name="DEWE, HAYLEY L." userId="5cada80b-0f7b-49a5-96b2-656b100ca6c6" providerId="ADAL" clId="{632DF7FE-9916-4FAF-8457-3521400FFCEA}" dt="2025-11-12T23:56:06.596" v="56750" actId="2696"/>
        <pc:sldMkLst>
          <pc:docMk/>
          <pc:sldMk cId="1809562384" sldId="848"/>
        </pc:sldMkLst>
      </pc:sldChg>
      <pc:sldChg chg="modSp add del mod modNotesTx">
        <pc:chgData name="DEWE, HAYLEY L." userId="5cada80b-0f7b-49a5-96b2-656b100ca6c6" providerId="ADAL" clId="{632DF7FE-9916-4FAF-8457-3521400FFCEA}" dt="2025-11-25T22:40:12.899" v="61357" actId="47"/>
        <pc:sldMkLst>
          <pc:docMk/>
          <pc:sldMk cId="3376970889" sldId="848"/>
        </pc:sldMkLst>
      </pc:sldChg>
      <pc:sldChg chg="modSp add del mod">
        <pc:chgData name="DEWE, HAYLEY L." userId="5cada80b-0f7b-49a5-96b2-656b100ca6c6" providerId="ADAL" clId="{632DF7FE-9916-4FAF-8457-3521400FFCEA}" dt="2025-11-25T23:17:53.850" v="64476" actId="47"/>
        <pc:sldMkLst>
          <pc:docMk/>
          <pc:sldMk cId="415047172" sldId="849"/>
        </pc:sldMkLst>
      </pc:sldChg>
      <pc:sldChg chg="addSp delSp modSp add del mod modAnim">
        <pc:chgData name="DEWE, HAYLEY L." userId="5cada80b-0f7b-49a5-96b2-656b100ca6c6" providerId="ADAL" clId="{632DF7FE-9916-4FAF-8457-3521400FFCEA}" dt="2025-11-13T01:45:33.717" v="58539" actId="47"/>
        <pc:sldMkLst>
          <pc:docMk/>
          <pc:sldMk cId="4094470537" sldId="850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5-11-25T23:17:55.646" v="64481" actId="47"/>
        <pc:sldMkLst>
          <pc:docMk/>
          <pc:sldMk cId="1650421637" sldId="851"/>
        </pc:sldMkLst>
      </pc:sldChg>
      <pc:sldChg chg="delSp modSp add del mod modAnim modNotesTx">
        <pc:chgData name="DEWE, HAYLEY L." userId="5cada80b-0f7b-49a5-96b2-656b100ca6c6" providerId="ADAL" clId="{632DF7FE-9916-4FAF-8457-3521400FFCEA}" dt="2025-11-25T23:17:54.417" v="64477" actId="47"/>
        <pc:sldMkLst>
          <pc:docMk/>
          <pc:sldMk cId="777281333" sldId="852"/>
        </pc:sldMkLst>
      </pc:sldChg>
      <pc:sldChg chg="add del">
        <pc:chgData name="DEWE, HAYLEY L." userId="5cada80b-0f7b-49a5-96b2-656b100ca6c6" providerId="ADAL" clId="{632DF7FE-9916-4FAF-8457-3521400FFCEA}" dt="2025-11-13T02:05:35.777" v="59137" actId="47"/>
        <pc:sldMkLst>
          <pc:docMk/>
          <pc:sldMk cId="3137822176" sldId="852"/>
        </pc:sldMkLst>
      </pc:sldChg>
      <pc:sldChg chg="addSp delSp modSp add del mod setBg delAnim modAnim modNotesTx">
        <pc:chgData name="DEWE, HAYLEY L." userId="5cada80b-0f7b-49a5-96b2-656b100ca6c6" providerId="ADAL" clId="{632DF7FE-9916-4FAF-8457-3521400FFCEA}" dt="2025-12-03T12:45:44.582" v="106837" actId="1076"/>
        <pc:sldMkLst>
          <pc:docMk/>
          <pc:sldMk cId="3089547138" sldId="853"/>
        </pc:sldMkLst>
        <pc:spChg chg="mod ord">
          <ac:chgData name="DEWE, HAYLEY L." userId="5cada80b-0f7b-49a5-96b2-656b100ca6c6" providerId="ADAL" clId="{632DF7FE-9916-4FAF-8457-3521400FFCEA}" dt="2025-12-02T14:53:50.964" v="98735" actId="6549"/>
          <ac:spMkLst>
            <pc:docMk/>
            <pc:sldMk cId="3089547138" sldId="853"/>
            <ac:spMk id="4" creationId="{E6BA8494-3E07-5EDB-5F6D-B1621E792816}"/>
          </ac:spMkLst>
        </pc:spChg>
        <pc:spChg chg="mod">
          <ac:chgData name="DEWE, HAYLEY L." userId="5cada80b-0f7b-49a5-96b2-656b100ca6c6" providerId="ADAL" clId="{632DF7FE-9916-4FAF-8457-3521400FFCEA}" dt="2025-12-01T22:17:53.480" v="89454" actId="122"/>
          <ac:spMkLst>
            <pc:docMk/>
            <pc:sldMk cId="3089547138" sldId="853"/>
            <ac:spMk id="7" creationId="{37BA554B-86A0-8C9B-8E5E-9EE32FB2134C}"/>
          </ac:spMkLst>
        </pc:spChg>
        <pc:spChg chg="add">
          <ac:chgData name="DEWE, HAYLEY L." userId="5cada80b-0f7b-49a5-96b2-656b100ca6c6" providerId="ADAL" clId="{632DF7FE-9916-4FAF-8457-3521400FFCEA}" dt="2025-11-13T02:31:51.191" v="60202" actId="26606"/>
          <ac:spMkLst>
            <pc:docMk/>
            <pc:sldMk cId="3089547138" sldId="853"/>
            <ac:spMk id="13" creationId="{D40791F6-715D-481A-9C4A-3645AECFD5A0}"/>
          </ac:spMkLst>
        </pc:spChg>
        <pc:spChg chg="add">
          <ac:chgData name="DEWE, HAYLEY L." userId="5cada80b-0f7b-49a5-96b2-656b100ca6c6" providerId="ADAL" clId="{632DF7FE-9916-4FAF-8457-3521400FFCEA}" dt="2025-11-13T02:31:51.191" v="60202" actId="26606"/>
          <ac:spMkLst>
            <pc:docMk/>
            <pc:sldMk cId="3089547138" sldId="853"/>
            <ac:spMk id="17" creationId="{CADA4CA0-9A57-4FBE-A9E5-24DFC23C3F1A}"/>
          </ac:spMkLst>
        </pc:spChg>
        <pc:spChg chg="add">
          <ac:chgData name="DEWE, HAYLEY L." userId="5cada80b-0f7b-49a5-96b2-656b100ca6c6" providerId="ADAL" clId="{632DF7FE-9916-4FAF-8457-3521400FFCEA}" dt="2025-11-13T02:31:51.191" v="60202" actId="26606"/>
          <ac:spMkLst>
            <pc:docMk/>
            <pc:sldMk cId="3089547138" sldId="853"/>
            <ac:spMk id="19" creationId="{811CBAFA-D7E0-40A7-BB94-2C05304B407B}"/>
          </ac:spMkLst>
        </pc:spChg>
        <pc:picChg chg="add mod">
          <ac:chgData name="DEWE, HAYLEY L." userId="5cada80b-0f7b-49a5-96b2-656b100ca6c6" providerId="ADAL" clId="{632DF7FE-9916-4FAF-8457-3521400FFCEA}" dt="2025-12-03T12:45:44.582" v="106837" actId="1076"/>
          <ac:picMkLst>
            <pc:docMk/>
            <pc:sldMk cId="3089547138" sldId="853"/>
            <ac:picMk id="3" creationId="{19E88ECA-221F-752E-DDEB-C6212D0C25D9}"/>
          </ac:picMkLst>
        </pc:picChg>
        <pc:cxnChg chg="add">
          <ac:chgData name="DEWE, HAYLEY L." userId="5cada80b-0f7b-49a5-96b2-656b100ca6c6" providerId="ADAL" clId="{632DF7FE-9916-4FAF-8457-3521400FFCEA}" dt="2025-11-13T02:31:51.191" v="60202" actId="26606"/>
          <ac:cxnSpMkLst>
            <pc:docMk/>
            <pc:sldMk cId="3089547138" sldId="853"/>
            <ac:cxnSpMk id="15" creationId="{740F83A4-FAC4-4867-95A5-BBFD280C7BF5}"/>
          </ac:cxnSpMkLst>
        </pc:cxnChg>
      </pc:sldChg>
      <pc:sldChg chg="add del">
        <pc:chgData name="DEWE, HAYLEY L." userId="5cada80b-0f7b-49a5-96b2-656b100ca6c6" providerId="ADAL" clId="{632DF7FE-9916-4FAF-8457-3521400FFCEA}" dt="2025-11-25T22:37:43.352" v="61339" actId="47"/>
        <pc:sldMkLst>
          <pc:docMk/>
          <pc:sldMk cId="175860289" sldId="854"/>
        </pc:sldMkLst>
      </pc:sldChg>
      <pc:sldChg chg="addSp modSp add del mod modAnim">
        <pc:chgData name="DEWE, HAYLEY L." userId="5cada80b-0f7b-49a5-96b2-656b100ca6c6" providerId="ADAL" clId="{632DF7FE-9916-4FAF-8457-3521400FFCEA}" dt="2025-12-01T22:02:52.700" v="89040" actId="47"/>
        <pc:sldMkLst>
          <pc:docMk/>
          <pc:sldMk cId="1155386479" sldId="854"/>
        </pc:sldMkLst>
      </pc:sldChg>
      <pc:sldChg chg="addSp delSp modSp add del mod ord modNotesTx">
        <pc:chgData name="DEWE, HAYLEY L." userId="5cada80b-0f7b-49a5-96b2-656b100ca6c6" providerId="ADAL" clId="{632DF7FE-9916-4FAF-8457-3521400FFCEA}" dt="2025-12-01T22:02:54.124" v="89042" actId="47"/>
        <pc:sldMkLst>
          <pc:docMk/>
          <pc:sldMk cId="1411644660" sldId="855"/>
        </pc:sldMkLst>
      </pc:sldChg>
      <pc:sldChg chg="addSp delSp modSp add del mod modNotesTx">
        <pc:chgData name="DEWE, HAYLEY L." userId="5cada80b-0f7b-49a5-96b2-656b100ca6c6" providerId="ADAL" clId="{632DF7FE-9916-4FAF-8457-3521400FFCEA}" dt="2025-11-25T22:23:03.239" v="60715" actId="47"/>
        <pc:sldMkLst>
          <pc:docMk/>
          <pc:sldMk cId="1688952563" sldId="855"/>
        </pc:sldMkLst>
      </pc:sldChg>
      <pc:sldChg chg="addSp delSp modSp add del mod delAnim modAnim">
        <pc:chgData name="DEWE, HAYLEY L." userId="5cada80b-0f7b-49a5-96b2-656b100ca6c6" providerId="ADAL" clId="{632DF7FE-9916-4FAF-8457-3521400FFCEA}" dt="2025-12-01T22:02:55.605" v="89046" actId="47"/>
        <pc:sldMkLst>
          <pc:docMk/>
          <pc:sldMk cId="1090400770" sldId="856"/>
        </pc:sldMkLst>
      </pc:sldChg>
      <pc:sldChg chg="add del">
        <pc:chgData name="DEWE, HAYLEY L." userId="5cada80b-0f7b-49a5-96b2-656b100ca6c6" providerId="ADAL" clId="{632DF7FE-9916-4FAF-8457-3521400FFCEA}" dt="2025-11-25T23:54:13.015" v="64701" actId="47"/>
        <pc:sldMkLst>
          <pc:docMk/>
          <pc:sldMk cId="2509205337" sldId="856"/>
        </pc:sldMkLst>
      </pc:sldChg>
      <pc:sldChg chg="add del">
        <pc:chgData name="DEWE, HAYLEY L." userId="5cada80b-0f7b-49a5-96b2-656b100ca6c6" providerId="ADAL" clId="{632DF7FE-9916-4FAF-8457-3521400FFCEA}" dt="2025-11-25T23:56:36.152" v="64719" actId="47"/>
        <pc:sldMkLst>
          <pc:docMk/>
          <pc:sldMk cId="2775679289" sldId="856"/>
        </pc:sldMkLst>
      </pc:sldChg>
      <pc:sldChg chg="addSp delSp modSp add del mod modAnim">
        <pc:chgData name="DEWE, HAYLEY L." userId="5cada80b-0f7b-49a5-96b2-656b100ca6c6" providerId="ADAL" clId="{632DF7FE-9916-4FAF-8457-3521400FFCEA}" dt="2025-12-01T22:02:55.826" v="89047" actId="47"/>
        <pc:sldMkLst>
          <pc:docMk/>
          <pc:sldMk cId="1746477643" sldId="857"/>
        </pc:sldMkLst>
      </pc:sldChg>
      <pc:sldChg chg="addSp delSp modSp add del mod ord delAnim">
        <pc:chgData name="DEWE, HAYLEY L." userId="5cada80b-0f7b-49a5-96b2-656b100ca6c6" providerId="ADAL" clId="{632DF7FE-9916-4FAF-8457-3521400FFCEA}" dt="2025-11-26T00:51:21.632" v="67796" actId="47"/>
        <pc:sldMkLst>
          <pc:docMk/>
          <pc:sldMk cId="2179463260" sldId="858"/>
        </pc:sldMkLst>
      </pc:sldChg>
      <pc:sldChg chg="delSp modSp add del mod delAnim modAnim">
        <pc:chgData name="DEWE, HAYLEY L." userId="5cada80b-0f7b-49a5-96b2-656b100ca6c6" providerId="ADAL" clId="{632DF7FE-9916-4FAF-8457-3521400FFCEA}" dt="2025-12-01T22:02:56.021" v="89048" actId="47"/>
        <pc:sldMkLst>
          <pc:docMk/>
          <pc:sldMk cId="3931577703" sldId="859"/>
        </pc:sldMkLst>
      </pc:sldChg>
      <pc:sldChg chg="add del">
        <pc:chgData name="DEWE, HAYLEY L." userId="5cada80b-0f7b-49a5-96b2-656b100ca6c6" providerId="ADAL" clId="{632DF7FE-9916-4FAF-8457-3521400FFCEA}" dt="2025-11-26T14:02:11.735" v="86154" actId="47"/>
        <pc:sldMkLst>
          <pc:docMk/>
          <pc:sldMk cId="3172496414" sldId="860"/>
        </pc:sldMkLst>
      </pc:sldChg>
      <pc:sldChg chg="addSp delSp modSp add del mod delAnim modAnim">
        <pc:chgData name="DEWE, HAYLEY L." userId="5cada80b-0f7b-49a5-96b2-656b100ca6c6" providerId="ADAL" clId="{632DF7FE-9916-4FAF-8457-3521400FFCEA}" dt="2025-12-01T22:02:56.346" v="89050" actId="47"/>
        <pc:sldMkLst>
          <pc:docMk/>
          <pc:sldMk cId="1126329461" sldId="861"/>
        </pc:sldMkLst>
      </pc:sldChg>
      <pc:sldChg chg="modSp add del mod ord">
        <pc:chgData name="DEWE, HAYLEY L." userId="5cada80b-0f7b-49a5-96b2-656b100ca6c6" providerId="ADAL" clId="{632DF7FE-9916-4FAF-8457-3521400FFCEA}" dt="2025-11-26T01:23:10.261" v="69081" actId="47"/>
        <pc:sldMkLst>
          <pc:docMk/>
          <pc:sldMk cId="297662080" sldId="862"/>
        </pc:sldMkLst>
      </pc:sldChg>
      <pc:sldChg chg="addSp modSp add del mod modAnim modNotesTx">
        <pc:chgData name="DEWE, HAYLEY L." userId="5cada80b-0f7b-49a5-96b2-656b100ca6c6" providerId="ADAL" clId="{632DF7FE-9916-4FAF-8457-3521400FFCEA}" dt="2025-12-01T22:02:56.506" v="89051" actId="47"/>
        <pc:sldMkLst>
          <pc:docMk/>
          <pc:sldMk cId="4176379320" sldId="863"/>
        </pc:sldMkLst>
      </pc:sldChg>
      <pc:sldChg chg="addSp delSp modSp add del mod modNotesTx">
        <pc:chgData name="DEWE, HAYLEY L." userId="5cada80b-0f7b-49a5-96b2-656b100ca6c6" providerId="ADAL" clId="{632DF7FE-9916-4FAF-8457-3521400FFCEA}" dt="2025-12-01T22:02:56.867" v="89052" actId="47"/>
        <pc:sldMkLst>
          <pc:docMk/>
          <pc:sldMk cId="3668476513" sldId="864"/>
        </pc:sldMkLst>
      </pc:sldChg>
      <pc:sldChg chg="modSp add del mod">
        <pc:chgData name="DEWE, HAYLEY L." userId="5cada80b-0f7b-49a5-96b2-656b100ca6c6" providerId="ADAL" clId="{632DF7FE-9916-4FAF-8457-3521400FFCEA}" dt="2025-12-01T22:03:02.287" v="89069" actId="47"/>
        <pc:sldMkLst>
          <pc:docMk/>
          <pc:sldMk cId="3296212596" sldId="865"/>
        </pc:sldMkLst>
      </pc:sldChg>
      <pc:sldChg chg="modSp add del mod ord modAnim">
        <pc:chgData name="DEWE, HAYLEY L." userId="5cada80b-0f7b-49a5-96b2-656b100ca6c6" providerId="ADAL" clId="{632DF7FE-9916-4FAF-8457-3521400FFCEA}" dt="2025-12-01T22:03:02.760" v="89070" actId="47"/>
        <pc:sldMkLst>
          <pc:docMk/>
          <pc:sldMk cId="3628401727" sldId="866"/>
        </pc:sldMkLst>
      </pc:sldChg>
      <pc:sldChg chg="modSp add del mod">
        <pc:chgData name="DEWE, HAYLEY L." userId="5cada80b-0f7b-49a5-96b2-656b100ca6c6" providerId="ADAL" clId="{632DF7FE-9916-4FAF-8457-3521400FFCEA}" dt="2025-11-26T01:55:08.240" v="71020" actId="47"/>
        <pc:sldMkLst>
          <pc:docMk/>
          <pc:sldMk cId="3726831088" sldId="867"/>
        </pc:sldMkLst>
      </pc:sldChg>
      <pc:sldChg chg="addSp delSp modSp add del mod ord modNotesTx">
        <pc:chgData name="DEWE, HAYLEY L." userId="5cada80b-0f7b-49a5-96b2-656b100ca6c6" providerId="ADAL" clId="{632DF7FE-9916-4FAF-8457-3521400FFCEA}" dt="2025-12-01T22:02:59.251" v="89058" actId="47"/>
        <pc:sldMkLst>
          <pc:docMk/>
          <pc:sldMk cId="1553317014" sldId="868"/>
        </pc:sldMkLst>
      </pc:sldChg>
      <pc:sldChg chg="modSp add del mod">
        <pc:chgData name="DEWE, HAYLEY L." userId="5cada80b-0f7b-49a5-96b2-656b100ca6c6" providerId="ADAL" clId="{632DF7FE-9916-4FAF-8457-3521400FFCEA}" dt="2025-11-26T01:21:34.024" v="69072" actId="2696"/>
        <pc:sldMkLst>
          <pc:docMk/>
          <pc:sldMk cId="1139783017" sldId="869"/>
        </pc:sldMkLst>
      </pc:sldChg>
      <pc:sldChg chg="modSp add del modAnim">
        <pc:chgData name="DEWE, HAYLEY L." userId="5cada80b-0f7b-49a5-96b2-656b100ca6c6" providerId="ADAL" clId="{632DF7FE-9916-4FAF-8457-3521400FFCEA}" dt="2025-11-26T01:14:13.727" v="68978" actId="2696"/>
        <pc:sldMkLst>
          <pc:docMk/>
          <pc:sldMk cId="2247254867" sldId="869"/>
        </pc:sldMkLst>
      </pc:sldChg>
      <pc:sldChg chg="add del">
        <pc:chgData name="DEWE, HAYLEY L." userId="5cada80b-0f7b-49a5-96b2-656b100ca6c6" providerId="ADAL" clId="{632DF7FE-9916-4FAF-8457-3521400FFCEA}" dt="2025-11-26T01:33:07.397" v="70066" actId="47"/>
        <pc:sldMkLst>
          <pc:docMk/>
          <pc:sldMk cId="3919089732" sldId="869"/>
        </pc:sldMkLst>
      </pc:sldChg>
      <pc:sldChg chg="addSp delSp modSp new del mod">
        <pc:chgData name="DEWE, HAYLEY L." userId="5cada80b-0f7b-49a5-96b2-656b100ca6c6" providerId="ADAL" clId="{632DF7FE-9916-4FAF-8457-3521400FFCEA}" dt="2025-11-26T01:34:08.827" v="70074" actId="47"/>
        <pc:sldMkLst>
          <pc:docMk/>
          <pc:sldMk cId="1641351088" sldId="870"/>
        </pc:sldMkLst>
      </pc:sldChg>
      <pc:sldChg chg="add del">
        <pc:chgData name="DEWE, HAYLEY L." userId="5cada80b-0f7b-49a5-96b2-656b100ca6c6" providerId="ADAL" clId="{632DF7FE-9916-4FAF-8457-3521400FFCEA}" dt="2025-11-26T01:17:21.841" v="69002" actId="47"/>
        <pc:sldMkLst>
          <pc:docMk/>
          <pc:sldMk cId="1685002383" sldId="870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2-01T22:02:57.435" v="89055" actId="47"/>
        <pc:sldMkLst>
          <pc:docMk/>
          <pc:sldMk cId="1734165783" sldId="871"/>
        </pc:sldMkLst>
      </pc:sldChg>
      <pc:sldChg chg="addSp delSp modSp add del mod ord delAnim modAnim">
        <pc:chgData name="DEWE, HAYLEY L." userId="5cada80b-0f7b-49a5-96b2-656b100ca6c6" providerId="ADAL" clId="{632DF7FE-9916-4FAF-8457-3521400FFCEA}" dt="2025-12-01T22:02:57.261" v="89054" actId="47"/>
        <pc:sldMkLst>
          <pc:docMk/>
          <pc:sldMk cId="751519127" sldId="872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2-01T22:03:00.789" v="89065" actId="47"/>
        <pc:sldMkLst>
          <pc:docMk/>
          <pc:sldMk cId="3781934618" sldId="873"/>
        </pc:sldMkLst>
      </pc:sldChg>
      <pc:sldChg chg="addSp modSp add del mod ord modNotesTx">
        <pc:chgData name="DEWE, HAYLEY L." userId="5cada80b-0f7b-49a5-96b2-656b100ca6c6" providerId="ADAL" clId="{632DF7FE-9916-4FAF-8457-3521400FFCEA}" dt="2025-12-01T22:02:59.940" v="89060" actId="47"/>
        <pc:sldMkLst>
          <pc:docMk/>
          <pc:sldMk cId="2975716004" sldId="874"/>
        </pc:sldMkLst>
      </pc:sldChg>
      <pc:sldChg chg="modSp add del ord modAnim">
        <pc:chgData name="DEWE, HAYLEY L." userId="5cada80b-0f7b-49a5-96b2-656b100ca6c6" providerId="ADAL" clId="{632DF7FE-9916-4FAF-8457-3521400FFCEA}" dt="2025-12-01T22:02:57.624" v="89056" actId="47"/>
        <pc:sldMkLst>
          <pc:docMk/>
          <pc:sldMk cId="1769876069" sldId="875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2-01T22:03:01.009" v="89066" actId="47"/>
        <pc:sldMkLst>
          <pc:docMk/>
          <pc:sldMk cId="882572130" sldId="876"/>
        </pc:sldMkLst>
      </pc:sldChg>
      <pc:sldChg chg="addSp delSp modSp add del mod modNotesTx">
        <pc:chgData name="DEWE, HAYLEY L." userId="5cada80b-0f7b-49a5-96b2-656b100ca6c6" providerId="ADAL" clId="{632DF7FE-9916-4FAF-8457-3521400FFCEA}" dt="2025-11-26T03:10:42.958" v="77177" actId="47"/>
        <pc:sldMkLst>
          <pc:docMk/>
          <pc:sldMk cId="617879066" sldId="877"/>
        </pc:sldMkLst>
      </pc:sldChg>
      <pc:sldChg chg="addSp delSp modSp add del mod ord">
        <pc:chgData name="DEWE, HAYLEY L." userId="5cada80b-0f7b-49a5-96b2-656b100ca6c6" providerId="ADAL" clId="{632DF7FE-9916-4FAF-8457-3521400FFCEA}" dt="2025-12-01T22:03:00.274" v="89062" actId="47"/>
        <pc:sldMkLst>
          <pc:docMk/>
          <pc:sldMk cId="621166603" sldId="878"/>
        </pc:sldMkLst>
      </pc:sldChg>
      <pc:sldChg chg="addSp delSp modSp add del mod ord modNotesTx">
        <pc:chgData name="DEWE, HAYLEY L." userId="5cada80b-0f7b-49a5-96b2-656b100ca6c6" providerId="ADAL" clId="{632DF7FE-9916-4FAF-8457-3521400FFCEA}" dt="2025-12-01T22:03:00.442" v="89063" actId="47"/>
        <pc:sldMkLst>
          <pc:docMk/>
          <pc:sldMk cId="3971781596" sldId="879"/>
        </pc:sldMkLst>
      </pc:sldChg>
      <pc:sldChg chg="addSp delSp modSp add del mod ord modAnim">
        <pc:chgData name="DEWE, HAYLEY L." userId="5cada80b-0f7b-49a5-96b2-656b100ca6c6" providerId="ADAL" clId="{632DF7FE-9916-4FAF-8457-3521400FFCEA}" dt="2025-12-01T22:02:59.672" v="89059" actId="47"/>
        <pc:sldMkLst>
          <pc:docMk/>
          <pc:sldMk cId="3110009255" sldId="880"/>
        </pc:sldMkLst>
      </pc:sldChg>
      <pc:sldChg chg="add del ord">
        <pc:chgData name="DEWE, HAYLEY L." userId="5cada80b-0f7b-49a5-96b2-656b100ca6c6" providerId="ADAL" clId="{632DF7FE-9916-4FAF-8457-3521400FFCEA}" dt="2025-11-26T03:06:59.966" v="76788" actId="47"/>
        <pc:sldMkLst>
          <pc:docMk/>
          <pc:sldMk cId="125286911" sldId="881"/>
        </pc:sldMkLst>
      </pc:sldChg>
      <pc:sldChg chg="modSp add del mod">
        <pc:chgData name="DEWE, HAYLEY L." userId="5cada80b-0f7b-49a5-96b2-656b100ca6c6" providerId="ADAL" clId="{632DF7FE-9916-4FAF-8457-3521400FFCEA}" dt="2025-11-26T02:32:31.785" v="73508" actId="47"/>
        <pc:sldMkLst>
          <pc:docMk/>
          <pc:sldMk cId="3833387433" sldId="881"/>
        </pc:sldMkLst>
      </pc:sldChg>
      <pc:sldChg chg="modSp add del mod ord modAnim">
        <pc:chgData name="DEWE, HAYLEY L." userId="5cada80b-0f7b-49a5-96b2-656b100ca6c6" providerId="ADAL" clId="{632DF7FE-9916-4FAF-8457-3521400FFCEA}" dt="2025-12-01T22:03:00.112" v="89061" actId="47"/>
        <pc:sldMkLst>
          <pc:docMk/>
          <pc:sldMk cId="1256284300" sldId="882"/>
        </pc:sldMkLst>
      </pc:sldChg>
      <pc:sldChg chg="modSp add del mod ord modAnim">
        <pc:chgData name="DEWE, HAYLEY L." userId="5cada80b-0f7b-49a5-96b2-656b100ca6c6" providerId="ADAL" clId="{632DF7FE-9916-4FAF-8457-3521400FFCEA}" dt="2025-11-27T12:29:33.078" v="86332" actId="47"/>
        <pc:sldMkLst>
          <pc:docMk/>
          <pc:sldMk cId="3414197809" sldId="883"/>
        </pc:sldMkLst>
      </pc:sldChg>
      <pc:sldChg chg="modSp add del mod ord modAnim">
        <pc:chgData name="DEWE, HAYLEY L." userId="5cada80b-0f7b-49a5-96b2-656b100ca6c6" providerId="ADAL" clId="{632DF7FE-9916-4FAF-8457-3521400FFCEA}" dt="2025-12-01T22:03:04.775" v="89074" actId="47"/>
        <pc:sldMkLst>
          <pc:docMk/>
          <pc:sldMk cId="1146281985" sldId="884"/>
        </pc:sldMkLst>
      </pc:sldChg>
      <pc:sldChg chg="new del">
        <pc:chgData name="DEWE, HAYLEY L." userId="5cada80b-0f7b-49a5-96b2-656b100ca6c6" providerId="ADAL" clId="{632DF7FE-9916-4FAF-8457-3521400FFCEA}" dt="2025-11-26T03:40:29.552" v="79599" actId="47"/>
        <pc:sldMkLst>
          <pc:docMk/>
          <pc:sldMk cId="700666428" sldId="885"/>
        </pc:sldMkLst>
      </pc:sldChg>
      <pc:sldChg chg="modSp add del mod">
        <pc:chgData name="DEWE, HAYLEY L." userId="5cada80b-0f7b-49a5-96b2-656b100ca6c6" providerId="ADAL" clId="{632DF7FE-9916-4FAF-8457-3521400FFCEA}" dt="2025-12-01T22:03:05.863" v="89075" actId="47"/>
        <pc:sldMkLst>
          <pc:docMk/>
          <pc:sldMk cId="3131833218" sldId="885"/>
        </pc:sldMkLst>
      </pc:sldChg>
      <pc:sldChg chg="addSp modSp add del mod ord modAnim">
        <pc:chgData name="DEWE, HAYLEY L." userId="5cada80b-0f7b-49a5-96b2-656b100ca6c6" providerId="ADAL" clId="{632DF7FE-9916-4FAF-8457-3521400FFCEA}" dt="2025-12-01T22:03:09.398" v="89080" actId="47"/>
        <pc:sldMkLst>
          <pc:docMk/>
          <pc:sldMk cId="1580132837" sldId="886"/>
        </pc:sldMkLst>
      </pc:sldChg>
      <pc:sldChg chg="modSp add mod">
        <pc:chgData name="DEWE, HAYLEY L." userId="5cada80b-0f7b-49a5-96b2-656b100ca6c6" providerId="ADAL" clId="{632DF7FE-9916-4FAF-8457-3521400FFCEA}" dt="2025-12-03T12:56:43.408" v="107057" actId="20577"/>
        <pc:sldMkLst>
          <pc:docMk/>
          <pc:sldMk cId="711076235" sldId="887"/>
        </pc:sldMkLst>
        <pc:spChg chg="mod">
          <ac:chgData name="DEWE, HAYLEY L." userId="5cada80b-0f7b-49a5-96b2-656b100ca6c6" providerId="ADAL" clId="{632DF7FE-9916-4FAF-8457-3521400FFCEA}" dt="2025-12-03T12:56:43.408" v="107057" actId="20577"/>
          <ac:spMkLst>
            <pc:docMk/>
            <pc:sldMk cId="711076235" sldId="887"/>
            <ac:spMk id="9" creationId="{8B8676F2-4335-7184-8F2C-C2727F9C78E9}"/>
          </ac:spMkLst>
        </pc:spChg>
      </pc:sldChg>
      <pc:sldChg chg="addSp delSp modSp add mod setBg setFolMasterObjs delAnim modAnim">
        <pc:chgData name="DEWE, HAYLEY L." userId="5cada80b-0f7b-49a5-96b2-656b100ca6c6" providerId="ADAL" clId="{632DF7FE-9916-4FAF-8457-3521400FFCEA}" dt="2025-12-01T21:55:00.892" v="89038" actId="20577"/>
        <pc:sldMkLst>
          <pc:docMk/>
          <pc:sldMk cId="4148357965" sldId="888"/>
        </pc:sldMkLst>
        <pc:spChg chg="add mod">
          <ac:chgData name="DEWE, HAYLEY L." userId="5cada80b-0f7b-49a5-96b2-656b100ca6c6" providerId="ADAL" clId="{632DF7FE-9916-4FAF-8457-3521400FFCEA}" dt="2025-12-01T21:55:00.892" v="89038" actId="20577"/>
          <ac:spMkLst>
            <pc:docMk/>
            <pc:sldMk cId="4148357965" sldId="888"/>
            <ac:spMk id="4" creationId="{597054F4-BC8B-0FE6-3D98-1591F52845C2}"/>
          </ac:spMkLst>
        </pc:spChg>
        <pc:spChg chg="mod">
          <ac:chgData name="DEWE, HAYLEY L." userId="5cada80b-0f7b-49a5-96b2-656b100ca6c6" providerId="ADAL" clId="{632DF7FE-9916-4FAF-8457-3521400FFCEA}" dt="2025-12-01T21:54:32.121" v="89029" actId="6549"/>
          <ac:spMkLst>
            <pc:docMk/>
            <pc:sldMk cId="4148357965" sldId="888"/>
            <ac:spMk id="9" creationId="{DC256766-89EC-8B52-9C7B-E3845DB2F399}"/>
          </ac:spMkLst>
        </pc:spChg>
        <pc:picChg chg="add mod">
          <ac:chgData name="DEWE, HAYLEY L." userId="5cada80b-0f7b-49a5-96b2-656b100ca6c6" providerId="ADAL" clId="{632DF7FE-9916-4FAF-8457-3521400FFCEA}" dt="2025-12-01T21:36:58.516" v="87520" actId="208"/>
          <ac:picMkLst>
            <pc:docMk/>
            <pc:sldMk cId="4148357965" sldId="888"/>
            <ac:picMk id="2" creationId="{515C657A-2062-6EE5-8374-2BF2B005941B}"/>
          </ac:picMkLst>
        </pc:picChg>
      </pc:sldChg>
      <pc:sldChg chg="modSp add del mod ord modAnim">
        <pc:chgData name="DEWE, HAYLEY L." userId="5cada80b-0f7b-49a5-96b2-656b100ca6c6" providerId="ADAL" clId="{632DF7FE-9916-4FAF-8457-3521400FFCEA}" dt="2025-12-01T21:54:11.547" v="89024" actId="47"/>
        <pc:sldMkLst>
          <pc:docMk/>
          <pc:sldMk cId="1534015677" sldId="889"/>
        </pc:sldMkLst>
      </pc:sldChg>
      <pc:sldChg chg="modSp add del modAnim">
        <pc:chgData name="DEWE, HAYLEY L." userId="5cada80b-0f7b-49a5-96b2-656b100ca6c6" providerId="ADAL" clId="{632DF7FE-9916-4FAF-8457-3521400FFCEA}" dt="2025-12-01T21:45:07.358" v="88459" actId="47"/>
        <pc:sldMkLst>
          <pc:docMk/>
          <pc:sldMk cId="735680799" sldId="890"/>
        </pc:sldMkLst>
      </pc:sldChg>
      <pc:sldChg chg="addSp delSp modSp add mod ord delAnim modAnim">
        <pc:chgData name="DEWE, HAYLEY L." userId="5cada80b-0f7b-49a5-96b2-656b100ca6c6" providerId="ADAL" clId="{632DF7FE-9916-4FAF-8457-3521400FFCEA}" dt="2025-12-03T13:59:48.018" v="107758" actId="478"/>
        <pc:sldMkLst>
          <pc:docMk/>
          <pc:sldMk cId="3443581516" sldId="890"/>
        </pc:sldMkLst>
        <pc:spChg chg="mod">
          <ac:chgData name="DEWE, HAYLEY L." userId="5cada80b-0f7b-49a5-96b2-656b100ca6c6" providerId="ADAL" clId="{632DF7FE-9916-4FAF-8457-3521400FFCEA}" dt="2025-12-01T21:53:29.924" v="88984" actId="20577"/>
          <ac:spMkLst>
            <pc:docMk/>
            <pc:sldMk cId="3443581516" sldId="890"/>
            <ac:spMk id="3" creationId="{50C059CF-E462-F39B-AE10-DC628AFC6790}"/>
          </ac:spMkLst>
        </pc:spChg>
        <pc:spChg chg="add del mod">
          <ac:chgData name="DEWE, HAYLEY L." userId="5cada80b-0f7b-49a5-96b2-656b100ca6c6" providerId="ADAL" clId="{632DF7FE-9916-4FAF-8457-3521400FFCEA}" dt="2025-12-03T13:59:48.018" v="107758" actId="478"/>
          <ac:spMkLst>
            <pc:docMk/>
            <pc:sldMk cId="3443581516" sldId="890"/>
            <ac:spMk id="6" creationId="{214A1CB2-F015-C202-2B56-CFBE4E2C9C91}"/>
          </ac:spMkLst>
        </pc:spChg>
      </pc:sldChg>
      <pc:sldChg chg="addSp delSp modSp add mod delAnim modAnim modNotesTx">
        <pc:chgData name="DEWE, HAYLEY L." userId="5cada80b-0f7b-49a5-96b2-656b100ca6c6" providerId="ADAL" clId="{632DF7FE-9916-4FAF-8457-3521400FFCEA}" dt="2025-12-03T14:02:46.053" v="107778" actId="478"/>
        <pc:sldMkLst>
          <pc:docMk/>
          <pc:sldMk cId="1379426057" sldId="915"/>
        </pc:sldMkLst>
        <pc:spChg chg="del mod">
          <ac:chgData name="DEWE, HAYLEY L." userId="5cada80b-0f7b-49a5-96b2-656b100ca6c6" providerId="ADAL" clId="{632DF7FE-9916-4FAF-8457-3521400FFCEA}" dt="2025-12-03T14:02:46.053" v="107778" actId="478"/>
          <ac:spMkLst>
            <pc:docMk/>
            <pc:sldMk cId="1379426057" sldId="915"/>
            <ac:spMk id="3" creationId="{B4202BFA-BC8D-385F-54CE-4D61784839EB}"/>
          </ac:spMkLst>
        </pc:spChg>
        <pc:spChg chg="del mod">
          <ac:chgData name="DEWE, HAYLEY L." userId="5cada80b-0f7b-49a5-96b2-656b100ca6c6" providerId="ADAL" clId="{632DF7FE-9916-4FAF-8457-3521400FFCEA}" dt="2025-12-02T15:18:54.255" v="99283" actId="478"/>
          <ac:spMkLst>
            <pc:docMk/>
            <pc:sldMk cId="1379426057" sldId="915"/>
            <ac:spMk id="4" creationId="{00000000-0000-0000-0000-000000000000}"/>
          </ac:spMkLst>
        </pc:spChg>
        <pc:spChg chg="add del mod">
          <ac:chgData name="DEWE, HAYLEY L." userId="5cada80b-0f7b-49a5-96b2-656b100ca6c6" providerId="ADAL" clId="{632DF7FE-9916-4FAF-8457-3521400FFCEA}" dt="2025-12-02T15:18:55.153" v="99284" actId="478"/>
          <ac:spMkLst>
            <pc:docMk/>
            <pc:sldMk cId="1379426057" sldId="915"/>
            <ac:spMk id="5" creationId="{6BBF6CA5-5658-AC2F-3788-14C85262A749}"/>
          </ac:spMkLst>
        </pc:spChg>
        <pc:spChg chg="mod">
          <ac:chgData name="DEWE, HAYLEY L." userId="5cada80b-0f7b-49a5-96b2-656b100ca6c6" providerId="ADAL" clId="{632DF7FE-9916-4FAF-8457-3521400FFCEA}" dt="2025-12-03T13:28:13.313" v="107633" actId="6549"/>
          <ac:spMkLst>
            <pc:docMk/>
            <pc:sldMk cId="1379426057" sldId="915"/>
            <ac:spMk id="6" creationId="{F9B4D396-2549-A981-304F-8AAA87D36506}"/>
          </ac:spMkLst>
        </pc:spChg>
        <pc:spChg chg="add del">
          <ac:chgData name="DEWE, HAYLEY L." userId="5cada80b-0f7b-49a5-96b2-656b100ca6c6" providerId="ADAL" clId="{632DF7FE-9916-4FAF-8457-3521400FFCEA}" dt="2025-12-02T15:18:58.698" v="99286" actId="478"/>
          <ac:spMkLst>
            <pc:docMk/>
            <pc:sldMk cId="1379426057" sldId="915"/>
            <ac:spMk id="9" creationId="{66E885B4-6A42-DBDE-8A28-7398440AD696}"/>
          </ac:spMkLst>
        </pc:spChg>
        <pc:spChg chg="add mod">
          <ac:chgData name="DEWE, HAYLEY L." userId="5cada80b-0f7b-49a5-96b2-656b100ca6c6" providerId="ADAL" clId="{632DF7FE-9916-4FAF-8457-3521400FFCEA}" dt="2025-12-02T15:19:33.248" v="99340" actId="20577"/>
          <ac:spMkLst>
            <pc:docMk/>
            <pc:sldMk cId="1379426057" sldId="915"/>
            <ac:spMk id="10" creationId="{0D504356-4740-CA3B-B6C3-E0D41E17A25B}"/>
          </ac:spMkLst>
        </pc:spChg>
        <pc:picChg chg="mod">
          <ac:chgData name="DEWE, HAYLEY L." userId="5cada80b-0f7b-49a5-96b2-656b100ca6c6" providerId="ADAL" clId="{632DF7FE-9916-4FAF-8457-3521400FFCEA}" dt="2025-12-02T17:16:17.604" v="100856" actId="1076"/>
          <ac:picMkLst>
            <pc:docMk/>
            <pc:sldMk cId="1379426057" sldId="915"/>
            <ac:picMk id="8" creationId="{CB82B971-13C9-9CEF-3153-E36358FB782A}"/>
          </ac:picMkLst>
        </pc:picChg>
        <pc:picChg chg="add del mod">
          <ac:chgData name="DEWE, HAYLEY L." userId="5cada80b-0f7b-49a5-96b2-656b100ca6c6" providerId="ADAL" clId="{632DF7FE-9916-4FAF-8457-3521400FFCEA}" dt="2025-12-03T14:02:25.401" v="107775" actId="478"/>
          <ac:picMkLst>
            <pc:docMk/>
            <pc:sldMk cId="1379426057" sldId="915"/>
            <ac:picMk id="1026" creationId="{E6F2C421-BBB9-B8ED-E8A7-DA5FA74F62FE}"/>
          </ac:picMkLst>
        </pc:picChg>
      </pc:sldChg>
      <pc:sldChg chg="addSp delSp modSp add mod delAnim modAnim modNotesTx">
        <pc:chgData name="DEWE, HAYLEY L." userId="5cada80b-0f7b-49a5-96b2-656b100ca6c6" providerId="ADAL" clId="{632DF7FE-9916-4FAF-8457-3521400FFCEA}" dt="2025-12-03T14:04:51.179" v="107785" actId="20577"/>
        <pc:sldMkLst>
          <pc:docMk/>
          <pc:sldMk cId="4189004053" sldId="916"/>
        </pc:sldMkLst>
        <pc:spChg chg="add del mod">
          <ac:chgData name="DEWE, HAYLEY L." userId="5cada80b-0f7b-49a5-96b2-656b100ca6c6" providerId="ADAL" clId="{632DF7FE-9916-4FAF-8457-3521400FFCEA}" dt="2025-12-03T11:21:16.328" v="102610" actId="478"/>
          <ac:spMkLst>
            <pc:docMk/>
            <pc:sldMk cId="4189004053" sldId="916"/>
            <ac:spMk id="3" creationId="{F36450DB-B28F-55DD-87E8-A1C428251F66}"/>
          </ac:spMkLst>
        </pc:spChg>
        <pc:spChg chg="del">
          <ac:chgData name="DEWE, HAYLEY L." userId="5cada80b-0f7b-49a5-96b2-656b100ca6c6" providerId="ADAL" clId="{632DF7FE-9916-4FAF-8457-3521400FFCEA}" dt="2025-12-03T11:21:14.693" v="102609" actId="478"/>
          <ac:spMkLst>
            <pc:docMk/>
            <pc:sldMk cId="4189004053" sldId="916"/>
            <ac:spMk id="4" creationId="{00000000-0000-0000-0000-000000000000}"/>
          </ac:spMkLst>
        </pc:spChg>
        <pc:spChg chg="add mod">
          <ac:chgData name="DEWE, HAYLEY L." userId="5cada80b-0f7b-49a5-96b2-656b100ca6c6" providerId="ADAL" clId="{632DF7FE-9916-4FAF-8457-3521400FFCEA}" dt="2025-12-03T11:26:54.716" v="102989" actId="20577"/>
          <ac:spMkLst>
            <pc:docMk/>
            <pc:sldMk cId="4189004053" sldId="916"/>
            <ac:spMk id="5" creationId="{FF946B30-58CF-B5F1-1A2D-950FC5A4C826}"/>
          </ac:spMkLst>
        </pc:spChg>
        <pc:spChg chg="del mod">
          <ac:chgData name="DEWE, HAYLEY L." userId="5cada80b-0f7b-49a5-96b2-656b100ca6c6" providerId="ADAL" clId="{632DF7FE-9916-4FAF-8457-3521400FFCEA}" dt="2025-12-03T14:04:35.149" v="107779" actId="478"/>
          <ac:spMkLst>
            <pc:docMk/>
            <pc:sldMk cId="4189004053" sldId="916"/>
            <ac:spMk id="6" creationId="{90CA27E2-21E0-656A-D2FF-A415BA227C24}"/>
          </ac:spMkLst>
        </pc:spChg>
        <pc:spChg chg="add mod">
          <ac:chgData name="DEWE, HAYLEY L." userId="5cada80b-0f7b-49a5-96b2-656b100ca6c6" providerId="ADAL" clId="{632DF7FE-9916-4FAF-8457-3521400FFCEA}" dt="2025-12-03T14:04:51.179" v="107785" actId="20577"/>
          <ac:spMkLst>
            <pc:docMk/>
            <pc:sldMk cId="4189004053" sldId="916"/>
            <ac:spMk id="7" creationId="{F74BB6D5-BD20-3A08-49C3-664A18B36B4F}"/>
          </ac:spMkLst>
        </pc:spChg>
        <pc:spChg chg="del mod">
          <ac:chgData name="DEWE, HAYLEY L." userId="5cada80b-0f7b-49a5-96b2-656b100ca6c6" providerId="ADAL" clId="{632DF7FE-9916-4FAF-8457-3521400FFCEA}" dt="2025-12-03T11:26:36.076" v="102949" actId="478"/>
          <ac:spMkLst>
            <pc:docMk/>
            <pc:sldMk cId="4189004053" sldId="916"/>
            <ac:spMk id="9" creationId="{0F8E6D53-F8CF-F638-728F-EBE03B6881C1}"/>
          </ac:spMkLst>
        </pc:spChg>
        <pc:spChg chg="mod">
          <ac:chgData name="DEWE, HAYLEY L." userId="5cada80b-0f7b-49a5-96b2-656b100ca6c6" providerId="ADAL" clId="{632DF7FE-9916-4FAF-8457-3521400FFCEA}" dt="2025-12-03T12:17:58.200" v="105282" actId="1076"/>
          <ac:spMkLst>
            <pc:docMk/>
            <pc:sldMk cId="4189004053" sldId="916"/>
            <ac:spMk id="17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7:58.200" v="105282" actId="1076"/>
          <ac:spMkLst>
            <pc:docMk/>
            <pc:sldMk cId="4189004053" sldId="916"/>
            <ac:spMk id="18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7:58.200" v="105282" actId="1076"/>
          <ac:spMkLst>
            <pc:docMk/>
            <pc:sldMk cId="4189004053" sldId="916"/>
            <ac:spMk id="21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7:58.200" v="105282" actId="1076"/>
          <ac:spMkLst>
            <pc:docMk/>
            <pc:sldMk cId="4189004053" sldId="916"/>
            <ac:spMk id="22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6:47.353" v="105195" actId="1076"/>
          <ac:spMkLst>
            <pc:docMk/>
            <pc:sldMk cId="4189004053" sldId="916"/>
            <ac:spMk id="23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7:48.012" v="105280" actId="14100"/>
          <ac:spMkLst>
            <pc:docMk/>
            <pc:sldMk cId="4189004053" sldId="916"/>
            <ac:spMk id="24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7:51.173" v="105281" actId="14100"/>
          <ac:spMkLst>
            <pc:docMk/>
            <pc:sldMk cId="4189004053" sldId="916"/>
            <ac:spMk id="25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7:48.012" v="105280" actId="14100"/>
          <ac:spMkLst>
            <pc:docMk/>
            <pc:sldMk cId="4189004053" sldId="916"/>
            <ac:spMk id="26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2:17:48.012" v="105280" actId="14100"/>
          <ac:spMkLst>
            <pc:docMk/>
            <pc:sldMk cId="4189004053" sldId="916"/>
            <ac:spMk id="27" creationId="{00000000-0000-0000-0000-000000000000}"/>
          </ac:spMkLst>
        </pc:spChg>
      </pc:sldChg>
      <pc:sldChg chg="modSp add mod modAnim">
        <pc:chgData name="DEWE, HAYLEY L." userId="5cada80b-0f7b-49a5-96b2-656b100ca6c6" providerId="ADAL" clId="{632DF7FE-9916-4FAF-8457-3521400FFCEA}" dt="2025-12-03T12:58:19.884" v="107089"/>
        <pc:sldMkLst>
          <pc:docMk/>
          <pc:sldMk cId="3542666052" sldId="960"/>
        </pc:sldMkLst>
        <pc:spChg chg="mod">
          <ac:chgData name="DEWE, HAYLEY L." userId="5cada80b-0f7b-49a5-96b2-656b100ca6c6" providerId="ADAL" clId="{632DF7FE-9916-4FAF-8457-3521400FFCEA}" dt="2025-12-02T15:08:34.039" v="98755" actId="313"/>
          <ac:spMkLst>
            <pc:docMk/>
            <pc:sldMk cId="3542666052" sldId="960"/>
            <ac:spMk id="2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2T14:17:14.071" v="97263" actId="20577"/>
          <ac:spMkLst>
            <pc:docMk/>
            <pc:sldMk cId="3542666052" sldId="960"/>
            <ac:spMk id="3" creationId="{00000000-0000-0000-0000-000000000000}"/>
          </ac:spMkLst>
        </pc:spChg>
      </pc:sldChg>
      <pc:sldChg chg="addSp delSp modSp add del mod modAnim modNotesTx">
        <pc:chgData name="DEWE, HAYLEY L." userId="5cada80b-0f7b-49a5-96b2-656b100ca6c6" providerId="ADAL" clId="{632DF7FE-9916-4FAF-8457-3521400FFCEA}" dt="2025-12-03T13:58:33.028" v="107747" actId="20577"/>
        <pc:sldMkLst>
          <pc:docMk/>
          <pc:sldMk cId="3587401674" sldId="963"/>
        </pc:sldMkLst>
        <pc:spChg chg="mod">
          <ac:chgData name="DEWE, HAYLEY L." userId="5cada80b-0f7b-49a5-96b2-656b100ca6c6" providerId="ADAL" clId="{632DF7FE-9916-4FAF-8457-3521400FFCEA}" dt="2025-12-01T22:07:23.152" v="89178" actId="1076"/>
          <ac:spMkLst>
            <pc:docMk/>
            <pc:sldMk cId="3587401674" sldId="963"/>
            <ac:spMk id="3" creationId="{00000000-0000-0000-0000-000000000000}"/>
          </ac:spMkLst>
        </pc:spChg>
        <pc:spChg chg="add mod">
          <ac:chgData name="DEWE, HAYLEY L." userId="5cada80b-0f7b-49a5-96b2-656b100ca6c6" providerId="ADAL" clId="{632DF7FE-9916-4FAF-8457-3521400FFCEA}" dt="2025-12-02T15:08:36.018" v="98757" actId="313"/>
          <ac:spMkLst>
            <pc:docMk/>
            <pc:sldMk cId="3587401674" sldId="963"/>
            <ac:spMk id="6" creationId="{910D63D5-8209-9767-7802-BAA0D4EBD41A}"/>
          </ac:spMkLst>
        </pc:spChg>
        <pc:spChg chg="add mod">
          <ac:chgData name="DEWE, HAYLEY L." userId="5cada80b-0f7b-49a5-96b2-656b100ca6c6" providerId="ADAL" clId="{632DF7FE-9916-4FAF-8457-3521400FFCEA}" dt="2025-12-01T22:08:31.470" v="89322" actId="313"/>
          <ac:spMkLst>
            <pc:docMk/>
            <pc:sldMk cId="3587401674" sldId="963"/>
            <ac:spMk id="9" creationId="{EDD97DF7-4822-40FA-4845-ED6073E4F583}"/>
          </ac:spMkLst>
        </pc:spChg>
        <pc:picChg chg="add mod">
          <ac:chgData name="DEWE, HAYLEY L." userId="5cada80b-0f7b-49a5-96b2-656b100ca6c6" providerId="ADAL" clId="{632DF7FE-9916-4FAF-8457-3521400FFCEA}" dt="2025-12-01T22:07:35.702" v="89180" actId="1076"/>
          <ac:picMkLst>
            <pc:docMk/>
            <pc:sldMk cId="3587401674" sldId="963"/>
            <ac:picMk id="7" creationId="{863BDF13-EDCF-DE3D-C03C-6888F2DC8CEA}"/>
          </ac:picMkLst>
        </pc:picChg>
      </pc:sldChg>
      <pc:sldChg chg="addSp delSp modSp add del mod modAnim modNotesTx">
        <pc:chgData name="DEWE, HAYLEY L." userId="5cada80b-0f7b-49a5-96b2-656b100ca6c6" providerId="ADAL" clId="{632DF7FE-9916-4FAF-8457-3521400FFCEA}" dt="2025-12-03T13:58:28.213" v="107746" actId="20577"/>
        <pc:sldMkLst>
          <pc:docMk/>
          <pc:sldMk cId="701072832" sldId="966"/>
        </pc:sldMkLst>
        <pc:spChg chg="mod">
          <ac:chgData name="DEWE, HAYLEY L." userId="5cada80b-0f7b-49a5-96b2-656b100ca6c6" providerId="ADAL" clId="{632DF7FE-9916-4FAF-8457-3521400FFCEA}" dt="2025-12-02T13:19:18.319" v="94709" actId="1076"/>
          <ac:spMkLst>
            <pc:docMk/>
            <pc:sldMk cId="701072832" sldId="966"/>
            <ac:spMk id="3" creationId="{00000000-0000-0000-0000-000000000000}"/>
          </ac:spMkLst>
        </pc:spChg>
        <pc:spChg chg="add mod">
          <ac:chgData name="DEWE, HAYLEY L." userId="5cada80b-0f7b-49a5-96b2-656b100ca6c6" providerId="ADAL" clId="{632DF7FE-9916-4FAF-8457-3521400FFCEA}" dt="2025-12-02T15:08:35.403" v="98756" actId="313"/>
          <ac:spMkLst>
            <pc:docMk/>
            <pc:sldMk cId="701072832" sldId="966"/>
            <ac:spMk id="6" creationId="{D4DEA76C-294D-C120-D874-6EC196498566}"/>
          </ac:spMkLst>
        </pc:spChg>
      </pc:sldChg>
      <pc:sldChg chg="add del">
        <pc:chgData name="DEWE, HAYLEY L." userId="5cada80b-0f7b-49a5-96b2-656b100ca6c6" providerId="ADAL" clId="{632DF7FE-9916-4FAF-8457-3521400FFCEA}" dt="2025-12-01T22:23:24.902" v="89761" actId="47"/>
        <pc:sldMkLst>
          <pc:docMk/>
          <pc:sldMk cId="869156405" sldId="967"/>
        </pc:sldMkLst>
      </pc:sldChg>
      <pc:sldChg chg="add del">
        <pc:chgData name="DEWE, HAYLEY L." userId="5cada80b-0f7b-49a5-96b2-656b100ca6c6" providerId="ADAL" clId="{632DF7FE-9916-4FAF-8457-3521400FFCEA}" dt="2025-12-01T22:04:08.667" v="89115"/>
        <pc:sldMkLst>
          <pc:docMk/>
          <pc:sldMk cId="1433119141" sldId="967"/>
        </pc:sldMkLst>
      </pc:sldChg>
      <pc:sldChg chg="add del">
        <pc:chgData name="DEWE, HAYLEY L." userId="5cada80b-0f7b-49a5-96b2-656b100ca6c6" providerId="ADAL" clId="{632DF7FE-9916-4FAF-8457-3521400FFCEA}" dt="2025-12-01T22:05:59.201" v="89159" actId="47"/>
        <pc:sldMkLst>
          <pc:docMk/>
          <pc:sldMk cId="2824397749" sldId="967"/>
        </pc:sldMkLst>
      </pc:sldChg>
      <pc:sldChg chg="add del">
        <pc:chgData name="DEWE, HAYLEY L." userId="5cada80b-0f7b-49a5-96b2-656b100ca6c6" providerId="ADAL" clId="{632DF7FE-9916-4FAF-8457-3521400FFCEA}" dt="2025-12-01T22:04:08.667" v="89115"/>
        <pc:sldMkLst>
          <pc:docMk/>
          <pc:sldMk cId="29602020" sldId="968"/>
        </pc:sldMkLst>
      </pc:sldChg>
      <pc:sldChg chg="addSp delSp modSp add mod modAnim">
        <pc:chgData name="DEWE, HAYLEY L." userId="5cada80b-0f7b-49a5-96b2-656b100ca6c6" providerId="ADAL" clId="{632DF7FE-9916-4FAF-8457-3521400FFCEA}" dt="2025-12-03T12:57:22.255" v="107067"/>
        <pc:sldMkLst>
          <pc:docMk/>
          <pc:sldMk cId="4216096628" sldId="968"/>
        </pc:sldMkLst>
        <pc:spChg chg="mod">
          <ac:chgData name="DEWE, HAYLEY L." userId="5cada80b-0f7b-49a5-96b2-656b100ca6c6" providerId="ADAL" clId="{632DF7FE-9916-4FAF-8457-3521400FFCEA}" dt="2025-12-03T11:38:40.201" v="103145" actId="20577"/>
          <ac:spMkLst>
            <pc:docMk/>
            <pc:sldMk cId="4216096628" sldId="968"/>
            <ac:spMk id="3" creationId="{E846F80C-FC67-5B87-5A1E-8D9D9616C1F4}"/>
          </ac:spMkLst>
        </pc:spChg>
      </pc:sldChg>
      <pc:sldChg chg="add del">
        <pc:chgData name="DEWE, HAYLEY L." userId="5cada80b-0f7b-49a5-96b2-656b100ca6c6" providerId="ADAL" clId="{632DF7FE-9916-4FAF-8457-3521400FFCEA}" dt="2025-12-01T22:04:08.667" v="89115"/>
        <pc:sldMkLst>
          <pc:docMk/>
          <pc:sldMk cId="1637342122" sldId="969"/>
        </pc:sldMkLst>
      </pc:sldChg>
      <pc:sldChg chg="modSp add mod">
        <pc:chgData name="DEWE, HAYLEY L." userId="5cada80b-0f7b-49a5-96b2-656b100ca6c6" providerId="ADAL" clId="{632DF7FE-9916-4FAF-8457-3521400FFCEA}" dt="2025-12-03T11:37:17.650" v="103111" actId="313"/>
        <pc:sldMkLst>
          <pc:docMk/>
          <pc:sldMk cId="3445358306" sldId="969"/>
        </pc:sldMkLst>
        <pc:spChg chg="mod">
          <ac:chgData name="DEWE, HAYLEY L." userId="5cada80b-0f7b-49a5-96b2-656b100ca6c6" providerId="ADAL" clId="{632DF7FE-9916-4FAF-8457-3521400FFCEA}" dt="2025-12-03T11:37:17.650" v="103111" actId="313"/>
          <ac:spMkLst>
            <pc:docMk/>
            <pc:sldMk cId="3445358306" sldId="969"/>
            <ac:spMk id="4" creationId="{17D75A97-CF67-EC0D-C56E-9502AD02F91D}"/>
          </ac:spMkLst>
        </pc:spChg>
      </pc:sldChg>
      <pc:sldChg chg="modSp add mod">
        <pc:chgData name="DEWE, HAYLEY L." userId="5cada80b-0f7b-49a5-96b2-656b100ca6c6" providerId="ADAL" clId="{632DF7FE-9916-4FAF-8457-3521400FFCEA}" dt="2025-12-02T13:24:02.315" v="95095" actId="20577"/>
        <pc:sldMkLst>
          <pc:docMk/>
          <pc:sldMk cId="1623143010" sldId="970"/>
        </pc:sldMkLst>
        <pc:spChg chg="mod">
          <ac:chgData name="DEWE, HAYLEY L." userId="5cada80b-0f7b-49a5-96b2-656b100ca6c6" providerId="ADAL" clId="{632DF7FE-9916-4FAF-8457-3521400FFCEA}" dt="2025-12-02T13:24:02.315" v="95095" actId="20577"/>
          <ac:spMkLst>
            <pc:docMk/>
            <pc:sldMk cId="1623143010" sldId="970"/>
            <ac:spMk id="4" creationId="{0107865C-919F-8A5D-8B1D-E6730369D0EA}"/>
          </ac:spMkLst>
        </pc:spChg>
      </pc:sldChg>
      <pc:sldChg chg="modSp add mod ord modAnim">
        <pc:chgData name="DEWE, HAYLEY L." userId="5cada80b-0f7b-49a5-96b2-656b100ca6c6" providerId="ADAL" clId="{632DF7FE-9916-4FAF-8457-3521400FFCEA}" dt="2025-12-03T13:02:52.894" v="107141"/>
        <pc:sldMkLst>
          <pc:docMk/>
          <pc:sldMk cId="1391803451" sldId="971"/>
        </pc:sldMkLst>
        <pc:spChg chg="mod">
          <ac:chgData name="DEWE, HAYLEY L." userId="5cada80b-0f7b-49a5-96b2-656b100ca6c6" providerId="ADAL" clId="{632DF7FE-9916-4FAF-8457-3521400FFCEA}" dt="2025-12-02T12:21:02.495" v="92769" actId="1076"/>
          <ac:spMkLst>
            <pc:docMk/>
            <pc:sldMk cId="1391803451" sldId="971"/>
            <ac:spMk id="4" creationId="{84142343-5810-FD98-048F-37F64F1A144B}"/>
          </ac:spMkLst>
        </pc:spChg>
        <pc:spChg chg="mod">
          <ac:chgData name="DEWE, HAYLEY L." userId="5cada80b-0f7b-49a5-96b2-656b100ca6c6" providerId="ADAL" clId="{632DF7FE-9916-4FAF-8457-3521400FFCEA}" dt="2025-12-03T11:39:13.682" v="103155" actId="20577"/>
          <ac:spMkLst>
            <pc:docMk/>
            <pc:sldMk cId="1391803451" sldId="971"/>
            <ac:spMk id="7" creationId="{2F2E1730-1F71-6880-95FD-C249FB5C1088}"/>
          </ac:spMkLst>
        </pc:spChg>
        <pc:spChg chg="mod">
          <ac:chgData name="DEWE, HAYLEY L." userId="5cada80b-0f7b-49a5-96b2-656b100ca6c6" providerId="ADAL" clId="{632DF7FE-9916-4FAF-8457-3521400FFCEA}" dt="2025-12-03T11:39:26.126" v="103172" actId="114"/>
          <ac:spMkLst>
            <pc:docMk/>
            <pc:sldMk cId="1391803451" sldId="971"/>
            <ac:spMk id="10" creationId="{58202FDD-19A1-D895-25EE-CAC92E7D963D}"/>
          </ac:spMkLst>
        </pc:spChg>
        <pc:spChg chg="mod">
          <ac:chgData name="DEWE, HAYLEY L." userId="5cada80b-0f7b-49a5-96b2-656b100ca6c6" providerId="ADAL" clId="{632DF7FE-9916-4FAF-8457-3521400FFCEA}" dt="2025-12-02T13:28:17.802" v="95470" actId="14100"/>
          <ac:spMkLst>
            <pc:docMk/>
            <pc:sldMk cId="1391803451" sldId="971"/>
            <ac:spMk id="11" creationId="{77404D62-2513-7F88-00A6-3478419F7109}"/>
          </ac:spMkLst>
        </pc:spChg>
      </pc:sldChg>
      <pc:sldChg chg="add del ord">
        <pc:chgData name="DEWE, HAYLEY L." userId="5cada80b-0f7b-49a5-96b2-656b100ca6c6" providerId="ADAL" clId="{632DF7FE-9916-4FAF-8457-3521400FFCEA}" dt="2025-12-01T23:09:03.978" v="91577" actId="47"/>
        <pc:sldMkLst>
          <pc:docMk/>
          <pc:sldMk cId="4247112796" sldId="971"/>
        </pc:sldMkLst>
      </pc:sldChg>
      <pc:sldChg chg="addSp modSp add del mod modAnim">
        <pc:chgData name="DEWE, HAYLEY L." userId="5cada80b-0f7b-49a5-96b2-656b100ca6c6" providerId="ADAL" clId="{632DF7FE-9916-4FAF-8457-3521400FFCEA}" dt="2025-12-02T12:07:42.718" v="92567" actId="47"/>
        <pc:sldMkLst>
          <pc:docMk/>
          <pc:sldMk cId="3251352470" sldId="972"/>
        </pc:sldMkLst>
        <pc:spChg chg="add mod">
          <ac:chgData name="DEWE, HAYLEY L." userId="5cada80b-0f7b-49a5-96b2-656b100ca6c6" providerId="ADAL" clId="{632DF7FE-9916-4FAF-8457-3521400FFCEA}" dt="2025-12-02T12:04:53.779" v="92321" actId="693"/>
          <ac:spMkLst>
            <pc:docMk/>
            <pc:sldMk cId="3251352470" sldId="972"/>
            <ac:spMk id="3" creationId="{191F8B3D-CBCC-B831-9AE8-585FEC3CEC1F}"/>
          </ac:spMkLst>
        </pc:spChg>
        <pc:spChg chg="add mod">
          <ac:chgData name="DEWE, HAYLEY L." userId="5cada80b-0f7b-49a5-96b2-656b100ca6c6" providerId="ADAL" clId="{632DF7FE-9916-4FAF-8457-3521400FFCEA}" dt="2025-12-02T12:04:39.830" v="92317" actId="1076"/>
          <ac:spMkLst>
            <pc:docMk/>
            <pc:sldMk cId="3251352470" sldId="972"/>
            <ac:spMk id="4" creationId="{8AAE0BF2-2737-83A0-282D-B71C333885F6}"/>
          </ac:spMkLst>
        </pc:spChg>
        <pc:spChg chg="mod">
          <ac:chgData name="DEWE, HAYLEY L." userId="5cada80b-0f7b-49a5-96b2-656b100ca6c6" providerId="ADAL" clId="{632DF7FE-9916-4FAF-8457-3521400FFCEA}" dt="2025-12-02T12:04:07.101" v="92310" actId="207"/>
          <ac:spMkLst>
            <pc:docMk/>
            <pc:sldMk cId="3251352470" sldId="972"/>
            <ac:spMk id="7" creationId="{76668E91-A9A5-0CB8-5B43-D9A85E8A7A32}"/>
          </ac:spMkLst>
        </pc:spChg>
        <pc:graphicFrameChg chg="mod modGraphic">
          <ac:chgData name="DEWE, HAYLEY L." userId="5cada80b-0f7b-49a5-96b2-656b100ca6c6" providerId="ADAL" clId="{632DF7FE-9916-4FAF-8457-3521400FFCEA}" dt="2025-12-02T12:04:04.195" v="92309" actId="207"/>
          <ac:graphicFrameMkLst>
            <pc:docMk/>
            <pc:sldMk cId="3251352470" sldId="972"/>
            <ac:graphicFrameMk id="2" creationId="{ADAC14AD-B27C-B41F-76D0-11926340D99B}"/>
          </ac:graphicFrameMkLst>
        </pc:graphicFrameChg>
        <pc:picChg chg="add mod">
          <ac:chgData name="DEWE, HAYLEY L." userId="5cada80b-0f7b-49a5-96b2-656b100ca6c6" providerId="ADAL" clId="{632DF7FE-9916-4FAF-8457-3521400FFCEA}" dt="2025-12-02T12:04:45.398" v="92320" actId="1076"/>
          <ac:picMkLst>
            <pc:docMk/>
            <pc:sldMk cId="3251352470" sldId="972"/>
            <ac:picMk id="5" creationId="{67E0ECAD-0F3F-EEB3-92AD-C7E80011B098}"/>
          </ac:picMkLst>
        </pc:picChg>
        <pc:picChg chg="add">
          <ac:chgData name="DEWE, HAYLEY L." userId="5cada80b-0f7b-49a5-96b2-656b100ca6c6" providerId="ADAL" clId="{632DF7FE-9916-4FAF-8457-3521400FFCEA}" dt="2025-12-02T12:05:22.039" v="92322"/>
          <ac:picMkLst>
            <pc:docMk/>
            <pc:sldMk cId="3251352470" sldId="972"/>
            <ac:picMk id="6" creationId="{C43F971B-716B-B4CF-94E4-F981CA3B8156}"/>
          </ac:picMkLst>
        </pc:picChg>
      </pc:sldChg>
      <pc:sldChg chg="addSp delSp modSp add del mod ord modAnim modNotesTx">
        <pc:chgData name="DEWE, HAYLEY L." userId="5cada80b-0f7b-49a5-96b2-656b100ca6c6" providerId="ADAL" clId="{632DF7FE-9916-4FAF-8457-3521400FFCEA}" dt="2025-12-02T14:06:27.701" v="96629" actId="47"/>
        <pc:sldMkLst>
          <pc:docMk/>
          <pc:sldMk cId="3350930161" sldId="973"/>
        </pc:sldMkLst>
        <pc:spChg chg="mod">
          <ac:chgData name="DEWE, HAYLEY L." userId="5cada80b-0f7b-49a5-96b2-656b100ca6c6" providerId="ADAL" clId="{632DF7FE-9916-4FAF-8457-3521400FFCEA}" dt="2025-12-02T14:04:44.620" v="96544" actId="20577"/>
          <ac:spMkLst>
            <pc:docMk/>
            <pc:sldMk cId="3350930161" sldId="973"/>
            <ac:spMk id="2" creationId="{3C0EBD4E-721E-E9D3-F3CC-C65158F6739E}"/>
          </ac:spMkLst>
        </pc:spChg>
        <pc:spChg chg="add del mod">
          <ac:chgData name="DEWE, HAYLEY L." userId="5cada80b-0f7b-49a5-96b2-656b100ca6c6" providerId="ADAL" clId="{632DF7FE-9916-4FAF-8457-3521400FFCEA}" dt="2025-12-02T12:05:46.466" v="92326" actId="478"/>
          <ac:spMkLst>
            <pc:docMk/>
            <pc:sldMk cId="3350930161" sldId="973"/>
            <ac:spMk id="4" creationId="{EE00E7DD-37E0-5186-3626-94253BE33565}"/>
          </ac:spMkLst>
        </pc:spChg>
        <pc:spChg chg="add mod">
          <ac:chgData name="DEWE, HAYLEY L." userId="5cada80b-0f7b-49a5-96b2-656b100ca6c6" providerId="ADAL" clId="{632DF7FE-9916-4FAF-8457-3521400FFCEA}" dt="2025-12-02T13:48:23.668" v="95547" actId="20577"/>
          <ac:spMkLst>
            <pc:docMk/>
            <pc:sldMk cId="3350930161" sldId="973"/>
            <ac:spMk id="5" creationId="{65EB03E0-8DCE-E4D1-D6CA-092242F35397}"/>
          </ac:spMkLst>
        </pc:spChg>
        <pc:spChg chg="del mod">
          <ac:chgData name="DEWE, HAYLEY L." userId="5cada80b-0f7b-49a5-96b2-656b100ca6c6" providerId="ADAL" clId="{632DF7FE-9916-4FAF-8457-3521400FFCEA}" dt="2025-12-02T12:05:44.654" v="92325" actId="478"/>
          <ac:spMkLst>
            <pc:docMk/>
            <pc:sldMk cId="3350930161" sldId="973"/>
            <ac:spMk id="10" creationId="{4C5B229F-7952-9C8E-953E-475FE5D3C0C0}"/>
          </ac:spMkLst>
        </pc:spChg>
        <pc:picChg chg="add mod">
          <ac:chgData name="DEWE, HAYLEY L." userId="5cada80b-0f7b-49a5-96b2-656b100ca6c6" providerId="ADAL" clId="{632DF7FE-9916-4FAF-8457-3521400FFCEA}" dt="2025-12-02T12:07:40.946" v="92566" actId="1076"/>
          <ac:picMkLst>
            <pc:docMk/>
            <pc:sldMk cId="3350930161" sldId="973"/>
            <ac:picMk id="6" creationId="{955A441D-D0A7-31DF-6F61-345B04413C7A}"/>
          </ac:picMkLst>
        </pc:picChg>
      </pc:sldChg>
      <pc:sldChg chg="addSp delSp modSp add mod delAnim modAnim">
        <pc:chgData name="DEWE, HAYLEY L." userId="5cada80b-0f7b-49a5-96b2-656b100ca6c6" providerId="ADAL" clId="{632DF7FE-9916-4FAF-8457-3521400FFCEA}" dt="2025-12-03T13:03:34.029" v="107144"/>
        <pc:sldMkLst>
          <pc:docMk/>
          <pc:sldMk cId="1862781546" sldId="1023"/>
        </pc:sldMkLst>
        <pc:spChg chg="mod">
          <ac:chgData name="DEWE, HAYLEY L." userId="5cada80b-0f7b-49a5-96b2-656b100ca6c6" providerId="ADAL" clId="{632DF7FE-9916-4FAF-8457-3521400FFCEA}" dt="2025-12-02T12:25:23.071" v="92804" actId="207"/>
          <ac:spMkLst>
            <pc:docMk/>
            <pc:sldMk cId="1862781546" sldId="1023"/>
            <ac:spMk id="2" creationId="{E137361C-1B7C-1677-025F-DD704B3B8BA2}"/>
          </ac:spMkLst>
        </pc:spChg>
        <pc:spChg chg="add del mod">
          <ac:chgData name="DEWE, HAYLEY L." userId="5cada80b-0f7b-49a5-96b2-656b100ca6c6" providerId="ADAL" clId="{632DF7FE-9916-4FAF-8457-3521400FFCEA}" dt="2025-12-02T12:22:22.953" v="92773" actId="478"/>
          <ac:spMkLst>
            <pc:docMk/>
            <pc:sldMk cId="1862781546" sldId="1023"/>
            <ac:spMk id="7" creationId="{0D5C704A-22DC-3D66-534B-4B016AB7BC40}"/>
          </ac:spMkLst>
        </pc:spChg>
        <pc:spChg chg="add mod">
          <ac:chgData name="DEWE, HAYLEY L." userId="5cada80b-0f7b-49a5-96b2-656b100ca6c6" providerId="ADAL" clId="{632DF7FE-9916-4FAF-8457-3521400FFCEA}" dt="2025-12-03T11:37:28.438" v="103121" actId="313"/>
          <ac:spMkLst>
            <pc:docMk/>
            <pc:sldMk cId="1862781546" sldId="1023"/>
            <ac:spMk id="8" creationId="{118A44FE-C37E-BF54-F7A3-7D667BD5A632}"/>
          </ac:spMkLst>
        </pc:spChg>
        <pc:spChg chg="del mod">
          <ac:chgData name="DEWE, HAYLEY L." userId="5cada80b-0f7b-49a5-96b2-656b100ca6c6" providerId="ADAL" clId="{632DF7FE-9916-4FAF-8457-3521400FFCEA}" dt="2025-12-02T12:22:21.189" v="92772" actId="478"/>
          <ac:spMkLst>
            <pc:docMk/>
            <pc:sldMk cId="1862781546" sldId="1023"/>
            <ac:spMk id="10" creationId="{4C5B229F-7952-9C8E-953E-475FE5D3C0C0}"/>
          </ac:spMkLst>
        </pc:spChg>
        <pc:graphicFrameChg chg="del mod">
          <ac:chgData name="DEWE, HAYLEY L." userId="5cada80b-0f7b-49a5-96b2-656b100ca6c6" providerId="ADAL" clId="{632DF7FE-9916-4FAF-8457-3521400FFCEA}" dt="2025-12-02T12:22:58.713" v="92779" actId="478"/>
          <ac:graphicFrameMkLst>
            <pc:docMk/>
            <pc:sldMk cId="1862781546" sldId="1023"/>
            <ac:graphicFrameMk id="5" creationId="{614A44BE-6F62-B431-F8DD-E28E15896239}"/>
          </ac:graphicFrameMkLst>
        </pc:graphicFrameChg>
        <pc:graphicFrameChg chg="del">
          <ac:chgData name="DEWE, HAYLEY L." userId="5cada80b-0f7b-49a5-96b2-656b100ca6c6" providerId="ADAL" clId="{632DF7FE-9916-4FAF-8457-3521400FFCEA}" dt="2025-12-02T12:23:05.067" v="92781" actId="478"/>
          <ac:graphicFrameMkLst>
            <pc:docMk/>
            <pc:sldMk cId="1862781546" sldId="1023"/>
            <ac:graphicFrameMk id="6" creationId="{D3A79919-2A71-B7DD-DD5C-5DCB9D2D2CBC}"/>
          </ac:graphicFrameMkLst>
        </pc:graphicFrameChg>
        <pc:graphicFrameChg chg="add mod modGraphic">
          <ac:chgData name="DEWE, HAYLEY L." userId="5cada80b-0f7b-49a5-96b2-656b100ca6c6" providerId="ADAL" clId="{632DF7FE-9916-4FAF-8457-3521400FFCEA}" dt="2025-12-02T12:29:10.269" v="92837" actId="14734"/>
          <ac:graphicFrameMkLst>
            <pc:docMk/>
            <pc:sldMk cId="1862781546" sldId="1023"/>
            <ac:graphicFrameMk id="9" creationId="{1457C311-5530-AD93-626C-8E4787396DB8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2:23:10.742" v="92783" actId="1076"/>
          <ac:graphicFrameMkLst>
            <pc:docMk/>
            <pc:sldMk cId="1862781546" sldId="1023"/>
            <ac:graphicFrameMk id="11" creationId="{035E2603-4D52-1738-6F83-C98BDA1A374C}"/>
          </ac:graphicFrameMkLst>
        </pc:graphicFrameChg>
      </pc:sldChg>
      <pc:sldChg chg="addSp delSp modSp add mod modAnim">
        <pc:chgData name="DEWE, HAYLEY L." userId="5cada80b-0f7b-49a5-96b2-656b100ca6c6" providerId="ADAL" clId="{632DF7FE-9916-4FAF-8457-3521400FFCEA}" dt="2025-12-03T13:05:04.163" v="107181"/>
        <pc:sldMkLst>
          <pc:docMk/>
          <pc:sldMk cId="3955559849" sldId="1024"/>
        </pc:sldMkLst>
        <pc:spChg chg="add mod">
          <ac:chgData name="DEWE, HAYLEY L." userId="5cada80b-0f7b-49a5-96b2-656b100ca6c6" providerId="ADAL" clId="{632DF7FE-9916-4FAF-8457-3521400FFCEA}" dt="2025-12-03T11:37:28.910" v="103122" actId="313"/>
          <ac:spMkLst>
            <pc:docMk/>
            <pc:sldMk cId="3955559849" sldId="1024"/>
            <ac:spMk id="2" creationId="{F7AB8A54-532E-96DA-B871-74166EAD016F}"/>
          </ac:spMkLst>
        </pc:spChg>
        <pc:spChg chg="mod">
          <ac:chgData name="DEWE, HAYLEY L." userId="5cada80b-0f7b-49a5-96b2-656b100ca6c6" providerId="ADAL" clId="{632DF7FE-9916-4FAF-8457-3521400FFCEA}" dt="2025-12-03T13:04:56.361" v="107176" actId="6549"/>
          <ac:spMkLst>
            <pc:docMk/>
            <pc:sldMk cId="3955559849" sldId="1024"/>
            <ac:spMk id="4" creationId="{999AE411-767C-92C1-6B2D-C41171E8C734}"/>
          </ac:spMkLst>
        </pc:spChg>
        <pc:spChg chg="del">
          <ac:chgData name="DEWE, HAYLEY L." userId="5cada80b-0f7b-49a5-96b2-656b100ca6c6" providerId="ADAL" clId="{632DF7FE-9916-4FAF-8457-3521400FFCEA}" dt="2025-12-02T12:29:42.295" v="92845" actId="478"/>
          <ac:spMkLst>
            <pc:docMk/>
            <pc:sldMk cId="3955559849" sldId="1024"/>
            <ac:spMk id="8" creationId="{DAC5FE1A-2A88-B6B5-82EF-2CE4D2BF4A52}"/>
          </ac:spMkLst>
        </pc:spChg>
        <pc:picChg chg="mod">
          <ac:chgData name="DEWE, HAYLEY L." userId="5cada80b-0f7b-49a5-96b2-656b100ca6c6" providerId="ADAL" clId="{632DF7FE-9916-4FAF-8457-3521400FFCEA}" dt="2025-12-02T13:14:31.227" v="94304" actId="1076"/>
          <ac:picMkLst>
            <pc:docMk/>
            <pc:sldMk cId="3955559849" sldId="1024"/>
            <ac:picMk id="30" creationId="{D209F9C2-36BB-F9B9-54C1-6B709A0B6F34}"/>
          </ac:picMkLst>
        </pc:picChg>
      </pc:sldChg>
      <pc:sldChg chg="addSp delSp modSp add mod modAnim modNotesTx">
        <pc:chgData name="DEWE, HAYLEY L." userId="5cada80b-0f7b-49a5-96b2-656b100ca6c6" providerId="ADAL" clId="{632DF7FE-9916-4FAF-8457-3521400FFCEA}" dt="2025-12-03T13:58:53.278" v="107751" actId="20577"/>
        <pc:sldMkLst>
          <pc:docMk/>
          <pc:sldMk cId="1486956608" sldId="1025"/>
        </pc:sldMkLst>
        <pc:spChg chg="add del">
          <ac:chgData name="DEWE, HAYLEY L." userId="5cada80b-0f7b-49a5-96b2-656b100ca6c6" providerId="ADAL" clId="{632DF7FE-9916-4FAF-8457-3521400FFCEA}" dt="2025-12-02T12:30:02.071" v="92853" actId="22"/>
          <ac:spMkLst>
            <pc:docMk/>
            <pc:sldMk cId="1486956608" sldId="1025"/>
            <ac:spMk id="3" creationId="{EE221E6C-92D0-F118-FAA8-33F772901F82}"/>
          </ac:spMkLst>
        </pc:spChg>
        <pc:spChg chg="add del mod">
          <ac:chgData name="DEWE, HAYLEY L." userId="5cada80b-0f7b-49a5-96b2-656b100ca6c6" providerId="ADAL" clId="{632DF7FE-9916-4FAF-8457-3521400FFCEA}" dt="2025-12-02T13:23:34.949" v="95058" actId="478"/>
          <ac:spMkLst>
            <pc:docMk/>
            <pc:sldMk cId="1486956608" sldId="1025"/>
            <ac:spMk id="4" creationId="{B8F0C910-5F5D-A778-0230-41C86C9871CB}"/>
          </ac:spMkLst>
        </pc:spChg>
        <pc:spChg chg="mod">
          <ac:chgData name="DEWE, HAYLEY L." userId="5cada80b-0f7b-49a5-96b2-656b100ca6c6" providerId="ADAL" clId="{632DF7FE-9916-4FAF-8457-3521400FFCEA}" dt="2025-12-03T11:39:38.860" v="103173" actId="20577"/>
          <ac:spMkLst>
            <pc:docMk/>
            <pc:sldMk cId="1486956608" sldId="1025"/>
            <ac:spMk id="11" creationId="{31485AA3-983C-9C1A-7DF1-7501AB8B8E0F}"/>
          </ac:spMkLst>
        </pc:spChg>
        <pc:spChg chg="mod">
          <ac:chgData name="DEWE, HAYLEY L." userId="5cada80b-0f7b-49a5-96b2-656b100ca6c6" providerId="ADAL" clId="{632DF7FE-9916-4FAF-8457-3521400FFCEA}" dt="2025-12-02T13:23:38.470" v="95059" actId="1076"/>
          <ac:spMkLst>
            <pc:docMk/>
            <pc:sldMk cId="1486956608" sldId="1025"/>
            <ac:spMk id="17" creationId="{C1FF68D9-5008-F095-300D-665942371C1C}"/>
          </ac:spMkLst>
        </pc:spChg>
        <pc:spChg chg="del">
          <ac:chgData name="DEWE, HAYLEY L." userId="5cada80b-0f7b-49a5-96b2-656b100ca6c6" providerId="ADAL" clId="{632DF7FE-9916-4FAF-8457-3521400FFCEA}" dt="2025-12-02T12:30:00.527" v="92851" actId="478"/>
          <ac:spMkLst>
            <pc:docMk/>
            <pc:sldMk cId="1486956608" sldId="1025"/>
            <ac:spMk id="23" creationId="{F2AE5CE3-A272-1EC3-8486-FABC3B0C3ACF}"/>
          </ac:spMkLst>
        </pc:spChg>
        <pc:picChg chg="mod">
          <ac:chgData name="DEWE, HAYLEY L." userId="5cada80b-0f7b-49a5-96b2-656b100ca6c6" providerId="ADAL" clId="{632DF7FE-9916-4FAF-8457-3521400FFCEA}" dt="2025-12-02T13:23:38.470" v="95059" actId="1076"/>
          <ac:picMkLst>
            <pc:docMk/>
            <pc:sldMk cId="1486956608" sldId="1025"/>
            <ac:picMk id="7" creationId="{AC48B982-E65A-EFFF-19D3-52EA4DC4BC28}"/>
          </ac:picMkLst>
        </pc:picChg>
        <pc:picChg chg="del mod">
          <ac:chgData name="DEWE, HAYLEY L." userId="5cada80b-0f7b-49a5-96b2-656b100ca6c6" providerId="ADAL" clId="{632DF7FE-9916-4FAF-8457-3521400FFCEA}" dt="2025-12-02T12:52:53.651" v="94188" actId="21"/>
          <ac:picMkLst>
            <pc:docMk/>
            <pc:sldMk cId="1486956608" sldId="1025"/>
            <ac:picMk id="1026" creationId="{A1A6C0B2-230B-7E99-FB9F-5E67A7E16CB0}"/>
          </ac:picMkLst>
        </pc:picChg>
      </pc:sldChg>
      <pc:sldChg chg="addSp delSp modSp add mod addAnim delAnim modAnim modNotesTx">
        <pc:chgData name="DEWE, HAYLEY L." userId="5cada80b-0f7b-49a5-96b2-656b100ca6c6" providerId="ADAL" clId="{632DF7FE-9916-4FAF-8457-3521400FFCEA}" dt="2025-12-03T14:00:35.125" v="107770" actId="478"/>
        <pc:sldMkLst>
          <pc:docMk/>
          <pc:sldMk cId="2296255274" sldId="1026"/>
        </pc:sldMkLst>
        <pc:spChg chg="del mod">
          <ac:chgData name="DEWE, HAYLEY L." userId="5cada80b-0f7b-49a5-96b2-656b100ca6c6" providerId="ADAL" clId="{632DF7FE-9916-4FAF-8457-3521400FFCEA}" dt="2025-12-02T13:23:41.102" v="95060" actId="478"/>
          <ac:spMkLst>
            <pc:docMk/>
            <pc:sldMk cId="2296255274" sldId="1026"/>
            <ac:spMk id="4" creationId="{62E85437-9278-15FC-020D-0C0BD4AC1120}"/>
          </ac:spMkLst>
        </pc:spChg>
        <pc:spChg chg="add mod ord">
          <ac:chgData name="DEWE, HAYLEY L." userId="5cada80b-0f7b-49a5-96b2-656b100ca6c6" providerId="ADAL" clId="{632DF7FE-9916-4FAF-8457-3521400FFCEA}" dt="2025-12-03T12:49:11.699" v="106845" actId="1076"/>
          <ac:spMkLst>
            <pc:docMk/>
            <pc:sldMk cId="2296255274" sldId="1026"/>
            <ac:spMk id="5" creationId="{02983297-8B82-5AB5-C472-D434A2227764}"/>
          </ac:spMkLst>
        </pc:spChg>
        <pc:spChg chg="add del mod">
          <ac:chgData name="DEWE, HAYLEY L." userId="5cada80b-0f7b-49a5-96b2-656b100ca6c6" providerId="ADAL" clId="{632DF7FE-9916-4FAF-8457-3521400FFCEA}" dt="2025-12-03T14:00:31.979" v="107768" actId="478"/>
          <ac:spMkLst>
            <pc:docMk/>
            <pc:sldMk cId="2296255274" sldId="1026"/>
            <ac:spMk id="6" creationId="{D66B185C-4F6F-3FFE-D9DB-78B698FEF2E2}"/>
          </ac:spMkLst>
        </pc:spChg>
        <pc:spChg chg="add del mod">
          <ac:chgData name="DEWE, HAYLEY L." userId="5cada80b-0f7b-49a5-96b2-656b100ca6c6" providerId="ADAL" clId="{632DF7FE-9916-4FAF-8457-3521400FFCEA}" dt="2025-12-03T12:50:02.202" v="106870" actId="478"/>
          <ac:spMkLst>
            <pc:docMk/>
            <pc:sldMk cId="2296255274" sldId="1026"/>
            <ac:spMk id="8" creationId="{82834B1F-878D-BFFC-B330-FBF0D8FF72F2}"/>
          </ac:spMkLst>
        </pc:spChg>
        <pc:spChg chg="add del mod">
          <ac:chgData name="DEWE, HAYLEY L." userId="5cada80b-0f7b-49a5-96b2-656b100ca6c6" providerId="ADAL" clId="{632DF7FE-9916-4FAF-8457-3521400FFCEA}" dt="2025-12-03T12:50:04.104" v="106871" actId="1076"/>
          <ac:spMkLst>
            <pc:docMk/>
            <pc:sldMk cId="2296255274" sldId="1026"/>
            <ac:spMk id="11" creationId="{8D2AAC82-7313-5BAE-8917-E95F4765F05D}"/>
          </ac:spMkLst>
        </pc:spChg>
        <pc:spChg chg="add del mod">
          <ac:chgData name="DEWE, HAYLEY L." userId="5cada80b-0f7b-49a5-96b2-656b100ca6c6" providerId="ADAL" clId="{632DF7FE-9916-4FAF-8457-3521400FFCEA}" dt="2025-12-03T14:00:31.577" v="107767" actId="478"/>
          <ac:spMkLst>
            <pc:docMk/>
            <pc:sldMk cId="2296255274" sldId="1026"/>
            <ac:spMk id="16" creationId="{04CFB5BE-19E2-C2F7-E65A-B6829600AAE4}"/>
          </ac:spMkLst>
        </pc:spChg>
        <pc:spChg chg="mod">
          <ac:chgData name="DEWE, HAYLEY L." userId="5cada80b-0f7b-49a5-96b2-656b100ca6c6" providerId="ADAL" clId="{632DF7FE-9916-4FAF-8457-3521400FFCEA}" dt="2025-12-02T13:23:45.075" v="95061" actId="1076"/>
          <ac:spMkLst>
            <pc:docMk/>
            <pc:sldMk cId="2296255274" sldId="1026"/>
            <ac:spMk id="17" creationId="{ADD17E43-7B0C-A2FB-8B27-D1E99DABAFA7}"/>
          </ac:spMkLst>
        </pc:spChg>
        <pc:spChg chg="add del mod">
          <ac:chgData name="DEWE, HAYLEY L." userId="5cada80b-0f7b-49a5-96b2-656b100ca6c6" providerId="ADAL" clId="{632DF7FE-9916-4FAF-8457-3521400FFCEA}" dt="2025-12-03T14:00:18.370" v="107759" actId="478"/>
          <ac:spMkLst>
            <pc:docMk/>
            <pc:sldMk cId="2296255274" sldId="1026"/>
            <ac:spMk id="18" creationId="{DFE8103E-1560-620A-9C46-99C42AB28E23}"/>
          </ac:spMkLst>
        </pc:spChg>
        <pc:picChg chg="add del mod">
          <ac:chgData name="DEWE, HAYLEY L." userId="5cada80b-0f7b-49a5-96b2-656b100ca6c6" providerId="ADAL" clId="{632DF7FE-9916-4FAF-8457-3521400FFCEA}" dt="2025-12-03T12:49:53.953" v="106865" actId="478"/>
          <ac:picMkLst>
            <pc:docMk/>
            <pc:sldMk cId="2296255274" sldId="1026"/>
            <ac:picMk id="2" creationId="{AE65ECA5-2362-6D1B-914A-169C874BA10A}"/>
          </ac:picMkLst>
        </pc:picChg>
        <pc:picChg chg="add del mod">
          <ac:chgData name="DEWE, HAYLEY L." userId="5cada80b-0f7b-49a5-96b2-656b100ca6c6" providerId="ADAL" clId="{632DF7FE-9916-4FAF-8457-3521400FFCEA}" dt="2025-12-02T12:46:15.544" v="94023" actId="478"/>
          <ac:picMkLst>
            <pc:docMk/>
            <pc:sldMk cId="2296255274" sldId="1026"/>
            <ac:picMk id="3" creationId="{D5ED6BD0-9DF2-1088-A0B1-C492F747A5B0}"/>
          </ac:picMkLst>
        </pc:picChg>
        <pc:picChg chg="mod">
          <ac:chgData name="DEWE, HAYLEY L." userId="5cada80b-0f7b-49a5-96b2-656b100ca6c6" providerId="ADAL" clId="{632DF7FE-9916-4FAF-8457-3521400FFCEA}" dt="2025-12-03T12:49:16.216" v="106847" actId="1076"/>
          <ac:picMkLst>
            <pc:docMk/>
            <pc:sldMk cId="2296255274" sldId="1026"/>
            <ac:picMk id="7" creationId="{37C2B6A4-3B48-57EC-4AD7-ED2CFDD3821B}"/>
          </ac:picMkLst>
        </pc:picChg>
        <pc:picChg chg="add del mod">
          <ac:chgData name="DEWE, HAYLEY L." userId="5cada80b-0f7b-49a5-96b2-656b100ca6c6" providerId="ADAL" clId="{632DF7FE-9916-4FAF-8457-3521400FFCEA}" dt="2025-12-03T14:00:35.125" v="107770" actId="478"/>
          <ac:picMkLst>
            <pc:docMk/>
            <pc:sldMk cId="2296255274" sldId="1026"/>
            <ac:picMk id="19" creationId="{A1A6C0B2-230B-7E99-FB9F-5E67A7E16CB0}"/>
          </ac:picMkLst>
        </pc:picChg>
        <pc:picChg chg="del">
          <ac:chgData name="DEWE, HAYLEY L." userId="5cada80b-0f7b-49a5-96b2-656b100ca6c6" providerId="ADAL" clId="{632DF7FE-9916-4FAF-8457-3521400FFCEA}" dt="2025-12-02T12:42:56.748" v="93848" actId="478"/>
          <ac:picMkLst>
            <pc:docMk/>
            <pc:sldMk cId="2296255274" sldId="1026"/>
            <ac:picMk id="1026" creationId="{AC127CC3-63D6-3C08-156F-7CB6A519999E}"/>
          </ac:picMkLst>
        </pc:picChg>
        <pc:cxnChg chg="add del mod">
          <ac:chgData name="DEWE, HAYLEY L." userId="5cada80b-0f7b-49a5-96b2-656b100ca6c6" providerId="ADAL" clId="{632DF7FE-9916-4FAF-8457-3521400FFCEA}" dt="2025-12-03T14:00:31.179" v="107766" actId="478"/>
          <ac:cxnSpMkLst>
            <pc:docMk/>
            <pc:sldMk cId="2296255274" sldId="1026"/>
            <ac:cxnSpMk id="2" creationId="{53FA8946-9334-7E8D-040A-C8DDC2960C70}"/>
          </ac:cxnSpMkLst>
        </pc:cxnChg>
        <pc:cxnChg chg="add del mod">
          <ac:chgData name="DEWE, HAYLEY L." userId="5cada80b-0f7b-49a5-96b2-656b100ca6c6" providerId="ADAL" clId="{632DF7FE-9916-4FAF-8457-3521400FFCEA}" dt="2025-12-03T12:49:20.774" v="106849" actId="478"/>
          <ac:cxnSpMkLst>
            <pc:docMk/>
            <pc:sldMk cId="2296255274" sldId="1026"/>
            <ac:cxnSpMk id="9" creationId="{3E080F34-CA78-27D6-573B-1E9730C78BC8}"/>
          </ac:cxnSpMkLst>
        </pc:cxnChg>
        <pc:cxnChg chg="add del mod">
          <ac:chgData name="DEWE, HAYLEY L." userId="5cada80b-0f7b-49a5-96b2-656b100ca6c6" providerId="ADAL" clId="{632DF7FE-9916-4FAF-8457-3521400FFCEA}" dt="2025-12-03T14:00:30.830" v="107765" actId="478"/>
          <ac:cxnSpMkLst>
            <pc:docMk/>
            <pc:sldMk cId="2296255274" sldId="1026"/>
            <ac:cxnSpMk id="12" creationId="{52BE1E80-E451-1ED8-2228-DE98D01E11C6}"/>
          </ac:cxnSpMkLst>
        </pc:cxnChg>
      </pc:sldChg>
      <pc:sldChg chg="addSp delSp modSp add mod ord delAnim modAnim modNotesTx">
        <pc:chgData name="DEWE, HAYLEY L." userId="5cada80b-0f7b-49a5-96b2-656b100ca6c6" providerId="ADAL" clId="{632DF7FE-9916-4FAF-8457-3521400FFCEA}" dt="2025-12-03T13:07:26.928" v="107207" actId="21"/>
        <pc:sldMkLst>
          <pc:docMk/>
          <pc:sldMk cId="446458243" sldId="1027"/>
        </pc:sldMkLst>
        <pc:spChg chg="mod">
          <ac:chgData name="DEWE, HAYLEY L." userId="5cada80b-0f7b-49a5-96b2-656b100ca6c6" providerId="ADAL" clId="{632DF7FE-9916-4FAF-8457-3521400FFCEA}" dt="2025-12-03T13:07:26.928" v="107207" actId="21"/>
          <ac:spMkLst>
            <pc:docMk/>
            <pc:sldMk cId="446458243" sldId="1027"/>
            <ac:spMk id="3" creationId="{B602F7C1-63D3-3437-E30E-1E08CF89634A}"/>
          </ac:spMkLst>
        </pc:spChg>
        <pc:spChg chg="mod">
          <ac:chgData name="DEWE, HAYLEY L." userId="5cada80b-0f7b-49a5-96b2-656b100ca6c6" providerId="ADAL" clId="{632DF7FE-9916-4FAF-8457-3521400FFCEA}" dt="2025-12-02T14:09:08.573" v="96934" actId="1076"/>
          <ac:spMkLst>
            <pc:docMk/>
            <pc:sldMk cId="446458243" sldId="1027"/>
            <ac:spMk id="4" creationId="{2D66F6B1-CDC5-D8F8-36F5-45259564A1FE}"/>
          </ac:spMkLst>
        </pc:spChg>
        <pc:spChg chg="add del mod">
          <ac:chgData name="DEWE, HAYLEY L." userId="5cada80b-0f7b-49a5-96b2-656b100ca6c6" providerId="ADAL" clId="{632DF7FE-9916-4FAF-8457-3521400FFCEA}" dt="2025-12-02T13:16:43.657" v="94465" actId="478"/>
          <ac:spMkLst>
            <pc:docMk/>
            <pc:sldMk cId="446458243" sldId="1027"/>
            <ac:spMk id="5" creationId="{1C3A34EC-7B8A-7F26-B1D7-9539423C1431}"/>
          </ac:spMkLst>
        </pc:spChg>
        <pc:spChg chg="del">
          <ac:chgData name="DEWE, HAYLEY L." userId="5cada80b-0f7b-49a5-96b2-656b100ca6c6" providerId="ADAL" clId="{632DF7FE-9916-4FAF-8457-3521400FFCEA}" dt="2025-12-02T13:16:42.026" v="94464" actId="478"/>
          <ac:spMkLst>
            <pc:docMk/>
            <pc:sldMk cId="446458243" sldId="1027"/>
            <ac:spMk id="9" creationId="{43B45E25-C470-314E-8951-B978A2AEA90C}"/>
          </ac:spMkLst>
        </pc:spChg>
      </pc:sldChg>
      <pc:sldChg chg="modSp add mod ord modAnim">
        <pc:chgData name="DEWE, HAYLEY L." userId="5cada80b-0f7b-49a5-96b2-656b100ca6c6" providerId="ADAL" clId="{632DF7FE-9916-4FAF-8457-3521400FFCEA}" dt="2025-12-03T13:02:04.246" v="107130" actId="1076"/>
        <pc:sldMkLst>
          <pc:docMk/>
          <pc:sldMk cId="2639415563" sldId="1028"/>
        </pc:sldMkLst>
        <pc:spChg chg="mod">
          <ac:chgData name="DEWE, HAYLEY L." userId="5cada80b-0f7b-49a5-96b2-656b100ca6c6" providerId="ADAL" clId="{632DF7FE-9916-4FAF-8457-3521400FFCEA}" dt="2025-12-03T11:38:59.883" v="103149" actId="20577"/>
          <ac:spMkLst>
            <pc:docMk/>
            <pc:sldMk cId="2639415563" sldId="1028"/>
            <ac:spMk id="7" creationId="{CCB02761-946B-B16D-E2D7-D7EE82BAD8D9}"/>
          </ac:spMkLst>
        </pc:spChg>
        <pc:picChg chg="mod">
          <ac:chgData name="DEWE, HAYLEY L." userId="5cada80b-0f7b-49a5-96b2-656b100ca6c6" providerId="ADAL" clId="{632DF7FE-9916-4FAF-8457-3521400FFCEA}" dt="2025-12-03T12:59:32.670" v="107112" actId="14100"/>
          <ac:picMkLst>
            <pc:docMk/>
            <pc:sldMk cId="2639415563" sldId="1028"/>
            <ac:picMk id="4" creationId="{50298ABC-2E53-FA69-EFF5-A3FBE919D9B8}"/>
          </ac:picMkLst>
        </pc:picChg>
        <pc:picChg chg="mod">
          <ac:chgData name="DEWE, HAYLEY L." userId="5cada80b-0f7b-49a5-96b2-656b100ca6c6" providerId="ADAL" clId="{632DF7FE-9916-4FAF-8457-3521400FFCEA}" dt="2025-12-03T13:02:04.246" v="107130" actId="1076"/>
          <ac:picMkLst>
            <pc:docMk/>
            <pc:sldMk cId="2639415563" sldId="1028"/>
            <ac:picMk id="13" creationId="{DDECE17A-6AC9-37D9-DDD3-2607DFE4F6DD}"/>
          </ac:picMkLst>
        </pc:picChg>
        <pc:picChg chg="mod">
          <ac:chgData name="DEWE, HAYLEY L." userId="5cada80b-0f7b-49a5-96b2-656b100ca6c6" providerId="ADAL" clId="{632DF7FE-9916-4FAF-8457-3521400FFCEA}" dt="2025-12-03T13:00:37.111" v="107124" actId="1076"/>
          <ac:picMkLst>
            <pc:docMk/>
            <pc:sldMk cId="2639415563" sldId="1028"/>
            <ac:picMk id="16" creationId="{82DA6325-2328-0A2A-E8E1-25240D0D4BE1}"/>
          </ac:picMkLst>
        </pc:picChg>
        <pc:picChg chg="mod">
          <ac:chgData name="DEWE, HAYLEY L." userId="5cada80b-0f7b-49a5-96b2-656b100ca6c6" providerId="ADAL" clId="{632DF7FE-9916-4FAF-8457-3521400FFCEA}" dt="2025-12-03T13:00:51.806" v="107126" actId="1076"/>
          <ac:picMkLst>
            <pc:docMk/>
            <pc:sldMk cId="2639415563" sldId="1028"/>
            <ac:picMk id="17" creationId="{5664BBE5-651D-388A-28D6-113408AA6E76}"/>
          </ac:picMkLst>
        </pc:picChg>
      </pc:sldChg>
      <pc:sldChg chg="addSp delSp modSp add mod ord modAnim modNotesTx">
        <pc:chgData name="DEWE, HAYLEY L." userId="5cada80b-0f7b-49a5-96b2-656b100ca6c6" providerId="ADAL" clId="{632DF7FE-9916-4FAF-8457-3521400FFCEA}" dt="2025-12-03T13:58:36.718" v="107748" actId="20577"/>
        <pc:sldMkLst>
          <pc:docMk/>
          <pc:sldMk cId="1983068880" sldId="1029"/>
        </pc:sldMkLst>
        <pc:spChg chg="mod">
          <ac:chgData name="DEWE, HAYLEY L." userId="5cada80b-0f7b-49a5-96b2-656b100ca6c6" providerId="ADAL" clId="{632DF7FE-9916-4FAF-8457-3521400FFCEA}" dt="2025-12-02T13:58:45.630" v="96174" actId="1076"/>
          <ac:spMkLst>
            <pc:docMk/>
            <pc:sldMk cId="1983068880" sldId="1029"/>
            <ac:spMk id="3" creationId="{D07CAF32-9301-9F15-7BDD-534A922C2A29}"/>
          </ac:spMkLst>
        </pc:spChg>
        <pc:spChg chg="add mod">
          <ac:chgData name="DEWE, HAYLEY L." userId="5cada80b-0f7b-49a5-96b2-656b100ca6c6" providerId="ADAL" clId="{632DF7FE-9916-4FAF-8457-3521400FFCEA}" dt="2025-12-02T13:22:29.391" v="95037" actId="113"/>
          <ac:spMkLst>
            <pc:docMk/>
            <pc:sldMk cId="1983068880" sldId="1029"/>
            <ac:spMk id="4" creationId="{D62F98B3-1859-2642-037F-47BA7B2956A8}"/>
          </ac:spMkLst>
        </pc:spChg>
        <pc:spChg chg="mod">
          <ac:chgData name="DEWE, HAYLEY L." userId="5cada80b-0f7b-49a5-96b2-656b100ca6c6" providerId="ADAL" clId="{632DF7FE-9916-4FAF-8457-3521400FFCEA}" dt="2025-12-03T11:37:18.474" v="103112" actId="313"/>
          <ac:spMkLst>
            <pc:docMk/>
            <pc:sldMk cId="1983068880" sldId="1029"/>
            <ac:spMk id="6" creationId="{0975F414-DCA8-84C1-2FAC-CEDBC91D11B4}"/>
          </ac:spMkLst>
        </pc:spChg>
        <pc:spChg chg="add del mod">
          <ac:chgData name="DEWE, HAYLEY L." userId="5cada80b-0f7b-49a5-96b2-656b100ca6c6" providerId="ADAL" clId="{632DF7FE-9916-4FAF-8457-3521400FFCEA}" dt="2025-12-02T13:22:31.122" v="95038" actId="113"/>
          <ac:spMkLst>
            <pc:docMk/>
            <pc:sldMk cId="1983068880" sldId="1029"/>
            <ac:spMk id="9" creationId="{1B8F08CD-16A3-B246-74D5-3447D6F80CF2}"/>
          </ac:spMkLst>
        </pc:spChg>
        <pc:picChg chg="add mod">
          <ac:chgData name="DEWE, HAYLEY L." userId="5cada80b-0f7b-49a5-96b2-656b100ca6c6" providerId="ADAL" clId="{632DF7FE-9916-4FAF-8457-3521400FFCEA}" dt="2025-12-02T13:22:45.742" v="95046" actId="1076"/>
          <ac:picMkLst>
            <pc:docMk/>
            <pc:sldMk cId="1983068880" sldId="1029"/>
            <ac:picMk id="5" creationId="{1B1EAF36-00FD-C538-A99C-E11843C96AEF}"/>
          </ac:picMkLst>
        </pc:picChg>
        <pc:picChg chg="mod">
          <ac:chgData name="DEWE, HAYLEY L." userId="5cada80b-0f7b-49a5-96b2-656b100ca6c6" providerId="ADAL" clId="{632DF7FE-9916-4FAF-8457-3521400FFCEA}" dt="2025-12-02T13:22:42.481" v="95044" actId="1076"/>
          <ac:picMkLst>
            <pc:docMk/>
            <pc:sldMk cId="1983068880" sldId="1029"/>
            <ac:picMk id="7" creationId="{FF37C06A-87C9-8232-55B6-CEC506AF723E}"/>
          </ac:picMkLst>
        </pc:picChg>
      </pc:sldChg>
      <pc:sldChg chg="modSp add mod modAnim modNotesTx">
        <pc:chgData name="DEWE, HAYLEY L." userId="5cada80b-0f7b-49a5-96b2-656b100ca6c6" providerId="ADAL" clId="{632DF7FE-9916-4FAF-8457-3521400FFCEA}" dt="2025-12-03T13:07:14.604" v="107203"/>
        <pc:sldMkLst>
          <pc:docMk/>
          <pc:sldMk cId="2424592888" sldId="1030"/>
        </pc:sldMkLst>
        <pc:spChg chg="mod">
          <ac:chgData name="DEWE, HAYLEY L." userId="5cada80b-0f7b-49a5-96b2-656b100ca6c6" providerId="ADAL" clId="{632DF7FE-9916-4FAF-8457-3521400FFCEA}" dt="2025-12-02T13:24:33.022" v="95190" actId="20577"/>
          <ac:spMkLst>
            <pc:docMk/>
            <pc:sldMk cId="2424592888" sldId="1030"/>
            <ac:spMk id="3" creationId="{97BC0FF1-6350-724F-7B03-4FD732AA9A29}"/>
          </ac:spMkLst>
        </pc:spChg>
        <pc:spChg chg="mod">
          <ac:chgData name="DEWE, HAYLEY L." userId="5cada80b-0f7b-49a5-96b2-656b100ca6c6" providerId="ADAL" clId="{632DF7FE-9916-4FAF-8457-3521400FFCEA}" dt="2025-12-02T13:25:29.979" v="95315" actId="20577"/>
          <ac:spMkLst>
            <pc:docMk/>
            <pc:sldMk cId="2424592888" sldId="1030"/>
            <ac:spMk id="4" creationId="{C590E751-C428-5167-6DCB-8C0BD8A5709A}"/>
          </ac:spMkLst>
        </pc:spChg>
        <pc:spChg chg="mod">
          <ac:chgData name="DEWE, HAYLEY L." userId="5cada80b-0f7b-49a5-96b2-656b100ca6c6" providerId="ADAL" clId="{632DF7FE-9916-4FAF-8457-3521400FFCEA}" dt="2025-12-02T13:24:10.025" v="95114" actId="20577"/>
          <ac:spMkLst>
            <pc:docMk/>
            <pc:sldMk cId="2424592888" sldId="1030"/>
            <ac:spMk id="6" creationId="{E13FF6D3-2B78-BA61-5D3B-19A9B1542BA1}"/>
          </ac:spMkLst>
        </pc:spChg>
        <pc:spChg chg="mod">
          <ac:chgData name="DEWE, HAYLEY L." userId="5cada80b-0f7b-49a5-96b2-656b100ca6c6" providerId="ADAL" clId="{632DF7FE-9916-4FAF-8457-3521400FFCEA}" dt="2025-12-02T13:25:44.149" v="95364" actId="20577"/>
          <ac:spMkLst>
            <pc:docMk/>
            <pc:sldMk cId="2424592888" sldId="1030"/>
            <ac:spMk id="9" creationId="{C5688A53-6FE0-0146-2BA0-8081C295DD3B}"/>
          </ac:spMkLst>
        </pc:spChg>
        <pc:picChg chg="mod">
          <ac:chgData name="DEWE, HAYLEY L." userId="5cada80b-0f7b-49a5-96b2-656b100ca6c6" providerId="ADAL" clId="{632DF7FE-9916-4FAF-8457-3521400FFCEA}" dt="2025-12-02T13:25:14.973" v="95299" actId="1076"/>
          <ac:picMkLst>
            <pc:docMk/>
            <pc:sldMk cId="2424592888" sldId="1030"/>
            <ac:picMk id="5" creationId="{C4AC4CCB-F376-F0E0-4174-12056D0C5586}"/>
          </ac:picMkLst>
        </pc:picChg>
      </pc:sldChg>
      <pc:sldChg chg="modSp add mod ord modAnim">
        <pc:chgData name="DEWE, HAYLEY L." userId="5cada80b-0f7b-49a5-96b2-656b100ca6c6" providerId="ADAL" clId="{632DF7FE-9916-4FAF-8457-3521400FFCEA}" dt="2025-12-03T13:07:52.974" v="107221"/>
        <pc:sldMkLst>
          <pc:docMk/>
          <pc:sldMk cId="3693719936" sldId="1031"/>
        </pc:sldMkLst>
        <pc:spChg chg="mod">
          <ac:chgData name="DEWE, HAYLEY L." userId="5cada80b-0f7b-49a5-96b2-656b100ca6c6" providerId="ADAL" clId="{632DF7FE-9916-4FAF-8457-3521400FFCEA}" dt="2025-12-02T14:12:24.169" v="97068" actId="20577"/>
          <ac:spMkLst>
            <pc:docMk/>
            <pc:sldMk cId="3693719936" sldId="1031"/>
            <ac:spMk id="7" creationId="{03DFA7AF-D258-B133-68DD-F1CD353B3165}"/>
          </ac:spMkLst>
        </pc:spChg>
        <pc:spChg chg="mod">
          <ac:chgData name="DEWE, HAYLEY L." userId="5cada80b-0f7b-49a5-96b2-656b100ca6c6" providerId="ADAL" clId="{632DF7FE-9916-4FAF-8457-3521400FFCEA}" dt="2025-12-03T11:43:27.742" v="103253" actId="20577"/>
          <ac:spMkLst>
            <pc:docMk/>
            <pc:sldMk cId="3693719936" sldId="1031"/>
            <ac:spMk id="8" creationId="{B86A1075-7E0E-BDDD-948D-C5E524831F24}"/>
          </ac:spMkLst>
        </pc:spChg>
      </pc:sldChg>
      <pc:sldChg chg="delSp modSp add mod ord delAnim modAnim">
        <pc:chgData name="DEWE, HAYLEY L." userId="5cada80b-0f7b-49a5-96b2-656b100ca6c6" providerId="ADAL" clId="{632DF7FE-9916-4FAF-8457-3521400FFCEA}" dt="2025-12-03T12:58:08.119" v="107083"/>
        <pc:sldMkLst>
          <pc:docMk/>
          <pc:sldMk cId="19012838" sldId="1032"/>
        </pc:sldMkLst>
        <pc:spChg chg="mod">
          <ac:chgData name="DEWE, HAYLEY L." userId="5cada80b-0f7b-49a5-96b2-656b100ca6c6" providerId="ADAL" clId="{632DF7FE-9916-4FAF-8457-3521400FFCEA}" dt="2025-12-03T12:58:04.032" v="107081" actId="20577"/>
          <ac:spMkLst>
            <pc:docMk/>
            <pc:sldMk cId="19012838" sldId="1032"/>
            <ac:spMk id="2" creationId="{138278B2-B9BD-0AD9-5F34-BCCB0843CA92}"/>
          </ac:spMkLst>
        </pc:spChg>
        <pc:spChg chg="mod">
          <ac:chgData name="DEWE, HAYLEY L." userId="5cada80b-0f7b-49a5-96b2-656b100ca6c6" providerId="ADAL" clId="{632DF7FE-9916-4FAF-8457-3521400FFCEA}" dt="2025-12-02T13:57:27.549" v="96103" actId="20577"/>
          <ac:spMkLst>
            <pc:docMk/>
            <pc:sldMk cId="19012838" sldId="1032"/>
            <ac:spMk id="5" creationId="{2559293F-F3AA-48C7-5D83-131E604D0611}"/>
          </ac:spMkLst>
        </pc:spChg>
        <pc:picChg chg="del">
          <ac:chgData name="DEWE, HAYLEY L." userId="5cada80b-0f7b-49a5-96b2-656b100ca6c6" providerId="ADAL" clId="{632DF7FE-9916-4FAF-8457-3521400FFCEA}" dt="2025-12-02T13:56:39.917" v="96073" actId="478"/>
          <ac:picMkLst>
            <pc:docMk/>
            <pc:sldMk cId="19012838" sldId="1032"/>
            <ac:picMk id="6" creationId="{456A7C61-E4E6-4A35-3631-6EC77C6E57AB}"/>
          </ac:picMkLst>
        </pc:picChg>
      </pc:sldChg>
      <pc:sldChg chg="add del">
        <pc:chgData name="DEWE, HAYLEY L." userId="5cada80b-0f7b-49a5-96b2-656b100ca6c6" providerId="ADAL" clId="{632DF7FE-9916-4FAF-8457-3521400FFCEA}" dt="2025-12-02T14:12:52.689" v="97143" actId="47"/>
        <pc:sldMkLst>
          <pc:docMk/>
          <pc:sldMk cId="545617177" sldId="1033"/>
        </pc:sldMkLst>
      </pc:sldChg>
      <pc:sldChg chg="addSp delSp modSp add del mod delAnim modAnim">
        <pc:chgData name="DEWE, HAYLEY L." userId="5cada80b-0f7b-49a5-96b2-656b100ca6c6" providerId="ADAL" clId="{632DF7FE-9916-4FAF-8457-3521400FFCEA}" dt="2025-12-02T15:09:01.010" v="98759" actId="47"/>
        <pc:sldMkLst>
          <pc:docMk/>
          <pc:sldMk cId="2832659999" sldId="1033"/>
        </pc:sldMkLst>
        <pc:spChg chg="del">
          <ac:chgData name="DEWE, HAYLEY L." userId="5cada80b-0f7b-49a5-96b2-656b100ca6c6" providerId="ADAL" clId="{632DF7FE-9916-4FAF-8457-3521400FFCEA}" dt="2025-12-02T14:19:01.246" v="97279" actId="478"/>
          <ac:spMkLst>
            <pc:docMk/>
            <pc:sldMk cId="2832659999" sldId="1033"/>
            <ac:spMk id="6" creationId="{DD93DF73-D989-D76F-6CC4-50686D22EDBB}"/>
          </ac:spMkLst>
        </pc:spChg>
        <pc:spChg chg="add mod">
          <ac:chgData name="DEWE, HAYLEY L." userId="5cada80b-0f7b-49a5-96b2-656b100ca6c6" providerId="ADAL" clId="{632DF7FE-9916-4FAF-8457-3521400FFCEA}" dt="2025-12-02T14:18:33.680" v="97278" actId="11530"/>
          <ac:spMkLst>
            <pc:docMk/>
            <pc:sldMk cId="2832659999" sldId="1033"/>
            <ac:spMk id="10" creationId="{0BC26F0B-BE50-1C0B-793C-881ADB226EFF}"/>
          </ac:spMkLst>
        </pc:spChg>
        <pc:graphicFrameChg chg="add del mod">
          <ac:chgData name="DEWE, HAYLEY L." userId="5cada80b-0f7b-49a5-96b2-656b100ca6c6" providerId="ADAL" clId="{632DF7FE-9916-4FAF-8457-3521400FFCEA}" dt="2025-12-02T14:18:08.193" v="97269" actId="478"/>
          <ac:graphicFrameMkLst>
            <pc:docMk/>
            <pc:sldMk cId="2832659999" sldId="1033"/>
            <ac:graphicFrameMk id="2" creationId="{B6F74FA1-7417-B2B3-70AC-D0E91F8B48E3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4:18:14.556" v="97272" actId="1076"/>
          <ac:graphicFrameMkLst>
            <pc:docMk/>
            <pc:sldMk cId="2832659999" sldId="1033"/>
            <ac:graphicFrameMk id="7" creationId="{FE270159-2B76-A2E1-373B-4A93012B3CE0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4:18:14.556" v="97272" actId="1076"/>
          <ac:graphicFrameMkLst>
            <pc:docMk/>
            <pc:sldMk cId="2832659999" sldId="1033"/>
            <ac:graphicFrameMk id="9" creationId="{B1CA12FC-324C-B713-E686-E6DA99D05DEA}"/>
          </ac:graphicFrameMkLst>
        </pc:graphicFrameChg>
        <pc:picChg chg="del">
          <ac:chgData name="DEWE, HAYLEY L." userId="5cada80b-0f7b-49a5-96b2-656b100ca6c6" providerId="ADAL" clId="{632DF7FE-9916-4FAF-8457-3521400FFCEA}" dt="2025-12-02T14:17:53.458" v="97264" actId="478"/>
          <ac:picMkLst>
            <pc:docMk/>
            <pc:sldMk cId="2832659999" sldId="1033"/>
            <ac:picMk id="3" creationId="{E0852C81-14D0-EA69-9B1A-1526CF69F10D}"/>
          </ac:picMkLst>
        </pc:picChg>
        <pc:picChg chg="del">
          <ac:chgData name="DEWE, HAYLEY L." userId="5cada80b-0f7b-49a5-96b2-656b100ca6c6" providerId="ADAL" clId="{632DF7FE-9916-4FAF-8457-3521400FFCEA}" dt="2025-12-02T14:17:53.983" v="97265" actId="478"/>
          <ac:picMkLst>
            <pc:docMk/>
            <pc:sldMk cId="2832659999" sldId="1033"/>
            <ac:picMk id="8" creationId="{247A4BB7-50A7-AB7C-BF6C-F6E2AD6D9DFA}"/>
          </ac:picMkLst>
        </pc:picChg>
      </pc:sldChg>
      <pc:sldChg chg="delSp add del mod">
        <pc:chgData name="DEWE, HAYLEY L." userId="5cada80b-0f7b-49a5-96b2-656b100ca6c6" providerId="ADAL" clId="{632DF7FE-9916-4FAF-8457-3521400FFCEA}" dt="2025-12-02T15:08:56.654" v="98758" actId="47"/>
        <pc:sldMkLst>
          <pc:docMk/>
          <pc:sldMk cId="4208058047" sldId="1034"/>
        </pc:sldMkLst>
        <pc:spChg chg="del">
          <ac:chgData name="DEWE, HAYLEY L." userId="5cada80b-0f7b-49a5-96b2-656b100ca6c6" providerId="ADAL" clId="{632DF7FE-9916-4FAF-8457-3521400FFCEA}" dt="2025-12-02T14:22:36.351" v="97616" actId="478"/>
          <ac:spMkLst>
            <pc:docMk/>
            <pc:sldMk cId="4208058047" sldId="1034"/>
            <ac:spMk id="4" creationId="{9B52569E-4B22-48A4-28CB-DB45E97A5DC4}"/>
          </ac:spMkLst>
        </pc:spChg>
      </pc:sldChg>
      <pc:sldChg chg="new del">
        <pc:chgData name="DEWE, HAYLEY L." userId="5cada80b-0f7b-49a5-96b2-656b100ca6c6" providerId="ADAL" clId="{632DF7FE-9916-4FAF-8457-3521400FFCEA}" dt="2025-12-02T15:09:02.769" v="98760" actId="47"/>
        <pc:sldMkLst>
          <pc:docMk/>
          <pc:sldMk cId="4182704240" sldId="1035"/>
        </pc:sldMkLst>
      </pc:sldChg>
      <pc:sldChg chg="addSp delSp modSp add mod addAnim delAnim modAnim modNotesTx">
        <pc:chgData name="DEWE, HAYLEY L." userId="5cada80b-0f7b-49a5-96b2-656b100ca6c6" providerId="ADAL" clId="{632DF7FE-9916-4FAF-8457-3521400FFCEA}" dt="2025-12-03T13:10:58.118" v="107256"/>
        <pc:sldMkLst>
          <pc:docMk/>
          <pc:sldMk cId="1566381819" sldId="1036"/>
        </pc:sldMkLst>
        <pc:spChg chg="mod">
          <ac:chgData name="DEWE, HAYLEY L." userId="5cada80b-0f7b-49a5-96b2-656b100ca6c6" providerId="ADAL" clId="{632DF7FE-9916-4FAF-8457-3521400FFCEA}" dt="2025-12-02T14:42:50.146" v="98046" actId="403"/>
          <ac:spMkLst>
            <pc:docMk/>
            <pc:sldMk cId="1566381819" sldId="1036"/>
            <ac:spMk id="4" creationId="{7C3A447C-6325-B9EE-2AFA-56C051BC7769}"/>
          </ac:spMkLst>
        </pc:spChg>
        <pc:spChg chg="del">
          <ac:chgData name="DEWE, HAYLEY L." userId="5cada80b-0f7b-49a5-96b2-656b100ca6c6" providerId="ADAL" clId="{632DF7FE-9916-4FAF-8457-3521400FFCEA}" dt="2025-12-02T14:34:36.705" v="97838" actId="478"/>
          <ac:spMkLst>
            <pc:docMk/>
            <pc:sldMk cId="1566381819" sldId="1036"/>
            <ac:spMk id="5" creationId="{710A5166-82A3-E265-FD18-E2E70DF42C01}"/>
          </ac:spMkLst>
        </pc:spChg>
        <pc:spChg chg="add mod">
          <ac:chgData name="DEWE, HAYLEY L." userId="5cada80b-0f7b-49a5-96b2-656b100ca6c6" providerId="ADAL" clId="{632DF7FE-9916-4FAF-8457-3521400FFCEA}" dt="2025-12-02T14:40:24.437" v="97936" actId="1076"/>
          <ac:spMkLst>
            <pc:docMk/>
            <pc:sldMk cId="1566381819" sldId="1036"/>
            <ac:spMk id="8" creationId="{5C78C0B4-5F9A-2754-9DB6-7E32D6A146DE}"/>
          </ac:spMkLst>
        </pc:spChg>
        <pc:spChg chg="del">
          <ac:chgData name="DEWE, HAYLEY L." userId="5cada80b-0f7b-49a5-96b2-656b100ca6c6" providerId="ADAL" clId="{632DF7FE-9916-4FAF-8457-3521400FFCEA}" dt="2025-12-03T11:41:21.250" v="103239" actId="478"/>
          <ac:spMkLst>
            <pc:docMk/>
            <pc:sldMk cId="1566381819" sldId="1036"/>
            <ac:spMk id="9" creationId="{441ABEAF-B20E-E8D0-E4DF-9F70C3126E87}"/>
          </ac:spMkLst>
        </pc:spChg>
        <pc:spChg chg="add mod">
          <ac:chgData name="DEWE, HAYLEY L." userId="5cada80b-0f7b-49a5-96b2-656b100ca6c6" providerId="ADAL" clId="{632DF7FE-9916-4FAF-8457-3521400FFCEA}" dt="2025-12-02T14:39:10.294" v="97918" actId="1076"/>
          <ac:spMkLst>
            <pc:docMk/>
            <pc:sldMk cId="1566381819" sldId="1036"/>
            <ac:spMk id="11" creationId="{6DEC2FBB-82F8-81B2-7172-AAAA5AB64610}"/>
          </ac:spMkLst>
        </pc:spChg>
        <pc:spChg chg="add mod">
          <ac:chgData name="DEWE, HAYLEY L." userId="5cada80b-0f7b-49a5-96b2-656b100ca6c6" providerId="ADAL" clId="{632DF7FE-9916-4FAF-8457-3521400FFCEA}" dt="2025-12-02T14:39:10.294" v="97918" actId="1076"/>
          <ac:spMkLst>
            <pc:docMk/>
            <pc:sldMk cId="1566381819" sldId="1036"/>
            <ac:spMk id="12" creationId="{F2EE250F-CB14-9743-AB30-AE8324A72238}"/>
          </ac:spMkLst>
        </pc:spChg>
        <pc:spChg chg="add del mod">
          <ac:chgData name="DEWE, HAYLEY L." userId="5cada80b-0f7b-49a5-96b2-656b100ca6c6" providerId="ADAL" clId="{632DF7FE-9916-4FAF-8457-3521400FFCEA}" dt="2025-12-02T14:36:06.980" v="97859" actId="478"/>
          <ac:spMkLst>
            <pc:docMk/>
            <pc:sldMk cId="1566381819" sldId="1036"/>
            <ac:spMk id="14" creationId="{F23FF8A8-F65B-B835-D57D-12081F550436}"/>
          </ac:spMkLst>
        </pc:spChg>
        <pc:spChg chg="add del mod">
          <ac:chgData name="DEWE, HAYLEY L." userId="5cada80b-0f7b-49a5-96b2-656b100ca6c6" providerId="ADAL" clId="{632DF7FE-9916-4FAF-8457-3521400FFCEA}" dt="2025-12-02T14:36:05.837" v="97858" actId="478"/>
          <ac:spMkLst>
            <pc:docMk/>
            <pc:sldMk cId="1566381819" sldId="1036"/>
            <ac:spMk id="15" creationId="{2C5CB6A6-F4B0-0CEC-04FF-A62D3AEC9922}"/>
          </ac:spMkLst>
        </pc:spChg>
        <pc:spChg chg="add mod">
          <ac:chgData name="DEWE, HAYLEY L." userId="5cada80b-0f7b-49a5-96b2-656b100ca6c6" providerId="ADAL" clId="{632DF7FE-9916-4FAF-8457-3521400FFCEA}" dt="2025-12-02T14:39:38.711" v="97923" actId="1076"/>
          <ac:spMkLst>
            <pc:docMk/>
            <pc:sldMk cId="1566381819" sldId="1036"/>
            <ac:spMk id="16" creationId="{65139AA4-598E-7A3B-780E-E5A1C11FFF68}"/>
          </ac:spMkLst>
        </pc:spChg>
        <pc:spChg chg="add mod">
          <ac:chgData name="DEWE, HAYLEY L." userId="5cada80b-0f7b-49a5-96b2-656b100ca6c6" providerId="ADAL" clId="{632DF7FE-9916-4FAF-8457-3521400FFCEA}" dt="2025-12-02T14:40:05.099" v="97930" actId="1076"/>
          <ac:spMkLst>
            <pc:docMk/>
            <pc:sldMk cId="1566381819" sldId="1036"/>
            <ac:spMk id="18" creationId="{DA099F2F-A0A1-5B0A-D2ED-E060821B9AB6}"/>
          </ac:spMkLst>
        </pc:spChg>
        <pc:spChg chg="add del mod">
          <ac:chgData name="DEWE, HAYLEY L." userId="5cada80b-0f7b-49a5-96b2-656b100ca6c6" providerId="ADAL" clId="{632DF7FE-9916-4FAF-8457-3521400FFCEA}" dt="2025-12-03T11:41:23.188" v="103241" actId="478"/>
          <ac:spMkLst>
            <pc:docMk/>
            <pc:sldMk cId="1566381819" sldId="1036"/>
            <ac:spMk id="20" creationId="{D9647CE4-488D-5AA3-A7E1-8DFCF54B4CD7}"/>
          </ac:spMkLst>
        </pc:spChg>
        <pc:spChg chg="add mod">
          <ac:chgData name="DEWE, HAYLEY L." userId="5cada80b-0f7b-49a5-96b2-656b100ca6c6" providerId="ADAL" clId="{632DF7FE-9916-4FAF-8457-3521400FFCEA}" dt="2025-12-03T11:41:21.787" v="103240"/>
          <ac:spMkLst>
            <pc:docMk/>
            <pc:sldMk cId="1566381819" sldId="1036"/>
            <ac:spMk id="21" creationId="{2E053F4B-8B5C-A124-A1D3-C77B08DB75B6}"/>
          </ac:spMkLst>
        </pc:spChg>
        <pc:graphicFrameChg chg="add del mod">
          <ac:chgData name="DEWE, HAYLEY L." userId="5cada80b-0f7b-49a5-96b2-656b100ca6c6" providerId="ADAL" clId="{632DF7FE-9916-4FAF-8457-3521400FFCEA}" dt="2025-12-02T14:35:16.035" v="97847" actId="478"/>
          <ac:graphicFrameMkLst>
            <pc:docMk/>
            <pc:sldMk cId="1566381819" sldId="1036"/>
            <ac:graphicFrameMk id="2" creationId="{8212745A-2C4D-A16B-C276-5D65B7D7A2B1}"/>
          </ac:graphicFrameMkLst>
        </pc:graphicFrameChg>
        <pc:graphicFrameChg chg="del mod">
          <ac:chgData name="DEWE, HAYLEY L." userId="5cada80b-0f7b-49a5-96b2-656b100ca6c6" providerId="ADAL" clId="{632DF7FE-9916-4FAF-8457-3521400FFCEA}" dt="2025-12-02T14:36:35.455" v="97868" actId="478"/>
          <ac:graphicFrameMkLst>
            <pc:docMk/>
            <pc:sldMk cId="1566381819" sldId="1036"/>
            <ac:graphicFrameMk id="3" creationId="{DB77D96A-8232-55F2-8BAE-291B8998A3C6}"/>
          </ac:graphicFrameMkLst>
        </pc:graphicFrameChg>
        <pc:graphicFrameChg chg="add del mod modGraphic">
          <ac:chgData name="DEWE, HAYLEY L." userId="5cada80b-0f7b-49a5-96b2-656b100ca6c6" providerId="ADAL" clId="{632DF7FE-9916-4FAF-8457-3521400FFCEA}" dt="2025-12-02T14:40:21.407" v="97935" actId="1076"/>
          <ac:graphicFrameMkLst>
            <pc:docMk/>
            <pc:sldMk cId="1566381819" sldId="1036"/>
            <ac:graphicFrameMk id="6" creationId="{2FAE2774-8726-2F8D-6464-407F93DCCB6C}"/>
          </ac:graphicFrameMkLst>
        </pc:graphicFrameChg>
        <pc:graphicFrameChg chg="add del mod">
          <ac:chgData name="DEWE, HAYLEY L." userId="5cada80b-0f7b-49a5-96b2-656b100ca6c6" providerId="ADAL" clId="{632DF7FE-9916-4FAF-8457-3521400FFCEA}" dt="2025-12-02T14:39:10.294" v="97918" actId="1076"/>
          <ac:graphicFrameMkLst>
            <pc:docMk/>
            <pc:sldMk cId="1566381819" sldId="1036"/>
            <ac:graphicFrameMk id="10" creationId="{2EFA33F0-9FA7-FB5D-AC06-467FE461029E}"/>
          </ac:graphicFrameMkLst>
        </pc:graphicFrameChg>
        <pc:picChg chg="add mod modCrop">
          <ac:chgData name="DEWE, HAYLEY L." userId="5cada80b-0f7b-49a5-96b2-656b100ca6c6" providerId="ADAL" clId="{632DF7FE-9916-4FAF-8457-3521400FFCEA}" dt="2025-12-02T14:40:18.699" v="97934" actId="1076"/>
          <ac:picMkLst>
            <pc:docMk/>
            <pc:sldMk cId="1566381819" sldId="1036"/>
            <ac:picMk id="7" creationId="{F8311103-4358-4401-ABE0-1639DF0394EF}"/>
          </ac:picMkLst>
        </pc:picChg>
        <pc:picChg chg="add mod">
          <ac:chgData name="DEWE, HAYLEY L." userId="5cada80b-0f7b-49a5-96b2-656b100ca6c6" providerId="ADAL" clId="{632DF7FE-9916-4FAF-8457-3521400FFCEA}" dt="2025-12-02T14:42:51.642" v="98047" actId="1076"/>
          <ac:picMkLst>
            <pc:docMk/>
            <pc:sldMk cId="1566381819" sldId="1036"/>
            <ac:picMk id="13" creationId="{65D028A2-BE4A-2625-B7E1-139889B860B0}"/>
          </ac:picMkLst>
        </pc:picChg>
        <pc:picChg chg="del mod">
          <ac:chgData name="DEWE, HAYLEY L." userId="5cada80b-0f7b-49a5-96b2-656b100ca6c6" providerId="ADAL" clId="{632DF7FE-9916-4FAF-8457-3521400FFCEA}" dt="2025-12-02T14:36:21.998" v="97860" actId="478"/>
          <ac:picMkLst>
            <pc:docMk/>
            <pc:sldMk cId="1566381819" sldId="1036"/>
            <ac:picMk id="17" creationId="{FBFABB6B-1274-A24B-3B61-79C1459A634F}"/>
          </ac:picMkLst>
        </pc:picChg>
      </pc:sldChg>
      <pc:sldChg chg="addSp delSp modSp add mod delAnim modAnim">
        <pc:chgData name="DEWE, HAYLEY L." userId="5cada80b-0f7b-49a5-96b2-656b100ca6c6" providerId="ADAL" clId="{632DF7FE-9916-4FAF-8457-3521400FFCEA}" dt="2025-12-03T14:01:16.709" v="107774" actId="478"/>
        <pc:sldMkLst>
          <pc:docMk/>
          <pc:sldMk cId="446653900" sldId="1037"/>
        </pc:sldMkLst>
        <pc:spChg chg="add mod">
          <ac:chgData name="DEWE, HAYLEY L." userId="5cada80b-0f7b-49a5-96b2-656b100ca6c6" providerId="ADAL" clId="{632DF7FE-9916-4FAF-8457-3521400FFCEA}" dt="2025-12-03T13:11:25.612" v="107268" actId="20577"/>
          <ac:spMkLst>
            <pc:docMk/>
            <pc:sldMk cId="446653900" sldId="1037"/>
            <ac:spMk id="3" creationId="{C0A09B5A-560B-0804-3B19-E232E7E8053E}"/>
          </ac:spMkLst>
        </pc:spChg>
        <pc:spChg chg="add mod">
          <ac:chgData name="DEWE, HAYLEY L." userId="5cada80b-0f7b-49a5-96b2-656b100ca6c6" providerId="ADAL" clId="{632DF7FE-9916-4FAF-8457-3521400FFCEA}" dt="2025-12-03T11:41:46.161" v="103246"/>
          <ac:spMkLst>
            <pc:docMk/>
            <pc:sldMk cId="446653900" sldId="1037"/>
            <ac:spMk id="4" creationId="{274DD20A-1182-FBED-353E-356C714099A7}"/>
          </ac:spMkLst>
        </pc:spChg>
        <pc:spChg chg="del mod">
          <ac:chgData name="DEWE, HAYLEY L." userId="5cada80b-0f7b-49a5-96b2-656b100ca6c6" providerId="ADAL" clId="{632DF7FE-9916-4FAF-8457-3521400FFCEA}" dt="2025-12-03T14:01:16.709" v="107774" actId="478"/>
          <ac:spMkLst>
            <pc:docMk/>
            <pc:sldMk cId="446653900" sldId="1037"/>
            <ac:spMk id="6" creationId="{D6B29D79-AB62-95B1-30D6-335435501D49}"/>
          </ac:spMkLst>
        </pc:spChg>
        <pc:picChg chg="mod">
          <ac:chgData name="DEWE, HAYLEY L." userId="5cada80b-0f7b-49a5-96b2-656b100ca6c6" providerId="ADAL" clId="{632DF7FE-9916-4FAF-8457-3521400FFCEA}" dt="2025-12-03T11:41:41.019" v="103244" actId="1076"/>
          <ac:picMkLst>
            <pc:docMk/>
            <pc:sldMk cId="446653900" sldId="1037"/>
            <ac:picMk id="5" creationId="{EA548243-4DBC-876A-D067-9DD0FF22E882}"/>
          </ac:picMkLst>
        </pc:picChg>
        <pc:picChg chg="del mod">
          <ac:chgData name="DEWE, HAYLEY L." userId="5cada80b-0f7b-49a5-96b2-656b100ca6c6" providerId="ADAL" clId="{632DF7FE-9916-4FAF-8457-3521400FFCEA}" dt="2025-12-03T14:01:13.028" v="107773" actId="478"/>
          <ac:picMkLst>
            <pc:docMk/>
            <pc:sldMk cId="446653900" sldId="1037"/>
            <ac:picMk id="1028" creationId="{948F05EE-CD33-2346-AED1-46579D2D4127}"/>
          </ac:picMkLst>
        </pc:picChg>
      </pc:sldChg>
      <pc:sldChg chg="addSp delSp modSp add mod modAnim">
        <pc:chgData name="DEWE, HAYLEY L." userId="5cada80b-0f7b-49a5-96b2-656b100ca6c6" providerId="ADAL" clId="{632DF7FE-9916-4FAF-8457-3521400FFCEA}" dt="2025-12-03T14:01:09.746" v="107772" actId="478"/>
        <pc:sldMkLst>
          <pc:docMk/>
          <pc:sldMk cId="2321768575" sldId="1038"/>
        </pc:sldMkLst>
        <pc:spChg chg="add del mod">
          <ac:chgData name="DEWE, HAYLEY L." userId="5cada80b-0f7b-49a5-96b2-656b100ca6c6" providerId="ADAL" clId="{632DF7FE-9916-4FAF-8457-3521400FFCEA}" dt="2025-12-02T14:45:06.289" v="98318" actId="21"/>
          <ac:spMkLst>
            <pc:docMk/>
            <pc:sldMk cId="2321768575" sldId="1038"/>
            <ac:spMk id="2" creationId="{A284EEEB-4A3C-277E-BF38-68CAB99C7B47}"/>
          </ac:spMkLst>
        </pc:spChg>
        <pc:spChg chg="mod">
          <ac:chgData name="DEWE, HAYLEY L." userId="5cada80b-0f7b-49a5-96b2-656b100ca6c6" providerId="ADAL" clId="{632DF7FE-9916-4FAF-8457-3521400FFCEA}" dt="2025-12-03T13:12:27.300" v="107448" actId="20577"/>
          <ac:spMkLst>
            <pc:docMk/>
            <pc:sldMk cId="2321768575" sldId="1038"/>
            <ac:spMk id="4" creationId="{565CCCCE-AA1F-8D21-3CC0-05BF6599ED66}"/>
          </ac:spMkLst>
        </pc:spChg>
        <pc:spChg chg="add mod">
          <ac:chgData name="DEWE, HAYLEY L." userId="5cada80b-0f7b-49a5-96b2-656b100ca6c6" providerId="ADAL" clId="{632DF7FE-9916-4FAF-8457-3521400FFCEA}" dt="2025-12-02T14:47:46.266" v="98347" actId="1076"/>
          <ac:spMkLst>
            <pc:docMk/>
            <pc:sldMk cId="2321768575" sldId="1038"/>
            <ac:spMk id="5" creationId="{A284EEEB-4A3C-277E-BF38-68CAB99C7B47}"/>
          </ac:spMkLst>
        </pc:spChg>
        <pc:spChg chg="del mod">
          <ac:chgData name="DEWE, HAYLEY L." userId="5cada80b-0f7b-49a5-96b2-656b100ca6c6" providerId="ADAL" clId="{632DF7FE-9916-4FAF-8457-3521400FFCEA}" dt="2025-12-03T11:41:28.330" v="103242" actId="478"/>
          <ac:spMkLst>
            <pc:docMk/>
            <pc:sldMk cId="2321768575" sldId="1038"/>
            <ac:spMk id="11" creationId="{CC15764A-B3CF-C703-F8C3-D3FB3A2AFA3E}"/>
          </ac:spMkLst>
        </pc:spChg>
        <pc:spChg chg="add mod">
          <ac:chgData name="DEWE, HAYLEY L." userId="5cada80b-0f7b-49a5-96b2-656b100ca6c6" providerId="ADAL" clId="{632DF7FE-9916-4FAF-8457-3521400FFCEA}" dt="2025-12-02T14:47:41.363" v="98346" actId="1076"/>
          <ac:spMkLst>
            <pc:docMk/>
            <pc:sldMk cId="2321768575" sldId="1038"/>
            <ac:spMk id="12" creationId="{DBB96BB8-B217-D3D2-2BCB-FD280B98E95B}"/>
          </ac:spMkLst>
        </pc:spChg>
        <pc:spChg chg="add mod">
          <ac:chgData name="DEWE, HAYLEY L." userId="5cada80b-0f7b-49a5-96b2-656b100ca6c6" providerId="ADAL" clId="{632DF7FE-9916-4FAF-8457-3521400FFCEA}" dt="2025-12-03T11:41:28.676" v="103243"/>
          <ac:spMkLst>
            <pc:docMk/>
            <pc:sldMk cId="2321768575" sldId="1038"/>
            <ac:spMk id="13" creationId="{32E8F06C-0A39-3D43-3538-C5B4CC0B2E94}"/>
          </ac:spMkLst>
        </pc:spChg>
        <pc:picChg chg="add del mod">
          <ac:chgData name="DEWE, HAYLEY L." userId="5cada80b-0f7b-49a5-96b2-656b100ca6c6" providerId="ADAL" clId="{632DF7FE-9916-4FAF-8457-3521400FFCEA}" dt="2025-12-03T14:01:09.042" v="107771" actId="478"/>
          <ac:picMkLst>
            <pc:docMk/>
            <pc:sldMk cId="2321768575" sldId="1038"/>
            <ac:picMk id="2" creationId="{54D7FD8E-F92B-6DCC-65B9-DF3FF70BF1DC}"/>
          </ac:picMkLst>
        </pc:picChg>
        <pc:picChg chg="mod">
          <ac:chgData name="DEWE, HAYLEY L." userId="5cada80b-0f7b-49a5-96b2-656b100ca6c6" providerId="ADAL" clId="{632DF7FE-9916-4FAF-8457-3521400FFCEA}" dt="2025-12-02T14:45:57.305" v="98334" actId="1076"/>
          <ac:picMkLst>
            <pc:docMk/>
            <pc:sldMk cId="2321768575" sldId="1038"/>
            <ac:picMk id="3" creationId="{2BD17113-7148-2D8D-1D1C-2396B71823D8}"/>
          </ac:picMkLst>
        </pc:picChg>
        <pc:picChg chg="add mod">
          <ac:chgData name="DEWE, HAYLEY L." userId="5cada80b-0f7b-49a5-96b2-656b100ca6c6" providerId="ADAL" clId="{632DF7FE-9916-4FAF-8457-3521400FFCEA}" dt="2025-12-02T14:47:41.363" v="98346" actId="1076"/>
          <ac:picMkLst>
            <pc:docMk/>
            <pc:sldMk cId="2321768575" sldId="1038"/>
            <ac:picMk id="6" creationId="{E0714B1A-D139-6F42-385B-1FAD5D360B3F}"/>
          </ac:picMkLst>
        </pc:picChg>
        <pc:picChg chg="add mod">
          <ac:chgData name="DEWE, HAYLEY L." userId="5cada80b-0f7b-49a5-96b2-656b100ca6c6" providerId="ADAL" clId="{632DF7FE-9916-4FAF-8457-3521400FFCEA}" dt="2025-12-02T14:45:36.295" v="98325"/>
          <ac:picMkLst>
            <pc:docMk/>
            <pc:sldMk cId="2321768575" sldId="1038"/>
            <ac:picMk id="7" creationId="{E18C3A27-3643-72E5-16BF-6B862B4EF303}"/>
          </ac:picMkLst>
        </pc:picChg>
        <pc:picChg chg="del mod">
          <ac:chgData name="DEWE, HAYLEY L." userId="5cada80b-0f7b-49a5-96b2-656b100ca6c6" providerId="ADAL" clId="{632DF7FE-9916-4FAF-8457-3521400FFCEA}" dt="2025-12-02T14:45:28.658" v="98322" actId="478"/>
          <ac:picMkLst>
            <pc:docMk/>
            <pc:sldMk cId="2321768575" sldId="1038"/>
            <ac:picMk id="8" creationId="{207198EB-4273-F366-51ED-267E135AF0B3}"/>
          </ac:picMkLst>
        </pc:picChg>
        <pc:picChg chg="add del mod">
          <ac:chgData name="DEWE, HAYLEY L." userId="5cada80b-0f7b-49a5-96b2-656b100ca6c6" providerId="ADAL" clId="{632DF7FE-9916-4FAF-8457-3521400FFCEA}" dt="2025-12-03T14:01:09.746" v="107772" actId="478"/>
          <ac:picMkLst>
            <pc:docMk/>
            <pc:sldMk cId="2321768575" sldId="1038"/>
            <ac:picMk id="9" creationId="{68C5FECB-4818-1E25-B3F9-C8E17942BAD6}"/>
          </ac:picMkLst>
        </pc:picChg>
        <pc:picChg chg="add mod">
          <ac:chgData name="DEWE, HAYLEY L." userId="5cada80b-0f7b-49a5-96b2-656b100ca6c6" providerId="ADAL" clId="{632DF7FE-9916-4FAF-8457-3521400FFCEA}" dt="2025-12-02T14:45:57.305" v="98334" actId="1076"/>
          <ac:picMkLst>
            <pc:docMk/>
            <pc:sldMk cId="2321768575" sldId="1038"/>
            <ac:picMk id="10" creationId="{D1F1167D-909F-67F4-94A3-68853FC34E87}"/>
          </ac:picMkLst>
        </pc:picChg>
      </pc:sldChg>
      <pc:sldChg chg="addSp delSp modSp add del mod delAnim modAnim">
        <pc:chgData name="DEWE, HAYLEY L." userId="5cada80b-0f7b-49a5-96b2-656b100ca6c6" providerId="ADAL" clId="{632DF7FE-9916-4FAF-8457-3521400FFCEA}" dt="2025-12-03T13:14:49.096" v="107481" actId="47"/>
        <pc:sldMkLst>
          <pc:docMk/>
          <pc:sldMk cId="1261743844" sldId="1039"/>
        </pc:sldMkLst>
        <pc:spChg chg="del">
          <ac:chgData name="DEWE, HAYLEY L." userId="5cada80b-0f7b-49a5-96b2-656b100ca6c6" providerId="ADAL" clId="{632DF7FE-9916-4FAF-8457-3521400FFCEA}" dt="2025-12-02T14:50:45.621" v="98390" actId="478"/>
          <ac:spMkLst>
            <pc:docMk/>
            <pc:sldMk cId="1261743844" sldId="1039"/>
            <ac:spMk id="4" creationId="{C77913C5-D442-11C6-C8AC-C8C5777C8151}"/>
          </ac:spMkLst>
        </pc:spChg>
        <pc:spChg chg="del mod">
          <ac:chgData name="DEWE, HAYLEY L." userId="5cada80b-0f7b-49a5-96b2-656b100ca6c6" providerId="ADAL" clId="{632DF7FE-9916-4FAF-8457-3521400FFCEA}" dt="2025-12-02T15:11:45.709" v="98850" actId="478"/>
          <ac:spMkLst>
            <pc:docMk/>
            <pc:sldMk cId="1261743844" sldId="1039"/>
            <ac:spMk id="5" creationId="{06BA7755-04E5-9385-59B7-58A99B860199}"/>
          </ac:spMkLst>
        </pc:spChg>
        <pc:spChg chg="mod">
          <ac:chgData name="DEWE, HAYLEY L." userId="5cada80b-0f7b-49a5-96b2-656b100ca6c6" providerId="ADAL" clId="{632DF7FE-9916-4FAF-8457-3521400FFCEA}" dt="2025-12-02T14:50:43.747" v="98389" actId="20577"/>
          <ac:spMkLst>
            <pc:docMk/>
            <pc:sldMk cId="1261743844" sldId="1039"/>
            <ac:spMk id="11" creationId="{81DEBF1A-7067-9AA4-4C4A-EBC2104750E9}"/>
          </ac:spMkLst>
        </pc:spChg>
        <pc:spChg chg="del">
          <ac:chgData name="DEWE, HAYLEY L." userId="5cada80b-0f7b-49a5-96b2-656b100ca6c6" providerId="ADAL" clId="{632DF7FE-9916-4FAF-8457-3521400FFCEA}" dt="2025-12-02T14:50:49.161" v="98393" actId="478"/>
          <ac:spMkLst>
            <pc:docMk/>
            <pc:sldMk cId="1261743844" sldId="1039"/>
            <ac:spMk id="12" creationId="{44C459AC-8981-91DF-0DC7-58666B7255F4}"/>
          </ac:spMkLst>
        </pc:spChg>
        <pc:picChg chg="del">
          <ac:chgData name="DEWE, HAYLEY L." userId="5cada80b-0f7b-49a5-96b2-656b100ca6c6" providerId="ADAL" clId="{632DF7FE-9916-4FAF-8457-3521400FFCEA}" dt="2025-12-02T14:50:46.438" v="98391" actId="478"/>
          <ac:picMkLst>
            <pc:docMk/>
            <pc:sldMk cId="1261743844" sldId="1039"/>
            <ac:picMk id="3" creationId="{41E46232-7B78-2796-7E5A-1173A4CA2087}"/>
          </ac:picMkLst>
        </pc:picChg>
        <pc:picChg chg="del">
          <ac:chgData name="DEWE, HAYLEY L." userId="5cada80b-0f7b-49a5-96b2-656b100ca6c6" providerId="ADAL" clId="{632DF7FE-9916-4FAF-8457-3521400FFCEA}" dt="2025-12-02T14:50:54.722" v="98397" actId="478"/>
          <ac:picMkLst>
            <pc:docMk/>
            <pc:sldMk cId="1261743844" sldId="1039"/>
            <ac:picMk id="6" creationId="{59EDE82F-8F84-DB27-0653-384B202FF67A}"/>
          </ac:picMkLst>
        </pc:picChg>
        <pc:picChg chg="del">
          <ac:chgData name="DEWE, HAYLEY L." userId="5cada80b-0f7b-49a5-96b2-656b100ca6c6" providerId="ADAL" clId="{632DF7FE-9916-4FAF-8457-3521400FFCEA}" dt="2025-12-02T14:48:38.517" v="98373" actId="478"/>
          <ac:picMkLst>
            <pc:docMk/>
            <pc:sldMk cId="1261743844" sldId="1039"/>
            <ac:picMk id="9" creationId="{41FF34D9-3D72-EF0E-7BBE-B94165A9062B}"/>
          </ac:picMkLst>
        </pc:picChg>
        <pc:picChg chg="mod">
          <ac:chgData name="DEWE, HAYLEY L." userId="5cada80b-0f7b-49a5-96b2-656b100ca6c6" providerId="ADAL" clId="{632DF7FE-9916-4FAF-8457-3521400FFCEA}" dt="2025-12-02T14:50:57.913" v="98399" actId="1076"/>
          <ac:picMkLst>
            <pc:docMk/>
            <pc:sldMk cId="1261743844" sldId="1039"/>
            <ac:picMk id="10" creationId="{30EFE8FD-4329-439E-1582-5E16B2A99DC3}"/>
          </ac:picMkLst>
        </pc:picChg>
        <pc:picChg chg="add mod">
          <ac:chgData name="DEWE, HAYLEY L." userId="5cada80b-0f7b-49a5-96b2-656b100ca6c6" providerId="ADAL" clId="{632DF7FE-9916-4FAF-8457-3521400FFCEA}" dt="2025-12-02T14:50:56.569" v="98398" actId="1076"/>
          <ac:picMkLst>
            <pc:docMk/>
            <pc:sldMk cId="1261743844" sldId="1039"/>
            <ac:picMk id="1026" creationId="{2515BA01-B5D1-EF6B-F1D4-0C14DC400D73}"/>
          </ac:picMkLst>
        </pc:picChg>
      </pc:sldChg>
      <pc:sldChg chg="modSp add mod">
        <pc:chgData name="DEWE, HAYLEY L." userId="5cada80b-0f7b-49a5-96b2-656b100ca6c6" providerId="ADAL" clId="{632DF7FE-9916-4FAF-8457-3521400FFCEA}" dt="2025-12-02T15:09:54.415" v="98796" actId="20577"/>
        <pc:sldMkLst>
          <pc:docMk/>
          <pc:sldMk cId="2269768330" sldId="1040"/>
        </pc:sldMkLst>
        <pc:spChg chg="mod">
          <ac:chgData name="DEWE, HAYLEY L." userId="5cada80b-0f7b-49a5-96b2-656b100ca6c6" providerId="ADAL" clId="{632DF7FE-9916-4FAF-8457-3521400FFCEA}" dt="2025-12-02T15:09:54.415" v="98796" actId="20577"/>
          <ac:spMkLst>
            <pc:docMk/>
            <pc:sldMk cId="2269768330" sldId="1040"/>
            <ac:spMk id="4" creationId="{6F9607F0-C383-59BF-BDBD-F48054516423}"/>
          </ac:spMkLst>
        </pc:spChg>
      </pc:sldChg>
      <pc:sldChg chg="delSp modSp add mod ord modAnim">
        <pc:chgData name="DEWE, HAYLEY L." userId="5cada80b-0f7b-49a5-96b2-656b100ca6c6" providerId="ADAL" clId="{632DF7FE-9916-4FAF-8457-3521400FFCEA}" dt="2025-12-03T13:26:36.623" v="107612"/>
        <pc:sldMkLst>
          <pc:docMk/>
          <pc:sldMk cId="1646050800" sldId="1041"/>
        </pc:sldMkLst>
        <pc:spChg chg="mod">
          <ac:chgData name="DEWE, HAYLEY L." userId="5cada80b-0f7b-49a5-96b2-656b100ca6c6" providerId="ADAL" clId="{632DF7FE-9916-4FAF-8457-3521400FFCEA}" dt="2025-12-02T15:15:00.867" v="99151" actId="20577"/>
          <ac:spMkLst>
            <pc:docMk/>
            <pc:sldMk cId="1646050800" sldId="1041"/>
            <ac:spMk id="5" creationId="{97373EB6-E658-3C15-E7F9-09BF1C9F18CB}"/>
          </ac:spMkLst>
        </pc:spChg>
        <pc:spChg chg="mod">
          <ac:chgData name="DEWE, HAYLEY L." userId="5cada80b-0f7b-49a5-96b2-656b100ca6c6" providerId="ADAL" clId="{632DF7FE-9916-4FAF-8457-3521400FFCEA}" dt="2025-12-03T13:26:11.126" v="107608" actId="404"/>
          <ac:spMkLst>
            <pc:docMk/>
            <pc:sldMk cId="1646050800" sldId="1041"/>
            <ac:spMk id="11" creationId="{538ECF8A-A1F5-40E6-B84E-8897033E2259}"/>
          </ac:spMkLst>
        </pc:spChg>
        <pc:picChg chg="mod">
          <ac:chgData name="DEWE, HAYLEY L." userId="5cada80b-0f7b-49a5-96b2-656b100ca6c6" providerId="ADAL" clId="{632DF7FE-9916-4FAF-8457-3521400FFCEA}" dt="2025-12-02T15:11:28.831" v="98848" actId="1076"/>
          <ac:picMkLst>
            <pc:docMk/>
            <pc:sldMk cId="1646050800" sldId="1041"/>
            <ac:picMk id="10" creationId="{681C4697-65B8-AE81-BA32-DB9C7B44CC51}"/>
          </ac:picMkLst>
        </pc:picChg>
        <pc:picChg chg="del">
          <ac:chgData name="DEWE, HAYLEY L." userId="5cada80b-0f7b-49a5-96b2-656b100ca6c6" providerId="ADAL" clId="{632DF7FE-9916-4FAF-8457-3521400FFCEA}" dt="2025-12-02T15:11:12.608" v="98800" actId="478"/>
          <ac:picMkLst>
            <pc:docMk/>
            <pc:sldMk cId="1646050800" sldId="1041"/>
            <ac:picMk id="1026" creationId="{CB8BA927-2EFA-77D3-F095-3C3199057551}"/>
          </ac:picMkLst>
        </pc:picChg>
      </pc:sldChg>
      <pc:sldChg chg="add del">
        <pc:chgData name="DEWE, HAYLEY L." userId="5cada80b-0f7b-49a5-96b2-656b100ca6c6" providerId="ADAL" clId="{632DF7FE-9916-4FAF-8457-3521400FFCEA}" dt="2025-12-02T15:17:30.274" v="99204" actId="47"/>
        <pc:sldMkLst>
          <pc:docMk/>
          <pc:sldMk cId="1621910220" sldId="1042"/>
        </pc:sldMkLst>
      </pc:sldChg>
      <pc:sldChg chg="addSp delSp modSp add mod setBg modAnim delDesignElem modNotesTx">
        <pc:chgData name="DEWE, HAYLEY L." userId="5cada80b-0f7b-49a5-96b2-656b100ca6c6" providerId="ADAL" clId="{632DF7FE-9916-4FAF-8457-3521400FFCEA}" dt="2025-12-03T13:29:41.219" v="107657" actId="27636"/>
        <pc:sldMkLst>
          <pc:docMk/>
          <pc:sldMk cId="1944106943" sldId="1045"/>
        </pc:sldMkLst>
        <pc:spChg chg="add del mod">
          <ac:chgData name="DEWE, HAYLEY L." userId="5cada80b-0f7b-49a5-96b2-656b100ca6c6" providerId="ADAL" clId="{632DF7FE-9916-4FAF-8457-3521400FFCEA}" dt="2025-12-02T17:07:12.364" v="100274" actId="207"/>
          <ac:spMkLst>
            <pc:docMk/>
            <pc:sldMk cId="1944106943" sldId="1045"/>
            <ac:spMk id="3" creationId="{319B65FD-E57F-C00C-A5C4-52165DB98155}"/>
          </ac:spMkLst>
        </pc:spChg>
        <pc:spChg chg="add mod">
          <ac:chgData name="DEWE, HAYLEY L." userId="5cada80b-0f7b-49a5-96b2-656b100ca6c6" providerId="ADAL" clId="{632DF7FE-9916-4FAF-8457-3521400FFCEA}" dt="2025-12-02T17:02:51.366" v="99823" actId="20577"/>
          <ac:spMkLst>
            <pc:docMk/>
            <pc:sldMk cId="1944106943" sldId="1045"/>
            <ac:spMk id="4" creationId="{7D8ED180-8517-7096-DCB0-767B0593E9D9}"/>
          </ac:spMkLst>
        </pc:spChg>
        <pc:spChg chg="mod">
          <ac:chgData name="DEWE, HAYLEY L." userId="5cada80b-0f7b-49a5-96b2-656b100ca6c6" providerId="ADAL" clId="{632DF7FE-9916-4FAF-8457-3521400FFCEA}" dt="2025-12-03T13:29:41.219" v="107657" actId="27636"/>
          <ac:spMkLst>
            <pc:docMk/>
            <pc:sldMk cId="1944106943" sldId="1045"/>
            <ac:spMk id="6" creationId="{00000000-0000-0000-0000-000000000000}"/>
          </ac:spMkLst>
        </pc:spChg>
        <pc:spChg chg="add del">
          <ac:chgData name="DEWE, HAYLEY L." userId="5cada80b-0f7b-49a5-96b2-656b100ca6c6" providerId="ADAL" clId="{632DF7FE-9916-4FAF-8457-3521400FFCEA}" dt="2025-12-02T17:07:04.181" v="100272" actId="22"/>
          <ac:spMkLst>
            <pc:docMk/>
            <pc:sldMk cId="1944106943" sldId="1045"/>
            <ac:spMk id="7" creationId="{787DDDA4-9D02-7EBE-921B-0984D5D5EF54}"/>
          </ac:spMkLst>
        </pc:spChg>
        <pc:spChg chg="del mod">
          <ac:chgData name="DEWE, HAYLEY L." userId="5cada80b-0f7b-49a5-96b2-656b100ca6c6" providerId="ADAL" clId="{632DF7FE-9916-4FAF-8457-3521400FFCEA}" dt="2025-12-02T17:02:43.894" v="99814" actId="478"/>
          <ac:spMkLst>
            <pc:docMk/>
            <pc:sldMk cId="1944106943" sldId="1045"/>
            <ac:spMk id="8" creationId="{A5555A14-6C52-98E4-B1DC-FAC2247B7548}"/>
          </ac:spMkLst>
        </pc:spChg>
        <pc:spChg chg="del">
          <ac:chgData name="DEWE, HAYLEY L." userId="5cada80b-0f7b-49a5-96b2-656b100ca6c6" providerId="ADAL" clId="{632DF7FE-9916-4FAF-8457-3521400FFCEA}" dt="2025-12-02T17:02:32.921" v="99811"/>
          <ac:spMkLst>
            <pc:docMk/>
            <pc:sldMk cId="1944106943" sldId="1045"/>
            <ac:spMk id="1031" creationId="{DD540830-1D5B-4124-AD19-E95C33AC238A}"/>
          </ac:spMkLst>
        </pc:spChg>
        <pc:spChg chg="del">
          <ac:chgData name="DEWE, HAYLEY L." userId="5cada80b-0f7b-49a5-96b2-656b100ca6c6" providerId="ADAL" clId="{632DF7FE-9916-4FAF-8457-3521400FFCEA}" dt="2025-12-02T17:02:32.921" v="99811"/>
          <ac:spMkLst>
            <pc:docMk/>
            <pc:sldMk cId="1944106943" sldId="1045"/>
            <ac:spMk id="1033" creationId="{8B1928F0-389D-4382-8440-F6150A01C75E}"/>
          </ac:spMkLst>
        </pc:spChg>
        <pc:spChg chg="del">
          <ac:chgData name="DEWE, HAYLEY L." userId="5cada80b-0f7b-49a5-96b2-656b100ca6c6" providerId="ADAL" clId="{632DF7FE-9916-4FAF-8457-3521400FFCEA}" dt="2025-12-02T17:02:32.921" v="99811"/>
          <ac:spMkLst>
            <pc:docMk/>
            <pc:sldMk cId="1944106943" sldId="1045"/>
            <ac:spMk id="1035" creationId="{DF9B0FBD-51D8-4E3C-9E78-429AE66768BB}"/>
          </ac:spMkLst>
        </pc:spChg>
        <pc:picChg chg="del mod">
          <ac:chgData name="DEWE, HAYLEY L." userId="5cada80b-0f7b-49a5-96b2-656b100ca6c6" providerId="ADAL" clId="{632DF7FE-9916-4FAF-8457-3521400FFCEA}" dt="2025-12-02T17:03:06.830" v="99847" actId="21"/>
          <ac:picMkLst>
            <pc:docMk/>
            <pc:sldMk cId="1944106943" sldId="1045"/>
            <ac:picMk id="1026" creationId="{E6F2C421-BBB9-B8ED-E8A7-DA5FA74F62FE}"/>
          </ac:picMkLst>
        </pc:picChg>
      </pc:sldChg>
      <pc:sldChg chg="addSp delSp modSp add mod">
        <pc:chgData name="DEWE, HAYLEY L." userId="5cada80b-0f7b-49a5-96b2-656b100ca6c6" providerId="ADAL" clId="{632DF7FE-9916-4FAF-8457-3521400FFCEA}" dt="2025-12-03T12:54:07.610" v="106972" actId="20577"/>
        <pc:sldMkLst>
          <pc:docMk/>
          <pc:sldMk cId="1061245591" sldId="1050"/>
        </pc:sldMkLst>
        <pc:spChg chg="add mod">
          <ac:chgData name="DEWE, HAYLEY L." userId="5cada80b-0f7b-49a5-96b2-656b100ca6c6" providerId="ADAL" clId="{632DF7FE-9916-4FAF-8457-3521400FFCEA}" dt="2025-12-03T12:45:06.622" v="106832" actId="207"/>
          <ac:spMkLst>
            <pc:docMk/>
            <pc:sldMk cId="1061245591" sldId="1050"/>
            <ac:spMk id="2" creationId="{7645AA91-C61C-EB78-4547-411177150EE8}"/>
          </ac:spMkLst>
        </pc:spChg>
        <pc:spChg chg="mod">
          <ac:chgData name="DEWE, HAYLEY L." userId="5cada80b-0f7b-49a5-96b2-656b100ca6c6" providerId="ADAL" clId="{632DF7FE-9916-4FAF-8457-3521400FFCEA}" dt="2025-12-03T12:54:07.610" v="106972" actId="20577"/>
          <ac:spMkLst>
            <pc:docMk/>
            <pc:sldMk cId="1061245591" sldId="1050"/>
            <ac:spMk id="9" creationId="{8B8676F2-4335-7184-8F2C-C2727F9C78E9}"/>
          </ac:spMkLst>
        </pc:spChg>
        <pc:picChg chg="add del mod">
          <ac:chgData name="DEWE, HAYLEY L." userId="5cada80b-0f7b-49a5-96b2-656b100ca6c6" providerId="ADAL" clId="{632DF7FE-9916-4FAF-8457-3521400FFCEA}" dt="2025-12-03T11:47:59.611" v="103289" actId="478"/>
          <ac:picMkLst>
            <pc:docMk/>
            <pc:sldMk cId="1061245591" sldId="1050"/>
            <ac:picMk id="3" creationId="{6A1EF9BA-C530-DC9F-8BD9-5CEE25718894}"/>
          </ac:picMkLst>
        </pc:picChg>
      </pc:sldChg>
      <pc:sldChg chg="addSp delSp modSp add mod setBg delAnim delDesignElem">
        <pc:chgData name="DEWE, HAYLEY L." userId="5cada80b-0f7b-49a5-96b2-656b100ca6c6" providerId="ADAL" clId="{632DF7FE-9916-4FAF-8457-3521400FFCEA}" dt="2025-12-03T11:55:25.779" v="103825" actId="14100"/>
        <pc:sldMkLst>
          <pc:docMk/>
          <pc:sldMk cId="2777389150" sldId="1057"/>
        </pc:sldMkLst>
        <pc:spChg chg="mod">
          <ac:chgData name="DEWE, HAYLEY L." userId="5cada80b-0f7b-49a5-96b2-656b100ca6c6" providerId="ADAL" clId="{632DF7FE-9916-4FAF-8457-3521400FFCEA}" dt="2025-12-02T17:27:38.190" v="101403" actId="2711"/>
          <ac:spMkLst>
            <pc:docMk/>
            <pc:sldMk cId="2777389150" sldId="1057"/>
            <ac:spMk id="6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5-12-03T11:55:25.779" v="103825" actId="14100"/>
          <ac:spMkLst>
            <pc:docMk/>
            <pc:sldMk cId="2777389150" sldId="1057"/>
            <ac:spMk id="8" creationId="{A5555A14-6C52-98E4-B1DC-FAC2247B7548}"/>
          </ac:spMkLst>
        </pc:spChg>
        <pc:spChg chg="del">
          <ac:chgData name="DEWE, HAYLEY L." userId="5cada80b-0f7b-49a5-96b2-656b100ca6c6" providerId="ADAL" clId="{632DF7FE-9916-4FAF-8457-3521400FFCEA}" dt="2025-12-02T15:17:31.783" v="99206"/>
          <ac:spMkLst>
            <pc:docMk/>
            <pc:sldMk cId="2777389150" sldId="1057"/>
            <ac:spMk id="1040" creationId="{C89FDD9F-84AD-4824-89D2-9E286F5651E3}"/>
          </ac:spMkLst>
        </pc:spChg>
        <pc:spChg chg="del">
          <ac:chgData name="DEWE, HAYLEY L." userId="5cada80b-0f7b-49a5-96b2-656b100ca6c6" providerId="ADAL" clId="{632DF7FE-9916-4FAF-8457-3521400FFCEA}" dt="2025-12-02T15:17:31.783" v="99206"/>
          <ac:spMkLst>
            <pc:docMk/>
            <pc:sldMk cId="2777389150" sldId="1057"/>
            <ac:spMk id="1042" creationId="{0AFF99B9-09FA-411A-8B54-D714B2EE9A68}"/>
          </ac:spMkLst>
        </pc:spChg>
        <pc:spChg chg="del">
          <ac:chgData name="DEWE, HAYLEY L." userId="5cada80b-0f7b-49a5-96b2-656b100ca6c6" providerId="ADAL" clId="{632DF7FE-9916-4FAF-8457-3521400FFCEA}" dt="2025-12-02T15:17:31.783" v="99206"/>
          <ac:spMkLst>
            <pc:docMk/>
            <pc:sldMk cId="2777389150" sldId="1057"/>
            <ac:spMk id="1044" creationId="{7E6CE931-52B0-4AD0-991F-0648E313BF3A}"/>
          </ac:spMkLst>
        </pc:spChg>
        <pc:spChg chg="del">
          <ac:chgData name="DEWE, HAYLEY L." userId="5cada80b-0f7b-49a5-96b2-656b100ca6c6" providerId="ADAL" clId="{632DF7FE-9916-4FAF-8457-3521400FFCEA}" dt="2025-12-02T15:17:31.783" v="99206"/>
          <ac:spMkLst>
            <pc:docMk/>
            <pc:sldMk cId="2777389150" sldId="1057"/>
            <ac:spMk id="1046" creationId="{D138FED9-7840-470D-BB14-BF4696ADA7FC}"/>
          </ac:spMkLst>
        </pc:spChg>
        <pc:graphicFrameChg chg="add mod">
          <ac:chgData name="DEWE, HAYLEY L." userId="5cada80b-0f7b-49a5-96b2-656b100ca6c6" providerId="ADAL" clId="{632DF7FE-9916-4FAF-8457-3521400FFCEA}" dt="2025-12-02T15:18:13.961" v="99243" actId="1076"/>
          <ac:graphicFrameMkLst>
            <pc:docMk/>
            <pc:sldMk cId="2777389150" sldId="1057"/>
            <ac:graphicFrameMk id="5" creationId="{173012E1-BBF4-426C-3941-5F814CC2390D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5:18:13.961" v="99243" actId="1076"/>
          <ac:graphicFrameMkLst>
            <pc:docMk/>
            <pc:sldMk cId="2777389150" sldId="1057"/>
            <ac:graphicFrameMk id="7" creationId="{2895C97F-7836-5C50-436D-151FC42B2F25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5:18:23.006" v="99244"/>
          <ac:graphicFrameMkLst>
            <pc:docMk/>
            <pc:sldMk cId="2777389150" sldId="1057"/>
            <ac:graphicFrameMk id="9" creationId="{B69C48C5-2C15-CACB-A313-9C31524846AB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5:18:23.006" v="99244"/>
          <ac:graphicFrameMkLst>
            <pc:docMk/>
            <pc:sldMk cId="2777389150" sldId="1057"/>
            <ac:graphicFrameMk id="10" creationId="{2329C2CD-621A-5226-7BBE-4200EB5065D7}"/>
          </ac:graphicFrameMkLst>
        </pc:graphicFrameChg>
        <pc:graphicFrameChg chg="del">
          <ac:chgData name="DEWE, HAYLEY L." userId="5cada80b-0f7b-49a5-96b2-656b100ca6c6" providerId="ADAL" clId="{632DF7FE-9916-4FAF-8457-3521400FFCEA}" dt="2025-12-02T15:18:10.223" v="99239" actId="478"/>
          <ac:graphicFrameMkLst>
            <pc:docMk/>
            <pc:sldMk cId="2777389150" sldId="1057"/>
            <ac:graphicFrameMk id="11" creationId="{A4521C24-DD89-47CB-9CFD-178F536F9DE5}"/>
          </ac:graphicFrameMkLst>
        </pc:graphicFrameChg>
        <pc:graphicFrameChg chg="del modGraphic">
          <ac:chgData name="DEWE, HAYLEY L." userId="5cada80b-0f7b-49a5-96b2-656b100ca6c6" providerId="ADAL" clId="{632DF7FE-9916-4FAF-8457-3521400FFCEA}" dt="2025-12-02T15:18:11.184" v="99241" actId="478"/>
          <ac:graphicFrameMkLst>
            <pc:docMk/>
            <pc:sldMk cId="2777389150" sldId="1057"/>
            <ac:graphicFrameMk id="12" creationId="{3CE0CA7F-DD73-BA87-7509-8F62F1738EAD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5:18:27.002" v="99245"/>
          <ac:graphicFrameMkLst>
            <pc:docMk/>
            <pc:sldMk cId="2777389150" sldId="1057"/>
            <ac:graphicFrameMk id="13" creationId="{F2EC0F24-24C2-40E0-74F9-2DE20E3D43FE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5:18:27.002" v="99245"/>
          <ac:graphicFrameMkLst>
            <pc:docMk/>
            <pc:sldMk cId="2777389150" sldId="1057"/>
            <ac:graphicFrameMk id="14" creationId="{98913E03-C222-0DDF-62C2-BD2DF302141C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5:18:31.056" v="99246"/>
          <ac:graphicFrameMkLst>
            <pc:docMk/>
            <pc:sldMk cId="2777389150" sldId="1057"/>
            <ac:graphicFrameMk id="15" creationId="{FEDBD638-82A6-5D4D-2F14-A1EDBEC86A3B}"/>
          </ac:graphicFrameMkLst>
        </pc:graphicFrameChg>
        <pc:graphicFrameChg chg="add mod">
          <ac:chgData name="DEWE, HAYLEY L." userId="5cada80b-0f7b-49a5-96b2-656b100ca6c6" providerId="ADAL" clId="{632DF7FE-9916-4FAF-8457-3521400FFCEA}" dt="2025-12-02T15:18:31.056" v="99246"/>
          <ac:graphicFrameMkLst>
            <pc:docMk/>
            <pc:sldMk cId="2777389150" sldId="1057"/>
            <ac:graphicFrameMk id="16" creationId="{3253C12E-E059-B501-4FD9-2DA1E96752D1}"/>
          </ac:graphicFrameMkLst>
        </pc:graphicFrameChg>
      </pc:sldChg>
      <pc:sldChg chg="addSp delSp modSp add mod modAnim modNotesTx">
        <pc:chgData name="DEWE, HAYLEY L." userId="5cada80b-0f7b-49a5-96b2-656b100ca6c6" providerId="ADAL" clId="{632DF7FE-9916-4FAF-8457-3521400FFCEA}" dt="2025-12-03T13:34:43.582" v="107712"/>
        <pc:sldMkLst>
          <pc:docMk/>
          <pc:sldMk cId="3714537669" sldId="1063"/>
        </pc:sldMkLst>
        <pc:spChg chg="mod">
          <ac:chgData name="DEWE, HAYLEY L." userId="5cada80b-0f7b-49a5-96b2-656b100ca6c6" providerId="ADAL" clId="{632DF7FE-9916-4FAF-8457-3521400FFCEA}" dt="2025-12-02T17:18:26.176" v="101104" actId="14100"/>
          <ac:spMkLst>
            <pc:docMk/>
            <pc:sldMk cId="3714537669" sldId="1063"/>
            <ac:spMk id="3" creationId="{B4202BFA-BC8D-385F-54CE-4D61784839EB}"/>
          </ac:spMkLst>
        </pc:spChg>
        <pc:spChg chg="mod">
          <ac:chgData name="DEWE, HAYLEY L." userId="5cada80b-0f7b-49a5-96b2-656b100ca6c6" providerId="ADAL" clId="{632DF7FE-9916-4FAF-8457-3521400FFCEA}" dt="2025-12-02T17:18:18.325" v="101102" actId="14100"/>
          <ac:spMkLst>
            <pc:docMk/>
            <pc:sldMk cId="3714537669" sldId="1063"/>
            <ac:spMk id="4" creationId="{2BB766D6-C809-BDFD-17DC-0AAD9A23E171}"/>
          </ac:spMkLst>
        </pc:spChg>
        <pc:spChg chg="mod">
          <ac:chgData name="DEWE, HAYLEY L." userId="5cada80b-0f7b-49a5-96b2-656b100ca6c6" providerId="ADAL" clId="{632DF7FE-9916-4FAF-8457-3521400FFCEA}" dt="2025-12-03T13:30:24.897" v="107709" actId="14100"/>
          <ac:spMkLst>
            <pc:docMk/>
            <pc:sldMk cId="3714537669" sldId="1063"/>
            <ac:spMk id="5" creationId="{9166ABEE-EE16-4240-69D8-79C5C333FF23}"/>
          </ac:spMkLst>
        </pc:spChg>
        <pc:spChg chg="mod">
          <ac:chgData name="DEWE, HAYLEY L." userId="5cada80b-0f7b-49a5-96b2-656b100ca6c6" providerId="ADAL" clId="{632DF7FE-9916-4FAF-8457-3521400FFCEA}" dt="2025-12-02T17:18:18.325" v="101102" actId="14100"/>
          <ac:spMkLst>
            <pc:docMk/>
            <pc:sldMk cId="3714537669" sldId="1063"/>
            <ac:spMk id="6" creationId="{CD9641B9-20E9-B2AF-0283-2336F0C4D340}"/>
          </ac:spMkLst>
        </pc:spChg>
        <pc:spChg chg="mod">
          <ac:chgData name="DEWE, HAYLEY L." userId="5cada80b-0f7b-49a5-96b2-656b100ca6c6" providerId="ADAL" clId="{632DF7FE-9916-4FAF-8457-3521400FFCEA}" dt="2025-12-02T17:18:18.325" v="101102" actId="14100"/>
          <ac:spMkLst>
            <pc:docMk/>
            <pc:sldMk cId="3714537669" sldId="1063"/>
            <ac:spMk id="7" creationId="{5A46AB4A-E0BA-8A56-A904-DE30068F0F23}"/>
          </ac:spMkLst>
        </pc:spChg>
        <pc:spChg chg="del">
          <ac:chgData name="DEWE, HAYLEY L." userId="5cada80b-0f7b-49a5-96b2-656b100ca6c6" providerId="ADAL" clId="{632DF7FE-9916-4FAF-8457-3521400FFCEA}" dt="2025-12-02T17:07:16.595" v="100275" actId="478"/>
          <ac:spMkLst>
            <pc:docMk/>
            <pc:sldMk cId="3714537669" sldId="1063"/>
            <ac:spMk id="8" creationId="{03266CDC-B6D7-DF5D-572F-1FC527B4A43A}"/>
          </ac:spMkLst>
        </pc:spChg>
        <pc:spChg chg="add del mod">
          <ac:chgData name="DEWE, HAYLEY L." userId="5cada80b-0f7b-49a5-96b2-656b100ca6c6" providerId="ADAL" clId="{632DF7FE-9916-4FAF-8457-3521400FFCEA}" dt="2025-12-02T17:07:17.710" v="100276" actId="478"/>
          <ac:spMkLst>
            <pc:docMk/>
            <pc:sldMk cId="3714537669" sldId="1063"/>
            <ac:spMk id="9" creationId="{5AD225A5-0B73-14F2-1404-87E36B8BF404}"/>
          </ac:spMkLst>
        </pc:spChg>
        <pc:spChg chg="add mod">
          <ac:chgData name="DEWE, HAYLEY L." userId="5cada80b-0f7b-49a5-96b2-656b100ca6c6" providerId="ADAL" clId="{632DF7FE-9916-4FAF-8457-3521400FFCEA}" dt="2025-12-02T17:07:18.400" v="100277"/>
          <ac:spMkLst>
            <pc:docMk/>
            <pc:sldMk cId="3714537669" sldId="1063"/>
            <ac:spMk id="11" creationId="{E670AAAF-F663-B066-4CAC-70570C74ADA6}"/>
          </ac:spMkLst>
        </pc:spChg>
        <pc:spChg chg="add mod">
          <ac:chgData name="DEWE, HAYLEY L." userId="5cada80b-0f7b-49a5-96b2-656b100ca6c6" providerId="ADAL" clId="{632DF7FE-9916-4FAF-8457-3521400FFCEA}" dt="2025-12-02T17:18:53.448" v="101169" actId="20577"/>
          <ac:spMkLst>
            <pc:docMk/>
            <pc:sldMk cId="3714537669" sldId="1063"/>
            <ac:spMk id="13" creationId="{80B3B46B-AF69-DF87-6D68-3CE1514BC129}"/>
          </ac:spMkLst>
        </pc:spChg>
        <pc:picChg chg="mod">
          <ac:chgData name="DEWE, HAYLEY L." userId="5cada80b-0f7b-49a5-96b2-656b100ca6c6" providerId="ADAL" clId="{632DF7FE-9916-4FAF-8457-3521400FFCEA}" dt="2025-12-02T17:18:08.335" v="101100" actId="1076"/>
          <ac:picMkLst>
            <pc:docMk/>
            <pc:sldMk cId="3714537669" sldId="1063"/>
            <ac:picMk id="10" creationId="{F85D6FA8-4FAF-6472-0F9F-9CDD95F1D1A3}"/>
          </ac:picMkLst>
        </pc:picChg>
      </pc:sldChg>
      <pc:sldChg chg="addSp delSp modSp add mod ord delAnim modAnim">
        <pc:chgData name="DEWE, HAYLEY L." userId="5cada80b-0f7b-49a5-96b2-656b100ca6c6" providerId="ADAL" clId="{632DF7FE-9916-4FAF-8457-3521400FFCEA}" dt="2025-12-03T11:55:31.002" v="103828" actId="20577"/>
        <pc:sldMkLst>
          <pc:docMk/>
          <pc:sldMk cId="3228821835" sldId="1064"/>
        </pc:sldMkLst>
        <pc:spChg chg="mod">
          <ac:chgData name="DEWE, HAYLEY L." userId="5cada80b-0f7b-49a5-96b2-656b100ca6c6" providerId="ADAL" clId="{632DF7FE-9916-4FAF-8457-3521400FFCEA}" dt="2025-12-02T17:27:22.827" v="101401" actId="1076"/>
          <ac:spMkLst>
            <pc:docMk/>
            <pc:sldMk cId="3228821835" sldId="1064"/>
            <ac:spMk id="6" creationId="{D6C9CDDC-4F5F-0BE3-F1A4-7011082D82AB}"/>
          </ac:spMkLst>
        </pc:spChg>
        <pc:spChg chg="mod">
          <ac:chgData name="DEWE, HAYLEY L." userId="5cada80b-0f7b-49a5-96b2-656b100ca6c6" providerId="ADAL" clId="{632DF7FE-9916-4FAF-8457-3521400FFCEA}" dt="2025-12-03T11:55:31.002" v="103828" actId="20577"/>
          <ac:spMkLst>
            <pc:docMk/>
            <pc:sldMk cId="3228821835" sldId="1064"/>
            <ac:spMk id="8" creationId="{7A9F7B96-0D2D-D823-22BE-102D7F837A63}"/>
          </ac:spMkLst>
        </pc:spChg>
        <pc:spChg chg="add mod">
          <ac:chgData name="DEWE, HAYLEY L." userId="5cada80b-0f7b-49a5-96b2-656b100ca6c6" providerId="ADAL" clId="{632DF7FE-9916-4FAF-8457-3521400FFCEA}" dt="2025-12-02T17:27:14.267" v="101399" actId="255"/>
          <ac:spMkLst>
            <pc:docMk/>
            <pc:sldMk cId="3228821835" sldId="1064"/>
            <ac:spMk id="9" creationId="{C8E1DCD7-3E10-49C2-A60C-D97743D45279}"/>
          </ac:spMkLst>
        </pc:spChg>
        <pc:spChg chg="add mod">
          <ac:chgData name="DEWE, HAYLEY L." userId="5cada80b-0f7b-49a5-96b2-656b100ca6c6" providerId="ADAL" clId="{632DF7FE-9916-4FAF-8457-3521400FFCEA}" dt="2025-12-02T17:27:14.267" v="101399" actId="255"/>
          <ac:spMkLst>
            <pc:docMk/>
            <pc:sldMk cId="3228821835" sldId="1064"/>
            <ac:spMk id="10" creationId="{6CB9F28E-A9DE-8DB1-AB10-6D0AC7C7A472}"/>
          </ac:spMkLst>
        </pc:spChg>
        <pc:graphicFrameChg chg="del modGraphic">
          <ac:chgData name="DEWE, HAYLEY L." userId="5cada80b-0f7b-49a5-96b2-656b100ca6c6" providerId="ADAL" clId="{632DF7FE-9916-4FAF-8457-3521400FFCEA}" dt="2025-12-02T17:22:52.046" v="101246" actId="478"/>
          <ac:graphicFrameMkLst>
            <pc:docMk/>
            <pc:sldMk cId="3228821835" sldId="1064"/>
            <ac:graphicFrameMk id="5" creationId="{0E9D7118-991F-0020-182D-27B275E9D52D}"/>
          </ac:graphicFrameMkLst>
        </pc:graphicFrameChg>
        <pc:graphicFrameChg chg="del">
          <ac:chgData name="DEWE, HAYLEY L." userId="5cada80b-0f7b-49a5-96b2-656b100ca6c6" providerId="ADAL" clId="{632DF7FE-9916-4FAF-8457-3521400FFCEA}" dt="2025-12-02T17:22:50.457" v="101244" actId="478"/>
          <ac:graphicFrameMkLst>
            <pc:docMk/>
            <pc:sldMk cId="3228821835" sldId="1064"/>
            <ac:graphicFrameMk id="7" creationId="{929521DE-384C-15C5-30CF-D136FAEAAAB9}"/>
          </ac:graphicFrameMkLst>
        </pc:graphicFrameChg>
        <pc:graphicFrameChg chg="add mod modGraphic">
          <ac:chgData name="DEWE, HAYLEY L." userId="5cada80b-0f7b-49a5-96b2-656b100ca6c6" providerId="ADAL" clId="{632DF7FE-9916-4FAF-8457-3521400FFCEA}" dt="2025-12-02T17:27:24.940" v="101402" actId="1076"/>
          <ac:graphicFrameMkLst>
            <pc:docMk/>
            <pc:sldMk cId="3228821835" sldId="1064"/>
            <ac:graphicFrameMk id="11" creationId="{7A663F1B-E0E4-06E3-F241-75F60CE2DCE4}"/>
          </ac:graphicFrameMkLst>
        </pc:graphicFrameChg>
        <pc:graphicFrameChg chg="add del mod">
          <ac:chgData name="DEWE, HAYLEY L." userId="5cada80b-0f7b-49a5-96b2-656b100ca6c6" providerId="ADAL" clId="{632DF7FE-9916-4FAF-8457-3521400FFCEA}" dt="2025-12-02T17:23:24.891" v="101275" actId="478"/>
          <ac:graphicFrameMkLst>
            <pc:docMk/>
            <pc:sldMk cId="3228821835" sldId="1064"/>
            <ac:graphicFrameMk id="12" creationId="{63AD33C7-31DA-E28B-3023-D7DDAB7CA8A3}"/>
          </ac:graphicFrameMkLst>
        </pc:graphicFrameChg>
      </pc:sldChg>
      <pc:sldChg chg="add del">
        <pc:chgData name="DEWE, HAYLEY L." userId="5cada80b-0f7b-49a5-96b2-656b100ca6c6" providerId="ADAL" clId="{632DF7FE-9916-4FAF-8457-3521400FFCEA}" dt="2025-12-02T17:26:14.551" v="101374" actId="47"/>
        <pc:sldMkLst>
          <pc:docMk/>
          <pc:sldMk cId="1146066136" sldId="1065"/>
        </pc:sldMkLst>
      </pc:sldChg>
      <pc:sldChg chg="add del">
        <pc:chgData name="DEWE, HAYLEY L." userId="5cada80b-0f7b-49a5-96b2-656b100ca6c6" providerId="ADAL" clId="{632DF7FE-9916-4FAF-8457-3521400FFCEA}" dt="2025-12-02T17:26:30.479" v="101379" actId="47"/>
        <pc:sldMkLst>
          <pc:docMk/>
          <pc:sldMk cId="2859045894" sldId="1065"/>
        </pc:sldMkLst>
      </pc:sldChg>
      <pc:sldChg chg="addSp delSp modSp add mod ord delAnim modAnim">
        <pc:chgData name="DEWE, HAYLEY L." userId="5cada80b-0f7b-49a5-96b2-656b100ca6c6" providerId="ADAL" clId="{632DF7FE-9916-4FAF-8457-3521400FFCEA}" dt="2025-12-03T14:02:41.914" v="107777" actId="478"/>
        <pc:sldMkLst>
          <pc:docMk/>
          <pc:sldMk cId="2958556401" sldId="1065"/>
        </pc:sldMkLst>
        <pc:spChg chg="del">
          <ac:chgData name="DEWE, HAYLEY L." userId="5cada80b-0f7b-49a5-96b2-656b100ca6c6" providerId="ADAL" clId="{632DF7FE-9916-4FAF-8457-3521400FFCEA}" dt="2025-12-03T14:02:41.914" v="107777" actId="478"/>
          <ac:spMkLst>
            <pc:docMk/>
            <pc:sldMk cId="2958556401" sldId="1065"/>
            <ac:spMk id="3" creationId="{8C7FDDB8-7D8C-FAAD-23E2-00BE0B159369}"/>
          </ac:spMkLst>
        </pc:spChg>
        <pc:spChg chg="mod">
          <ac:chgData name="DEWE, HAYLEY L." userId="5cada80b-0f7b-49a5-96b2-656b100ca6c6" providerId="ADAL" clId="{632DF7FE-9916-4FAF-8457-3521400FFCEA}" dt="2025-12-02T17:29:57.698" v="101670" actId="20577"/>
          <ac:spMkLst>
            <pc:docMk/>
            <pc:sldMk cId="2958556401" sldId="1065"/>
            <ac:spMk id="6" creationId="{84CF7CD9-FEAC-4AA0-2F9D-4FD7972A278D}"/>
          </ac:spMkLst>
        </pc:spChg>
        <pc:picChg chg="add mod ord">
          <ac:chgData name="DEWE, HAYLEY L." userId="5cada80b-0f7b-49a5-96b2-656b100ca6c6" providerId="ADAL" clId="{632DF7FE-9916-4FAF-8457-3521400FFCEA}" dt="2025-12-02T17:27:58.483" v="101410" actId="1076"/>
          <ac:picMkLst>
            <pc:docMk/>
            <pc:sldMk cId="2958556401" sldId="1065"/>
            <ac:picMk id="2" creationId="{CA2DFDD5-7670-6667-D2E4-D24898076759}"/>
          </ac:picMkLst>
        </pc:picChg>
        <pc:picChg chg="add del mod">
          <ac:chgData name="DEWE, HAYLEY L." userId="5cada80b-0f7b-49a5-96b2-656b100ca6c6" providerId="ADAL" clId="{632DF7FE-9916-4FAF-8457-3521400FFCEA}" dt="2025-12-03T14:02:40.624" v="107776" actId="478"/>
          <ac:picMkLst>
            <pc:docMk/>
            <pc:sldMk cId="2958556401" sldId="1065"/>
            <ac:picMk id="4" creationId="{0164073C-B86C-A7F6-C172-3366E7AC6D77}"/>
          </ac:picMkLst>
        </pc:picChg>
        <pc:picChg chg="del">
          <ac:chgData name="DEWE, HAYLEY L." userId="5cada80b-0f7b-49a5-96b2-656b100ca6c6" providerId="ADAL" clId="{632DF7FE-9916-4FAF-8457-3521400FFCEA}" dt="2025-12-02T17:27:48.179" v="101404" actId="478"/>
          <ac:picMkLst>
            <pc:docMk/>
            <pc:sldMk cId="2958556401" sldId="1065"/>
            <ac:picMk id="8" creationId="{1F7FEAE9-1F74-4BBE-855B-95D219EF759E}"/>
          </ac:picMkLst>
        </pc:picChg>
        <pc:picChg chg="del">
          <ac:chgData name="DEWE, HAYLEY L." userId="5cada80b-0f7b-49a5-96b2-656b100ca6c6" providerId="ADAL" clId="{632DF7FE-9916-4FAF-8457-3521400FFCEA}" dt="2025-12-02T17:28:09.642" v="101411" actId="478"/>
          <ac:picMkLst>
            <pc:docMk/>
            <pc:sldMk cId="2958556401" sldId="1065"/>
            <ac:picMk id="1026" creationId="{8A5A4707-EBD7-C6AE-E68B-1C71F3471B47}"/>
          </ac:picMkLst>
        </pc:picChg>
      </pc:sldChg>
      <pc:sldChg chg="modSp add mod ord modAnim modNotesTx">
        <pc:chgData name="DEWE, HAYLEY L." userId="5cada80b-0f7b-49a5-96b2-656b100ca6c6" providerId="ADAL" clId="{632DF7FE-9916-4FAF-8457-3521400FFCEA}" dt="2025-12-03T13:59:25.749" v="107756" actId="20577"/>
        <pc:sldMkLst>
          <pc:docMk/>
          <pc:sldMk cId="685088133" sldId="1066"/>
        </pc:sldMkLst>
        <pc:spChg chg="mod">
          <ac:chgData name="DEWE, HAYLEY L." userId="5cada80b-0f7b-49a5-96b2-656b100ca6c6" providerId="ADAL" clId="{632DF7FE-9916-4FAF-8457-3521400FFCEA}" dt="2025-12-03T12:06:39.849" v="104813" actId="1076"/>
          <ac:spMkLst>
            <pc:docMk/>
            <pc:sldMk cId="685088133" sldId="1066"/>
            <ac:spMk id="3" creationId="{A27F7738-0F4A-1B68-B41C-CE784B408E26}"/>
          </ac:spMkLst>
        </pc:spChg>
        <pc:spChg chg="mod">
          <ac:chgData name="DEWE, HAYLEY L." userId="5cada80b-0f7b-49a5-96b2-656b100ca6c6" providerId="ADAL" clId="{632DF7FE-9916-4FAF-8457-3521400FFCEA}" dt="2025-12-03T13:41:38.190" v="107729" actId="313"/>
          <ac:spMkLst>
            <pc:docMk/>
            <pc:sldMk cId="685088133" sldId="1066"/>
            <ac:spMk id="6" creationId="{F4DDC6C4-9A41-85AE-5D0C-665AF51C7316}"/>
          </ac:spMkLst>
        </pc:spChg>
      </pc:sldChg>
      <pc:sldChg chg="add del ord">
        <pc:chgData name="DEWE, HAYLEY L." userId="5cada80b-0f7b-49a5-96b2-656b100ca6c6" providerId="ADAL" clId="{632DF7FE-9916-4FAF-8457-3521400FFCEA}" dt="2025-12-02T17:26:33.387" v="101380" actId="47"/>
        <pc:sldMkLst>
          <pc:docMk/>
          <pc:sldMk cId="1222925518" sldId="1066"/>
        </pc:sldMkLst>
      </pc:sldChg>
      <pc:sldChg chg="addSp delSp modSp add mod ord delAnim modAnim">
        <pc:chgData name="DEWE, HAYLEY L." userId="5cada80b-0f7b-49a5-96b2-656b100ca6c6" providerId="ADAL" clId="{632DF7FE-9916-4FAF-8457-3521400FFCEA}" dt="2025-12-03T13:42:26.184" v="107735"/>
        <pc:sldMkLst>
          <pc:docMk/>
          <pc:sldMk cId="759664774" sldId="1067"/>
        </pc:sldMkLst>
        <pc:spChg chg="del mod">
          <ac:chgData name="DEWE, HAYLEY L." userId="5cada80b-0f7b-49a5-96b2-656b100ca6c6" providerId="ADAL" clId="{632DF7FE-9916-4FAF-8457-3521400FFCEA}" dt="2025-12-03T11:19:56.054" v="102600" actId="478"/>
          <ac:spMkLst>
            <pc:docMk/>
            <pc:sldMk cId="759664774" sldId="1067"/>
            <ac:spMk id="3" creationId="{77FC99AE-A460-9D74-C1AA-7FF2B45F886E}"/>
          </ac:spMkLst>
        </pc:spChg>
        <pc:spChg chg="del mod">
          <ac:chgData name="DEWE, HAYLEY L." userId="5cada80b-0f7b-49a5-96b2-656b100ca6c6" providerId="ADAL" clId="{632DF7FE-9916-4FAF-8457-3521400FFCEA}" dt="2025-12-03T11:19:48.599" v="102596" actId="478"/>
          <ac:spMkLst>
            <pc:docMk/>
            <pc:sldMk cId="759664774" sldId="1067"/>
            <ac:spMk id="4" creationId="{CEB8B08A-DFEC-B283-8EA7-F8F3077766C6}"/>
          </ac:spMkLst>
        </pc:spChg>
        <pc:spChg chg="mod">
          <ac:chgData name="DEWE, HAYLEY L." userId="5cada80b-0f7b-49a5-96b2-656b100ca6c6" providerId="ADAL" clId="{632DF7FE-9916-4FAF-8457-3521400FFCEA}" dt="2025-12-03T13:41:56.356" v="107732" actId="1076"/>
          <ac:spMkLst>
            <pc:docMk/>
            <pc:sldMk cId="759664774" sldId="1067"/>
            <ac:spMk id="5" creationId="{7C643AAB-CDBF-1772-1A03-FD705A2316E0}"/>
          </ac:spMkLst>
        </pc:spChg>
        <pc:spChg chg="del mod">
          <ac:chgData name="DEWE, HAYLEY L." userId="5cada80b-0f7b-49a5-96b2-656b100ca6c6" providerId="ADAL" clId="{632DF7FE-9916-4FAF-8457-3521400FFCEA}" dt="2025-12-03T11:19:47.874" v="102595" actId="478"/>
          <ac:spMkLst>
            <pc:docMk/>
            <pc:sldMk cId="759664774" sldId="1067"/>
            <ac:spMk id="6" creationId="{36D36354-F217-CE2D-EB4E-7B43A0E30270}"/>
          </ac:spMkLst>
        </pc:spChg>
        <pc:spChg chg="del">
          <ac:chgData name="DEWE, HAYLEY L." userId="5cada80b-0f7b-49a5-96b2-656b100ca6c6" providerId="ADAL" clId="{632DF7FE-9916-4FAF-8457-3521400FFCEA}" dt="2025-12-03T11:19:44.998" v="102592" actId="478"/>
          <ac:spMkLst>
            <pc:docMk/>
            <pc:sldMk cId="759664774" sldId="1067"/>
            <ac:spMk id="7" creationId="{EBB34DA2-3678-BD7D-7030-610438DF2464}"/>
          </ac:spMkLst>
        </pc:spChg>
        <pc:spChg chg="add mod">
          <ac:chgData name="DEWE, HAYLEY L." userId="5cada80b-0f7b-49a5-96b2-656b100ca6c6" providerId="ADAL" clId="{632DF7FE-9916-4FAF-8457-3521400FFCEA}" dt="2025-12-03T11:19:42.389" v="102590" actId="164"/>
          <ac:spMkLst>
            <pc:docMk/>
            <pc:sldMk cId="759664774" sldId="1067"/>
            <ac:spMk id="8" creationId="{D2226558-44A4-489F-5972-A7E02312252A}"/>
          </ac:spMkLst>
        </pc:spChg>
        <pc:spChg chg="add mod">
          <ac:chgData name="DEWE, HAYLEY L." userId="5cada80b-0f7b-49a5-96b2-656b100ca6c6" providerId="ADAL" clId="{632DF7FE-9916-4FAF-8457-3521400FFCEA}" dt="2025-12-03T11:19:42.389" v="102590" actId="164"/>
          <ac:spMkLst>
            <pc:docMk/>
            <pc:sldMk cId="759664774" sldId="1067"/>
            <ac:spMk id="9" creationId="{6B52EB85-D155-2CE1-FD2E-A37EF757C283}"/>
          </ac:spMkLst>
        </pc:spChg>
        <pc:spChg chg="add mod">
          <ac:chgData name="DEWE, HAYLEY L." userId="5cada80b-0f7b-49a5-96b2-656b100ca6c6" providerId="ADAL" clId="{632DF7FE-9916-4FAF-8457-3521400FFCEA}" dt="2025-12-03T11:19:42.389" v="102590" actId="164"/>
          <ac:spMkLst>
            <pc:docMk/>
            <pc:sldMk cId="759664774" sldId="1067"/>
            <ac:spMk id="12" creationId="{5F8EDF1E-A5A9-0CAB-2181-63DA8BA7FADF}"/>
          </ac:spMkLst>
        </pc:spChg>
        <pc:spChg chg="del">
          <ac:chgData name="DEWE, HAYLEY L." userId="5cada80b-0f7b-49a5-96b2-656b100ca6c6" providerId="ADAL" clId="{632DF7FE-9916-4FAF-8457-3521400FFCEA}" dt="2025-12-03T11:19:19.414" v="102586" actId="478"/>
          <ac:spMkLst>
            <pc:docMk/>
            <pc:sldMk cId="759664774" sldId="1067"/>
            <ac:spMk id="13" creationId="{F0538824-21CE-7777-56FC-95C4C6C33C18}"/>
          </ac:spMkLst>
        </pc:spChg>
        <pc:spChg chg="add mod">
          <ac:chgData name="DEWE, HAYLEY L." userId="5cada80b-0f7b-49a5-96b2-656b100ca6c6" providerId="ADAL" clId="{632DF7FE-9916-4FAF-8457-3521400FFCEA}" dt="2025-12-03T11:20:20.416" v="102607" actId="1076"/>
          <ac:spMkLst>
            <pc:docMk/>
            <pc:sldMk cId="759664774" sldId="1067"/>
            <ac:spMk id="16" creationId="{3E10EB7C-3ECE-C94A-5440-78671096B2D5}"/>
          </ac:spMkLst>
        </pc:spChg>
        <pc:grpChg chg="add mod">
          <ac:chgData name="DEWE, HAYLEY L." userId="5cada80b-0f7b-49a5-96b2-656b100ca6c6" providerId="ADAL" clId="{632DF7FE-9916-4FAF-8457-3521400FFCEA}" dt="2025-12-03T11:19:53.257" v="102599" actId="1076"/>
          <ac:grpSpMkLst>
            <pc:docMk/>
            <pc:sldMk cId="759664774" sldId="1067"/>
            <ac:grpSpMk id="14" creationId="{E7D0F1DA-D891-CBF3-259A-F65B093B5E8C}"/>
          </ac:grpSpMkLst>
        </pc:grpChg>
        <pc:picChg chg="add mod">
          <ac:chgData name="DEWE, HAYLEY L." userId="5cada80b-0f7b-49a5-96b2-656b100ca6c6" providerId="ADAL" clId="{632DF7FE-9916-4FAF-8457-3521400FFCEA}" dt="2025-12-03T11:19:42.389" v="102590" actId="164"/>
          <ac:picMkLst>
            <pc:docMk/>
            <pc:sldMk cId="759664774" sldId="1067"/>
            <ac:picMk id="2" creationId="{10DFB685-8B8A-091A-4BE0-16DC8D8D74A5}"/>
          </ac:picMkLst>
        </pc:picChg>
        <pc:picChg chg="del">
          <ac:chgData name="DEWE, HAYLEY L." userId="5cada80b-0f7b-49a5-96b2-656b100ca6c6" providerId="ADAL" clId="{632DF7FE-9916-4FAF-8457-3521400FFCEA}" dt="2025-12-03T11:18:23.891" v="102457" actId="478"/>
          <ac:picMkLst>
            <pc:docMk/>
            <pc:sldMk cId="759664774" sldId="1067"/>
            <ac:picMk id="10" creationId="{F5D3E233-ADF5-3D27-C786-BA651874DC68}"/>
          </ac:picMkLst>
        </pc:picChg>
      </pc:sldChg>
      <pc:sldChg chg="addSp modSp add mod">
        <pc:chgData name="DEWE, HAYLEY L." userId="5cada80b-0f7b-49a5-96b2-656b100ca6c6" providerId="ADAL" clId="{632DF7FE-9916-4FAF-8457-3521400FFCEA}" dt="2025-12-03T12:54:37.328" v="107054" actId="20577"/>
        <pc:sldMkLst>
          <pc:docMk/>
          <pc:sldMk cId="69511871" sldId="1068"/>
        </pc:sldMkLst>
        <pc:spChg chg="add mod">
          <ac:chgData name="DEWE, HAYLEY L." userId="5cada80b-0f7b-49a5-96b2-656b100ca6c6" providerId="ADAL" clId="{632DF7FE-9916-4FAF-8457-3521400FFCEA}" dt="2025-12-03T12:45:03.916" v="106831" actId="207"/>
          <ac:spMkLst>
            <pc:docMk/>
            <pc:sldMk cId="69511871" sldId="1068"/>
            <ac:spMk id="2" creationId="{4B2FBA88-3F2E-32E6-FDAC-4A6CD8B1BA72}"/>
          </ac:spMkLst>
        </pc:spChg>
        <pc:spChg chg="mod">
          <ac:chgData name="DEWE, HAYLEY L." userId="5cada80b-0f7b-49a5-96b2-656b100ca6c6" providerId="ADAL" clId="{632DF7FE-9916-4FAF-8457-3521400FFCEA}" dt="2025-12-03T12:54:37.328" v="107054" actId="20577"/>
          <ac:spMkLst>
            <pc:docMk/>
            <pc:sldMk cId="69511871" sldId="1068"/>
            <ac:spMk id="9" creationId="{8B8676F2-4335-7184-8F2C-C2727F9C78E9}"/>
          </ac:spMkLst>
        </pc:spChg>
      </pc:sldChg>
      <pc:sldChg chg="delSp modSp add del mod ord">
        <pc:chgData name="DEWE, HAYLEY L." userId="5cada80b-0f7b-49a5-96b2-656b100ca6c6" providerId="ADAL" clId="{632DF7FE-9916-4FAF-8457-3521400FFCEA}" dt="2025-12-03T13:26:18.044" v="107609" actId="47"/>
        <pc:sldMkLst>
          <pc:docMk/>
          <pc:sldMk cId="3799064254" sldId="1069"/>
        </pc:sldMkLst>
        <pc:spChg chg="del">
          <ac:chgData name="DEWE, HAYLEY L." userId="5cada80b-0f7b-49a5-96b2-656b100ca6c6" providerId="ADAL" clId="{632DF7FE-9916-4FAF-8457-3521400FFCEA}" dt="2025-12-03T11:52:02.489" v="103599" actId="478"/>
          <ac:spMkLst>
            <pc:docMk/>
            <pc:sldMk cId="3799064254" sldId="1069"/>
            <ac:spMk id="5" creationId="{AE700837-F14D-0F61-8576-61DF2C47985D}"/>
          </ac:spMkLst>
        </pc:spChg>
        <pc:spChg chg="mod">
          <ac:chgData name="DEWE, HAYLEY L." userId="5cada80b-0f7b-49a5-96b2-656b100ca6c6" providerId="ADAL" clId="{632DF7FE-9916-4FAF-8457-3521400FFCEA}" dt="2025-12-03T11:51:59.916" v="103598" actId="14100"/>
          <ac:spMkLst>
            <pc:docMk/>
            <pc:sldMk cId="3799064254" sldId="1069"/>
            <ac:spMk id="11" creationId="{7901CFD9-5E8D-FA16-89F1-AE4E114A9108}"/>
          </ac:spMkLst>
        </pc:spChg>
      </pc:sldChg>
      <pc:sldChg chg="delSp modSp add mod ord modAnim">
        <pc:chgData name="DEWE, HAYLEY L." userId="5cada80b-0f7b-49a5-96b2-656b100ca6c6" providerId="ADAL" clId="{632DF7FE-9916-4FAF-8457-3521400FFCEA}" dt="2025-12-03T11:55:17.730" v="103820" actId="5793"/>
        <pc:sldMkLst>
          <pc:docMk/>
          <pc:sldMk cId="734932353" sldId="1070"/>
        </pc:sldMkLst>
        <pc:spChg chg="mod">
          <ac:chgData name="DEWE, HAYLEY L." userId="5cada80b-0f7b-49a5-96b2-656b100ca6c6" providerId="ADAL" clId="{632DF7FE-9916-4FAF-8457-3521400FFCEA}" dt="2025-12-03T11:55:17.730" v="103820" actId="5793"/>
          <ac:spMkLst>
            <pc:docMk/>
            <pc:sldMk cId="734932353" sldId="1070"/>
            <ac:spMk id="5" creationId="{1E046728-8442-3D81-9860-BA6BB45C4019}"/>
          </ac:spMkLst>
        </pc:spChg>
        <pc:spChg chg="mod">
          <ac:chgData name="DEWE, HAYLEY L." userId="5cada80b-0f7b-49a5-96b2-656b100ca6c6" providerId="ADAL" clId="{632DF7FE-9916-4FAF-8457-3521400FFCEA}" dt="2025-12-03T11:54:38.602" v="103804" actId="1076"/>
          <ac:spMkLst>
            <pc:docMk/>
            <pc:sldMk cId="734932353" sldId="1070"/>
            <ac:spMk id="11" creationId="{F8362D63-9C72-F233-1AF6-E4AD83ED9143}"/>
          </ac:spMkLst>
        </pc:spChg>
        <pc:picChg chg="del">
          <ac:chgData name="DEWE, HAYLEY L." userId="5cada80b-0f7b-49a5-96b2-656b100ca6c6" providerId="ADAL" clId="{632DF7FE-9916-4FAF-8457-3521400FFCEA}" dt="2025-12-03T11:54:32.630" v="103802" actId="478"/>
          <ac:picMkLst>
            <pc:docMk/>
            <pc:sldMk cId="734932353" sldId="1070"/>
            <ac:picMk id="10" creationId="{1372D116-7EC7-1D11-86AE-F6C04C32CD71}"/>
          </ac:picMkLst>
        </pc:picChg>
      </pc:sldChg>
      <pc:sldMasterChg chg="delSldLayout">
        <pc:chgData name="DEWE, HAYLEY L." userId="5cada80b-0f7b-49a5-96b2-656b100ca6c6" providerId="ADAL" clId="{632DF7FE-9916-4FAF-8457-3521400FFCEA}" dt="2025-11-04T12:58:34.545" v="16549" actId="47"/>
        <pc:sldMasterMkLst>
          <pc:docMk/>
          <pc:sldMasterMk cId="2172761751" sldId="2147483786"/>
        </pc:sldMasterMkLst>
        <pc:sldLayoutChg chg="del">
          <pc:chgData name="DEWE, HAYLEY L." userId="5cada80b-0f7b-49a5-96b2-656b100ca6c6" providerId="ADAL" clId="{632DF7FE-9916-4FAF-8457-3521400FFCEA}" dt="2025-11-04T12:58:34.545" v="16549" actId="47"/>
          <pc:sldLayoutMkLst>
            <pc:docMk/>
            <pc:sldMasterMk cId="2172761751" sldId="2147483786"/>
            <pc:sldLayoutMk cId="1581712644" sldId="2147483798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94009A-B8AC-44DB-870F-51544CD1DB03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6149F3D6-8746-4DC7-9DE9-EC7FBE73027E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GB" sz="2400" b="1" dirty="0"/>
            <a:t>Hypothesis for Chi-square</a:t>
          </a:r>
        </a:p>
      </dgm:t>
    </dgm:pt>
    <dgm:pt modelId="{148ECA9F-E882-442E-BD33-D339634E2F37}" type="parTrans" cxnId="{2A48A289-B366-4515-9F99-934C0B806FF6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FAA3CC82-F19E-41F2-89B4-3BD10382A2D2}" type="sibTrans" cxnId="{2A48A289-B366-4515-9F99-934C0B806FF6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84FCFD93-C7A2-44FC-9422-06452C5E84C4}">
      <dgm:prSet phldrT="[Text]" custT="1"/>
      <dgm:spPr/>
      <dgm:t>
        <a:bodyPr/>
        <a:lstStyle/>
        <a:p>
          <a:r>
            <a:rPr lang="en-GB" sz="2400" b="0" dirty="0"/>
            <a:t>Null Hypothesis (</a:t>
          </a:r>
          <a:r>
            <a:rPr lang="en-GB" sz="2400" b="0" u="none" dirty="0"/>
            <a:t>H</a:t>
          </a:r>
          <a:r>
            <a:rPr lang="en-GB" sz="2400" b="0" u="none" baseline="-25000" dirty="0"/>
            <a:t>0</a:t>
          </a:r>
          <a:r>
            <a:rPr lang="en-GB" sz="2400" b="0" dirty="0"/>
            <a:t>)</a:t>
          </a:r>
        </a:p>
      </dgm:t>
    </dgm:pt>
    <dgm:pt modelId="{9ACB1609-4483-4CD8-9FF2-4161CC83B4E1}" type="parTrans" cxnId="{35742BEA-C040-46CC-B149-D858D258CFC0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37AE70FF-F9FC-482A-B33C-83EC2E2664FE}" type="sibTrans" cxnId="{35742BEA-C040-46CC-B149-D858D258CFC0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3517548B-C362-4F1C-80CA-DBA70F276196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GB" sz="2400" b="0" dirty="0"/>
            <a:t>Alternative Hypothesis (</a:t>
          </a:r>
          <a:r>
            <a:rPr lang="en-GB" sz="2400" b="0" u="none" dirty="0"/>
            <a:t>H</a:t>
          </a:r>
          <a:r>
            <a:rPr lang="en-GB" sz="2400" b="0" u="none" baseline="-25000" dirty="0"/>
            <a:t>1</a:t>
          </a:r>
          <a:r>
            <a:rPr lang="en-GB" sz="2400" b="0" dirty="0"/>
            <a:t>)</a:t>
          </a:r>
        </a:p>
      </dgm:t>
    </dgm:pt>
    <dgm:pt modelId="{A4FF50B2-48EA-41A2-A25B-67BD60E579A4}" type="parTrans" cxnId="{9D4ADCE6-85FB-462A-ACDE-3D79C07D149B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7E5047DD-2558-4E4F-8EA4-9396A45B07C4}" type="sibTrans" cxnId="{9D4ADCE6-85FB-462A-ACDE-3D79C07D149B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5874985B-144E-4F78-9EDF-729FB880D736}">
      <dgm:prSet custT="1"/>
      <dgm:spPr>
        <a:solidFill>
          <a:schemeClr val="accent5"/>
        </a:solidFill>
      </dgm:spPr>
      <dgm:t>
        <a:bodyPr/>
        <a:lstStyle/>
        <a:p>
          <a:r>
            <a:rPr lang="en-GB" sz="2800" dirty="0"/>
            <a:t>There will be </a:t>
          </a:r>
          <a:r>
            <a:rPr lang="en-GB" sz="2800" b="1" u="sng" dirty="0"/>
            <a:t>no</a:t>
          </a:r>
          <a:r>
            <a:rPr lang="en-GB" sz="2800" dirty="0"/>
            <a:t> effect or relationship</a:t>
          </a:r>
        </a:p>
      </dgm:t>
    </dgm:pt>
    <dgm:pt modelId="{B603DF49-492E-4D44-B0F7-C0E260718CC9}" type="parTrans" cxnId="{937D8CF0-6BAD-464C-88A1-1A118ADF84E5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8B90AC6E-F593-4A13-BCB2-2C4FD6772B77}" type="sibTrans" cxnId="{937D8CF0-6BAD-464C-88A1-1A118ADF84E5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AFD6DC6A-CA4D-4AF3-9860-C8D24A5B8401}">
      <dgm:prSet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2800" dirty="0"/>
            <a:t>There </a:t>
          </a:r>
          <a:r>
            <a:rPr lang="en-GB" sz="2800" b="1" u="sng" dirty="0"/>
            <a:t>will be an </a:t>
          </a:r>
          <a:r>
            <a:rPr lang="en-GB" sz="2800" dirty="0"/>
            <a:t>effect or relationship</a:t>
          </a:r>
        </a:p>
      </dgm:t>
    </dgm:pt>
    <dgm:pt modelId="{0134569D-8388-43A2-8CD2-33222C67342C}" type="parTrans" cxnId="{09E393A4-3AA9-467E-925F-BD966C846E1D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5C6A37CF-581A-4DFC-B55D-D9136F32DCE7}" type="sibTrans" cxnId="{09E393A4-3AA9-467E-925F-BD966C846E1D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6AD37916-AEB9-4DCC-AABE-94B29D9FEBC8}" type="pres">
      <dgm:prSet presAssocID="{CC94009A-B8AC-44DB-870F-51544CD1DB0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42E06AB-EA69-4BC9-A839-32FE246B247C}" type="pres">
      <dgm:prSet presAssocID="{6149F3D6-8746-4DC7-9DE9-EC7FBE73027E}" presName="hierRoot1" presStyleCnt="0">
        <dgm:presLayoutVars>
          <dgm:hierBranch val="init"/>
        </dgm:presLayoutVars>
      </dgm:prSet>
      <dgm:spPr/>
    </dgm:pt>
    <dgm:pt modelId="{3A990C21-119B-485F-A71E-51EC98C9C009}" type="pres">
      <dgm:prSet presAssocID="{6149F3D6-8746-4DC7-9DE9-EC7FBE73027E}" presName="rootComposite1" presStyleCnt="0"/>
      <dgm:spPr/>
    </dgm:pt>
    <dgm:pt modelId="{BA198A8A-3DD7-4FEE-8184-42D2AF8680D4}" type="pres">
      <dgm:prSet presAssocID="{6149F3D6-8746-4DC7-9DE9-EC7FBE73027E}" presName="rootText1" presStyleLbl="node0" presStyleIdx="0" presStyleCnt="1" custScaleX="198288" custScaleY="47166">
        <dgm:presLayoutVars>
          <dgm:chPref val="3"/>
        </dgm:presLayoutVars>
      </dgm:prSet>
      <dgm:spPr/>
    </dgm:pt>
    <dgm:pt modelId="{81E19E07-CAB9-417D-BDCE-B857525753BE}" type="pres">
      <dgm:prSet presAssocID="{6149F3D6-8746-4DC7-9DE9-EC7FBE73027E}" presName="rootConnector1" presStyleLbl="node1" presStyleIdx="0" presStyleCnt="0"/>
      <dgm:spPr/>
    </dgm:pt>
    <dgm:pt modelId="{D6E55242-61CE-4541-AA57-76FDEB5AB1EB}" type="pres">
      <dgm:prSet presAssocID="{6149F3D6-8746-4DC7-9DE9-EC7FBE73027E}" presName="hierChild2" presStyleCnt="0"/>
      <dgm:spPr/>
    </dgm:pt>
    <dgm:pt modelId="{271EC6A8-A967-47D2-95F4-E7F03088BD72}" type="pres">
      <dgm:prSet presAssocID="{9ACB1609-4483-4CD8-9FF2-4161CC83B4E1}" presName="Name37" presStyleLbl="parChTrans1D2" presStyleIdx="0" presStyleCnt="2"/>
      <dgm:spPr/>
    </dgm:pt>
    <dgm:pt modelId="{6C589ABB-792B-4EB1-BEE8-10991CE81E64}" type="pres">
      <dgm:prSet presAssocID="{84FCFD93-C7A2-44FC-9422-06452C5E84C4}" presName="hierRoot2" presStyleCnt="0">
        <dgm:presLayoutVars>
          <dgm:hierBranch val="init"/>
        </dgm:presLayoutVars>
      </dgm:prSet>
      <dgm:spPr/>
    </dgm:pt>
    <dgm:pt modelId="{7477800A-17CE-4E8E-A360-9CC2E93563E6}" type="pres">
      <dgm:prSet presAssocID="{84FCFD93-C7A2-44FC-9422-06452C5E84C4}" presName="rootComposite" presStyleCnt="0"/>
      <dgm:spPr/>
    </dgm:pt>
    <dgm:pt modelId="{A72B07E4-6C96-46E0-BE71-FF0157363363}" type="pres">
      <dgm:prSet presAssocID="{84FCFD93-C7A2-44FC-9422-06452C5E84C4}" presName="rootText" presStyleLbl="node2" presStyleIdx="0" presStyleCnt="2" custScaleX="141856">
        <dgm:presLayoutVars>
          <dgm:chPref val="3"/>
        </dgm:presLayoutVars>
      </dgm:prSet>
      <dgm:spPr/>
    </dgm:pt>
    <dgm:pt modelId="{328282BF-D30E-4789-9BE4-A950FA570067}" type="pres">
      <dgm:prSet presAssocID="{84FCFD93-C7A2-44FC-9422-06452C5E84C4}" presName="rootConnector" presStyleLbl="node2" presStyleIdx="0" presStyleCnt="2"/>
      <dgm:spPr/>
    </dgm:pt>
    <dgm:pt modelId="{04F84912-02EE-4892-B8BB-96916299465A}" type="pres">
      <dgm:prSet presAssocID="{84FCFD93-C7A2-44FC-9422-06452C5E84C4}" presName="hierChild4" presStyleCnt="0"/>
      <dgm:spPr/>
    </dgm:pt>
    <dgm:pt modelId="{1237E437-BC51-4A9C-B10E-479714E4FDD2}" type="pres">
      <dgm:prSet presAssocID="{B603DF49-492E-4D44-B0F7-C0E260718CC9}" presName="Name37" presStyleLbl="parChTrans1D3" presStyleIdx="0" presStyleCnt="2"/>
      <dgm:spPr/>
    </dgm:pt>
    <dgm:pt modelId="{CE84A4CB-AB00-4381-8C1A-FB14439C04B7}" type="pres">
      <dgm:prSet presAssocID="{5874985B-144E-4F78-9EDF-729FB880D736}" presName="hierRoot2" presStyleCnt="0">
        <dgm:presLayoutVars>
          <dgm:hierBranch val="init"/>
        </dgm:presLayoutVars>
      </dgm:prSet>
      <dgm:spPr/>
    </dgm:pt>
    <dgm:pt modelId="{C2D87226-7254-4F65-BC50-E65E68F12C48}" type="pres">
      <dgm:prSet presAssocID="{5874985B-144E-4F78-9EDF-729FB880D736}" presName="rootComposite" presStyleCnt="0"/>
      <dgm:spPr/>
    </dgm:pt>
    <dgm:pt modelId="{1285BBFB-300C-484A-82F7-27CDAC1A0481}" type="pres">
      <dgm:prSet presAssocID="{5874985B-144E-4F78-9EDF-729FB880D736}" presName="rootText" presStyleLbl="node3" presStyleIdx="0" presStyleCnt="2" custScaleX="126449">
        <dgm:presLayoutVars>
          <dgm:chPref val="3"/>
        </dgm:presLayoutVars>
      </dgm:prSet>
      <dgm:spPr/>
    </dgm:pt>
    <dgm:pt modelId="{3670AFEF-42E9-4D28-9DFA-397F753DC141}" type="pres">
      <dgm:prSet presAssocID="{5874985B-144E-4F78-9EDF-729FB880D736}" presName="rootConnector" presStyleLbl="node3" presStyleIdx="0" presStyleCnt="2"/>
      <dgm:spPr/>
    </dgm:pt>
    <dgm:pt modelId="{BD94B423-CAF5-4B15-A835-AB0D2313121E}" type="pres">
      <dgm:prSet presAssocID="{5874985B-144E-4F78-9EDF-729FB880D736}" presName="hierChild4" presStyleCnt="0"/>
      <dgm:spPr/>
    </dgm:pt>
    <dgm:pt modelId="{1E86E4B3-C349-4C35-A8A9-BA51BADCD748}" type="pres">
      <dgm:prSet presAssocID="{5874985B-144E-4F78-9EDF-729FB880D736}" presName="hierChild5" presStyleCnt="0"/>
      <dgm:spPr/>
    </dgm:pt>
    <dgm:pt modelId="{D4A18870-BDBE-4446-9006-3078F58D005D}" type="pres">
      <dgm:prSet presAssocID="{84FCFD93-C7A2-44FC-9422-06452C5E84C4}" presName="hierChild5" presStyleCnt="0"/>
      <dgm:spPr/>
    </dgm:pt>
    <dgm:pt modelId="{1E4F5A5F-01DD-4E00-ADC4-FE61C0BB21B7}" type="pres">
      <dgm:prSet presAssocID="{A4FF50B2-48EA-41A2-A25B-67BD60E579A4}" presName="Name37" presStyleLbl="parChTrans1D2" presStyleIdx="1" presStyleCnt="2"/>
      <dgm:spPr/>
    </dgm:pt>
    <dgm:pt modelId="{373E7BDE-9BAB-4188-AFCD-D93CC8C123FA}" type="pres">
      <dgm:prSet presAssocID="{3517548B-C362-4F1C-80CA-DBA70F276196}" presName="hierRoot2" presStyleCnt="0">
        <dgm:presLayoutVars>
          <dgm:hierBranch val="init"/>
        </dgm:presLayoutVars>
      </dgm:prSet>
      <dgm:spPr/>
    </dgm:pt>
    <dgm:pt modelId="{CBF7247C-E47D-479A-BEB8-7B074E5083DE}" type="pres">
      <dgm:prSet presAssocID="{3517548B-C362-4F1C-80CA-DBA70F276196}" presName="rootComposite" presStyleCnt="0"/>
      <dgm:spPr/>
    </dgm:pt>
    <dgm:pt modelId="{62AE3335-0D4A-435E-AA5D-CB68F74FD041}" type="pres">
      <dgm:prSet presAssocID="{3517548B-C362-4F1C-80CA-DBA70F276196}" presName="rootText" presStyleLbl="node2" presStyleIdx="1" presStyleCnt="2" custScaleX="164140">
        <dgm:presLayoutVars>
          <dgm:chPref val="3"/>
        </dgm:presLayoutVars>
      </dgm:prSet>
      <dgm:spPr/>
    </dgm:pt>
    <dgm:pt modelId="{E016071E-9D39-460C-B289-0CE44AA00779}" type="pres">
      <dgm:prSet presAssocID="{3517548B-C362-4F1C-80CA-DBA70F276196}" presName="rootConnector" presStyleLbl="node2" presStyleIdx="1" presStyleCnt="2"/>
      <dgm:spPr/>
    </dgm:pt>
    <dgm:pt modelId="{F2AAB5DE-4439-4C9C-8200-E72D1965542D}" type="pres">
      <dgm:prSet presAssocID="{3517548B-C362-4F1C-80CA-DBA70F276196}" presName="hierChild4" presStyleCnt="0"/>
      <dgm:spPr/>
    </dgm:pt>
    <dgm:pt modelId="{70C0A066-7A31-4668-9803-FB366C9B2C53}" type="pres">
      <dgm:prSet presAssocID="{0134569D-8388-43A2-8CD2-33222C67342C}" presName="Name37" presStyleLbl="parChTrans1D3" presStyleIdx="1" presStyleCnt="2"/>
      <dgm:spPr/>
    </dgm:pt>
    <dgm:pt modelId="{890DC63D-75DA-4709-AB3B-EC6A15846057}" type="pres">
      <dgm:prSet presAssocID="{AFD6DC6A-CA4D-4AF3-9860-C8D24A5B8401}" presName="hierRoot2" presStyleCnt="0">
        <dgm:presLayoutVars>
          <dgm:hierBranch val="init"/>
        </dgm:presLayoutVars>
      </dgm:prSet>
      <dgm:spPr/>
    </dgm:pt>
    <dgm:pt modelId="{2BFEE5DD-2A0F-4312-A244-84245D8F0CC5}" type="pres">
      <dgm:prSet presAssocID="{AFD6DC6A-CA4D-4AF3-9860-C8D24A5B8401}" presName="rootComposite" presStyleCnt="0"/>
      <dgm:spPr/>
    </dgm:pt>
    <dgm:pt modelId="{016C16DD-4E14-4B5D-B644-334DBA0B57F3}" type="pres">
      <dgm:prSet presAssocID="{AFD6DC6A-CA4D-4AF3-9860-C8D24A5B8401}" presName="rootText" presStyleLbl="node3" presStyleIdx="1" presStyleCnt="2" custScaleX="126461">
        <dgm:presLayoutVars>
          <dgm:chPref val="3"/>
        </dgm:presLayoutVars>
      </dgm:prSet>
      <dgm:spPr/>
    </dgm:pt>
    <dgm:pt modelId="{606DE3D1-D4BB-46DD-A9DC-171DA6446B5D}" type="pres">
      <dgm:prSet presAssocID="{AFD6DC6A-CA4D-4AF3-9860-C8D24A5B8401}" presName="rootConnector" presStyleLbl="node3" presStyleIdx="1" presStyleCnt="2"/>
      <dgm:spPr/>
    </dgm:pt>
    <dgm:pt modelId="{ACE96783-C631-4308-B17C-2EEA9C0DA73E}" type="pres">
      <dgm:prSet presAssocID="{AFD6DC6A-CA4D-4AF3-9860-C8D24A5B8401}" presName="hierChild4" presStyleCnt="0"/>
      <dgm:spPr/>
    </dgm:pt>
    <dgm:pt modelId="{89387285-F0D3-4AFB-8AA0-4C1CF8E70983}" type="pres">
      <dgm:prSet presAssocID="{AFD6DC6A-CA4D-4AF3-9860-C8D24A5B8401}" presName="hierChild5" presStyleCnt="0"/>
      <dgm:spPr/>
    </dgm:pt>
    <dgm:pt modelId="{E0711890-D95D-4479-8A4F-FA4BA7FC1A25}" type="pres">
      <dgm:prSet presAssocID="{3517548B-C362-4F1C-80CA-DBA70F276196}" presName="hierChild5" presStyleCnt="0"/>
      <dgm:spPr/>
    </dgm:pt>
    <dgm:pt modelId="{C6349CFD-85CD-478B-8298-9BE734ECFD85}" type="pres">
      <dgm:prSet presAssocID="{6149F3D6-8746-4DC7-9DE9-EC7FBE73027E}" presName="hierChild3" presStyleCnt="0"/>
      <dgm:spPr/>
    </dgm:pt>
  </dgm:ptLst>
  <dgm:cxnLst>
    <dgm:cxn modelId="{26EFF70A-DCDB-494D-A297-70C030A6A691}" type="presOf" srcId="{5874985B-144E-4F78-9EDF-729FB880D736}" destId="{3670AFEF-42E9-4D28-9DFA-397F753DC141}" srcOrd="1" destOrd="0" presId="urn:microsoft.com/office/officeart/2005/8/layout/orgChart1"/>
    <dgm:cxn modelId="{DCBAE10F-2238-4CDF-8BBF-0F12D9F73020}" type="presOf" srcId="{0134569D-8388-43A2-8CD2-33222C67342C}" destId="{70C0A066-7A31-4668-9803-FB366C9B2C53}" srcOrd="0" destOrd="0" presId="urn:microsoft.com/office/officeart/2005/8/layout/orgChart1"/>
    <dgm:cxn modelId="{87714113-6C7B-4592-9462-A6A4308F46DF}" type="presOf" srcId="{B603DF49-492E-4D44-B0F7-C0E260718CC9}" destId="{1237E437-BC51-4A9C-B10E-479714E4FDD2}" srcOrd="0" destOrd="0" presId="urn:microsoft.com/office/officeart/2005/8/layout/orgChart1"/>
    <dgm:cxn modelId="{FD428617-546D-46F8-8D62-091241F7E2A0}" type="presOf" srcId="{A4FF50B2-48EA-41A2-A25B-67BD60E579A4}" destId="{1E4F5A5F-01DD-4E00-ADC4-FE61C0BB21B7}" srcOrd="0" destOrd="0" presId="urn:microsoft.com/office/officeart/2005/8/layout/orgChart1"/>
    <dgm:cxn modelId="{33895125-B5C7-4C83-BC91-DDD02A26B2B1}" type="presOf" srcId="{AFD6DC6A-CA4D-4AF3-9860-C8D24A5B8401}" destId="{606DE3D1-D4BB-46DD-A9DC-171DA6446B5D}" srcOrd="1" destOrd="0" presId="urn:microsoft.com/office/officeart/2005/8/layout/orgChart1"/>
    <dgm:cxn modelId="{7F7E5226-F51C-4E4C-BC63-AA97BCE9B9A7}" type="presOf" srcId="{3517548B-C362-4F1C-80CA-DBA70F276196}" destId="{62AE3335-0D4A-435E-AA5D-CB68F74FD041}" srcOrd="0" destOrd="0" presId="urn:microsoft.com/office/officeart/2005/8/layout/orgChart1"/>
    <dgm:cxn modelId="{0B72F528-E1AE-473B-AD5F-2991D86B7BCA}" type="presOf" srcId="{AFD6DC6A-CA4D-4AF3-9860-C8D24A5B8401}" destId="{016C16DD-4E14-4B5D-B644-334DBA0B57F3}" srcOrd="0" destOrd="0" presId="urn:microsoft.com/office/officeart/2005/8/layout/orgChart1"/>
    <dgm:cxn modelId="{8FC3F52A-61F3-48F6-87A4-71418AD08B28}" type="presOf" srcId="{6149F3D6-8746-4DC7-9DE9-EC7FBE73027E}" destId="{81E19E07-CAB9-417D-BDCE-B857525753BE}" srcOrd="1" destOrd="0" presId="urn:microsoft.com/office/officeart/2005/8/layout/orgChart1"/>
    <dgm:cxn modelId="{41DA1F30-DDBF-41B4-9CAD-845B4A2A5DB0}" type="presOf" srcId="{6149F3D6-8746-4DC7-9DE9-EC7FBE73027E}" destId="{BA198A8A-3DD7-4FEE-8184-42D2AF8680D4}" srcOrd="0" destOrd="0" presId="urn:microsoft.com/office/officeart/2005/8/layout/orgChart1"/>
    <dgm:cxn modelId="{C1D2BE35-55A6-467F-9E3E-C191F00ECE6C}" type="presOf" srcId="{9ACB1609-4483-4CD8-9FF2-4161CC83B4E1}" destId="{271EC6A8-A967-47D2-95F4-E7F03088BD72}" srcOrd="0" destOrd="0" presId="urn:microsoft.com/office/officeart/2005/8/layout/orgChart1"/>
    <dgm:cxn modelId="{0096555B-4410-4C4D-8107-D7DE9E4B39FD}" type="presOf" srcId="{84FCFD93-C7A2-44FC-9422-06452C5E84C4}" destId="{A72B07E4-6C96-46E0-BE71-FF0157363363}" srcOrd="0" destOrd="0" presId="urn:microsoft.com/office/officeart/2005/8/layout/orgChart1"/>
    <dgm:cxn modelId="{84BDA46A-A8D5-4211-9945-65BE0F844E46}" type="presOf" srcId="{3517548B-C362-4F1C-80CA-DBA70F276196}" destId="{E016071E-9D39-460C-B289-0CE44AA00779}" srcOrd="1" destOrd="0" presId="urn:microsoft.com/office/officeart/2005/8/layout/orgChart1"/>
    <dgm:cxn modelId="{EFD2477D-2EC7-4998-81B3-A9D17FCBB9FE}" type="presOf" srcId="{CC94009A-B8AC-44DB-870F-51544CD1DB03}" destId="{6AD37916-AEB9-4DCC-AABE-94B29D9FEBC8}" srcOrd="0" destOrd="0" presId="urn:microsoft.com/office/officeart/2005/8/layout/orgChart1"/>
    <dgm:cxn modelId="{2A48A289-B366-4515-9F99-934C0B806FF6}" srcId="{CC94009A-B8AC-44DB-870F-51544CD1DB03}" destId="{6149F3D6-8746-4DC7-9DE9-EC7FBE73027E}" srcOrd="0" destOrd="0" parTransId="{148ECA9F-E882-442E-BD33-D339634E2F37}" sibTransId="{FAA3CC82-F19E-41F2-89B4-3BD10382A2D2}"/>
    <dgm:cxn modelId="{DCC61E8E-4E15-4EB0-8FF7-7FD217CEB12A}" type="presOf" srcId="{5874985B-144E-4F78-9EDF-729FB880D736}" destId="{1285BBFB-300C-484A-82F7-27CDAC1A0481}" srcOrd="0" destOrd="0" presId="urn:microsoft.com/office/officeart/2005/8/layout/orgChart1"/>
    <dgm:cxn modelId="{6D4D8D9C-2FFE-4723-BFD9-96D247095C4C}" type="presOf" srcId="{84FCFD93-C7A2-44FC-9422-06452C5E84C4}" destId="{328282BF-D30E-4789-9BE4-A950FA570067}" srcOrd="1" destOrd="0" presId="urn:microsoft.com/office/officeart/2005/8/layout/orgChart1"/>
    <dgm:cxn modelId="{09E393A4-3AA9-467E-925F-BD966C846E1D}" srcId="{3517548B-C362-4F1C-80CA-DBA70F276196}" destId="{AFD6DC6A-CA4D-4AF3-9860-C8D24A5B8401}" srcOrd="0" destOrd="0" parTransId="{0134569D-8388-43A2-8CD2-33222C67342C}" sibTransId="{5C6A37CF-581A-4DFC-B55D-D9136F32DCE7}"/>
    <dgm:cxn modelId="{9D4ADCE6-85FB-462A-ACDE-3D79C07D149B}" srcId="{6149F3D6-8746-4DC7-9DE9-EC7FBE73027E}" destId="{3517548B-C362-4F1C-80CA-DBA70F276196}" srcOrd="1" destOrd="0" parTransId="{A4FF50B2-48EA-41A2-A25B-67BD60E579A4}" sibTransId="{7E5047DD-2558-4E4F-8EA4-9396A45B07C4}"/>
    <dgm:cxn modelId="{35742BEA-C040-46CC-B149-D858D258CFC0}" srcId="{6149F3D6-8746-4DC7-9DE9-EC7FBE73027E}" destId="{84FCFD93-C7A2-44FC-9422-06452C5E84C4}" srcOrd="0" destOrd="0" parTransId="{9ACB1609-4483-4CD8-9FF2-4161CC83B4E1}" sibTransId="{37AE70FF-F9FC-482A-B33C-83EC2E2664FE}"/>
    <dgm:cxn modelId="{937D8CF0-6BAD-464C-88A1-1A118ADF84E5}" srcId="{84FCFD93-C7A2-44FC-9422-06452C5E84C4}" destId="{5874985B-144E-4F78-9EDF-729FB880D736}" srcOrd="0" destOrd="0" parTransId="{B603DF49-492E-4D44-B0F7-C0E260718CC9}" sibTransId="{8B90AC6E-F593-4A13-BCB2-2C4FD6772B77}"/>
    <dgm:cxn modelId="{550BD60B-6041-4C9E-8811-7E990E505F78}" type="presParOf" srcId="{6AD37916-AEB9-4DCC-AABE-94B29D9FEBC8}" destId="{542E06AB-EA69-4BC9-A839-32FE246B247C}" srcOrd="0" destOrd="0" presId="urn:microsoft.com/office/officeart/2005/8/layout/orgChart1"/>
    <dgm:cxn modelId="{F7655722-D0E9-47E4-93EC-F71E8E45B034}" type="presParOf" srcId="{542E06AB-EA69-4BC9-A839-32FE246B247C}" destId="{3A990C21-119B-485F-A71E-51EC98C9C009}" srcOrd="0" destOrd="0" presId="urn:microsoft.com/office/officeart/2005/8/layout/orgChart1"/>
    <dgm:cxn modelId="{7C518FCA-D0D9-440E-ABEA-54218B86ACB3}" type="presParOf" srcId="{3A990C21-119B-485F-A71E-51EC98C9C009}" destId="{BA198A8A-3DD7-4FEE-8184-42D2AF8680D4}" srcOrd="0" destOrd="0" presId="urn:microsoft.com/office/officeart/2005/8/layout/orgChart1"/>
    <dgm:cxn modelId="{67521972-632B-4273-9F2B-583A6D421870}" type="presParOf" srcId="{3A990C21-119B-485F-A71E-51EC98C9C009}" destId="{81E19E07-CAB9-417D-BDCE-B857525753BE}" srcOrd="1" destOrd="0" presId="urn:microsoft.com/office/officeart/2005/8/layout/orgChart1"/>
    <dgm:cxn modelId="{4AE12920-BF19-4E75-830F-50FE43F1A15A}" type="presParOf" srcId="{542E06AB-EA69-4BC9-A839-32FE246B247C}" destId="{D6E55242-61CE-4541-AA57-76FDEB5AB1EB}" srcOrd="1" destOrd="0" presId="urn:microsoft.com/office/officeart/2005/8/layout/orgChart1"/>
    <dgm:cxn modelId="{4D3A97FA-1644-4840-BFDA-C489BAB56705}" type="presParOf" srcId="{D6E55242-61CE-4541-AA57-76FDEB5AB1EB}" destId="{271EC6A8-A967-47D2-95F4-E7F03088BD72}" srcOrd="0" destOrd="0" presId="urn:microsoft.com/office/officeart/2005/8/layout/orgChart1"/>
    <dgm:cxn modelId="{992B95A0-201F-4B8D-8C94-861C18C07207}" type="presParOf" srcId="{D6E55242-61CE-4541-AA57-76FDEB5AB1EB}" destId="{6C589ABB-792B-4EB1-BEE8-10991CE81E64}" srcOrd="1" destOrd="0" presId="urn:microsoft.com/office/officeart/2005/8/layout/orgChart1"/>
    <dgm:cxn modelId="{1A4D26A7-A346-4835-8BEC-C9C1D92D843D}" type="presParOf" srcId="{6C589ABB-792B-4EB1-BEE8-10991CE81E64}" destId="{7477800A-17CE-4E8E-A360-9CC2E93563E6}" srcOrd="0" destOrd="0" presId="urn:microsoft.com/office/officeart/2005/8/layout/orgChart1"/>
    <dgm:cxn modelId="{D695194C-6F24-4D5B-BF77-E2AEA5EF4D3E}" type="presParOf" srcId="{7477800A-17CE-4E8E-A360-9CC2E93563E6}" destId="{A72B07E4-6C96-46E0-BE71-FF0157363363}" srcOrd="0" destOrd="0" presId="urn:microsoft.com/office/officeart/2005/8/layout/orgChart1"/>
    <dgm:cxn modelId="{F4AFD5FF-03B9-4674-9E0C-45F547D38316}" type="presParOf" srcId="{7477800A-17CE-4E8E-A360-9CC2E93563E6}" destId="{328282BF-D30E-4789-9BE4-A950FA570067}" srcOrd="1" destOrd="0" presId="urn:microsoft.com/office/officeart/2005/8/layout/orgChart1"/>
    <dgm:cxn modelId="{0D6C1481-2601-45DC-827C-0BFDA1660C7C}" type="presParOf" srcId="{6C589ABB-792B-4EB1-BEE8-10991CE81E64}" destId="{04F84912-02EE-4892-B8BB-96916299465A}" srcOrd="1" destOrd="0" presId="urn:microsoft.com/office/officeart/2005/8/layout/orgChart1"/>
    <dgm:cxn modelId="{72DE0F12-F65D-4126-BC52-EB3DD4D26CB3}" type="presParOf" srcId="{04F84912-02EE-4892-B8BB-96916299465A}" destId="{1237E437-BC51-4A9C-B10E-479714E4FDD2}" srcOrd="0" destOrd="0" presId="urn:microsoft.com/office/officeart/2005/8/layout/orgChart1"/>
    <dgm:cxn modelId="{05746DA5-F250-4A6C-B86A-0FDC029ECC10}" type="presParOf" srcId="{04F84912-02EE-4892-B8BB-96916299465A}" destId="{CE84A4CB-AB00-4381-8C1A-FB14439C04B7}" srcOrd="1" destOrd="0" presId="urn:microsoft.com/office/officeart/2005/8/layout/orgChart1"/>
    <dgm:cxn modelId="{79527FD8-A46C-4FCC-B8E7-E17090939BE0}" type="presParOf" srcId="{CE84A4CB-AB00-4381-8C1A-FB14439C04B7}" destId="{C2D87226-7254-4F65-BC50-E65E68F12C48}" srcOrd="0" destOrd="0" presId="urn:microsoft.com/office/officeart/2005/8/layout/orgChart1"/>
    <dgm:cxn modelId="{375152C3-FEF4-4CE9-84CC-264F74EEB82E}" type="presParOf" srcId="{C2D87226-7254-4F65-BC50-E65E68F12C48}" destId="{1285BBFB-300C-484A-82F7-27CDAC1A0481}" srcOrd="0" destOrd="0" presId="urn:microsoft.com/office/officeart/2005/8/layout/orgChart1"/>
    <dgm:cxn modelId="{72E572AB-275A-48D2-BD59-9956AD4C246C}" type="presParOf" srcId="{C2D87226-7254-4F65-BC50-E65E68F12C48}" destId="{3670AFEF-42E9-4D28-9DFA-397F753DC141}" srcOrd="1" destOrd="0" presId="urn:microsoft.com/office/officeart/2005/8/layout/orgChart1"/>
    <dgm:cxn modelId="{40B35FA8-D779-47E8-8F08-4BE7816CF945}" type="presParOf" srcId="{CE84A4CB-AB00-4381-8C1A-FB14439C04B7}" destId="{BD94B423-CAF5-4B15-A835-AB0D2313121E}" srcOrd="1" destOrd="0" presId="urn:microsoft.com/office/officeart/2005/8/layout/orgChart1"/>
    <dgm:cxn modelId="{1E4601B9-CFC2-4379-8194-503C54F37CCA}" type="presParOf" srcId="{CE84A4CB-AB00-4381-8C1A-FB14439C04B7}" destId="{1E86E4B3-C349-4C35-A8A9-BA51BADCD748}" srcOrd="2" destOrd="0" presId="urn:microsoft.com/office/officeart/2005/8/layout/orgChart1"/>
    <dgm:cxn modelId="{DCCEEC90-BABD-4AAE-AE2D-A539518E3CB0}" type="presParOf" srcId="{6C589ABB-792B-4EB1-BEE8-10991CE81E64}" destId="{D4A18870-BDBE-4446-9006-3078F58D005D}" srcOrd="2" destOrd="0" presId="urn:microsoft.com/office/officeart/2005/8/layout/orgChart1"/>
    <dgm:cxn modelId="{C31A6EFA-E1D5-4519-9203-14D22718EF5E}" type="presParOf" srcId="{D6E55242-61CE-4541-AA57-76FDEB5AB1EB}" destId="{1E4F5A5F-01DD-4E00-ADC4-FE61C0BB21B7}" srcOrd="2" destOrd="0" presId="urn:microsoft.com/office/officeart/2005/8/layout/orgChart1"/>
    <dgm:cxn modelId="{06061786-B466-4241-9788-54BCE6BDDC9A}" type="presParOf" srcId="{D6E55242-61CE-4541-AA57-76FDEB5AB1EB}" destId="{373E7BDE-9BAB-4188-AFCD-D93CC8C123FA}" srcOrd="3" destOrd="0" presId="urn:microsoft.com/office/officeart/2005/8/layout/orgChart1"/>
    <dgm:cxn modelId="{F38AC36B-AC9B-4A24-873B-2F58C25DF3EA}" type="presParOf" srcId="{373E7BDE-9BAB-4188-AFCD-D93CC8C123FA}" destId="{CBF7247C-E47D-479A-BEB8-7B074E5083DE}" srcOrd="0" destOrd="0" presId="urn:microsoft.com/office/officeart/2005/8/layout/orgChart1"/>
    <dgm:cxn modelId="{69CACDAF-42C5-45C2-8BB2-DB5D45FE24F4}" type="presParOf" srcId="{CBF7247C-E47D-479A-BEB8-7B074E5083DE}" destId="{62AE3335-0D4A-435E-AA5D-CB68F74FD041}" srcOrd="0" destOrd="0" presId="urn:microsoft.com/office/officeart/2005/8/layout/orgChart1"/>
    <dgm:cxn modelId="{42D7F00D-EC32-4B70-BF7C-E324339A224B}" type="presParOf" srcId="{CBF7247C-E47D-479A-BEB8-7B074E5083DE}" destId="{E016071E-9D39-460C-B289-0CE44AA00779}" srcOrd="1" destOrd="0" presId="urn:microsoft.com/office/officeart/2005/8/layout/orgChart1"/>
    <dgm:cxn modelId="{1380A5C9-6548-43C1-B969-D8E923A1C52B}" type="presParOf" srcId="{373E7BDE-9BAB-4188-AFCD-D93CC8C123FA}" destId="{F2AAB5DE-4439-4C9C-8200-E72D1965542D}" srcOrd="1" destOrd="0" presId="urn:microsoft.com/office/officeart/2005/8/layout/orgChart1"/>
    <dgm:cxn modelId="{B1C2E5B6-6721-49E4-9567-E2EF54EB6DB2}" type="presParOf" srcId="{F2AAB5DE-4439-4C9C-8200-E72D1965542D}" destId="{70C0A066-7A31-4668-9803-FB366C9B2C53}" srcOrd="0" destOrd="0" presId="urn:microsoft.com/office/officeart/2005/8/layout/orgChart1"/>
    <dgm:cxn modelId="{6FCA3FBA-C595-4F95-AF86-9C5A67F5027F}" type="presParOf" srcId="{F2AAB5DE-4439-4C9C-8200-E72D1965542D}" destId="{890DC63D-75DA-4709-AB3B-EC6A15846057}" srcOrd="1" destOrd="0" presId="urn:microsoft.com/office/officeart/2005/8/layout/orgChart1"/>
    <dgm:cxn modelId="{57CDB2A8-39D5-41E9-9AB3-53FCED839ABC}" type="presParOf" srcId="{890DC63D-75DA-4709-AB3B-EC6A15846057}" destId="{2BFEE5DD-2A0F-4312-A244-84245D8F0CC5}" srcOrd="0" destOrd="0" presId="urn:microsoft.com/office/officeart/2005/8/layout/orgChart1"/>
    <dgm:cxn modelId="{131FCB8E-AADD-475C-860F-5EB9CB9DAE3C}" type="presParOf" srcId="{2BFEE5DD-2A0F-4312-A244-84245D8F0CC5}" destId="{016C16DD-4E14-4B5D-B644-334DBA0B57F3}" srcOrd="0" destOrd="0" presId="urn:microsoft.com/office/officeart/2005/8/layout/orgChart1"/>
    <dgm:cxn modelId="{C3175FB7-5D3A-40A9-B71B-56CA713329A5}" type="presParOf" srcId="{2BFEE5DD-2A0F-4312-A244-84245D8F0CC5}" destId="{606DE3D1-D4BB-46DD-A9DC-171DA6446B5D}" srcOrd="1" destOrd="0" presId="urn:microsoft.com/office/officeart/2005/8/layout/orgChart1"/>
    <dgm:cxn modelId="{06254BB0-E3C0-4950-9188-00FB75DB6FDE}" type="presParOf" srcId="{890DC63D-75DA-4709-AB3B-EC6A15846057}" destId="{ACE96783-C631-4308-B17C-2EEA9C0DA73E}" srcOrd="1" destOrd="0" presId="urn:microsoft.com/office/officeart/2005/8/layout/orgChart1"/>
    <dgm:cxn modelId="{6BF32354-9737-4BB3-9C38-06F312AD6B31}" type="presParOf" srcId="{890DC63D-75DA-4709-AB3B-EC6A15846057}" destId="{89387285-F0D3-4AFB-8AA0-4C1CF8E70983}" srcOrd="2" destOrd="0" presId="urn:microsoft.com/office/officeart/2005/8/layout/orgChart1"/>
    <dgm:cxn modelId="{2F63EAB7-7456-4D6E-BE7C-63E19DE1473C}" type="presParOf" srcId="{373E7BDE-9BAB-4188-AFCD-D93CC8C123FA}" destId="{E0711890-D95D-4479-8A4F-FA4BA7FC1A25}" srcOrd="2" destOrd="0" presId="urn:microsoft.com/office/officeart/2005/8/layout/orgChart1"/>
    <dgm:cxn modelId="{B7BB4F7D-0FD5-43F7-AB9A-A6AAFAF3B3C6}" type="presParOf" srcId="{542E06AB-EA69-4BC9-A839-32FE246B247C}" destId="{C6349CFD-85CD-478B-8298-9BE734ECFD8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94009A-B8AC-44DB-870F-51544CD1DB03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6149F3D6-8746-4DC7-9DE9-EC7FBE73027E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GB" sz="2400" b="1" dirty="0"/>
            <a:t>Hypothesis for Chi-square</a:t>
          </a:r>
        </a:p>
      </dgm:t>
    </dgm:pt>
    <dgm:pt modelId="{148ECA9F-E882-442E-BD33-D339634E2F37}" type="parTrans" cxnId="{2A48A289-B366-4515-9F99-934C0B806FF6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FAA3CC82-F19E-41F2-89B4-3BD10382A2D2}" type="sibTrans" cxnId="{2A48A289-B366-4515-9F99-934C0B806FF6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84FCFD93-C7A2-44FC-9422-06452C5E84C4}">
      <dgm:prSet phldrT="[Text]" custT="1"/>
      <dgm:spPr/>
      <dgm:t>
        <a:bodyPr/>
        <a:lstStyle/>
        <a:p>
          <a:r>
            <a:rPr lang="en-GB" sz="2400" b="0" dirty="0"/>
            <a:t>Null Hypothesis (</a:t>
          </a:r>
          <a:r>
            <a:rPr lang="en-GB" sz="2400" b="0" u="none" dirty="0"/>
            <a:t>H</a:t>
          </a:r>
          <a:r>
            <a:rPr lang="en-GB" sz="2400" b="0" u="none" baseline="-25000" dirty="0"/>
            <a:t>0</a:t>
          </a:r>
          <a:r>
            <a:rPr lang="en-GB" sz="2400" b="0" dirty="0"/>
            <a:t>)</a:t>
          </a:r>
        </a:p>
      </dgm:t>
    </dgm:pt>
    <dgm:pt modelId="{9ACB1609-4483-4CD8-9FF2-4161CC83B4E1}" type="parTrans" cxnId="{35742BEA-C040-46CC-B149-D858D258CFC0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37AE70FF-F9FC-482A-B33C-83EC2E2664FE}" type="sibTrans" cxnId="{35742BEA-C040-46CC-B149-D858D258CFC0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3517548B-C362-4F1C-80CA-DBA70F276196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GB" sz="2400" b="0" dirty="0"/>
            <a:t>Alternative Hypothesis (</a:t>
          </a:r>
          <a:r>
            <a:rPr lang="en-GB" sz="2400" b="0" u="none" dirty="0"/>
            <a:t>H</a:t>
          </a:r>
          <a:r>
            <a:rPr lang="en-GB" sz="2400" b="0" u="none" baseline="-25000" dirty="0"/>
            <a:t>1</a:t>
          </a:r>
          <a:r>
            <a:rPr lang="en-GB" sz="2400" b="0" dirty="0"/>
            <a:t>)</a:t>
          </a:r>
        </a:p>
      </dgm:t>
    </dgm:pt>
    <dgm:pt modelId="{A4FF50B2-48EA-41A2-A25B-67BD60E579A4}" type="parTrans" cxnId="{9D4ADCE6-85FB-462A-ACDE-3D79C07D149B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7E5047DD-2558-4E4F-8EA4-9396A45B07C4}" type="sibTrans" cxnId="{9D4ADCE6-85FB-462A-ACDE-3D79C07D149B}">
      <dgm:prSet/>
      <dgm:spPr/>
      <dgm:t>
        <a:bodyPr/>
        <a:lstStyle/>
        <a:p>
          <a:endParaRPr lang="en-GB" sz="2400" b="0">
            <a:solidFill>
              <a:schemeClr val="bg1"/>
            </a:solidFill>
          </a:endParaRPr>
        </a:p>
      </dgm:t>
    </dgm:pt>
    <dgm:pt modelId="{5874985B-144E-4F78-9EDF-729FB880D736}">
      <dgm:prSet custT="1"/>
      <dgm:spPr>
        <a:solidFill>
          <a:schemeClr val="accent5"/>
        </a:solidFill>
      </dgm:spPr>
      <dgm:t>
        <a:bodyPr/>
        <a:lstStyle/>
        <a:p>
          <a:r>
            <a:rPr lang="en-GB" sz="2800" dirty="0"/>
            <a:t>There will be </a:t>
          </a:r>
          <a:r>
            <a:rPr lang="en-GB" sz="2800" b="1" u="sng" dirty="0"/>
            <a:t>no</a:t>
          </a:r>
          <a:r>
            <a:rPr lang="en-GB" sz="2800" dirty="0"/>
            <a:t> effect or relationship</a:t>
          </a:r>
        </a:p>
      </dgm:t>
    </dgm:pt>
    <dgm:pt modelId="{B603DF49-492E-4D44-B0F7-C0E260718CC9}" type="parTrans" cxnId="{937D8CF0-6BAD-464C-88A1-1A118ADF84E5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8B90AC6E-F593-4A13-BCB2-2C4FD6772B77}" type="sibTrans" cxnId="{937D8CF0-6BAD-464C-88A1-1A118ADF84E5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AFD6DC6A-CA4D-4AF3-9860-C8D24A5B8401}">
      <dgm:prSet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sz="2800" dirty="0"/>
            <a:t>There </a:t>
          </a:r>
          <a:r>
            <a:rPr lang="en-GB" sz="2800" b="1" u="sng" dirty="0"/>
            <a:t>will be an </a:t>
          </a:r>
          <a:r>
            <a:rPr lang="en-GB" sz="2800" dirty="0"/>
            <a:t>effect or relationship</a:t>
          </a:r>
        </a:p>
      </dgm:t>
    </dgm:pt>
    <dgm:pt modelId="{0134569D-8388-43A2-8CD2-33222C67342C}" type="parTrans" cxnId="{09E393A4-3AA9-467E-925F-BD966C846E1D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5C6A37CF-581A-4DFC-B55D-D9136F32DCE7}" type="sibTrans" cxnId="{09E393A4-3AA9-467E-925F-BD966C846E1D}">
      <dgm:prSet/>
      <dgm:spPr/>
      <dgm:t>
        <a:bodyPr/>
        <a:lstStyle/>
        <a:p>
          <a:endParaRPr lang="en-GB" sz="1600">
            <a:solidFill>
              <a:schemeClr val="bg1"/>
            </a:solidFill>
          </a:endParaRPr>
        </a:p>
      </dgm:t>
    </dgm:pt>
    <dgm:pt modelId="{6AD37916-AEB9-4DCC-AABE-94B29D9FEBC8}" type="pres">
      <dgm:prSet presAssocID="{CC94009A-B8AC-44DB-870F-51544CD1DB0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42E06AB-EA69-4BC9-A839-32FE246B247C}" type="pres">
      <dgm:prSet presAssocID="{6149F3D6-8746-4DC7-9DE9-EC7FBE73027E}" presName="hierRoot1" presStyleCnt="0">
        <dgm:presLayoutVars>
          <dgm:hierBranch val="init"/>
        </dgm:presLayoutVars>
      </dgm:prSet>
      <dgm:spPr/>
    </dgm:pt>
    <dgm:pt modelId="{3A990C21-119B-485F-A71E-51EC98C9C009}" type="pres">
      <dgm:prSet presAssocID="{6149F3D6-8746-4DC7-9DE9-EC7FBE73027E}" presName="rootComposite1" presStyleCnt="0"/>
      <dgm:spPr/>
    </dgm:pt>
    <dgm:pt modelId="{BA198A8A-3DD7-4FEE-8184-42D2AF8680D4}" type="pres">
      <dgm:prSet presAssocID="{6149F3D6-8746-4DC7-9DE9-EC7FBE73027E}" presName="rootText1" presStyleLbl="node0" presStyleIdx="0" presStyleCnt="1" custScaleX="198288" custScaleY="47166">
        <dgm:presLayoutVars>
          <dgm:chPref val="3"/>
        </dgm:presLayoutVars>
      </dgm:prSet>
      <dgm:spPr/>
    </dgm:pt>
    <dgm:pt modelId="{81E19E07-CAB9-417D-BDCE-B857525753BE}" type="pres">
      <dgm:prSet presAssocID="{6149F3D6-8746-4DC7-9DE9-EC7FBE73027E}" presName="rootConnector1" presStyleLbl="node1" presStyleIdx="0" presStyleCnt="0"/>
      <dgm:spPr/>
    </dgm:pt>
    <dgm:pt modelId="{D6E55242-61CE-4541-AA57-76FDEB5AB1EB}" type="pres">
      <dgm:prSet presAssocID="{6149F3D6-8746-4DC7-9DE9-EC7FBE73027E}" presName="hierChild2" presStyleCnt="0"/>
      <dgm:spPr/>
    </dgm:pt>
    <dgm:pt modelId="{271EC6A8-A967-47D2-95F4-E7F03088BD72}" type="pres">
      <dgm:prSet presAssocID="{9ACB1609-4483-4CD8-9FF2-4161CC83B4E1}" presName="Name37" presStyleLbl="parChTrans1D2" presStyleIdx="0" presStyleCnt="2"/>
      <dgm:spPr/>
    </dgm:pt>
    <dgm:pt modelId="{6C589ABB-792B-4EB1-BEE8-10991CE81E64}" type="pres">
      <dgm:prSet presAssocID="{84FCFD93-C7A2-44FC-9422-06452C5E84C4}" presName="hierRoot2" presStyleCnt="0">
        <dgm:presLayoutVars>
          <dgm:hierBranch val="init"/>
        </dgm:presLayoutVars>
      </dgm:prSet>
      <dgm:spPr/>
    </dgm:pt>
    <dgm:pt modelId="{7477800A-17CE-4E8E-A360-9CC2E93563E6}" type="pres">
      <dgm:prSet presAssocID="{84FCFD93-C7A2-44FC-9422-06452C5E84C4}" presName="rootComposite" presStyleCnt="0"/>
      <dgm:spPr/>
    </dgm:pt>
    <dgm:pt modelId="{A72B07E4-6C96-46E0-BE71-FF0157363363}" type="pres">
      <dgm:prSet presAssocID="{84FCFD93-C7A2-44FC-9422-06452C5E84C4}" presName="rootText" presStyleLbl="node2" presStyleIdx="0" presStyleCnt="2" custScaleX="141856">
        <dgm:presLayoutVars>
          <dgm:chPref val="3"/>
        </dgm:presLayoutVars>
      </dgm:prSet>
      <dgm:spPr/>
    </dgm:pt>
    <dgm:pt modelId="{328282BF-D30E-4789-9BE4-A950FA570067}" type="pres">
      <dgm:prSet presAssocID="{84FCFD93-C7A2-44FC-9422-06452C5E84C4}" presName="rootConnector" presStyleLbl="node2" presStyleIdx="0" presStyleCnt="2"/>
      <dgm:spPr/>
    </dgm:pt>
    <dgm:pt modelId="{04F84912-02EE-4892-B8BB-96916299465A}" type="pres">
      <dgm:prSet presAssocID="{84FCFD93-C7A2-44FC-9422-06452C5E84C4}" presName="hierChild4" presStyleCnt="0"/>
      <dgm:spPr/>
    </dgm:pt>
    <dgm:pt modelId="{1237E437-BC51-4A9C-B10E-479714E4FDD2}" type="pres">
      <dgm:prSet presAssocID="{B603DF49-492E-4D44-B0F7-C0E260718CC9}" presName="Name37" presStyleLbl="parChTrans1D3" presStyleIdx="0" presStyleCnt="2"/>
      <dgm:spPr/>
    </dgm:pt>
    <dgm:pt modelId="{CE84A4CB-AB00-4381-8C1A-FB14439C04B7}" type="pres">
      <dgm:prSet presAssocID="{5874985B-144E-4F78-9EDF-729FB880D736}" presName="hierRoot2" presStyleCnt="0">
        <dgm:presLayoutVars>
          <dgm:hierBranch val="init"/>
        </dgm:presLayoutVars>
      </dgm:prSet>
      <dgm:spPr/>
    </dgm:pt>
    <dgm:pt modelId="{C2D87226-7254-4F65-BC50-E65E68F12C48}" type="pres">
      <dgm:prSet presAssocID="{5874985B-144E-4F78-9EDF-729FB880D736}" presName="rootComposite" presStyleCnt="0"/>
      <dgm:spPr/>
    </dgm:pt>
    <dgm:pt modelId="{1285BBFB-300C-484A-82F7-27CDAC1A0481}" type="pres">
      <dgm:prSet presAssocID="{5874985B-144E-4F78-9EDF-729FB880D736}" presName="rootText" presStyleLbl="node3" presStyleIdx="0" presStyleCnt="2" custScaleX="126449">
        <dgm:presLayoutVars>
          <dgm:chPref val="3"/>
        </dgm:presLayoutVars>
      </dgm:prSet>
      <dgm:spPr/>
    </dgm:pt>
    <dgm:pt modelId="{3670AFEF-42E9-4D28-9DFA-397F753DC141}" type="pres">
      <dgm:prSet presAssocID="{5874985B-144E-4F78-9EDF-729FB880D736}" presName="rootConnector" presStyleLbl="node3" presStyleIdx="0" presStyleCnt="2"/>
      <dgm:spPr/>
    </dgm:pt>
    <dgm:pt modelId="{BD94B423-CAF5-4B15-A835-AB0D2313121E}" type="pres">
      <dgm:prSet presAssocID="{5874985B-144E-4F78-9EDF-729FB880D736}" presName="hierChild4" presStyleCnt="0"/>
      <dgm:spPr/>
    </dgm:pt>
    <dgm:pt modelId="{1E86E4B3-C349-4C35-A8A9-BA51BADCD748}" type="pres">
      <dgm:prSet presAssocID="{5874985B-144E-4F78-9EDF-729FB880D736}" presName="hierChild5" presStyleCnt="0"/>
      <dgm:spPr/>
    </dgm:pt>
    <dgm:pt modelId="{D4A18870-BDBE-4446-9006-3078F58D005D}" type="pres">
      <dgm:prSet presAssocID="{84FCFD93-C7A2-44FC-9422-06452C5E84C4}" presName="hierChild5" presStyleCnt="0"/>
      <dgm:spPr/>
    </dgm:pt>
    <dgm:pt modelId="{1E4F5A5F-01DD-4E00-ADC4-FE61C0BB21B7}" type="pres">
      <dgm:prSet presAssocID="{A4FF50B2-48EA-41A2-A25B-67BD60E579A4}" presName="Name37" presStyleLbl="parChTrans1D2" presStyleIdx="1" presStyleCnt="2"/>
      <dgm:spPr/>
    </dgm:pt>
    <dgm:pt modelId="{373E7BDE-9BAB-4188-AFCD-D93CC8C123FA}" type="pres">
      <dgm:prSet presAssocID="{3517548B-C362-4F1C-80CA-DBA70F276196}" presName="hierRoot2" presStyleCnt="0">
        <dgm:presLayoutVars>
          <dgm:hierBranch val="init"/>
        </dgm:presLayoutVars>
      </dgm:prSet>
      <dgm:spPr/>
    </dgm:pt>
    <dgm:pt modelId="{CBF7247C-E47D-479A-BEB8-7B074E5083DE}" type="pres">
      <dgm:prSet presAssocID="{3517548B-C362-4F1C-80CA-DBA70F276196}" presName="rootComposite" presStyleCnt="0"/>
      <dgm:spPr/>
    </dgm:pt>
    <dgm:pt modelId="{62AE3335-0D4A-435E-AA5D-CB68F74FD041}" type="pres">
      <dgm:prSet presAssocID="{3517548B-C362-4F1C-80CA-DBA70F276196}" presName="rootText" presStyleLbl="node2" presStyleIdx="1" presStyleCnt="2" custScaleX="164140">
        <dgm:presLayoutVars>
          <dgm:chPref val="3"/>
        </dgm:presLayoutVars>
      </dgm:prSet>
      <dgm:spPr/>
    </dgm:pt>
    <dgm:pt modelId="{E016071E-9D39-460C-B289-0CE44AA00779}" type="pres">
      <dgm:prSet presAssocID="{3517548B-C362-4F1C-80CA-DBA70F276196}" presName="rootConnector" presStyleLbl="node2" presStyleIdx="1" presStyleCnt="2"/>
      <dgm:spPr/>
    </dgm:pt>
    <dgm:pt modelId="{F2AAB5DE-4439-4C9C-8200-E72D1965542D}" type="pres">
      <dgm:prSet presAssocID="{3517548B-C362-4F1C-80CA-DBA70F276196}" presName="hierChild4" presStyleCnt="0"/>
      <dgm:spPr/>
    </dgm:pt>
    <dgm:pt modelId="{70C0A066-7A31-4668-9803-FB366C9B2C53}" type="pres">
      <dgm:prSet presAssocID="{0134569D-8388-43A2-8CD2-33222C67342C}" presName="Name37" presStyleLbl="parChTrans1D3" presStyleIdx="1" presStyleCnt="2"/>
      <dgm:spPr/>
    </dgm:pt>
    <dgm:pt modelId="{890DC63D-75DA-4709-AB3B-EC6A15846057}" type="pres">
      <dgm:prSet presAssocID="{AFD6DC6A-CA4D-4AF3-9860-C8D24A5B8401}" presName="hierRoot2" presStyleCnt="0">
        <dgm:presLayoutVars>
          <dgm:hierBranch val="init"/>
        </dgm:presLayoutVars>
      </dgm:prSet>
      <dgm:spPr/>
    </dgm:pt>
    <dgm:pt modelId="{2BFEE5DD-2A0F-4312-A244-84245D8F0CC5}" type="pres">
      <dgm:prSet presAssocID="{AFD6DC6A-CA4D-4AF3-9860-C8D24A5B8401}" presName="rootComposite" presStyleCnt="0"/>
      <dgm:spPr/>
    </dgm:pt>
    <dgm:pt modelId="{016C16DD-4E14-4B5D-B644-334DBA0B57F3}" type="pres">
      <dgm:prSet presAssocID="{AFD6DC6A-CA4D-4AF3-9860-C8D24A5B8401}" presName="rootText" presStyleLbl="node3" presStyleIdx="1" presStyleCnt="2" custScaleX="126461">
        <dgm:presLayoutVars>
          <dgm:chPref val="3"/>
        </dgm:presLayoutVars>
      </dgm:prSet>
      <dgm:spPr/>
    </dgm:pt>
    <dgm:pt modelId="{606DE3D1-D4BB-46DD-A9DC-171DA6446B5D}" type="pres">
      <dgm:prSet presAssocID="{AFD6DC6A-CA4D-4AF3-9860-C8D24A5B8401}" presName="rootConnector" presStyleLbl="node3" presStyleIdx="1" presStyleCnt="2"/>
      <dgm:spPr/>
    </dgm:pt>
    <dgm:pt modelId="{ACE96783-C631-4308-B17C-2EEA9C0DA73E}" type="pres">
      <dgm:prSet presAssocID="{AFD6DC6A-CA4D-4AF3-9860-C8D24A5B8401}" presName="hierChild4" presStyleCnt="0"/>
      <dgm:spPr/>
    </dgm:pt>
    <dgm:pt modelId="{89387285-F0D3-4AFB-8AA0-4C1CF8E70983}" type="pres">
      <dgm:prSet presAssocID="{AFD6DC6A-CA4D-4AF3-9860-C8D24A5B8401}" presName="hierChild5" presStyleCnt="0"/>
      <dgm:spPr/>
    </dgm:pt>
    <dgm:pt modelId="{E0711890-D95D-4479-8A4F-FA4BA7FC1A25}" type="pres">
      <dgm:prSet presAssocID="{3517548B-C362-4F1C-80CA-DBA70F276196}" presName="hierChild5" presStyleCnt="0"/>
      <dgm:spPr/>
    </dgm:pt>
    <dgm:pt modelId="{C6349CFD-85CD-478B-8298-9BE734ECFD85}" type="pres">
      <dgm:prSet presAssocID="{6149F3D6-8746-4DC7-9DE9-EC7FBE73027E}" presName="hierChild3" presStyleCnt="0"/>
      <dgm:spPr/>
    </dgm:pt>
  </dgm:ptLst>
  <dgm:cxnLst>
    <dgm:cxn modelId="{26EFF70A-DCDB-494D-A297-70C030A6A691}" type="presOf" srcId="{5874985B-144E-4F78-9EDF-729FB880D736}" destId="{3670AFEF-42E9-4D28-9DFA-397F753DC141}" srcOrd="1" destOrd="0" presId="urn:microsoft.com/office/officeart/2005/8/layout/orgChart1"/>
    <dgm:cxn modelId="{DCBAE10F-2238-4CDF-8BBF-0F12D9F73020}" type="presOf" srcId="{0134569D-8388-43A2-8CD2-33222C67342C}" destId="{70C0A066-7A31-4668-9803-FB366C9B2C53}" srcOrd="0" destOrd="0" presId="urn:microsoft.com/office/officeart/2005/8/layout/orgChart1"/>
    <dgm:cxn modelId="{87714113-6C7B-4592-9462-A6A4308F46DF}" type="presOf" srcId="{B603DF49-492E-4D44-B0F7-C0E260718CC9}" destId="{1237E437-BC51-4A9C-B10E-479714E4FDD2}" srcOrd="0" destOrd="0" presId="urn:microsoft.com/office/officeart/2005/8/layout/orgChart1"/>
    <dgm:cxn modelId="{FD428617-546D-46F8-8D62-091241F7E2A0}" type="presOf" srcId="{A4FF50B2-48EA-41A2-A25B-67BD60E579A4}" destId="{1E4F5A5F-01DD-4E00-ADC4-FE61C0BB21B7}" srcOrd="0" destOrd="0" presId="urn:microsoft.com/office/officeart/2005/8/layout/orgChart1"/>
    <dgm:cxn modelId="{33895125-B5C7-4C83-BC91-DDD02A26B2B1}" type="presOf" srcId="{AFD6DC6A-CA4D-4AF3-9860-C8D24A5B8401}" destId="{606DE3D1-D4BB-46DD-A9DC-171DA6446B5D}" srcOrd="1" destOrd="0" presId="urn:microsoft.com/office/officeart/2005/8/layout/orgChart1"/>
    <dgm:cxn modelId="{7F7E5226-F51C-4E4C-BC63-AA97BCE9B9A7}" type="presOf" srcId="{3517548B-C362-4F1C-80CA-DBA70F276196}" destId="{62AE3335-0D4A-435E-AA5D-CB68F74FD041}" srcOrd="0" destOrd="0" presId="urn:microsoft.com/office/officeart/2005/8/layout/orgChart1"/>
    <dgm:cxn modelId="{0B72F528-E1AE-473B-AD5F-2991D86B7BCA}" type="presOf" srcId="{AFD6DC6A-CA4D-4AF3-9860-C8D24A5B8401}" destId="{016C16DD-4E14-4B5D-B644-334DBA0B57F3}" srcOrd="0" destOrd="0" presId="urn:microsoft.com/office/officeart/2005/8/layout/orgChart1"/>
    <dgm:cxn modelId="{8FC3F52A-61F3-48F6-87A4-71418AD08B28}" type="presOf" srcId="{6149F3D6-8746-4DC7-9DE9-EC7FBE73027E}" destId="{81E19E07-CAB9-417D-BDCE-B857525753BE}" srcOrd="1" destOrd="0" presId="urn:microsoft.com/office/officeart/2005/8/layout/orgChart1"/>
    <dgm:cxn modelId="{41DA1F30-DDBF-41B4-9CAD-845B4A2A5DB0}" type="presOf" srcId="{6149F3D6-8746-4DC7-9DE9-EC7FBE73027E}" destId="{BA198A8A-3DD7-4FEE-8184-42D2AF8680D4}" srcOrd="0" destOrd="0" presId="urn:microsoft.com/office/officeart/2005/8/layout/orgChart1"/>
    <dgm:cxn modelId="{C1D2BE35-55A6-467F-9E3E-C191F00ECE6C}" type="presOf" srcId="{9ACB1609-4483-4CD8-9FF2-4161CC83B4E1}" destId="{271EC6A8-A967-47D2-95F4-E7F03088BD72}" srcOrd="0" destOrd="0" presId="urn:microsoft.com/office/officeart/2005/8/layout/orgChart1"/>
    <dgm:cxn modelId="{0096555B-4410-4C4D-8107-D7DE9E4B39FD}" type="presOf" srcId="{84FCFD93-C7A2-44FC-9422-06452C5E84C4}" destId="{A72B07E4-6C96-46E0-BE71-FF0157363363}" srcOrd="0" destOrd="0" presId="urn:microsoft.com/office/officeart/2005/8/layout/orgChart1"/>
    <dgm:cxn modelId="{84BDA46A-A8D5-4211-9945-65BE0F844E46}" type="presOf" srcId="{3517548B-C362-4F1C-80CA-DBA70F276196}" destId="{E016071E-9D39-460C-B289-0CE44AA00779}" srcOrd="1" destOrd="0" presId="urn:microsoft.com/office/officeart/2005/8/layout/orgChart1"/>
    <dgm:cxn modelId="{EFD2477D-2EC7-4998-81B3-A9D17FCBB9FE}" type="presOf" srcId="{CC94009A-B8AC-44DB-870F-51544CD1DB03}" destId="{6AD37916-AEB9-4DCC-AABE-94B29D9FEBC8}" srcOrd="0" destOrd="0" presId="urn:microsoft.com/office/officeart/2005/8/layout/orgChart1"/>
    <dgm:cxn modelId="{2A48A289-B366-4515-9F99-934C0B806FF6}" srcId="{CC94009A-B8AC-44DB-870F-51544CD1DB03}" destId="{6149F3D6-8746-4DC7-9DE9-EC7FBE73027E}" srcOrd="0" destOrd="0" parTransId="{148ECA9F-E882-442E-BD33-D339634E2F37}" sibTransId="{FAA3CC82-F19E-41F2-89B4-3BD10382A2D2}"/>
    <dgm:cxn modelId="{DCC61E8E-4E15-4EB0-8FF7-7FD217CEB12A}" type="presOf" srcId="{5874985B-144E-4F78-9EDF-729FB880D736}" destId="{1285BBFB-300C-484A-82F7-27CDAC1A0481}" srcOrd="0" destOrd="0" presId="urn:microsoft.com/office/officeart/2005/8/layout/orgChart1"/>
    <dgm:cxn modelId="{6D4D8D9C-2FFE-4723-BFD9-96D247095C4C}" type="presOf" srcId="{84FCFD93-C7A2-44FC-9422-06452C5E84C4}" destId="{328282BF-D30E-4789-9BE4-A950FA570067}" srcOrd="1" destOrd="0" presId="urn:microsoft.com/office/officeart/2005/8/layout/orgChart1"/>
    <dgm:cxn modelId="{09E393A4-3AA9-467E-925F-BD966C846E1D}" srcId="{3517548B-C362-4F1C-80CA-DBA70F276196}" destId="{AFD6DC6A-CA4D-4AF3-9860-C8D24A5B8401}" srcOrd="0" destOrd="0" parTransId="{0134569D-8388-43A2-8CD2-33222C67342C}" sibTransId="{5C6A37CF-581A-4DFC-B55D-D9136F32DCE7}"/>
    <dgm:cxn modelId="{9D4ADCE6-85FB-462A-ACDE-3D79C07D149B}" srcId="{6149F3D6-8746-4DC7-9DE9-EC7FBE73027E}" destId="{3517548B-C362-4F1C-80CA-DBA70F276196}" srcOrd="1" destOrd="0" parTransId="{A4FF50B2-48EA-41A2-A25B-67BD60E579A4}" sibTransId="{7E5047DD-2558-4E4F-8EA4-9396A45B07C4}"/>
    <dgm:cxn modelId="{35742BEA-C040-46CC-B149-D858D258CFC0}" srcId="{6149F3D6-8746-4DC7-9DE9-EC7FBE73027E}" destId="{84FCFD93-C7A2-44FC-9422-06452C5E84C4}" srcOrd="0" destOrd="0" parTransId="{9ACB1609-4483-4CD8-9FF2-4161CC83B4E1}" sibTransId="{37AE70FF-F9FC-482A-B33C-83EC2E2664FE}"/>
    <dgm:cxn modelId="{937D8CF0-6BAD-464C-88A1-1A118ADF84E5}" srcId="{84FCFD93-C7A2-44FC-9422-06452C5E84C4}" destId="{5874985B-144E-4F78-9EDF-729FB880D736}" srcOrd="0" destOrd="0" parTransId="{B603DF49-492E-4D44-B0F7-C0E260718CC9}" sibTransId="{8B90AC6E-F593-4A13-BCB2-2C4FD6772B77}"/>
    <dgm:cxn modelId="{550BD60B-6041-4C9E-8811-7E990E505F78}" type="presParOf" srcId="{6AD37916-AEB9-4DCC-AABE-94B29D9FEBC8}" destId="{542E06AB-EA69-4BC9-A839-32FE246B247C}" srcOrd="0" destOrd="0" presId="urn:microsoft.com/office/officeart/2005/8/layout/orgChart1"/>
    <dgm:cxn modelId="{F7655722-D0E9-47E4-93EC-F71E8E45B034}" type="presParOf" srcId="{542E06AB-EA69-4BC9-A839-32FE246B247C}" destId="{3A990C21-119B-485F-A71E-51EC98C9C009}" srcOrd="0" destOrd="0" presId="urn:microsoft.com/office/officeart/2005/8/layout/orgChart1"/>
    <dgm:cxn modelId="{7C518FCA-D0D9-440E-ABEA-54218B86ACB3}" type="presParOf" srcId="{3A990C21-119B-485F-A71E-51EC98C9C009}" destId="{BA198A8A-3DD7-4FEE-8184-42D2AF8680D4}" srcOrd="0" destOrd="0" presId="urn:microsoft.com/office/officeart/2005/8/layout/orgChart1"/>
    <dgm:cxn modelId="{67521972-632B-4273-9F2B-583A6D421870}" type="presParOf" srcId="{3A990C21-119B-485F-A71E-51EC98C9C009}" destId="{81E19E07-CAB9-417D-BDCE-B857525753BE}" srcOrd="1" destOrd="0" presId="urn:microsoft.com/office/officeart/2005/8/layout/orgChart1"/>
    <dgm:cxn modelId="{4AE12920-BF19-4E75-830F-50FE43F1A15A}" type="presParOf" srcId="{542E06AB-EA69-4BC9-A839-32FE246B247C}" destId="{D6E55242-61CE-4541-AA57-76FDEB5AB1EB}" srcOrd="1" destOrd="0" presId="urn:microsoft.com/office/officeart/2005/8/layout/orgChart1"/>
    <dgm:cxn modelId="{4D3A97FA-1644-4840-BFDA-C489BAB56705}" type="presParOf" srcId="{D6E55242-61CE-4541-AA57-76FDEB5AB1EB}" destId="{271EC6A8-A967-47D2-95F4-E7F03088BD72}" srcOrd="0" destOrd="0" presId="urn:microsoft.com/office/officeart/2005/8/layout/orgChart1"/>
    <dgm:cxn modelId="{992B95A0-201F-4B8D-8C94-861C18C07207}" type="presParOf" srcId="{D6E55242-61CE-4541-AA57-76FDEB5AB1EB}" destId="{6C589ABB-792B-4EB1-BEE8-10991CE81E64}" srcOrd="1" destOrd="0" presId="urn:microsoft.com/office/officeart/2005/8/layout/orgChart1"/>
    <dgm:cxn modelId="{1A4D26A7-A346-4835-8BEC-C9C1D92D843D}" type="presParOf" srcId="{6C589ABB-792B-4EB1-BEE8-10991CE81E64}" destId="{7477800A-17CE-4E8E-A360-9CC2E93563E6}" srcOrd="0" destOrd="0" presId="urn:microsoft.com/office/officeart/2005/8/layout/orgChart1"/>
    <dgm:cxn modelId="{D695194C-6F24-4D5B-BF77-E2AEA5EF4D3E}" type="presParOf" srcId="{7477800A-17CE-4E8E-A360-9CC2E93563E6}" destId="{A72B07E4-6C96-46E0-BE71-FF0157363363}" srcOrd="0" destOrd="0" presId="urn:microsoft.com/office/officeart/2005/8/layout/orgChart1"/>
    <dgm:cxn modelId="{F4AFD5FF-03B9-4674-9E0C-45F547D38316}" type="presParOf" srcId="{7477800A-17CE-4E8E-A360-9CC2E93563E6}" destId="{328282BF-D30E-4789-9BE4-A950FA570067}" srcOrd="1" destOrd="0" presId="urn:microsoft.com/office/officeart/2005/8/layout/orgChart1"/>
    <dgm:cxn modelId="{0D6C1481-2601-45DC-827C-0BFDA1660C7C}" type="presParOf" srcId="{6C589ABB-792B-4EB1-BEE8-10991CE81E64}" destId="{04F84912-02EE-4892-B8BB-96916299465A}" srcOrd="1" destOrd="0" presId="urn:microsoft.com/office/officeart/2005/8/layout/orgChart1"/>
    <dgm:cxn modelId="{72DE0F12-F65D-4126-BC52-EB3DD4D26CB3}" type="presParOf" srcId="{04F84912-02EE-4892-B8BB-96916299465A}" destId="{1237E437-BC51-4A9C-B10E-479714E4FDD2}" srcOrd="0" destOrd="0" presId="urn:microsoft.com/office/officeart/2005/8/layout/orgChart1"/>
    <dgm:cxn modelId="{05746DA5-F250-4A6C-B86A-0FDC029ECC10}" type="presParOf" srcId="{04F84912-02EE-4892-B8BB-96916299465A}" destId="{CE84A4CB-AB00-4381-8C1A-FB14439C04B7}" srcOrd="1" destOrd="0" presId="urn:microsoft.com/office/officeart/2005/8/layout/orgChart1"/>
    <dgm:cxn modelId="{79527FD8-A46C-4FCC-B8E7-E17090939BE0}" type="presParOf" srcId="{CE84A4CB-AB00-4381-8C1A-FB14439C04B7}" destId="{C2D87226-7254-4F65-BC50-E65E68F12C48}" srcOrd="0" destOrd="0" presId="urn:microsoft.com/office/officeart/2005/8/layout/orgChart1"/>
    <dgm:cxn modelId="{375152C3-FEF4-4CE9-84CC-264F74EEB82E}" type="presParOf" srcId="{C2D87226-7254-4F65-BC50-E65E68F12C48}" destId="{1285BBFB-300C-484A-82F7-27CDAC1A0481}" srcOrd="0" destOrd="0" presId="urn:microsoft.com/office/officeart/2005/8/layout/orgChart1"/>
    <dgm:cxn modelId="{72E572AB-275A-48D2-BD59-9956AD4C246C}" type="presParOf" srcId="{C2D87226-7254-4F65-BC50-E65E68F12C48}" destId="{3670AFEF-42E9-4D28-9DFA-397F753DC141}" srcOrd="1" destOrd="0" presId="urn:microsoft.com/office/officeart/2005/8/layout/orgChart1"/>
    <dgm:cxn modelId="{40B35FA8-D779-47E8-8F08-4BE7816CF945}" type="presParOf" srcId="{CE84A4CB-AB00-4381-8C1A-FB14439C04B7}" destId="{BD94B423-CAF5-4B15-A835-AB0D2313121E}" srcOrd="1" destOrd="0" presId="urn:microsoft.com/office/officeart/2005/8/layout/orgChart1"/>
    <dgm:cxn modelId="{1E4601B9-CFC2-4379-8194-503C54F37CCA}" type="presParOf" srcId="{CE84A4CB-AB00-4381-8C1A-FB14439C04B7}" destId="{1E86E4B3-C349-4C35-A8A9-BA51BADCD748}" srcOrd="2" destOrd="0" presId="urn:microsoft.com/office/officeart/2005/8/layout/orgChart1"/>
    <dgm:cxn modelId="{DCCEEC90-BABD-4AAE-AE2D-A539518E3CB0}" type="presParOf" srcId="{6C589ABB-792B-4EB1-BEE8-10991CE81E64}" destId="{D4A18870-BDBE-4446-9006-3078F58D005D}" srcOrd="2" destOrd="0" presId="urn:microsoft.com/office/officeart/2005/8/layout/orgChart1"/>
    <dgm:cxn modelId="{C31A6EFA-E1D5-4519-9203-14D22718EF5E}" type="presParOf" srcId="{D6E55242-61CE-4541-AA57-76FDEB5AB1EB}" destId="{1E4F5A5F-01DD-4E00-ADC4-FE61C0BB21B7}" srcOrd="2" destOrd="0" presId="urn:microsoft.com/office/officeart/2005/8/layout/orgChart1"/>
    <dgm:cxn modelId="{06061786-B466-4241-9788-54BCE6BDDC9A}" type="presParOf" srcId="{D6E55242-61CE-4541-AA57-76FDEB5AB1EB}" destId="{373E7BDE-9BAB-4188-AFCD-D93CC8C123FA}" srcOrd="3" destOrd="0" presId="urn:microsoft.com/office/officeart/2005/8/layout/orgChart1"/>
    <dgm:cxn modelId="{F38AC36B-AC9B-4A24-873B-2F58C25DF3EA}" type="presParOf" srcId="{373E7BDE-9BAB-4188-AFCD-D93CC8C123FA}" destId="{CBF7247C-E47D-479A-BEB8-7B074E5083DE}" srcOrd="0" destOrd="0" presId="urn:microsoft.com/office/officeart/2005/8/layout/orgChart1"/>
    <dgm:cxn modelId="{69CACDAF-42C5-45C2-8BB2-DB5D45FE24F4}" type="presParOf" srcId="{CBF7247C-E47D-479A-BEB8-7B074E5083DE}" destId="{62AE3335-0D4A-435E-AA5D-CB68F74FD041}" srcOrd="0" destOrd="0" presId="urn:microsoft.com/office/officeart/2005/8/layout/orgChart1"/>
    <dgm:cxn modelId="{42D7F00D-EC32-4B70-BF7C-E324339A224B}" type="presParOf" srcId="{CBF7247C-E47D-479A-BEB8-7B074E5083DE}" destId="{E016071E-9D39-460C-B289-0CE44AA00779}" srcOrd="1" destOrd="0" presId="urn:microsoft.com/office/officeart/2005/8/layout/orgChart1"/>
    <dgm:cxn modelId="{1380A5C9-6548-43C1-B969-D8E923A1C52B}" type="presParOf" srcId="{373E7BDE-9BAB-4188-AFCD-D93CC8C123FA}" destId="{F2AAB5DE-4439-4C9C-8200-E72D1965542D}" srcOrd="1" destOrd="0" presId="urn:microsoft.com/office/officeart/2005/8/layout/orgChart1"/>
    <dgm:cxn modelId="{B1C2E5B6-6721-49E4-9567-E2EF54EB6DB2}" type="presParOf" srcId="{F2AAB5DE-4439-4C9C-8200-E72D1965542D}" destId="{70C0A066-7A31-4668-9803-FB366C9B2C53}" srcOrd="0" destOrd="0" presId="urn:microsoft.com/office/officeart/2005/8/layout/orgChart1"/>
    <dgm:cxn modelId="{6FCA3FBA-C595-4F95-AF86-9C5A67F5027F}" type="presParOf" srcId="{F2AAB5DE-4439-4C9C-8200-E72D1965542D}" destId="{890DC63D-75DA-4709-AB3B-EC6A15846057}" srcOrd="1" destOrd="0" presId="urn:microsoft.com/office/officeart/2005/8/layout/orgChart1"/>
    <dgm:cxn modelId="{57CDB2A8-39D5-41E9-9AB3-53FCED839ABC}" type="presParOf" srcId="{890DC63D-75DA-4709-AB3B-EC6A15846057}" destId="{2BFEE5DD-2A0F-4312-A244-84245D8F0CC5}" srcOrd="0" destOrd="0" presId="urn:microsoft.com/office/officeart/2005/8/layout/orgChart1"/>
    <dgm:cxn modelId="{131FCB8E-AADD-475C-860F-5EB9CB9DAE3C}" type="presParOf" srcId="{2BFEE5DD-2A0F-4312-A244-84245D8F0CC5}" destId="{016C16DD-4E14-4B5D-B644-334DBA0B57F3}" srcOrd="0" destOrd="0" presId="urn:microsoft.com/office/officeart/2005/8/layout/orgChart1"/>
    <dgm:cxn modelId="{C3175FB7-5D3A-40A9-B71B-56CA713329A5}" type="presParOf" srcId="{2BFEE5DD-2A0F-4312-A244-84245D8F0CC5}" destId="{606DE3D1-D4BB-46DD-A9DC-171DA6446B5D}" srcOrd="1" destOrd="0" presId="urn:microsoft.com/office/officeart/2005/8/layout/orgChart1"/>
    <dgm:cxn modelId="{06254BB0-E3C0-4950-9188-00FB75DB6FDE}" type="presParOf" srcId="{890DC63D-75DA-4709-AB3B-EC6A15846057}" destId="{ACE96783-C631-4308-B17C-2EEA9C0DA73E}" srcOrd="1" destOrd="0" presId="urn:microsoft.com/office/officeart/2005/8/layout/orgChart1"/>
    <dgm:cxn modelId="{6BF32354-9737-4BB3-9C38-06F312AD6B31}" type="presParOf" srcId="{890DC63D-75DA-4709-AB3B-EC6A15846057}" destId="{89387285-F0D3-4AFB-8AA0-4C1CF8E70983}" srcOrd="2" destOrd="0" presId="urn:microsoft.com/office/officeart/2005/8/layout/orgChart1"/>
    <dgm:cxn modelId="{2F63EAB7-7456-4D6E-BE7C-63E19DE1473C}" type="presParOf" srcId="{373E7BDE-9BAB-4188-AFCD-D93CC8C123FA}" destId="{E0711890-D95D-4479-8A4F-FA4BA7FC1A25}" srcOrd="2" destOrd="0" presId="urn:microsoft.com/office/officeart/2005/8/layout/orgChart1"/>
    <dgm:cxn modelId="{B7BB4F7D-0FD5-43F7-AB9A-A6AAFAF3B3C6}" type="presParOf" srcId="{542E06AB-EA69-4BC9-A839-32FE246B247C}" destId="{C6349CFD-85CD-478B-8298-9BE734ECFD8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803EC9-5191-4932-B411-8935B2D68B79}" type="doc">
      <dgm:prSet loTypeId="urn:microsoft.com/office/officeart/2008/layout/RadialCluster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03E3D7FB-A4E9-44E8-B105-F962E01CA336}">
      <dgm:prSet phldrT="[Text]" custT="1"/>
      <dgm:spPr/>
      <dgm:t>
        <a:bodyPr/>
        <a:lstStyle/>
        <a:p>
          <a:r>
            <a:rPr lang="en-GB" sz="2200" dirty="0"/>
            <a:t>How many variables?</a:t>
          </a:r>
        </a:p>
      </dgm:t>
    </dgm:pt>
    <dgm:pt modelId="{37BFFA6F-06AC-4C19-BB35-4360411CF8FD}" type="parTrans" cxnId="{B631E0C3-BFDB-4E75-84FF-A0E478AB352B}">
      <dgm:prSet/>
      <dgm:spPr/>
      <dgm:t>
        <a:bodyPr/>
        <a:lstStyle/>
        <a:p>
          <a:endParaRPr lang="en-GB" sz="1400"/>
        </a:p>
      </dgm:t>
    </dgm:pt>
    <dgm:pt modelId="{CEF8DBEF-6BEB-4569-AE31-907CF6B5BCC4}" type="sibTrans" cxnId="{B631E0C3-BFDB-4E75-84FF-A0E478AB352B}">
      <dgm:prSet/>
      <dgm:spPr/>
      <dgm:t>
        <a:bodyPr/>
        <a:lstStyle/>
        <a:p>
          <a:endParaRPr lang="en-GB" sz="1400"/>
        </a:p>
      </dgm:t>
    </dgm:pt>
    <dgm:pt modelId="{7EA160F3-ABF3-403C-9A49-77B6BB44EEAE}">
      <dgm:prSet phldrT="[Text]" custT="1"/>
      <dgm:spPr/>
      <dgm:t>
        <a:bodyPr/>
        <a:lstStyle/>
        <a:p>
          <a:r>
            <a:rPr lang="en-GB" sz="2200" dirty="0"/>
            <a:t>Categorical Data (nominal)</a:t>
          </a:r>
        </a:p>
      </dgm:t>
    </dgm:pt>
    <dgm:pt modelId="{30938784-1655-4389-991E-0A9ED3F04BB3}" type="parTrans" cxnId="{FE6A3E2A-0635-4793-B167-182472B8DC14}">
      <dgm:prSet/>
      <dgm:spPr/>
      <dgm:t>
        <a:bodyPr/>
        <a:lstStyle/>
        <a:p>
          <a:endParaRPr lang="en-GB" sz="2200"/>
        </a:p>
      </dgm:t>
    </dgm:pt>
    <dgm:pt modelId="{B8129F22-E0C4-47AC-9470-BE57FC2292D3}" type="sibTrans" cxnId="{FE6A3E2A-0635-4793-B167-182472B8DC14}">
      <dgm:prSet/>
      <dgm:spPr/>
      <dgm:t>
        <a:bodyPr/>
        <a:lstStyle/>
        <a:p>
          <a:endParaRPr lang="en-GB" sz="1400"/>
        </a:p>
      </dgm:t>
    </dgm:pt>
    <dgm:pt modelId="{C697140F-FDDD-4685-B94D-E1A2F3B34D9D}">
      <dgm:prSet phldrT="[Text]" custT="1"/>
      <dgm:spPr/>
      <dgm:t>
        <a:bodyPr/>
        <a:lstStyle/>
        <a:p>
          <a:r>
            <a:rPr lang="en-GB" sz="2200" b="1" dirty="0"/>
            <a:t>One</a:t>
          </a:r>
        </a:p>
      </dgm:t>
    </dgm:pt>
    <dgm:pt modelId="{F4DE4657-47B2-41E2-94FE-68E091C41512}" type="parTrans" cxnId="{6C2508AB-FCD2-4C37-ABFC-28724E2186C8}">
      <dgm:prSet/>
      <dgm:spPr/>
      <dgm:t>
        <a:bodyPr/>
        <a:lstStyle/>
        <a:p>
          <a:endParaRPr lang="en-GB" sz="2200"/>
        </a:p>
      </dgm:t>
    </dgm:pt>
    <dgm:pt modelId="{A448FD83-F6B0-46C3-84CB-32759461CC2D}" type="sibTrans" cxnId="{6C2508AB-FCD2-4C37-ABFC-28724E2186C8}">
      <dgm:prSet/>
      <dgm:spPr/>
      <dgm:t>
        <a:bodyPr/>
        <a:lstStyle/>
        <a:p>
          <a:endParaRPr lang="en-GB" sz="1400"/>
        </a:p>
      </dgm:t>
    </dgm:pt>
    <dgm:pt modelId="{13E3A015-3694-4540-A352-519D9F30207F}">
      <dgm:prSet phldrT="[Text]" custT="1"/>
      <dgm:spPr/>
      <dgm:t>
        <a:bodyPr/>
        <a:lstStyle/>
        <a:p>
          <a:r>
            <a:rPr lang="en-GB" sz="2200" b="1" dirty="0"/>
            <a:t>Two</a:t>
          </a:r>
        </a:p>
      </dgm:t>
    </dgm:pt>
    <dgm:pt modelId="{E51E3D8D-7C1A-46ED-8FB0-21B1B417A1AC}" type="parTrans" cxnId="{96129880-CF72-4C93-A4D7-06FD112F59F9}">
      <dgm:prSet/>
      <dgm:spPr/>
      <dgm:t>
        <a:bodyPr/>
        <a:lstStyle/>
        <a:p>
          <a:endParaRPr lang="en-GB" sz="2200"/>
        </a:p>
      </dgm:t>
    </dgm:pt>
    <dgm:pt modelId="{A8EFC36B-B967-48E3-90DB-9E22CA43DCA4}" type="sibTrans" cxnId="{96129880-CF72-4C93-A4D7-06FD112F59F9}">
      <dgm:prSet/>
      <dgm:spPr/>
      <dgm:t>
        <a:bodyPr/>
        <a:lstStyle/>
        <a:p>
          <a:endParaRPr lang="en-GB" sz="1400"/>
        </a:p>
      </dgm:t>
    </dgm:pt>
    <dgm:pt modelId="{E731E621-EC2D-4AF9-8EEA-1809CE02306A}">
      <dgm:prSet custT="1"/>
      <dgm:spPr/>
      <dgm:t>
        <a:bodyPr/>
        <a:lstStyle/>
        <a:p>
          <a:r>
            <a:rPr lang="en-GB" sz="2200" dirty="0"/>
            <a:t>Chi-square goodness-of-fit</a:t>
          </a:r>
        </a:p>
        <a:p>
          <a:r>
            <a:rPr lang="en-GB" sz="2200" dirty="0"/>
            <a:t>&amp; Frequency Table</a:t>
          </a:r>
        </a:p>
      </dgm:t>
    </dgm:pt>
    <dgm:pt modelId="{AF4C5E62-CB08-4679-A6B1-A31ECF0A00B6}" type="parTrans" cxnId="{B17F05B2-6695-40DB-B711-9EEDEC633101}">
      <dgm:prSet/>
      <dgm:spPr/>
      <dgm:t>
        <a:bodyPr/>
        <a:lstStyle/>
        <a:p>
          <a:endParaRPr lang="en-GB" sz="2200"/>
        </a:p>
      </dgm:t>
    </dgm:pt>
    <dgm:pt modelId="{24B64B3B-2146-4621-BFB4-4A2116E9D255}" type="sibTrans" cxnId="{B17F05B2-6695-40DB-B711-9EEDEC633101}">
      <dgm:prSet/>
      <dgm:spPr/>
      <dgm:t>
        <a:bodyPr/>
        <a:lstStyle/>
        <a:p>
          <a:endParaRPr lang="en-GB"/>
        </a:p>
      </dgm:t>
    </dgm:pt>
    <dgm:pt modelId="{22CE69DA-5978-4FB6-80F3-3BCBD169331B}">
      <dgm:prSet custT="1"/>
      <dgm:spPr/>
      <dgm:t>
        <a:bodyPr/>
        <a:lstStyle/>
        <a:p>
          <a:r>
            <a:rPr lang="en-GB" sz="2200" dirty="0"/>
            <a:t>Chi-square Test of Association</a:t>
          </a:r>
        </a:p>
        <a:p>
          <a:r>
            <a:rPr lang="en-GB" sz="2200" dirty="0"/>
            <a:t>&amp; Contingency Table</a:t>
          </a:r>
        </a:p>
      </dgm:t>
    </dgm:pt>
    <dgm:pt modelId="{C140ED48-88E4-46D4-BC0C-627295D7CA9F}" type="parTrans" cxnId="{AB61550F-B887-44EB-BC57-C6B2D0A43D6D}">
      <dgm:prSet/>
      <dgm:spPr/>
      <dgm:t>
        <a:bodyPr/>
        <a:lstStyle/>
        <a:p>
          <a:endParaRPr lang="en-GB" sz="2200"/>
        </a:p>
      </dgm:t>
    </dgm:pt>
    <dgm:pt modelId="{EDD81B07-B4CC-42D5-A983-4375B34B7003}" type="sibTrans" cxnId="{AB61550F-B887-44EB-BC57-C6B2D0A43D6D}">
      <dgm:prSet/>
      <dgm:spPr/>
      <dgm:t>
        <a:bodyPr/>
        <a:lstStyle/>
        <a:p>
          <a:endParaRPr lang="en-GB"/>
        </a:p>
      </dgm:t>
    </dgm:pt>
    <dgm:pt modelId="{978F7659-9B36-421D-AB84-D7383D4508F6}" type="pres">
      <dgm:prSet presAssocID="{79803EC9-5191-4932-B411-8935B2D68B7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1595C3D2-B419-4D82-A6DC-6EFEB2E0CA6B}" type="pres">
      <dgm:prSet presAssocID="{03E3D7FB-A4E9-44E8-B105-F962E01CA336}" presName="textCenter" presStyleLbl="node1" presStyleIdx="0" presStyleCnt="6" custScaleX="228973" custScaleY="81658" custLinFactY="-44171" custLinFactNeighborX="3214" custLinFactNeighborY="-100000"/>
      <dgm:spPr/>
    </dgm:pt>
    <dgm:pt modelId="{8B4B4BAB-A30F-40FF-8EF5-6182C417B477}" type="pres">
      <dgm:prSet presAssocID="{03E3D7FB-A4E9-44E8-B105-F962E01CA336}" presName="cycle_1" presStyleCnt="0"/>
      <dgm:spPr/>
    </dgm:pt>
    <dgm:pt modelId="{C4E81DB3-64B1-41CC-8AC3-41AF025A6991}" type="pres">
      <dgm:prSet presAssocID="{7EA160F3-ABF3-403C-9A49-77B6BB44EEAE}" presName="childCenter1" presStyleLbl="node1" presStyleIdx="1" presStyleCnt="6" custScaleX="485075" custScaleY="102257" custLinFactNeighborX="0" custLinFactNeighborY="-31219"/>
      <dgm:spPr/>
    </dgm:pt>
    <dgm:pt modelId="{06D6D417-DC8A-4127-97BB-1FCCA4825722}" type="pres">
      <dgm:prSet presAssocID="{30938784-1655-4389-991E-0A9ED3F04BB3}" presName="Name144" presStyleLbl="parChTrans1D2" presStyleIdx="0" presStyleCnt="3"/>
      <dgm:spPr/>
    </dgm:pt>
    <dgm:pt modelId="{3A002E9A-B26C-4C38-897D-C89287D654BD}" type="pres">
      <dgm:prSet presAssocID="{03E3D7FB-A4E9-44E8-B105-F962E01CA336}" presName="cycle_2" presStyleCnt="0"/>
      <dgm:spPr/>
    </dgm:pt>
    <dgm:pt modelId="{1A4A047F-88F5-453B-8B0E-B30498DF7115}" type="pres">
      <dgm:prSet presAssocID="{C697140F-FDDD-4685-B94D-E1A2F3B34D9D}" presName="childCenter2" presStyleLbl="node1" presStyleIdx="2" presStyleCnt="6" custScaleX="127290" custScaleY="122357" custLinFactNeighborX="-29139" custLinFactNeighborY="-36754"/>
      <dgm:spPr/>
    </dgm:pt>
    <dgm:pt modelId="{29D935D9-8DD1-4C80-BC4C-6DD22C4D8600}" type="pres">
      <dgm:prSet presAssocID="{AF4C5E62-CB08-4679-A6B1-A31ECF0A00B6}" presName="Name218" presStyleLbl="parChTrans1D3" presStyleIdx="0" presStyleCnt="2"/>
      <dgm:spPr/>
    </dgm:pt>
    <dgm:pt modelId="{951A4E07-178C-439E-848E-D8EC0A0F480A}" type="pres">
      <dgm:prSet presAssocID="{E731E621-EC2D-4AF9-8EEA-1809CE02306A}" presName="text2" presStyleLbl="node1" presStyleIdx="3" presStyleCnt="6" custScaleX="467716" custScaleY="119661" custRadScaleRad="138167" custRadScaleInc="81203">
        <dgm:presLayoutVars>
          <dgm:bulletEnabled val="1"/>
        </dgm:presLayoutVars>
      </dgm:prSet>
      <dgm:spPr/>
    </dgm:pt>
    <dgm:pt modelId="{371CABFE-EF3F-4600-AE2D-9BF4FF1328F0}" type="pres">
      <dgm:prSet presAssocID="{F4DE4657-47B2-41E2-94FE-68E091C41512}" presName="Name221" presStyleLbl="parChTrans1D2" presStyleIdx="1" presStyleCnt="3"/>
      <dgm:spPr/>
    </dgm:pt>
    <dgm:pt modelId="{04B518E8-4015-48F0-BB58-625742A09EA6}" type="pres">
      <dgm:prSet presAssocID="{03E3D7FB-A4E9-44E8-B105-F962E01CA336}" presName="cycle_3" presStyleCnt="0"/>
      <dgm:spPr/>
    </dgm:pt>
    <dgm:pt modelId="{5998BE04-70FD-475C-B8D6-130D39876014}" type="pres">
      <dgm:prSet presAssocID="{13E3A015-3694-4540-A352-519D9F30207F}" presName="childCenter3" presStyleLbl="node1" presStyleIdx="4" presStyleCnt="6" custScaleX="127290" custScaleY="122357" custLinFactNeighborX="22153" custLinFactNeighborY="-36724"/>
      <dgm:spPr/>
    </dgm:pt>
    <dgm:pt modelId="{7A3253F9-0628-4826-8C69-77168DD69727}" type="pres">
      <dgm:prSet presAssocID="{C140ED48-88E4-46D4-BC0C-627295D7CA9F}" presName="Name285" presStyleLbl="parChTrans1D3" presStyleIdx="1" presStyleCnt="2"/>
      <dgm:spPr/>
    </dgm:pt>
    <dgm:pt modelId="{A08C8666-5404-45E6-B389-C5C7153207F3}" type="pres">
      <dgm:prSet presAssocID="{22CE69DA-5978-4FB6-80F3-3BCBD169331B}" presName="text3" presStyleLbl="node1" presStyleIdx="5" presStyleCnt="6" custScaleX="557823" custScaleY="119825" custRadScaleRad="121996" custRadScaleInc="-80919">
        <dgm:presLayoutVars>
          <dgm:bulletEnabled val="1"/>
        </dgm:presLayoutVars>
      </dgm:prSet>
      <dgm:spPr/>
    </dgm:pt>
    <dgm:pt modelId="{1889780F-8ED3-43A6-8492-B77ABDF82C60}" type="pres">
      <dgm:prSet presAssocID="{E51E3D8D-7C1A-46ED-8FB0-21B1B417A1AC}" presName="Name288" presStyleLbl="parChTrans1D2" presStyleIdx="2" presStyleCnt="3"/>
      <dgm:spPr/>
    </dgm:pt>
  </dgm:ptLst>
  <dgm:cxnLst>
    <dgm:cxn modelId="{C6411A0E-6672-4EE0-94F0-39440C6F8236}" type="presOf" srcId="{13E3A015-3694-4540-A352-519D9F30207F}" destId="{5998BE04-70FD-475C-B8D6-130D39876014}" srcOrd="0" destOrd="0" presId="urn:microsoft.com/office/officeart/2008/layout/RadialCluster"/>
    <dgm:cxn modelId="{AB61550F-B887-44EB-BC57-C6B2D0A43D6D}" srcId="{13E3A015-3694-4540-A352-519D9F30207F}" destId="{22CE69DA-5978-4FB6-80F3-3BCBD169331B}" srcOrd="0" destOrd="0" parTransId="{C140ED48-88E4-46D4-BC0C-627295D7CA9F}" sibTransId="{EDD81B07-B4CC-42D5-A983-4375B34B7003}"/>
    <dgm:cxn modelId="{F4D57A16-2E6F-494C-9736-174E5DB3212A}" type="presOf" srcId="{E731E621-EC2D-4AF9-8EEA-1809CE02306A}" destId="{951A4E07-178C-439E-848E-D8EC0A0F480A}" srcOrd="0" destOrd="0" presId="urn:microsoft.com/office/officeart/2008/layout/RadialCluster"/>
    <dgm:cxn modelId="{66D28C20-C84D-4B12-B957-EBBE7A5E4D34}" type="presOf" srcId="{30938784-1655-4389-991E-0A9ED3F04BB3}" destId="{06D6D417-DC8A-4127-97BB-1FCCA4825722}" srcOrd="0" destOrd="0" presId="urn:microsoft.com/office/officeart/2008/layout/RadialCluster"/>
    <dgm:cxn modelId="{FE6A3E2A-0635-4793-B167-182472B8DC14}" srcId="{03E3D7FB-A4E9-44E8-B105-F962E01CA336}" destId="{7EA160F3-ABF3-403C-9A49-77B6BB44EEAE}" srcOrd="0" destOrd="0" parTransId="{30938784-1655-4389-991E-0A9ED3F04BB3}" sibTransId="{B8129F22-E0C4-47AC-9470-BE57FC2292D3}"/>
    <dgm:cxn modelId="{DB08383F-9DFF-4078-BA93-B4DAB4233648}" type="presOf" srcId="{22CE69DA-5978-4FB6-80F3-3BCBD169331B}" destId="{A08C8666-5404-45E6-B389-C5C7153207F3}" srcOrd="0" destOrd="0" presId="urn:microsoft.com/office/officeart/2008/layout/RadialCluster"/>
    <dgm:cxn modelId="{F60AE25C-FD2E-463D-83F4-C57C7FCF02DB}" type="presOf" srcId="{AF4C5E62-CB08-4679-A6B1-A31ECF0A00B6}" destId="{29D935D9-8DD1-4C80-BC4C-6DD22C4D8600}" srcOrd="0" destOrd="0" presId="urn:microsoft.com/office/officeart/2008/layout/RadialCluster"/>
    <dgm:cxn modelId="{9F93E16B-306B-44FB-A821-09DF51FD7E37}" type="presOf" srcId="{E51E3D8D-7C1A-46ED-8FB0-21B1B417A1AC}" destId="{1889780F-8ED3-43A6-8492-B77ABDF82C60}" srcOrd="0" destOrd="0" presId="urn:microsoft.com/office/officeart/2008/layout/RadialCluster"/>
    <dgm:cxn modelId="{C2B5DC76-59CF-4F57-B9B4-B39DC6711157}" type="presOf" srcId="{7EA160F3-ABF3-403C-9A49-77B6BB44EEAE}" destId="{C4E81DB3-64B1-41CC-8AC3-41AF025A6991}" srcOrd="0" destOrd="0" presId="urn:microsoft.com/office/officeart/2008/layout/RadialCluster"/>
    <dgm:cxn modelId="{C9134D7A-027C-4D06-8A8B-00D277E6B3C1}" type="presOf" srcId="{03E3D7FB-A4E9-44E8-B105-F962E01CA336}" destId="{1595C3D2-B419-4D82-A6DC-6EFEB2E0CA6B}" srcOrd="0" destOrd="0" presId="urn:microsoft.com/office/officeart/2008/layout/RadialCluster"/>
    <dgm:cxn modelId="{96129880-CF72-4C93-A4D7-06FD112F59F9}" srcId="{03E3D7FB-A4E9-44E8-B105-F962E01CA336}" destId="{13E3A015-3694-4540-A352-519D9F30207F}" srcOrd="2" destOrd="0" parTransId="{E51E3D8D-7C1A-46ED-8FB0-21B1B417A1AC}" sibTransId="{A8EFC36B-B967-48E3-90DB-9E22CA43DCA4}"/>
    <dgm:cxn modelId="{7176DB80-09A9-4077-ABCF-7439E925651B}" type="presOf" srcId="{F4DE4657-47B2-41E2-94FE-68E091C41512}" destId="{371CABFE-EF3F-4600-AE2D-9BF4FF1328F0}" srcOrd="0" destOrd="0" presId="urn:microsoft.com/office/officeart/2008/layout/RadialCluster"/>
    <dgm:cxn modelId="{6C2508AB-FCD2-4C37-ABFC-28724E2186C8}" srcId="{03E3D7FB-A4E9-44E8-B105-F962E01CA336}" destId="{C697140F-FDDD-4685-B94D-E1A2F3B34D9D}" srcOrd="1" destOrd="0" parTransId="{F4DE4657-47B2-41E2-94FE-68E091C41512}" sibTransId="{A448FD83-F6B0-46C3-84CB-32759461CC2D}"/>
    <dgm:cxn modelId="{B17F05B2-6695-40DB-B711-9EEDEC633101}" srcId="{C697140F-FDDD-4685-B94D-E1A2F3B34D9D}" destId="{E731E621-EC2D-4AF9-8EEA-1809CE02306A}" srcOrd="0" destOrd="0" parTransId="{AF4C5E62-CB08-4679-A6B1-A31ECF0A00B6}" sibTransId="{24B64B3B-2146-4621-BFB4-4A2116E9D255}"/>
    <dgm:cxn modelId="{4222A6B8-7873-42DB-A59D-1F6F1A011A2D}" type="presOf" srcId="{C697140F-FDDD-4685-B94D-E1A2F3B34D9D}" destId="{1A4A047F-88F5-453B-8B0E-B30498DF7115}" srcOrd="0" destOrd="0" presId="urn:microsoft.com/office/officeart/2008/layout/RadialCluster"/>
    <dgm:cxn modelId="{B631E0C3-BFDB-4E75-84FF-A0E478AB352B}" srcId="{79803EC9-5191-4932-B411-8935B2D68B79}" destId="{03E3D7FB-A4E9-44E8-B105-F962E01CA336}" srcOrd="0" destOrd="0" parTransId="{37BFFA6F-06AC-4C19-BB35-4360411CF8FD}" sibTransId="{CEF8DBEF-6BEB-4569-AE31-907CF6B5BCC4}"/>
    <dgm:cxn modelId="{678123E0-2A90-47B0-9886-B4C73AC84E54}" type="presOf" srcId="{79803EC9-5191-4932-B411-8935B2D68B79}" destId="{978F7659-9B36-421D-AB84-D7383D4508F6}" srcOrd="0" destOrd="0" presId="urn:microsoft.com/office/officeart/2008/layout/RadialCluster"/>
    <dgm:cxn modelId="{C62F68E4-59D7-4A2D-80AF-7EEA3FE35FD1}" type="presOf" srcId="{C140ED48-88E4-46D4-BC0C-627295D7CA9F}" destId="{7A3253F9-0628-4826-8C69-77168DD69727}" srcOrd="0" destOrd="0" presId="urn:microsoft.com/office/officeart/2008/layout/RadialCluster"/>
    <dgm:cxn modelId="{3E1DC058-FC5F-4D97-B1C5-AB2BFE4F181B}" type="presParOf" srcId="{978F7659-9B36-421D-AB84-D7383D4508F6}" destId="{1595C3D2-B419-4D82-A6DC-6EFEB2E0CA6B}" srcOrd="0" destOrd="0" presId="urn:microsoft.com/office/officeart/2008/layout/RadialCluster"/>
    <dgm:cxn modelId="{9B69C358-6A1F-49DC-A2C8-C16697EE9965}" type="presParOf" srcId="{978F7659-9B36-421D-AB84-D7383D4508F6}" destId="{8B4B4BAB-A30F-40FF-8EF5-6182C417B477}" srcOrd="1" destOrd="0" presId="urn:microsoft.com/office/officeart/2008/layout/RadialCluster"/>
    <dgm:cxn modelId="{82AC6E74-75E2-4BAD-B667-87B98EBF8FFF}" type="presParOf" srcId="{8B4B4BAB-A30F-40FF-8EF5-6182C417B477}" destId="{C4E81DB3-64B1-41CC-8AC3-41AF025A6991}" srcOrd="0" destOrd="0" presId="urn:microsoft.com/office/officeart/2008/layout/RadialCluster"/>
    <dgm:cxn modelId="{1416329D-A583-4690-A81A-21D1FD74CD19}" type="presParOf" srcId="{978F7659-9B36-421D-AB84-D7383D4508F6}" destId="{06D6D417-DC8A-4127-97BB-1FCCA4825722}" srcOrd="2" destOrd="0" presId="urn:microsoft.com/office/officeart/2008/layout/RadialCluster"/>
    <dgm:cxn modelId="{F9D1E1A7-F2B2-43AD-94E2-A71510E02BF1}" type="presParOf" srcId="{978F7659-9B36-421D-AB84-D7383D4508F6}" destId="{3A002E9A-B26C-4C38-897D-C89287D654BD}" srcOrd="3" destOrd="0" presId="urn:microsoft.com/office/officeart/2008/layout/RadialCluster"/>
    <dgm:cxn modelId="{D86E19EB-5A74-4644-8009-F26AADCE2DAF}" type="presParOf" srcId="{3A002E9A-B26C-4C38-897D-C89287D654BD}" destId="{1A4A047F-88F5-453B-8B0E-B30498DF7115}" srcOrd="0" destOrd="0" presId="urn:microsoft.com/office/officeart/2008/layout/RadialCluster"/>
    <dgm:cxn modelId="{D37A3593-55AD-4FBA-A9A0-61B586CE0709}" type="presParOf" srcId="{3A002E9A-B26C-4C38-897D-C89287D654BD}" destId="{29D935D9-8DD1-4C80-BC4C-6DD22C4D8600}" srcOrd="1" destOrd="0" presId="urn:microsoft.com/office/officeart/2008/layout/RadialCluster"/>
    <dgm:cxn modelId="{99F60056-89E8-4AF5-8C6E-6C227545F9D1}" type="presParOf" srcId="{3A002E9A-B26C-4C38-897D-C89287D654BD}" destId="{951A4E07-178C-439E-848E-D8EC0A0F480A}" srcOrd="2" destOrd="0" presId="urn:microsoft.com/office/officeart/2008/layout/RadialCluster"/>
    <dgm:cxn modelId="{30D43D3D-47AD-4661-AD3C-128A0A56F91A}" type="presParOf" srcId="{978F7659-9B36-421D-AB84-D7383D4508F6}" destId="{371CABFE-EF3F-4600-AE2D-9BF4FF1328F0}" srcOrd="4" destOrd="0" presId="urn:microsoft.com/office/officeart/2008/layout/RadialCluster"/>
    <dgm:cxn modelId="{BC8259E0-D1C5-4FDB-9F83-F648A0B726C2}" type="presParOf" srcId="{978F7659-9B36-421D-AB84-D7383D4508F6}" destId="{04B518E8-4015-48F0-BB58-625742A09EA6}" srcOrd="5" destOrd="0" presId="urn:microsoft.com/office/officeart/2008/layout/RadialCluster"/>
    <dgm:cxn modelId="{1491A3A9-3B4D-4E2D-90A0-74EFF248EE8B}" type="presParOf" srcId="{04B518E8-4015-48F0-BB58-625742A09EA6}" destId="{5998BE04-70FD-475C-B8D6-130D39876014}" srcOrd="0" destOrd="0" presId="urn:microsoft.com/office/officeart/2008/layout/RadialCluster"/>
    <dgm:cxn modelId="{95E9772B-B21F-44AD-85D3-583C9F6A7A25}" type="presParOf" srcId="{04B518E8-4015-48F0-BB58-625742A09EA6}" destId="{7A3253F9-0628-4826-8C69-77168DD69727}" srcOrd="1" destOrd="0" presId="urn:microsoft.com/office/officeart/2008/layout/RadialCluster"/>
    <dgm:cxn modelId="{CCD99187-C6C7-4A2A-80E2-F3C30626D877}" type="presParOf" srcId="{04B518E8-4015-48F0-BB58-625742A09EA6}" destId="{A08C8666-5404-45E6-B389-C5C7153207F3}" srcOrd="2" destOrd="0" presId="urn:microsoft.com/office/officeart/2008/layout/RadialCluster"/>
    <dgm:cxn modelId="{37969170-7E8F-4812-B44A-9176723C0A2F}" type="presParOf" srcId="{978F7659-9B36-421D-AB84-D7383D4508F6}" destId="{1889780F-8ED3-43A6-8492-B77ABDF82C60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0A066-7A31-4668-9803-FB366C9B2C53}">
      <dsp:nvSpPr>
        <dsp:cNvPr id="0" name=""/>
        <dsp:cNvSpPr/>
      </dsp:nvSpPr>
      <dsp:spPr>
        <a:xfrm>
          <a:off x="4672321" y="2699742"/>
          <a:ext cx="641154" cy="1197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884"/>
              </a:lnTo>
              <a:lnTo>
                <a:pt x="641154" y="1197884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F5A5F-01DD-4E00-ADC4-FE61C0BB21B7}">
      <dsp:nvSpPr>
        <dsp:cNvPr id="0" name=""/>
        <dsp:cNvSpPr/>
      </dsp:nvSpPr>
      <dsp:spPr>
        <a:xfrm>
          <a:off x="4261603" y="850833"/>
          <a:ext cx="2120463" cy="546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30"/>
              </a:lnTo>
              <a:lnTo>
                <a:pt x="2120463" y="273430"/>
              </a:lnTo>
              <a:lnTo>
                <a:pt x="2120463" y="54686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37E437-BC51-4A9C-B10E-479714E4FDD2}">
      <dsp:nvSpPr>
        <dsp:cNvPr id="0" name=""/>
        <dsp:cNvSpPr/>
      </dsp:nvSpPr>
      <dsp:spPr>
        <a:xfrm>
          <a:off x="373363" y="2699742"/>
          <a:ext cx="554110" cy="1197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884"/>
              </a:lnTo>
              <a:lnTo>
                <a:pt x="554110" y="1197884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1EC6A8-A967-47D2-95F4-E7F03088BD72}">
      <dsp:nvSpPr>
        <dsp:cNvPr id="0" name=""/>
        <dsp:cNvSpPr/>
      </dsp:nvSpPr>
      <dsp:spPr>
        <a:xfrm>
          <a:off x="1850990" y="850833"/>
          <a:ext cx="2410612" cy="546860"/>
        </a:xfrm>
        <a:custGeom>
          <a:avLst/>
          <a:gdLst/>
          <a:ahLst/>
          <a:cxnLst/>
          <a:rect l="0" t="0" r="0" b="0"/>
          <a:pathLst>
            <a:path>
              <a:moveTo>
                <a:pt x="2410612" y="0"/>
              </a:moveTo>
              <a:lnTo>
                <a:pt x="2410612" y="273430"/>
              </a:lnTo>
              <a:lnTo>
                <a:pt x="0" y="273430"/>
              </a:lnTo>
              <a:lnTo>
                <a:pt x="0" y="54686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198A8A-3DD7-4FEE-8184-42D2AF8680D4}">
      <dsp:nvSpPr>
        <dsp:cNvPr id="0" name=""/>
        <dsp:cNvSpPr/>
      </dsp:nvSpPr>
      <dsp:spPr>
        <a:xfrm>
          <a:off x="1679797" y="236709"/>
          <a:ext cx="5163611" cy="61412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Hypothesis for Chi-square</a:t>
          </a:r>
        </a:p>
      </dsp:txBody>
      <dsp:txXfrm>
        <a:off x="1679797" y="236709"/>
        <a:ext cx="5163611" cy="614124"/>
      </dsp:txXfrm>
    </dsp:sp>
    <dsp:sp modelId="{A72B07E4-6C96-46E0-BE71-FF0157363363}">
      <dsp:nvSpPr>
        <dsp:cNvPr id="0" name=""/>
        <dsp:cNvSpPr/>
      </dsp:nvSpPr>
      <dsp:spPr>
        <a:xfrm>
          <a:off x="3956" y="1397693"/>
          <a:ext cx="3694067" cy="130204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Null Hypothesis (</a:t>
          </a:r>
          <a:r>
            <a:rPr lang="en-GB" sz="2400" b="0" u="none" kern="1200" dirty="0"/>
            <a:t>H</a:t>
          </a:r>
          <a:r>
            <a:rPr lang="en-GB" sz="2400" b="0" u="none" kern="1200" baseline="-25000" dirty="0"/>
            <a:t>0</a:t>
          </a:r>
          <a:r>
            <a:rPr lang="en-GB" sz="2400" b="0" kern="1200" dirty="0"/>
            <a:t>)</a:t>
          </a:r>
        </a:p>
      </dsp:txBody>
      <dsp:txXfrm>
        <a:off x="3956" y="1397693"/>
        <a:ext cx="3694067" cy="1302048"/>
      </dsp:txXfrm>
    </dsp:sp>
    <dsp:sp modelId="{1285BBFB-300C-484A-82F7-27CDAC1A0481}">
      <dsp:nvSpPr>
        <dsp:cNvPr id="0" name=""/>
        <dsp:cNvSpPr/>
      </dsp:nvSpPr>
      <dsp:spPr>
        <a:xfrm>
          <a:off x="927473" y="3246602"/>
          <a:ext cx="3292854" cy="1302048"/>
        </a:xfrm>
        <a:prstGeom prst="rect">
          <a:avLst/>
        </a:prstGeom>
        <a:solidFill>
          <a:schemeClr val="accent5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There will be </a:t>
          </a:r>
          <a:r>
            <a:rPr lang="en-GB" sz="2800" b="1" u="sng" kern="1200" dirty="0"/>
            <a:t>no</a:t>
          </a:r>
          <a:r>
            <a:rPr lang="en-GB" sz="2800" kern="1200" dirty="0"/>
            <a:t> effect or relationship</a:t>
          </a:r>
        </a:p>
      </dsp:txBody>
      <dsp:txXfrm>
        <a:off x="927473" y="3246602"/>
        <a:ext cx="3292854" cy="1302048"/>
      </dsp:txXfrm>
    </dsp:sp>
    <dsp:sp modelId="{62AE3335-0D4A-435E-AA5D-CB68F74FD041}">
      <dsp:nvSpPr>
        <dsp:cNvPr id="0" name=""/>
        <dsp:cNvSpPr/>
      </dsp:nvSpPr>
      <dsp:spPr>
        <a:xfrm>
          <a:off x="4244884" y="1397693"/>
          <a:ext cx="4274364" cy="1302048"/>
        </a:xfrm>
        <a:prstGeom prst="rect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Alternative Hypothesis (</a:t>
          </a:r>
          <a:r>
            <a:rPr lang="en-GB" sz="2400" b="0" u="none" kern="1200" dirty="0"/>
            <a:t>H</a:t>
          </a:r>
          <a:r>
            <a:rPr lang="en-GB" sz="2400" b="0" u="none" kern="1200" baseline="-25000" dirty="0"/>
            <a:t>1</a:t>
          </a:r>
          <a:r>
            <a:rPr lang="en-GB" sz="2400" b="0" kern="1200" dirty="0"/>
            <a:t>)</a:t>
          </a:r>
        </a:p>
      </dsp:txBody>
      <dsp:txXfrm>
        <a:off x="4244884" y="1397693"/>
        <a:ext cx="4274364" cy="1302048"/>
      </dsp:txXfrm>
    </dsp:sp>
    <dsp:sp modelId="{016C16DD-4E14-4B5D-B644-334DBA0B57F3}">
      <dsp:nvSpPr>
        <dsp:cNvPr id="0" name=""/>
        <dsp:cNvSpPr/>
      </dsp:nvSpPr>
      <dsp:spPr>
        <a:xfrm>
          <a:off x="5313476" y="3246602"/>
          <a:ext cx="3293166" cy="1302048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There </a:t>
          </a:r>
          <a:r>
            <a:rPr lang="en-GB" sz="2800" b="1" u="sng" kern="1200" dirty="0"/>
            <a:t>will be an </a:t>
          </a:r>
          <a:r>
            <a:rPr lang="en-GB" sz="2800" kern="1200" dirty="0"/>
            <a:t>effect or relationship</a:t>
          </a:r>
        </a:p>
      </dsp:txBody>
      <dsp:txXfrm>
        <a:off x="5313476" y="3246602"/>
        <a:ext cx="3293166" cy="1302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0A066-7A31-4668-9803-FB366C9B2C53}">
      <dsp:nvSpPr>
        <dsp:cNvPr id="0" name=""/>
        <dsp:cNvSpPr/>
      </dsp:nvSpPr>
      <dsp:spPr>
        <a:xfrm>
          <a:off x="4672321" y="2699742"/>
          <a:ext cx="641154" cy="1197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884"/>
              </a:lnTo>
              <a:lnTo>
                <a:pt x="641154" y="1197884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F5A5F-01DD-4E00-ADC4-FE61C0BB21B7}">
      <dsp:nvSpPr>
        <dsp:cNvPr id="0" name=""/>
        <dsp:cNvSpPr/>
      </dsp:nvSpPr>
      <dsp:spPr>
        <a:xfrm>
          <a:off x="4261603" y="850833"/>
          <a:ext cx="2120463" cy="546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30"/>
              </a:lnTo>
              <a:lnTo>
                <a:pt x="2120463" y="273430"/>
              </a:lnTo>
              <a:lnTo>
                <a:pt x="2120463" y="54686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37E437-BC51-4A9C-B10E-479714E4FDD2}">
      <dsp:nvSpPr>
        <dsp:cNvPr id="0" name=""/>
        <dsp:cNvSpPr/>
      </dsp:nvSpPr>
      <dsp:spPr>
        <a:xfrm>
          <a:off x="373363" y="2699742"/>
          <a:ext cx="554110" cy="1197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884"/>
              </a:lnTo>
              <a:lnTo>
                <a:pt x="554110" y="1197884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1EC6A8-A967-47D2-95F4-E7F03088BD72}">
      <dsp:nvSpPr>
        <dsp:cNvPr id="0" name=""/>
        <dsp:cNvSpPr/>
      </dsp:nvSpPr>
      <dsp:spPr>
        <a:xfrm>
          <a:off x="1850990" y="850833"/>
          <a:ext cx="2410612" cy="546860"/>
        </a:xfrm>
        <a:custGeom>
          <a:avLst/>
          <a:gdLst/>
          <a:ahLst/>
          <a:cxnLst/>
          <a:rect l="0" t="0" r="0" b="0"/>
          <a:pathLst>
            <a:path>
              <a:moveTo>
                <a:pt x="2410612" y="0"/>
              </a:moveTo>
              <a:lnTo>
                <a:pt x="2410612" y="273430"/>
              </a:lnTo>
              <a:lnTo>
                <a:pt x="0" y="273430"/>
              </a:lnTo>
              <a:lnTo>
                <a:pt x="0" y="54686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198A8A-3DD7-4FEE-8184-42D2AF8680D4}">
      <dsp:nvSpPr>
        <dsp:cNvPr id="0" name=""/>
        <dsp:cNvSpPr/>
      </dsp:nvSpPr>
      <dsp:spPr>
        <a:xfrm>
          <a:off x="1679797" y="236709"/>
          <a:ext cx="5163611" cy="61412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Hypothesis for Chi-square</a:t>
          </a:r>
        </a:p>
      </dsp:txBody>
      <dsp:txXfrm>
        <a:off x="1679797" y="236709"/>
        <a:ext cx="5163611" cy="614124"/>
      </dsp:txXfrm>
    </dsp:sp>
    <dsp:sp modelId="{A72B07E4-6C96-46E0-BE71-FF0157363363}">
      <dsp:nvSpPr>
        <dsp:cNvPr id="0" name=""/>
        <dsp:cNvSpPr/>
      </dsp:nvSpPr>
      <dsp:spPr>
        <a:xfrm>
          <a:off x="3956" y="1397693"/>
          <a:ext cx="3694067" cy="130204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Null Hypothesis (</a:t>
          </a:r>
          <a:r>
            <a:rPr lang="en-GB" sz="2400" b="0" u="none" kern="1200" dirty="0"/>
            <a:t>H</a:t>
          </a:r>
          <a:r>
            <a:rPr lang="en-GB" sz="2400" b="0" u="none" kern="1200" baseline="-25000" dirty="0"/>
            <a:t>0</a:t>
          </a:r>
          <a:r>
            <a:rPr lang="en-GB" sz="2400" b="0" kern="1200" dirty="0"/>
            <a:t>)</a:t>
          </a:r>
        </a:p>
      </dsp:txBody>
      <dsp:txXfrm>
        <a:off x="3956" y="1397693"/>
        <a:ext cx="3694067" cy="1302048"/>
      </dsp:txXfrm>
    </dsp:sp>
    <dsp:sp modelId="{1285BBFB-300C-484A-82F7-27CDAC1A0481}">
      <dsp:nvSpPr>
        <dsp:cNvPr id="0" name=""/>
        <dsp:cNvSpPr/>
      </dsp:nvSpPr>
      <dsp:spPr>
        <a:xfrm>
          <a:off x="927473" y="3246602"/>
          <a:ext cx="3292854" cy="1302048"/>
        </a:xfrm>
        <a:prstGeom prst="rect">
          <a:avLst/>
        </a:prstGeom>
        <a:solidFill>
          <a:schemeClr val="accent5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There will be </a:t>
          </a:r>
          <a:r>
            <a:rPr lang="en-GB" sz="2800" b="1" u="sng" kern="1200" dirty="0"/>
            <a:t>no</a:t>
          </a:r>
          <a:r>
            <a:rPr lang="en-GB" sz="2800" kern="1200" dirty="0"/>
            <a:t> effect or relationship</a:t>
          </a:r>
        </a:p>
      </dsp:txBody>
      <dsp:txXfrm>
        <a:off x="927473" y="3246602"/>
        <a:ext cx="3292854" cy="1302048"/>
      </dsp:txXfrm>
    </dsp:sp>
    <dsp:sp modelId="{62AE3335-0D4A-435E-AA5D-CB68F74FD041}">
      <dsp:nvSpPr>
        <dsp:cNvPr id="0" name=""/>
        <dsp:cNvSpPr/>
      </dsp:nvSpPr>
      <dsp:spPr>
        <a:xfrm>
          <a:off x="4244884" y="1397693"/>
          <a:ext cx="4274364" cy="1302048"/>
        </a:xfrm>
        <a:prstGeom prst="rect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Alternative Hypothesis (</a:t>
          </a:r>
          <a:r>
            <a:rPr lang="en-GB" sz="2400" b="0" u="none" kern="1200" dirty="0"/>
            <a:t>H</a:t>
          </a:r>
          <a:r>
            <a:rPr lang="en-GB" sz="2400" b="0" u="none" kern="1200" baseline="-25000" dirty="0"/>
            <a:t>1</a:t>
          </a:r>
          <a:r>
            <a:rPr lang="en-GB" sz="2400" b="0" kern="1200" dirty="0"/>
            <a:t>)</a:t>
          </a:r>
        </a:p>
      </dsp:txBody>
      <dsp:txXfrm>
        <a:off x="4244884" y="1397693"/>
        <a:ext cx="4274364" cy="1302048"/>
      </dsp:txXfrm>
    </dsp:sp>
    <dsp:sp modelId="{016C16DD-4E14-4B5D-B644-334DBA0B57F3}">
      <dsp:nvSpPr>
        <dsp:cNvPr id="0" name=""/>
        <dsp:cNvSpPr/>
      </dsp:nvSpPr>
      <dsp:spPr>
        <a:xfrm>
          <a:off x="5313476" y="3246602"/>
          <a:ext cx="3293166" cy="1302048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There </a:t>
          </a:r>
          <a:r>
            <a:rPr lang="en-GB" sz="2800" b="1" u="sng" kern="1200" dirty="0"/>
            <a:t>will be an </a:t>
          </a:r>
          <a:r>
            <a:rPr lang="en-GB" sz="2800" kern="1200" dirty="0"/>
            <a:t>effect or relationship</a:t>
          </a:r>
        </a:p>
      </dsp:txBody>
      <dsp:txXfrm>
        <a:off x="5313476" y="3246602"/>
        <a:ext cx="3293166" cy="13020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9780F-8ED3-43A6-8492-B77ABDF82C60}">
      <dsp:nvSpPr>
        <dsp:cNvPr id="0" name=""/>
        <dsp:cNvSpPr/>
      </dsp:nvSpPr>
      <dsp:spPr>
        <a:xfrm rot="2746905">
          <a:off x="4872955" y="2297634"/>
          <a:ext cx="35681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6814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1CABFE-EF3F-4600-AE2D-9BF4FF1328F0}">
      <dsp:nvSpPr>
        <dsp:cNvPr id="0" name=""/>
        <dsp:cNvSpPr/>
      </dsp:nvSpPr>
      <dsp:spPr>
        <a:xfrm rot="7928430">
          <a:off x="3763374" y="2297540"/>
          <a:ext cx="34462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4620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D6D417-DC8A-4127-97BB-1FCCA4825722}">
      <dsp:nvSpPr>
        <dsp:cNvPr id="0" name=""/>
        <dsp:cNvSpPr/>
      </dsp:nvSpPr>
      <dsp:spPr>
        <a:xfrm rot="16091782">
          <a:off x="4299544" y="1083148"/>
          <a:ext cx="30827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8270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95C3D2-B419-4D82-A6DC-6EFEB2E0CA6B}">
      <dsp:nvSpPr>
        <dsp:cNvPr id="0" name=""/>
        <dsp:cNvSpPr/>
      </dsp:nvSpPr>
      <dsp:spPr>
        <a:xfrm>
          <a:off x="3165735" y="1237207"/>
          <a:ext cx="2614957" cy="9325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How many variables?</a:t>
          </a:r>
        </a:p>
      </dsp:txBody>
      <dsp:txXfrm>
        <a:off x="3211259" y="1282731"/>
        <a:ext cx="2523909" cy="841516"/>
      </dsp:txXfrm>
    </dsp:sp>
    <dsp:sp modelId="{C4E81DB3-64B1-41CC-8AC3-41AF025A6991}">
      <dsp:nvSpPr>
        <dsp:cNvPr id="0" name=""/>
        <dsp:cNvSpPr/>
      </dsp:nvSpPr>
      <dsp:spPr>
        <a:xfrm>
          <a:off x="2580696" y="146654"/>
          <a:ext cx="3711624" cy="78243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Categorical Data (nominal)</a:t>
          </a:r>
        </a:p>
      </dsp:txBody>
      <dsp:txXfrm>
        <a:off x="2618891" y="184849"/>
        <a:ext cx="3635234" cy="706044"/>
      </dsp:txXfrm>
    </dsp:sp>
    <dsp:sp modelId="{1A4A047F-88F5-453B-8B0E-B30498DF7115}">
      <dsp:nvSpPr>
        <dsp:cNvPr id="0" name=""/>
        <dsp:cNvSpPr/>
      </dsp:nvSpPr>
      <dsp:spPr>
        <a:xfrm>
          <a:off x="2909506" y="2425308"/>
          <a:ext cx="973978" cy="93623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One</a:t>
          </a:r>
        </a:p>
      </dsp:txBody>
      <dsp:txXfrm>
        <a:off x="2955209" y="2471011"/>
        <a:ext cx="882572" cy="844826"/>
      </dsp:txXfrm>
    </dsp:sp>
    <dsp:sp modelId="{29D935D9-8DD1-4C80-BC4C-6DD22C4D8600}">
      <dsp:nvSpPr>
        <dsp:cNvPr id="0" name=""/>
        <dsp:cNvSpPr/>
      </dsp:nvSpPr>
      <dsp:spPr>
        <a:xfrm rot="8032908">
          <a:off x="2712451" y="3461090"/>
          <a:ext cx="27622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6229" y="0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A4E07-178C-439E-848E-D8EC0A0F480A}">
      <dsp:nvSpPr>
        <dsp:cNvPr id="0" name=""/>
        <dsp:cNvSpPr/>
      </dsp:nvSpPr>
      <dsp:spPr>
        <a:xfrm>
          <a:off x="525156" y="3560640"/>
          <a:ext cx="3578799" cy="91560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Chi-square goodness-of-fit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&amp; Frequency Table</a:t>
          </a:r>
        </a:p>
      </dsp:txBody>
      <dsp:txXfrm>
        <a:off x="569852" y="3605336"/>
        <a:ext cx="3489407" cy="826212"/>
      </dsp:txXfrm>
    </dsp:sp>
    <dsp:sp modelId="{5998BE04-70FD-475C-B8D6-130D39876014}">
      <dsp:nvSpPr>
        <dsp:cNvPr id="0" name=""/>
        <dsp:cNvSpPr/>
      </dsp:nvSpPr>
      <dsp:spPr>
        <a:xfrm>
          <a:off x="5144307" y="2425496"/>
          <a:ext cx="973978" cy="93623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Two</a:t>
          </a:r>
        </a:p>
      </dsp:txBody>
      <dsp:txXfrm>
        <a:off x="5190010" y="2471199"/>
        <a:ext cx="882572" cy="844826"/>
      </dsp:txXfrm>
    </dsp:sp>
    <dsp:sp modelId="{7A3253F9-0628-4826-8C69-77168DD69727}">
      <dsp:nvSpPr>
        <dsp:cNvPr id="0" name=""/>
        <dsp:cNvSpPr/>
      </dsp:nvSpPr>
      <dsp:spPr>
        <a:xfrm rot="2814951">
          <a:off x="6026211" y="3460586"/>
          <a:ext cx="2707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0709" y="0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8C8666-5404-45E6-B389-C5C7153207F3}">
      <dsp:nvSpPr>
        <dsp:cNvPr id="0" name=""/>
        <dsp:cNvSpPr/>
      </dsp:nvSpPr>
      <dsp:spPr>
        <a:xfrm>
          <a:off x="4548643" y="3559442"/>
          <a:ext cx="4268266" cy="9168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Chi-square Test of Association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&amp; Contingency Table</a:t>
          </a:r>
        </a:p>
      </dsp:txBody>
      <dsp:txXfrm>
        <a:off x="4593400" y="3604199"/>
        <a:ext cx="4178752" cy="827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A1A1-9ECD-4E0D-C60B-6F4E2E6D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9C435-ABC6-6133-C325-CE254FDEB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0D2B-C7DA-55F4-8F34-62A9A48F6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84C2B-5EA1-2F0F-70DE-492CA2C78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63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21ADF-C862-2080-71A0-0C784DBE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C5437-1D59-D353-7331-DD1B10327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2A3D5-2211-64C0-357A-3FAA5E5B1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747B6-BF81-CBF8-4D1C-D869903B7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755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126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2B80-937E-F278-9BC4-FC19C0F9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6675C-F415-1FB0-03A4-734EAF67B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2082B-3AAA-8CC4-0A4F-5ECD13279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51570-5B3C-5A34-A7C2-DBA827228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526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8E11-74F1-FD21-1BD6-8209ABFD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91E8E-A483-73A5-D1FC-9CA5BD1B2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48B9A-8BD0-BC72-4A4A-1E1D09FEC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E78F6-27DE-A49A-1E41-367390FF9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532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CBD8-E1C5-5543-DF75-2A3AFCD9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E8C77-AF67-BD15-4CC0-99CE7EEBE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68210-4A33-6D32-2527-EAA7FB426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03236-C755-4608-CE81-477A7ED1C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909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AE43C-0DE0-2D90-2D8D-E5B8A511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3BD55-0B12-15B1-C817-78E4A3E50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1AA11-7538-B756-7375-A28D4C7E2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BD4BD-16D1-009F-87A1-55B42E1B3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421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285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597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73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DBD63-A0A2-6BFE-5D45-1D38678F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9F48A-AD25-65BB-C626-7EA795AF2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9A9B4-A61D-FD31-DC46-BFC5B45EF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6B794-5159-3F9D-428A-12A420EF5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869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C35F-8660-2DFC-D2A8-8E21A407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B3851D3-E202-E102-A60F-718C18F3A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54E3F5D-76E1-E058-69F2-777D5EAFB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>
              <a:effectLst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6921EE-883C-56E7-E398-2C2D4782C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155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508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6FFB-A66D-33DC-1070-30D53F68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F5A8A-310B-6FB5-1836-B25007808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C897C-EE52-3CE5-C599-F221AF40D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CD07A-AAB0-EBEE-39DB-B5B5A81E7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49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727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04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452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E31D-CCDF-BD2C-7C50-DE564FDD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2CCEF-1C14-8D90-86BF-55CEEA2BC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32981-337E-4690-80B7-D0B0FD6D2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6B912-5756-9971-227B-C1929B408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021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9827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467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930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010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4133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7B27-0B95-078C-A802-531A5530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C0E17-E8A5-7A21-6F8C-D9E98C916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B3F0A-EEDF-72A9-490D-3C594F3F0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C39D9-27A3-738D-7F1D-15D3997A7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276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6411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911F9-2741-28FC-F3A1-88DC499C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DAB20-D2DB-AAF6-3ADB-24EE4C29C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E3C30-994C-79B0-BF54-C4E14A48C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B0DB3-DC9D-12E3-4BC7-7ECECF194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554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C9EE-A0EC-1CC1-7510-B79426AF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C288CA-474D-489D-05C7-F0DD7D941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4B06FB7-346A-134E-2AEE-1BE6D0EB9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>
              <a:effectLst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6A48ED-B396-C0DB-6828-47A82B7F0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7358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A6342-9B03-FE28-5834-0E8811BD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E2117-EA88-6100-B396-D3F5D4797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FAF82-D205-70A8-3294-A368829A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0B18-765B-E6E8-C6C1-600E3FB24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8691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488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13B9-3201-F19D-E524-AE675B42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79F9A-111E-5252-5FFD-3307B3573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2DD53-A545-D448-D3F6-61674C7C9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376D2-1ADE-F01B-1787-C120BD30B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2398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7216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3973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BD97-60AA-B4FC-84AC-2BE7F937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389F7-5276-E8F5-B6D8-0BEEF0A1D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751CC-1599-7BA6-CB8C-53D33F72E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59A36-C819-43AF-E921-9276BD578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5584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9827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9078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4907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DCEE-F344-FC1F-F9F1-0B26F19B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39818-BF0B-5A37-0AF1-2F7879185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D4CA9-3A03-5D48-75B6-323FCEC9F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2DE81-6F64-2A71-5DBB-C9E864D53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2287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E6048-B456-6646-F9B7-F75AB392C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1D743-2454-160F-B143-CB09DCADB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C876A-9884-8644-41EF-96A91701E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4C563-2FD0-21D5-09D1-65FCB80E6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8728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2572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4C6D-0061-9D0E-A5F2-E221F62C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7C3A3-3E4A-2716-C31A-32109B03B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462FF-8AC0-1FCF-D62A-E7710C242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D6883-3E96-A9CA-2033-33946CEE3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2601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2408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828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9021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4300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4972-1492-A42A-1748-40808273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ACB3D3-52DF-6739-99C3-0496BC72C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88779AB-7DC4-FC68-0071-DEF90198E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391A8C-CA4E-488B-7235-6D57D3E7A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7170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91A6-6518-8F15-B62E-3442FEC5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0573DE-1A20-5668-6913-745F2CC70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5F21F60-7F47-6D54-3797-657CB361F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8C5B40-6EDF-8CC7-48BB-EA8AD6724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6860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7077-B6A4-0358-0104-9D614267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26D37A7-9C77-CDB8-E6B2-32442FE77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1F5623A-1815-72DD-29E6-EBD694937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BFF0A9-D217-1165-A18B-2BA2E8499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0543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AFD9-79EE-B77B-2E95-55F9568BF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6E5903F-6244-A5F0-DB79-DCB7F64A6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CF247A7-1633-05DC-7362-38109A318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2BA08F-4126-8E48-030C-D45175674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4269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4680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6044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0544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5222-9CDE-73A7-AB9E-B72C265D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53DF3-695F-01D8-A8E8-530519C18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E288D-A41E-D389-7AEC-4DA681CEB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4841-A3BF-2E6C-C433-499696DFF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06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8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33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38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1 Week 9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Chi-square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A1AEBD-01BB-F9F4-BC94-58DFEB53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4245C3-45E4-59AA-074B-3FE100DDBD4A}"/>
              </a:ext>
            </a:extLst>
          </p:cNvPr>
          <p:cNvSpPr txBox="1">
            <a:spLocks/>
          </p:cNvSpPr>
          <p:nvPr/>
        </p:nvSpPr>
        <p:spPr>
          <a:xfrm>
            <a:off x="1980046" y="0"/>
            <a:ext cx="5806526" cy="918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Announcements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7DA80F-64D5-246B-6BB0-B05A9698EA09}"/>
              </a:ext>
            </a:extLst>
          </p:cNvPr>
          <p:cNvSpPr txBox="1">
            <a:spLocks/>
          </p:cNvSpPr>
          <p:nvPr/>
        </p:nvSpPr>
        <p:spPr>
          <a:xfrm>
            <a:off x="576238" y="853261"/>
            <a:ext cx="8216579" cy="5995403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>
              <a:buClrTx/>
            </a:pPr>
            <a:r>
              <a:rPr lang="en-GB" sz="2400" b="1" dirty="0">
                <a:latin typeface="+mn-lt"/>
              </a:rPr>
              <a:t>MCQ in-class test</a:t>
            </a:r>
            <a:endParaRPr lang="en-GB" sz="2400" dirty="0">
              <a:latin typeface="+mn-lt"/>
            </a:endParaRP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Next week Thursday 11</a:t>
            </a:r>
            <a:r>
              <a:rPr lang="en-GB" sz="2400" baseline="30000" dirty="0">
                <a:latin typeface="+mn-lt"/>
              </a:rPr>
              <a:t>th</a:t>
            </a:r>
            <a:r>
              <a:rPr lang="en-GB" sz="2400" dirty="0">
                <a:latin typeface="+mn-lt"/>
              </a:rPr>
              <a:t> December 1-2pm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Bring a charged laptop with access to Ultra!!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Room: CLC013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latin typeface="+mn-lt"/>
              </a:rPr>
              <a:t>Not permitted</a:t>
            </a:r>
            <a:r>
              <a:rPr lang="en-GB" sz="2400" dirty="0">
                <a:latin typeface="+mn-lt"/>
              </a:rPr>
              <a:t>: phones out, talking, leaving early (you’ll be dismissed together), notes or other tabs/documents open </a:t>
            </a:r>
          </a:p>
          <a:p>
            <a:pPr algn="l">
              <a:buClrTx/>
            </a:pPr>
            <a:r>
              <a:rPr lang="en-GB" sz="2400" b="1" dirty="0">
                <a:latin typeface="+mn-lt"/>
              </a:rPr>
              <a:t>Students with accommodations:</a:t>
            </a:r>
            <a:endParaRPr lang="en-GB" sz="2400" dirty="0">
              <a:latin typeface="+mn-lt"/>
            </a:endParaRP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latin typeface="+mn-lt"/>
              </a:rPr>
              <a:t>Extra time</a:t>
            </a:r>
            <a:r>
              <a:rPr lang="en-GB" sz="2400" dirty="0">
                <a:latin typeface="+mn-lt"/>
              </a:rPr>
              <a:t>: Mitigated already. Test should be able to be completed in 30 mins (regular time) leaving 20 mins for extra time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latin typeface="+mn-lt"/>
              </a:rPr>
              <a:t>Smaller/own room:</a:t>
            </a:r>
            <a:r>
              <a:rPr lang="en-GB" sz="2400" dirty="0">
                <a:latin typeface="+mn-lt"/>
              </a:rPr>
              <a:t> you will be </a:t>
            </a:r>
            <a:r>
              <a:rPr lang="en-GB" sz="2400" u="sng" dirty="0">
                <a:latin typeface="+mn-lt"/>
              </a:rPr>
              <a:t>emailed</a:t>
            </a:r>
            <a:r>
              <a:rPr lang="en-GB" sz="2400" dirty="0">
                <a:latin typeface="+mn-lt"/>
              </a:rPr>
              <a:t> your arrangements beforehand (e.g. room number, staff member invigilating)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If you think you should have this room accommodation but haven’t received an email by Tuesday 9th, please email me and the office (with a copy of your DSP) by </a:t>
            </a:r>
            <a:r>
              <a:rPr lang="en-GB" sz="2400" b="1" dirty="0">
                <a:solidFill>
                  <a:srgbClr val="F03E06"/>
                </a:solidFill>
                <a:latin typeface="+mn-lt"/>
              </a:rPr>
              <a:t>Tuesday 9</a:t>
            </a:r>
            <a:r>
              <a:rPr lang="en-GB" sz="2400" b="1" baseline="30000" dirty="0">
                <a:solidFill>
                  <a:srgbClr val="F03E06"/>
                </a:solidFill>
                <a:latin typeface="+mn-lt"/>
              </a:rPr>
              <a:t>th</a:t>
            </a:r>
            <a:r>
              <a:rPr lang="en-GB" sz="2400" b="1" dirty="0">
                <a:solidFill>
                  <a:srgbClr val="F03E06"/>
                </a:solidFill>
                <a:latin typeface="+mn-lt"/>
              </a:rPr>
              <a:t> midday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Unable to provide accommodations if your DSP isn’t in place or we’ve not heard from disability support.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371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780173" y="195007"/>
            <a:ext cx="5806526" cy="827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0070C0"/>
                </a:solidFill>
                <a:latin typeface="Gill Sans MT" panose="020B0502020104020203" pitchFamily="34" charset="0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939787" y="1559774"/>
            <a:ext cx="7947539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the purpose of the chi-square tests – when to use them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Know the difference between the goodness-of-fit and test of association and when to use them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How to calculate chi-square tests manually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Interpret the results of a chi-square test in the context of the research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Online content: Run the tests using JASP software using the ‘How to’ videos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331" y="796898"/>
            <a:ext cx="7812148" cy="4575202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Introduction to chi-square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Goodness-of-fit test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Test of association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Interpretation and write up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Online content: run the tests using JASP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107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053079-D71F-018F-33A0-0C79CACC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C43BBF-E7A5-B1A7-918F-FD1CF9F2E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059CF-E462-F39B-AE10-DC628AFC6790}"/>
              </a:ext>
            </a:extLst>
          </p:cNvPr>
          <p:cNvSpPr txBox="1"/>
          <p:nvPr/>
        </p:nvSpPr>
        <p:spPr>
          <a:xfrm>
            <a:off x="212313" y="1062451"/>
            <a:ext cx="871937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We’ll start looking at our first </a:t>
            </a:r>
            <a:r>
              <a:rPr lang="en-GB" sz="2400" b="1" dirty="0"/>
              <a:t>inferential statistics </a:t>
            </a:r>
            <a:r>
              <a:rPr lang="en-GB" sz="2400" dirty="0"/>
              <a:t>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Different tests are used for different types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b="1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use these tests to work out if there’s a ‘significant’ difference / effect between our data and the population (or a theoretical distribution) using hypothesis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For each test, we’ll learn what it is, when it’s used, how to run it (manually and via JASP), how to write it up and how to interpret the findings…</a:t>
            </a:r>
            <a:endParaRPr lang="en-GB" sz="24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Each test also has ‘assumptions’ (requirements) to be met to run the test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358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1212" y="1126745"/>
            <a:ext cx="34206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sz="2800" b="1" dirty="0">
                <a:solidFill>
                  <a:schemeClr val="tx1"/>
                </a:solidFill>
              </a:rPr>
              <a:t>Introduction to chi-square test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70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8EF997-E6F6-5D52-CAFF-0045BB76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4D0ED3-855F-1DAB-78EF-436A633D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What is Chi-square?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0B295-10E5-CA34-76DD-A5D6FCD543DA}"/>
              </a:ext>
            </a:extLst>
          </p:cNvPr>
          <p:cNvSpPr txBox="1"/>
          <p:nvPr/>
        </p:nvSpPr>
        <p:spPr>
          <a:xfrm>
            <a:off x="583096" y="1024351"/>
            <a:ext cx="82875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Written as </a:t>
            </a:r>
            <a:r>
              <a:rPr lang="en-GB" sz="24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GB" sz="2400" kern="100" baseline="30000" dirty="0"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endParaRPr lang="en-GB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Definition</a:t>
            </a:r>
            <a:r>
              <a:rPr lang="en-GB" sz="2400" dirty="0"/>
              <a:t>: an inferential statistical test to determine whether there is a significant association between nominal (categorical) variables</a:t>
            </a:r>
            <a:r>
              <a:rPr lang="en-GB" sz="2400" b="0" dirty="0">
                <a:effectLst/>
              </a:rPr>
              <a:t>.</a:t>
            </a:r>
          </a:p>
          <a:p>
            <a:r>
              <a:rPr lang="en-GB" sz="2400" b="0" dirty="0">
                <a:effectLst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effectLst/>
              </a:rPr>
              <a:t>Purpose: </a:t>
            </a:r>
            <a:r>
              <a:rPr lang="en-GB" sz="2400" b="0" dirty="0">
                <a:effectLst/>
              </a:rPr>
              <a:t>compares observed data (counts / frequencies) to expected frequencies under a specific hypothesis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E.g., or the frequency of occurrence (of a behaviour) between two categorical groups</a:t>
            </a:r>
            <a:endParaRPr lang="en-GB" sz="2400" b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effectLst/>
              </a:rPr>
              <a:t>Test Output</a:t>
            </a:r>
            <a:r>
              <a:rPr lang="en-GB" sz="2400" b="0" dirty="0">
                <a:effectLst/>
              </a:rPr>
              <a:t>:</a:t>
            </a:r>
          </a:p>
          <a:p>
            <a:pPr lvl="1"/>
            <a:r>
              <a:rPr lang="en-GB" sz="2400" dirty="0"/>
              <a:t>- Calculates a test statistic </a:t>
            </a:r>
            <a:r>
              <a:rPr lang="el-GR" sz="2400" dirty="0"/>
              <a:t>χ2</a:t>
            </a:r>
            <a:r>
              <a:rPr lang="en-GB" sz="2400" dirty="0"/>
              <a:t> which is then compared against a critical value to compare against a theoretical distribution –decision based on a critical value / p-value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7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5914F4-7259-F76C-4AB1-2DBC092E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F7E8FF-921D-D39E-A3D3-0FBE85BF0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What is Chi-square?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6F80C-FC67-5B87-5A1E-8D9D9616C1F4}"/>
              </a:ext>
            </a:extLst>
          </p:cNvPr>
          <p:cNvSpPr txBox="1"/>
          <p:nvPr/>
        </p:nvSpPr>
        <p:spPr>
          <a:xfrm>
            <a:off x="583096" y="1024351"/>
            <a:ext cx="828757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effectLst/>
              </a:rPr>
              <a:t>Types</a:t>
            </a:r>
            <a:r>
              <a:rPr lang="en-GB" sz="2400" b="0" dirty="0">
                <a:effectLst/>
              </a:rPr>
              <a:t>:</a:t>
            </a:r>
          </a:p>
          <a:p>
            <a:endParaRPr lang="en-GB" sz="2400" dirty="0"/>
          </a:p>
          <a:p>
            <a:r>
              <a:rPr lang="en-GB" sz="2400" dirty="0"/>
              <a:t>(depends on aim and how many variables you have)</a:t>
            </a:r>
          </a:p>
          <a:p>
            <a:endParaRPr lang="en-GB" sz="2400" b="0" dirty="0">
              <a:effectLst/>
            </a:endParaRPr>
          </a:p>
          <a:p>
            <a:pPr lvl="1"/>
            <a:endParaRPr lang="en-GB" sz="2400" dirty="0"/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effectLst/>
              </a:rPr>
              <a:t>Chi-square goodness-of-fit</a:t>
            </a:r>
            <a:r>
              <a:rPr lang="en-GB" sz="2400" dirty="0"/>
              <a:t>: if data fits a theoretical distribution</a:t>
            </a:r>
          </a:p>
          <a:p>
            <a:pPr marL="800100" lvl="1" indent="-342900">
              <a:buFontTx/>
              <a:buChar char="-"/>
            </a:pPr>
            <a:r>
              <a:rPr lang="en-GB" sz="2400" dirty="0"/>
              <a:t>when you have </a:t>
            </a:r>
            <a:r>
              <a:rPr lang="en-GB" sz="2400" b="1" dirty="0">
                <a:solidFill>
                  <a:srgbClr val="0070C0"/>
                </a:solidFill>
              </a:rPr>
              <a:t>one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b="1" dirty="0">
                <a:solidFill>
                  <a:srgbClr val="0070C0"/>
                </a:solidFill>
              </a:rPr>
              <a:t>variable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</a:p>
          <a:p>
            <a:pPr lvl="1"/>
            <a:endParaRPr lang="en-GB" sz="2400" dirty="0"/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Chi-square test of association: if two nominal variables are related</a:t>
            </a:r>
          </a:p>
          <a:p>
            <a:pPr marL="800100" lvl="1" indent="-342900">
              <a:buFontTx/>
              <a:buChar char="-"/>
            </a:pPr>
            <a:r>
              <a:rPr lang="en-GB" sz="2400" dirty="0"/>
              <a:t>when you have </a:t>
            </a:r>
            <a:r>
              <a:rPr lang="en-GB" sz="2400" b="1" dirty="0">
                <a:solidFill>
                  <a:srgbClr val="0070C0"/>
                </a:solidFill>
              </a:rPr>
              <a:t>two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b="1" dirty="0">
                <a:solidFill>
                  <a:srgbClr val="0070C0"/>
                </a:solidFill>
              </a:rPr>
              <a:t>variables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609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C78CDB-2E37-5EDF-8425-89EB7907D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8278B2-B9BD-0AD9-5F34-BCCB0843CA92}"/>
              </a:ext>
            </a:extLst>
          </p:cNvPr>
          <p:cNvSpPr txBox="1"/>
          <p:nvPr/>
        </p:nvSpPr>
        <p:spPr>
          <a:xfrm>
            <a:off x="317931" y="825164"/>
            <a:ext cx="8826069" cy="550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For both types of Chi-square test, it measures how far the data deviate from expectation (or from another variable)</a:t>
            </a:r>
          </a:p>
          <a:p>
            <a:pPr>
              <a:spcBef>
                <a:spcPts val="600"/>
              </a:spcBef>
            </a:pPr>
            <a:endParaRPr lang="en-GB" sz="24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</a:rPr>
              <a:t>Alternative hypothesis is always non-directional  </a:t>
            </a:r>
            <a:r>
              <a:rPr lang="en-GB" sz="2400" dirty="0">
                <a:solidFill>
                  <a:schemeClr val="tx1"/>
                </a:solidFill>
              </a:rPr>
              <a:t>(does not specify a direction)</a:t>
            </a:r>
          </a:p>
          <a:p>
            <a:pPr>
              <a:spcBef>
                <a:spcPts val="600"/>
              </a:spcBef>
              <a:buClrTx/>
            </a:pPr>
            <a:endParaRPr lang="en-GB" sz="24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It doesn’t tell us about direction, or make any expectations on which group/condition is bigger or higher etc.</a:t>
            </a:r>
          </a:p>
          <a:p>
            <a:pPr>
              <a:spcBef>
                <a:spcPts val="600"/>
              </a:spcBef>
            </a:pPr>
            <a:endParaRPr lang="en-GB" sz="2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However, the test uses a one-tailed critical region in terms of its distribution, because </a:t>
            </a:r>
            <a:r>
              <a:rPr lang="en-GB" sz="2400" dirty="0"/>
              <a:t>χ² values are always positive</a:t>
            </a:r>
          </a:p>
          <a:p>
            <a:pPr>
              <a:spcBef>
                <a:spcPts val="600"/>
              </a:spcBef>
            </a:pPr>
            <a:endParaRPr lang="en-GB" sz="2400" dirty="0"/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Larger values indicate greater deviation from the null hypothesis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59293F-F3AA-48C7-5D83-131E604D0611}"/>
              </a:ext>
            </a:extLst>
          </p:cNvPr>
          <p:cNvSpPr txBox="1">
            <a:spLocks/>
          </p:cNvSpPr>
          <p:nvPr/>
        </p:nvSpPr>
        <p:spPr>
          <a:xfrm>
            <a:off x="1114324" y="66393"/>
            <a:ext cx="7100035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Chi-square test</a:t>
            </a:r>
            <a:endParaRPr lang="en-US" sz="4000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1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F16219-D66C-582B-DF9B-E6A05DAE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256766-89EC-8B52-9C7B-E3845DB2F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When to use Chi-square?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5C657A-2062-6EE5-8374-2BF2B0059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02" y="1485751"/>
            <a:ext cx="6375598" cy="47816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7054F4-BC8B-0FE6-3D98-1591F52845C2}"/>
              </a:ext>
            </a:extLst>
          </p:cNvPr>
          <p:cNvSpPr txBox="1"/>
          <p:nvPr/>
        </p:nvSpPr>
        <p:spPr>
          <a:xfrm>
            <a:off x="6908800" y="1485751"/>
            <a:ext cx="2235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Nominal (categorical)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One or two variables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835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4310" y="175788"/>
            <a:ext cx="7055380" cy="646537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tx1"/>
                </a:solidFill>
              </a:rPr>
              <a:t>Assumptions for Chi-square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431520" y="2084510"/>
            <a:ext cx="81663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1. Data Type: Nominal (categorical) variables</a:t>
            </a:r>
          </a:p>
          <a:p>
            <a:r>
              <a:rPr lang="en-GB" sz="2400" dirty="0"/>
              <a:t>Type of data / level of measurement of </a:t>
            </a:r>
            <a:r>
              <a:rPr lang="en-GB" sz="2400" b="1" dirty="0"/>
              <a:t>all</a:t>
            </a:r>
            <a:r>
              <a:rPr lang="en-GB" sz="2400" dirty="0"/>
              <a:t> the variables should be nominal </a:t>
            </a:r>
            <a:r>
              <a:rPr lang="en-GB" sz="2400" i="1" dirty="0"/>
              <a:t>or ordinal (not continuous)</a:t>
            </a:r>
          </a:p>
          <a:p>
            <a:r>
              <a:rPr lang="en-GB" sz="2400" i="1" dirty="0"/>
              <a:t>		e.g., Hair colour, Political party</a:t>
            </a:r>
          </a:p>
          <a:p>
            <a:endParaRPr lang="en-GB" sz="2400" dirty="0"/>
          </a:p>
          <a:p>
            <a:r>
              <a:rPr lang="en-GB" sz="2400" b="1" dirty="0"/>
              <a:t>2. Mutual Exclusivity </a:t>
            </a:r>
          </a:p>
          <a:p>
            <a:r>
              <a:rPr lang="en-GB" sz="2400" dirty="0"/>
              <a:t>Variables / categories should be mutually exclusive</a:t>
            </a:r>
          </a:p>
          <a:p>
            <a:r>
              <a:rPr lang="en-GB" sz="2400" dirty="0"/>
              <a:t>Each participant, event, or item must contribute to only </a:t>
            </a:r>
            <a:r>
              <a:rPr lang="en-GB" sz="2400" b="1" dirty="0"/>
              <a:t>one</a:t>
            </a:r>
            <a:r>
              <a:rPr lang="en-GB" sz="2400" dirty="0"/>
              <a:t> category (one cell in the table). They must be independent. 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4266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31520" y="1993301"/>
            <a:ext cx="87124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3. Expected Frequencies</a:t>
            </a:r>
          </a:p>
          <a:p>
            <a:r>
              <a:rPr lang="en-GB" sz="2400" dirty="0"/>
              <a:t>The </a:t>
            </a:r>
            <a:r>
              <a:rPr lang="en-GB" sz="2400" b="1" dirty="0"/>
              <a:t>Expected</a:t>
            </a:r>
            <a:r>
              <a:rPr lang="en-GB" sz="2400" dirty="0"/>
              <a:t> frequency for each cell should be 5 or more to ensure validity of the chi-square test</a:t>
            </a:r>
          </a:p>
          <a:p>
            <a:endParaRPr lang="en-GB" sz="2400" dirty="0"/>
          </a:p>
          <a:p>
            <a:r>
              <a:rPr lang="en-GB" sz="2400" dirty="0"/>
              <a:t>If any expected count is less than 5, a larger sample or </a:t>
            </a:r>
            <a:r>
              <a:rPr lang="en-GB" sz="2400" i="1" dirty="0"/>
              <a:t>Fisher's Exact Test</a:t>
            </a:r>
            <a:r>
              <a:rPr lang="en-GB" sz="2400" dirty="0"/>
              <a:t> may be more appropriate</a:t>
            </a:r>
          </a:p>
          <a:p>
            <a:endParaRPr lang="en-GB" sz="2400" dirty="0"/>
          </a:p>
          <a:p>
            <a:r>
              <a:rPr lang="en-GB" sz="2400" dirty="0"/>
              <a:t>A more relaxed guideline: at least 80% have a value of 5 </a:t>
            </a:r>
            <a:r>
              <a:rPr lang="en-GB" sz="2400" u="sng" dirty="0"/>
              <a:t>&gt;</a:t>
            </a:r>
          </a:p>
          <a:p>
            <a:r>
              <a:rPr lang="en-GB" sz="2400" dirty="0"/>
              <a:t>Or no cell should have an expected frequency of 0</a:t>
            </a:r>
          </a:p>
          <a:p>
            <a:endParaRPr lang="en-GB" sz="24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4DEA76C-294D-C120-D874-6EC19649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175788"/>
            <a:ext cx="7055380" cy="646537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tx1"/>
                </a:solidFill>
              </a:rPr>
              <a:t>Assumptions for Chi-square</a:t>
            </a:r>
          </a:p>
        </p:txBody>
      </p:sp>
    </p:spTree>
    <p:extLst>
      <p:ext uri="{BB962C8B-B14F-4D97-AF65-F5344CB8AC3E}">
        <p14:creationId xmlns:p14="http://schemas.microsoft.com/office/powerpoint/2010/main" val="70107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31520" y="1905506"/>
            <a:ext cx="87124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4. Independence of observations</a:t>
            </a:r>
          </a:p>
          <a:p>
            <a:r>
              <a:rPr lang="en-GB" sz="2400" dirty="0"/>
              <a:t>Every observation in the dataset is independent. One observation does not affect the value of any other observation.</a:t>
            </a:r>
          </a:p>
          <a:p>
            <a:endParaRPr lang="en-GB" sz="2400" b="1" dirty="0"/>
          </a:p>
          <a:p>
            <a:r>
              <a:rPr lang="en-GB" sz="2400" b="1" dirty="0"/>
              <a:t>5. Random Sampling</a:t>
            </a:r>
          </a:p>
          <a:p>
            <a:r>
              <a:rPr lang="en-GB" sz="2400" dirty="0"/>
              <a:t>Data from a random sample to ensure representativeness and avoid bias</a:t>
            </a:r>
          </a:p>
          <a:p>
            <a:endParaRPr lang="en-GB" sz="24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10D63D5-8209-9767-7802-BAA0D4EB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175788"/>
            <a:ext cx="7055380" cy="646537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tx1"/>
                </a:solidFill>
              </a:rPr>
              <a:t>Assumptions for Chi-square</a:t>
            </a:r>
          </a:p>
        </p:txBody>
      </p:sp>
      <p:pic>
        <p:nvPicPr>
          <p:cNvPr id="7" name="Picture 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63BDF13-EDCF-DE3D-C03C-6888F2DC8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434944" y="4968896"/>
            <a:ext cx="543024" cy="543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D97DF7-4822-40FA-4845-ED6073E4F583}"/>
              </a:ext>
            </a:extLst>
          </p:cNvPr>
          <p:cNvSpPr txBox="1"/>
          <p:nvPr/>
        </p:nvSpPr>
        <p:spPr>
          <a:xfrm>
            <a:off x="1187449" y="4952493"/>
            <a:ext cx="75380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/>
              <a:t>Violating these assumptions can lead to inaccurate results, as the test relies on approximations that depend on these conditions</a:t>
            </a:r>
          </a:p>
        </p:txBody>
      </p:sp>
    </p:spTree>
    <p:extLst>
      <p:ext uri="{BB962C8B-B14F-4D97-AF65-F5344CB8AC3E}">
        <p14:creationId xmlns:p14="http://schemas.microsoft.com/office/powerpoint/2010/main" val="358740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A32F9-6686-A337-8B74-300954DE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7D75A97-CF67-EC0D-C56E-9502AD02F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1212" y="1126745"/>
            <a:ext cx="34206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2.</a:t>
            </a:r>
            <a:r>
              <a:rPr lang="en-US" sz="3200" b="1" dirty="0">
                <a:solidFill>
                  <a:schemeClr val="tx1"/>
                </a:solidFill>
              </a:rPr>
              <a:t> Chi-square goodness-of-fit test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0B30BC89-4AD4-EC81-A341-A52B9ABBF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358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1CAAA-CA8B-9266-3368-1B8A0BBA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07CAF32-9301-9F15-7BDD-534A922C2A29}"/>
              </a:ext>
            </a:extLst>
          </p:cNvPr>
          <p:cNvSpPr txBox="1"/>
          <p:nvPr/>
        </p:nvSpPr>
        <p:spPr>
          <a:xfrm>
            <a:off x="649580" y="1905504"/>
            <a:ext cx="82296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Tells you whether the overall distribution differs from what is expected</a:t>
            </a:r>
          </a:p>
          <a:p>
            <a:endParaRPr lang="en-GB" sz="2400" b="1" dirty="0"/>
          </a:p>
          <a:p>
            <a:r>
              <a:rPr lang="en-GB" sz="2400" dirty="0"/>
              <a:t>It does </a:t>
            </a:r>
            <a:r>
              <a:rPr lang="en-GB" sz="2400" b="1" dirty="0"/>
              <a:t>not</a:t>
            </a:r>
            <a:r>
              <a:rPr lang="en-GB" sz="2400" dirty="0"/>
              <a:t> tell you:</a:t>
            </a:r>
          </a:p>
          <a:p>
            <a:endParaRPr lang="en-GB" sz="24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975F414-DCA8-84C1-2FAC-CEDBC91D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175788"/>
            <a:ext cx="7055380" cy="64653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Chi-square goodness-of-fit test</a:t>
            </a:r>
            <a:endParaRPr lang="en-GB" sz="4000" dirty="0">
              <a:solidFill>
                <a:schemeClr val="tx1"/>
              </a:solidFill>
            </a:endParaRPr>
          </a:p>
        </p:txBody>
      </p:sp>
      <p:pic>
        <p:nvPicPr>
          <p:cNvPr id="7" name="Picture 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F37C06A-87C9-8232-55B6-CEC506AF7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653712" y="3572984"/>
            <a:ext cx="543024" cy="543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8F08CD-16A3-B246-74D5-3447D6F80CF2}"/>
              </a:ext>
            </a:extLst>
          </p:cNvPr>
          <p:cNvSpPr txBox="1"/>
          <p:nvPr/>
        </p:nvSpPr>
        <p:spPr>
          <a:xfrm>
            <a:off x="1174471" y="3613665"/>
            <a:ext cx="7538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which category (or categories) caused the difference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F98B3-1859-2642-037F-47BA7B2956A8}"/>
              </a:ext>
            </a:extLst>
          </p:cNvPr>
          <p:cNvSpPr txBox="1"/>
          <p:nvPr/>
        </p:nvSpPr>
        <p:spPr>
          <a:xfrm>
            <a:off x="1174471" y="4306162"/>
            <a:ext cx="71798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the direction of the difference (e.g., which category is higher or lower than expected)</a:t>
            </a:r>
          </a:p>
        </p:txBody>
      </p:sp>
      <p:pic>
        <p:nvPicPr>
          <p:cNvPr id="5" name="Picture 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B1EAF36-00FD-C538-A99C-E11843C96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653712" y="4366222"/>
            <a:ext cx="543024" cy="54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68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CCCCE-AA1F-8D21-3CC0-05BF6599ED66}"/>
              </a:ext>
            </a:extLst>
          </p:cNvPr>
          <p:cNvSpPr txBox="1"/>
          <p:nvPr/>
        </p:nvSpPr>
        <p:spPr>
          <a:xfrm>
            <a:off x="430516" y="825164"/>
            <a:ext cx="8548383" cy="4909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tx1"/>
                </a:solidFill>
                <a:ea typeface="+mj-ea"/>
                <a:cs typeface="+mj-cs"/>
              </a:rPr>
              <a:t>Our research question is exploring participant’s favourite streaming service…</a:t>
            </a: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Is the frequency of favourite streaming services in our observed data (significantly) different to the frequency you would expect randomly?</a:t>
            </a:r>
          </a:p>
          <a:p>
            <a:pPr>
              <a:spcBef>
                <a:spcPts val="600"/>
              </a:spcBef>
            </a:pPr>
            <a:endParaRPr lang="en-US" sz="2400" dirty="0">
              <a:solidFill>
                <a:schemeClr val="tx1"/>
              </a:solidFill>
              <a:ea typeface="+mj-ea"/>
              <a:cs typeface="+mj-cs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tx1"/>
                </a:solidFill>
              </a:rPr>
              <a:t>We can develop a hypothesis…</a:t>
            </a: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Remember the test tell us whether the </a:t>
            </a:r>
            <a:r>
              <a:rPr lang="en-GB" sz="2400" i="1" dirty="0">
                <a:solidFill>
                  <a:schemeClr val="tx1"/>
                </a:solidFill>
              </a:rPr>
              <a:t>Observed</a:t>
            </a:r>
            <a:r>
              <a:rPr lang="en-GB" sz="2400" dirty="0">
                <a:solidFill>
                  <a:schemeClr val="tx1"/>
                </a:solidFill>
              </a:rPr>
              <a:t> frequency is different or not from the </a:t>
            </a:r>
            <a:r>
              <a:rPr lang="en-GB" sz="2400" i="1" dirty="0">
                <a:solidFill>
                  <a:schemeClr val="tx1"/>
                </a:solidFill>
              </a:rPr>
              <a:t>Expected</a:t>
            </a:r>
            <a:r>
              <a:rPr lang="en-GB" sz="2400" dirty="0">
                <a:solidFill>
                  <a:schemeClr val="tx1"/>
                </a:solidFill>
              </a:rPr>
              <a:t> frequency (i.e. a yes or no answer). It doesn’t give the direction or make expectations on which group/category is closer/further away from expected. </a:t>
            </a:r>
          </a:p>
          <a:p>
            <a:pPr>
              <a:spcBef>
                <a:spcPts val="600"/>
              </a:spcBef>
            </a:pP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5F476D-C3B6-9570-919B-24A54F3ACD14}"/>
              </a:ext>
            </a:extLst>
          </p:cNvPr>
          <p:cNvSpPr txBox="1">
            <a:spLocks/>
          </p:cNvSpPr>
          <p:nvPr/>
        </p:nvSpPr>
        <p:spPr>
          <a:xfrm>
            <a:off x="1114325" y="66393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Goodness-of-fit: Example</a:t>
            </a:r>
            <a:endParaRPr lang="en-US" sz="4000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438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E42F8-D648-807D-FC12-D35A9BB3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B02761-946B-B16D-E2D7-D7EE82BAD8D9}"/>
              </a:ext>
            </a:extLst>
          </p:cNvPr>
          <p:cNvSpPr txBox="1">
            <a:spLocks/>
          </p:cNvSpPr>
          <p:nvPr/>
        </p:nvSpPr>
        <p:spPr>
          <a:xfrm>
            <a:off x="1114325" y="66393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Goodness-of-fit: Example</a:t>
            </a:r>
            <a:endParaRPr lang="en-US" sz="4000" dirty="0">
              <a:effectLst/>
            </a:endParaRPr>
          </a:p>
        </p:txBody>
      </p:sp>
      <p:pic>
        <p:nvPicPr>
          <p:cNvPr id="4" name="Picture 3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50298ABC-2E53-FA69-EFF5-A3FBE919D9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1170" r="12989" b="68333"/>
          <a:stretch/>
        </p:blipFill>
        <p:spPr>
          <a:xfrm>
            <a:off x="423534" y="2056294"/>
            <a:ext cx="2417866" cy="1644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3FF359-8B2D-D441-87F0-04560FE4A468}"/>
              </a:ext>
            </a:extLst>
          </p:cNvPr>
          <p:cNvSpPr txBox="1"/>
          <p:nvPr/>
        </p:nvSpPr>
        <p:spPr>
          <a:xfrm>
            <a:off x="423535" y="1044076"/>
            <a:ext cx="8515928" cy="102984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GB" sz="2400" dirty="0">
                <a:ea typeface="+mj-ea"/>
                <a:cs typeface="+mj-cs"/>
              </a:rPr>
              <a:t>We asked 180 people their preferred (e.g. most used) streaming service platform.  1 variable: Streaming platform (3 x groups)</a:t>
            </a:r>
          </a:p>
        </p:txBody>
      </p:sp>
      <p:pic>
        <p:nvPicPr>
          <p:cNvPr id="6" name="Graphic 5" descr="Group of people outline">
            <a:extLst>
              <a:ext uri="{FF2B5EF4-FFF2-40B4-BE49-F238E27FC236}">
                <a16:creationId xmlns:a16="http://schemas.microsoft.com/office/drawing/2014/main" id="{81CA7DD1-3BFF-4EBD-3A2D-EB8858DE7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7571" y="5450780"/>
            <a:ext cx="794974" cy="794974"/>
          </a:xfrm>
          <a:prstGeom prst="rect">
            <a:avLst/>
          </a:prstGeom>
        </p:spPr>
      </p:pic>
      <p:pic>
        <p:nvPicPr>
          <p:cNvPr id="13" name="Graphic 12" descr="Group of men outline">
            <a:extLst>
              <a:ext uri="{FF2B5EF4-FFF2-40B4-BE49-F238E27FC236}">
                <a16:creationId xmlns:a16="http://schemas.microsoft.com/office/drawing/2014/main" id="{DDECE17A-6AC9-37D9-DDD3-2607DFE4F6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86220" y="4014885"/>
            <a:ext cx="794974" cy="794974"/>
          </a:xfrm>
          <a:prstGeom prst="rect">
            <a:avLst/>
          </a:prstGeom>
        </p:spPr>
      </p:pic>
      <p:pic>
        <p:nvPicPr>
          <p:cNvPr id="15" name="Graphic 14" descr="Universal access outline">
            <a:extLst>
              <a:ext uri="{FF2B5EF4-FFF2-40B4-BE49-F238E27FC236}">
                <a16:creationId xmlns:a16="http://schemas.microsoft.com/office/drawing/2014/main" id="{05887C46-FDD3-F9DD-FF0C-2E2D67EBE0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5323" y="4024448"/>
            <a:ext cx="794974" cy="794974"/>
          </a:xfrm>
          <a:prstGeom prst="rect">
            <a:avLst/>
          </a:prstGeom>
        </p:spPr>
      </p:pic>
      <p:pic>
        <p:nvPicPr>
          <p:cNvPr id="16" name="Picture 15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2DA6325-2328-0A2A-E8E1-25240D0D4B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69505" r="12989" b="1666"/>
          <a:stretch/>
        </p:blipFill>
        <p:spPr>
          <a:xfrm>
            <a:off x="5715421" y="2073924"/>
            <a:ext cx="2417866" cy="1644675"/>
          </a:xfrm>
          <a:prstGeom prst="rect">
            <a:avLst/>
          </a:prstGeom>
        </p:spPr>
      </p:pic>
      <p:pic>
        <p:nvPicPr>
          <p:cNvPr id="17" name="Picture 16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5664BBE5-651D-388A-28D6-113408AA6E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35488" r="12989" b="34319"/>
          <a:stretch/>
        </p:blipFill>
        <p:spPr>
          <a:xfrm>
            <a:off x="3069477" y="2131960"/>
            <a:ext cx="2417866" cy="1644675"/>
          </a:xfrm>
          <a:prstGeom prst="rect">
            <a:avLst/>
          </a:prstGeom>
        </p:spPr>
      </p:pic>
      <p:pic>
        <p:nvPicPr>
          <p:cNvPr id="2" name="Graphic 1" descr="Group of men outline">
            <a:extLst>
              <a:ext uri="{FF2B5EF4-FFF2-40B4-BE49-F238E27FC236}">
                <a16:creationId xmlns:a16="http://schemas.microsoft.com/office/drawing/2014/main" id="{7C03D83D-9818-871B-035C-80B5362524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2855" y="4784076"/>
            <a:ext cx="794974" cy="794974"/>
          </a:xfrm>
          <a:prstGeom prst="rect">
            <a:avLst/>
          </a:prstGeom>
        </p:spPr>
      </p:pic>
      <p:pic>
        <p:nvPicPr>
          <p:cNvPr id="5" name="Graphic 4" descr="Group of men outline">
            <a:extLst>
              <a:ext uri="{FF2B5EF4-FFF2-40B4-BE49-F238E27FC236}">
                <a16:creationId xmlns:a16="http://schemas.microsoft.com/office/drawing/2014/main" id="{4BAFF5D1-47D7-F3EB-1C12-2622617EF1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4799" y="4801705"/>
            <a:ext cx="794974" cy="794974"/>
          </a:xfrm>
          <a:prstGeom prst="rect">
            <a:avLst/>
          </a:prstGeom>
        </p:spPr>
      </p:pic>
      <p:pic>
        <p:nvPicPr>
          <p:cNvPr id="8" name="Graphic 7" descr="Group of people outline">
            <a:extLst>
              <a:ext uri="{FF2B5EF4-FFF2-40B4-BE49-F238E27FC236}">
                <a16:creationId xmlns:a16="http://schemas.microsoft.com/office/drawing/2014/main" id="{6F6E86AE-4D80-CDAB-535B-C0F620D094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2133" y="4691152"/>
            <a:ext cx="794974" cy="794974"/>
          </a:xfrm>
          <a:prstGeom prst="rect">
            <a:avLst/>
          </a:prstGeom>
        </p:spPr>
      </p:pic>
      <p:pic>
        <p:nvPicPr>
          <p:cNvPr id="9" name="Graphic 8" descr="Universal access outline">
            <a:extLst>
              <a:ext uri="{FF2B5EF4-FFF2-40B4-BE49-F238E27FC236}">
                <a16:creationId xmlns:a16="http://schemas.microsoft.com/office/drawing/2014/main" id="{F3B43FD2-744A-1AD2-CC3C-3CDDA611E3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98698" y="5524260"/>
            <a:ext cx="794974" cy="7949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6C99B2-F7AD-D138-EF72-EBE81377D46A}"/>
              </a:ext>
            </a:extLst>
          </p:cNvPr>
          <p:cNvSpPr txBox="1"/>
          <p:nvPr/>
        </p:nvSpPr>
        <p:spPr>
          <a:xfrm rot="20983220">
            <a:off x="471478" y="5159608"/>
            <a:ext cx="2134396" cy="7293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000" dirty="0">
                <a:solidFill>
                  <a:schemeClr val="tx1"/>
                </a:solidFill>
                <a:ea typeface="+mj-ea"/>
                <a:cs typeface="+mj-cs"/>
              </a:rPr>
              <a:t>Random Sample: 180 people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941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96296E-6 L -2.77778E-7 -0.00047 C -0.20052 -0.03264 0.00295 -0.00116 -0.21649 -0.03056 C -0.27674 -0.03866 -0.26597 -0.03102 -0.27951 -0.04167 L -0.27951 -0.04144 " pathEditMode="relative" rAng="0" ptsTypes="AAAAA">
                                      <p:cBhvr>
                                        <p:cTn id="3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76" y="-208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781 0.00648 L -0.05781 0.00694 C -0.09184 0.0118 -0.10156 0.01504 -0.14879 -0.00162 C -0.3217 -0.06112 -0.19375 -0.04584 -0.27466 -0.05324 C -0.28611 -0.05602 -0.28125 -0.05348 -0.28889 -0.05787 L -0.28889 -0.05764 " pathEditMode="relative" rAng="0" ptsTypes="AAAAAA">
                                      <p:cBhvr>
                                        <p:cTn id="3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63" y="-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07871 L 0.0132 -0.1148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1127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8.33333E-7 0.00046 C 0.00156 -0.0051 0.00312 -0.00996 0.00503 -0.01482 C 0.00816 -0.02362 0.0125 -0.03172 0.0151 -0.04028 C 0.01927 -0.05371 0.02153 -0.0676 0.02552 -0.08079 C 0.03559 -0.11713 0.02656 -0.08612 0.04566 -0.14514 C 0.04757 -0.15047 0.04844 -0.15625 0.05104 -0.16158 C 0.08385 -0.23149 0.04549 -0.15255 0.07309 -0.20371 C 0.09132 -0.23704 0.06962 -0.20255 0.0868 -0.22894 C 0.08733 -0.23149 0.08785 -0.23403 0.08837 -0.23635 C 0.09149 -0.24699 0.08906 -0.24445 0.09375 -0.24815 L 0.09375 -0.24792 " pathEditMode="relative" rAng="0" ptsTypes="AAAAAAAAAA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-1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1389 L 0.01875 -0.01366 C 0.0217 -0.01597 0.02448 -0.01829 0.0276 -0.02014 C 0.05573 -0.03704 0.08316 -0.04931 0.10972 -0.07199 C 0.11632 -0.07778 0.12257 -0.0838 0.12969 -0.08912 C 0.14462 -0.10046 0.1592 -0.1132 0.17569 -0.1213 C 0.18541 -0.1257 0.18628 -0.12546 0.19479 -0.13357 C 0.19653 -0.13519 0.19982 -0.13935 0.19982 -0.13912 L 0.19982 -0.13935 " pathEditMode="relative" rAng="0" ptsTypes="AAAAAAAAA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45" y="-6273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33333E-6 L 1.11111E-6 0.00023 C 0.00625 -0.00463 0.13802 -0.09375 0.15434 -0.11435 C 0.18837 -0.15648 0.17274 -0.14814 0.19323 -0.15717 C 0.19913 -0.16342 0.19878 -0.15995 0.19878 -0.16458 L 0.19878 -0.16435 " pathEditMode="relative" rAng="0" ptsTypes="AAAAAA">
                                      <p:cBhvr>
                                        <p:cTn id="4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31" y="-821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00023 L -1.66667E-6 0.00046 C 0.02709 -0.00741 0.05486 -0.01435 0.08247 -0.02222 C 0.1066 -0.02894 0.13177 -0.03426 0.15452 -0.04422 C 0.1684 -0.05 0.17934 -0.06042 0.19132 -0.06922 C 0.2059 -0.08033 0.22101 -0.09306 0.23143 -0.10764 C 0.23629 -0.11435 0.2408 -0.12107 0.24323 -0.12871 C 0.24722 -0.14074 0.24757 -0.14028 0.24948 -0.14931 C 0.24948 -0.14977 0.24948 -0.15 0.24948 -0.14977 L 0.24948 -0.15 " pathEditMode="relative" rAng="0" ptsTypes="AAAAAAAAAA">
                                      <p:cBhvr>
                                        <p:cTn id="5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5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E01D511-9B69-D2A9-17F6-22B0417545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9437806"/>
              </p:ext>
            </p:extLst>
          </p:nvPr>
        </p:nvGraphicFramePr>
        <p:xfrm>
          <a:off x="266700" y="0"/>
          <a:ext cx="8610600" cy="4785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08F5AC-5255-6A99-220C-A59C7A54AFE4}"/>
              </a:ext>
            </a:extLst>
          </p:cNvPr>
          <p:cNvSpPr txBox="1"/>
          <p:nvPr/>
        </p:nvSpPr>
        <p:spPr>
          <a:xfrm>
            <a:off x="1063097" y="4785360"/>
            <a:ext cx="3508903" cy="18312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e.g. There will be no difference in the frequencies of the three streaming platforms</a:t>
            </a:r>
          </a:p>
          <a:p>
            <a:r>
              <a:rPr lang="en-GB" i="1" dirty="0">
                <a:solidFill>
                  <a:schemeClr val="tx1"/>
                </a:solidFill>
              </a:rPr>
              <a:t>i.e., expected and observed values the same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61ED8-78DC-42BE-C908-2CC1EE87396E}"/>
              </a:ext>
            </a:extLst>
          </p:cNvPr>
          <p:cNvSpPr txBox="1"/>
          <p:nvPr/>
        </p:nvSpPr>
        <p:spPr>
          <a:xfrm>
            <a:off x="5186894" y="4785360"/>
            <a:ext cx="3690406" cy="1554272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dirty="0">
                <a:solidFill>
                  <a:schemeClr val="tx1"/>
                </a:solidFill>
              </a:rPr>
              <a:t>e.g., There are differences in the frequencies between the three streaming platforms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chemeClr val="tx1"/>
                </a:solidFill>
              </a:rPr>
              <a:t>i.e., expected and observed values will differ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098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DCFB20FE-24A0-5281-E58C-DE4F363C5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1170" r="12989" b="68333"/>
          <a:stretch/>
        </p:blipFill>
        <p:spPr>
          <a:xfrm>
            <a:off x="494489" y="1057016"/>
            <a:ext cx="2417866" cy="1661156"/>
          </a:xfrm>
          <a:prstGeom prst="rect">
            <a:avLst/>
          </a:prstGeom>
        </p:spPr>
      </p:pic>
      <p:pic>
        <p:nvPicPr>
          <p:cNvPr id="16" name="Picture 15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3413ED2-0931-9F84-A671-E0601259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69505" r="12989" b="1666"/>
          <a:stretch/>
        </p:blipFill>
        <p:spPr>
          <a:xfrm>
            <a:off x="5803421" y="1073497"/>
            <a:ext cx="2417866" cy="1644675"/>
          </a:xfrm>
          <a:prstGeom prst="rect">
            <a:avLst/>
          </a:prstGeom>
        </p:spPr>
      </p:pic>
      <p:pic>
        <p:nvPicPr>
          <p:cNvPr id="17" name="Picture 16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8C72EDB-1153-B862-2AED-A654E7E69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35488" r="12989" b="34319"/>
          <a:stretch/>
        </p:blipFill>
        <p:spPr>
          <a:xfrm>
            <a:off x="3148955" y="1083624"/>
            <a:ext cx="2417866" cy="1644675"/>
          </a:xfrm>
          <a:prstGeom prst="rect">
            <a:avLst/>
          </a:prstGeom>
        </p:spPr>
      </p:pic>
      <p:pic>
        <p:nvPicPr>
          <p:cNvPr id="8" name="Graphic 7" descr="Group of people outline">
            <a:extLst>
              <a:ext uri="{FF2B5EF4-FFF2-40B4-BE49-F238E27FC236}">
                <a16:creationId xmlns:a16="http://schemas.microsoft.com/office/drawing/2014/main" id="{BDBE6D0D-2E0A-1A97-5D00-8990DF8B6C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117" y="3141998"/>
            <a:ext cx="620571" cy="620571"/>
          </a:xfrm>
          <a:prstGeom prst="rect">
            <a:avLst/>
          </a:prstGeom>
        </p:spPr>
      </p:pic>
      <p:pic>
        <p:nvPicPr>
          <p:cNvPr id="9" name="Graphic 8" descr="Universal access outline">
            <a:extLst>
              <a:ext uri="{FF2B5EF4-FFF2-40B4-BE49-F238E27FC236}">
                <a16:creationId xmlns:a16="http://schemas.microsoft.com/office/drawing/2014/main" id="{945708B4-E7DB-1817-FFB1-D9B8628375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41424" y="3170299"/>
            <a:ext cx="620571" cy="6205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2F888B-8C5D-8EAA-3683-C87B8B269B1C}"/>
              </a:ext>
            </a:extLst>
          </p:cNvPr>
          <p:cNvSpPr txBox="1"/>
          <p:nvPr/>
        </p:nvSpPr>
        <p:spPr>
          <a:xfrm>
            <a:off x="1001973" y="2718172"/>
            <a:ext cx="1423884" cy="4030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chemeClr val="tx1"/>
                </a:solidFill>
                <a:ea typeface="+mj-ea"/>
                <a:cs typeface="+mj-cs"/>
              </a:rPr>
              <a:t>60 people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E593F7-7CC4-CE3C-A7BB-B6CB90B54D27}"/>
              </a:ext>
            </a:extLst>
          </p:cNvPr>
          <p:cNvSpPr txBox="1"/>
          <p:nvPr/>
        </p:nvSpPr>
        <p:spPr>
          <a:xfrm>
            <a:off x="3681826" y="2718171"/>
            <a:ext cx="1423884" cy="4030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chemeClr val="tx1"/>
                </a:solidFill>
                <a:ea typeface="+mj-ea"/>
                <a:cs typeface="+mj-cs"/>
              </a:rPr>
              <a:t>60 people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FF967-A0B6-97B5-4FCE-6E203CBFE9E8}"/>
              </a:ext>
            </a:extLst>
          </p:cNvPr>
          <p:cNvSpPr txBox="1"/>
          <p:nvPr/>
        </p:nvSpPr>
        <p:spPr>
          <a:xfrm>
            <a:off x="6486894" y="2718172"/>
            <a:ext cx="1423884" cy="4030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chemeClr val="tx1"/>
                </a:solidFill>
                <a:ea typeface="+mj-ea"/>
                <a:cs typeface="+mj-cs"/>
              </a:rPr>
              <a:t>60 people</a:t>
            </a:r>
          </a:p>
        </p:txBody>
      </p:sp>
      <p:pic>
        <p:nvPicPr>
          <p:cNvPr id="18" name="Graphic 17" descr="Group of people outline">
            <a:extLst>
              <a:ext uri="{FF2B5EF4-FFF2-40B4-BE49-F238E27FC236}">
                <a16:creationId xmlns:a16="http://schemas.microsoft.com/office/drawing/2014/main" id="{C49002C7-C53B-70A5-A207-115E9E742A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0323" y="3150587"/>
            <a:ext cx="620571" cy="620571"/>
          </a:xfrm>
          <a:prstGeom prst="rect">
            <a:avLst/>
          </a:prstGeom>
        </p:spPr>
      </p:pic>
      <p:pic>
        <p:nvPicPr>
          <p:cNvPr id="19" name="Graphic 18" descr="Group of people outline">
            <a:extLst>
              <a:ext uri="{FF2B5EF4-FFF2-40B4-BE49-F238E27FC236}">
                <a16:creationId xmlns:a16="http://schemas.microsoft.com/office/drawing/2014/main" id="{D9852226-C0DC-A623-54DD-DE1714FCBF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8838" y="3151312"/>
            <a:ext cx="620571" cy="620571"/>
          </a:xfrm>
          <a:prstGeom prst="rect">
            <a:avLst/>
          </a:prstGeom>
        </p:spPr>
      </p:pic>
      <p:pic>
        <p:nvPicPr>
          <p:cNvPr id="20" name="Graphic 19" descr="Universal access outline">
            <a:extLst>
              <a:ext uri="{FF2B5EF4-FFF2-40B4-BE49-F238E27FC236}">
                <a16:creationId xmlns:a16="http://schemas.microsoft.com/office/drawing/2014/main" id="{58108557-29A5-9396-8999-DFEF6F3395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9145" y="3179613"/>
            <a:ext cx="620571" cy="620571"/>
          </a:xfrm>
          <a:prstGeom prst="rect">
            <a:avLst/>
          </a:prstGeom>
        </p:spPr>
      </p:pic>
      <p:pic>
        <p:nvPicPr>
          <p:cNvPr id="21" name="Graphic 20" descr="Group of people outline">
            <a:extLst>
              <a:ext uri="{FF2B5EF4-FFF2-40B4-BE49-F238E27FC236}">
                <a16:creationId xmlns:a16="http://schemas.microsoft.com/office/drawing/2014/main" id="{6ED8AD29-0D46-D793-6476-D3E5FD4FEE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8044" y="3159901"/>
            <a:ext cx="620571" cy="620571"/>
          </a:xfrm>
          <a:prstGeom prst="rect">
            <a:avLst/>
          </a:prstGeom>
        </p:spPr>
      </p:pic>
      <p:pic>
        <p:nvPicPr>
          <p:cNvPr id="22" name="Graphic 21" descr="Group of people outline">
            <a:extLst>
              <a:ext uri="{FF2B5EF4-FFF2-40B4-BE49-F238E27FC236}">
                <a16:creationId xmlns:a16="http://schemas.microsoft.com/office/drawing/2014/main" id="{A0DC0768-5F89-BB48-ABC1-F6F13EA97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0416" y="3141998"/>
            <a:ext cx="620571" cy="620571"/>
          </a:xfrm>
          <a:prstGeom prst="rect">
            <a:avLst/>
          </a:prstGeom>
        </p:spPr>
      </p:pic>
      <p:pic>
        <p:nvPicPr>
          <p:cNvPr id="23" name="Graphic 22" descr="Universal access outline">
            <a:extLst>
              <a:ext uri="{FF2B5EF4-FFF2-40B4-BE49-F238E27FC236}">
                <a16:creationId xmlns:a16="http://schemas.microsoft.com/office/drawing/2014/main" id="{042D598D-6275-6BE5-2B4E-97133F02C0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0723" y="3170299"/>
            <a:ext cx="620571" cy="620571"/>
          </a:xfrm>
          <a:prstGeom prst="rect">
            <a:avLst/>
          </a:prstGeom>
        </p:spPr>
      </p:pic>
      <p:pic>
        <p:nvPicPr>
          <p:cNvPr id="24" name="Graphic 23" descr="Group of people outline">
            <a:extLst>
              <a:ext uri="{FF2B5EF4-FFF2-40B4-BE49-F238E27FC236}">
                <a16:creationId xmlns:a16="http://schemas.microsoft.com/office/drawing/2014/main" id="{E27BCB4A-6CFC-F281-C094-9D6174403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9622" y="3150587"/>
            <a:ext cx="620571" cy="62057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96DD701-5E1B-1F5B-98E5-AD7F2B172175}"/>
              </a:ext>
            </a:extLst>
          </p:cNvPr>
          <p:cNvSpPr txBox="1"/>
          <p:nvPr/>
        </p:nvSpPr>
        <p:spPr>
          <a:xfrm>
            <a:off x="344300" y="4362846"/>
            <a:ext cx="4973658" cy="21221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rgbClr val="3E8853"/>
                </a:solidFill>
                <a:ea typeface="+mj-ea"/>
                <a:cs typeface="+mj-cs"/>
              </a:rPr>
              <a:t>Expected Frequency</a:t>
            </a:r>
            <a:r>
              <a:rPr lang="en-US" sz="2400" b="1" dirty="0">
                <a:solidFill>
                  <a:schemeClr val="tx1"/>
                </a:solidFill>
                <a:ea typeface="+mj-ea"/>
                <a:cs typeface="+mj-cs"/>
              </a:rPr>
              <a:t>: </a:t>
            </a:r>
            <a:r>
              <a:rPr lang="en-US" sz="2400" dirty="0">
                <a:solidFill>
                  <a:schemeClr val="tx1"/>
                </a:solidFill>
                <a:ea typeface="+mj-ea"/>
                <a:cs typeface="+mj-cs"/>
              </a:rPr>
              <a:t>frequency that occurs in the data set.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/>
                </a:solidFill>
              </a:rPr>
              <a:t>Frequency we would predict if belonging to each category were random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24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82AF8A-939F-188A-87D9-80D5C1EDA181}"/>
              </a:ext>
            </a:extLst>
          </p:cNvPr>
          <p:cNvSpPr txBox="1">
            <a:spLocks/>
          </p:cNvSpPr>
          <p:nvPr/>
        </p:nvSpPr>
        <p:spPr>
          <a:xfrm>
            <a:off x="1114325" y="66393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Goodness-of-fit: Example</a:t>
            </a:r>
            <a:endParaRPr lang="en-US" sz="4000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8064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DCFB20FE-24A0-5281-E58C-DE4F363C5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1170" r="12989" b="68333"/>
          <a:stretch/>
        </p:blipFill>
        <p:spPr>
          <a:xfrm>
            <a:off x="482458" y="1297648"/>
            <a:ext cx="2417866" cy="1661156"/>
          </a:xfrm>
          <a:prstGeom prst="rect">
            <a:avLst/>
          </a:prstGeom>
        </p:spPr>
      </p:pic>
      <p:pic>
        <p:nvPicPr>
          <p:cNvPr id="16" name="Picture 15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3413ED2-0931-9F84-A671-E0601259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69505" r="12989" b="1666"/>
          <a:stretch/>
        </p:blipFill>
        <p:spPr>
          <a:xfrm>
            <a:off x="5791390" y="1314129"/>
            <a:ext cx="2417866" cy="1644675"/>
          </a:xfrm>
          <a:prstGeom prst="rect">
            <a:avLst/>
          </a:prstGeom>
        </p:spPr>
      </p:pic>
      <p:pic>
        <p:nvPicPr>
          <p:cNvPr id="17" name="Picture 16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8C72EDB-1153-B862-2AED-A654E7E69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35488" r="12989" b="34319"/>
          <a:stretch/>
        </p:blipFill>
        <p:spPr>
          <a:xfrm>
            <a:off x="3136924" y="1324256"/>
            <a:ext cx="2417866" cy="1644675"/>
          </a:xfrm>
          <a:prstGeom prst="rect">
            <a:avLst/>
          </a:prstGeom>
        </p:spPr>
      </p:pic>
      <p:pic>
        <p:nvPicPr>
          <p:cNvPr id="8" name="Graphic 7" descr="Group of people outline">
            <a:extLst>
              <a:ext uri="{FF2B5EF4-FFF2-40B4-BE49-F238E27FC236}">
                <a16:creationId xmlns:a16="http://schemas.microsoft.com/office/drawing/2014/main" id="{BDBE6D0D-2E0A-1A97-5D00-8990DF8B6C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086" y="3382630"/>
            <a:ext cx="620571" cy="620571"/>
          </a:xfrm>
          <a:prstGeom prst="rect">
            <a:avLst/>
          </a:prstGeom>
        </p:spPr>
      </p:pic>
      <p:pic>
        <p:nvPicPr>
          <p:cNvPr id="9" name="Graphic 8" descr="Universal access outline">
            <a:extLst>
              <a:ext uri="{FF2B5EF4-FFF2-40B4-BE49-F238E27FC236}">
                <a16:creationId xmlns:a16="http://schemas.microsoft.com/office/drawing/2014/main" id="{945708B4-E7DB-1817-FFB1-D9B8628375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29393" y="3410931"/>
            <a:ext cx="620571" cy="6205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2F888B-8C5D-8EAA-3683-C87B8B269B1C}"/>
              </a:ext>
            </a:extLst>
          </p:cNvPr>
          <p:cNvSpPr txBox="1"/>
          <p:nvPr/>
        </p:nvSpPr>
        <p:spPr>
          <a:xfrm>
            <a:off x="989942" y="2958804"/>
            <a:ext cx="1423884" cy="39372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chemeClr val="tx1"/>
                </a:solidFill>
                <a:ea typeface="+mj-ea"/>
                <a:cs typeface="+mj-cs"/>
              </a:rPr>
              <a:t>50 people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E593F7-7CC4-CE3C-A7BB-B6CB90B54D27}"/>
              </a:ext>
            </a:extLst>
          </p:cNvPr>
          <p:cNvSpPr txBox="1"/>
          <p:nvPr/>
        </p:nvSpPr>
        <p:spPr>
          <a:xfrm>
            <a:off x="3669795" y="2958803"/>
            <a:ext cx="1423884" cy="39372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chemeClr val="tx1"/>
                </a:solidFill>
                <a:ea typeface="+mj-ea"/>
                <a:cs typeface="+mj-cs"/>
              </a:rPr>
              <a:t>30 people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FF967-A0B6-97B5-4FCE-6E203CBFE9E8}"/>
              </a:ext>
            </a:extLst>
          </p:cNvPr>
          <p:cNvSpPr txBox="1"/>
          <p:nvPr/>
        </p:nvSpPr>
        <p:spPr>
          <a:xfrm>
            <a:off x="6474863" y="2958804"/>
            <a:ext cx="1423884" cy="39372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10000"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chemeClr val="tx1"/>
                </a:solidFill>
                <a:ea typeface="+mj-ea"/>
                <a:cs typeface="+mj-cs"/>
              </a:rPr>
              <a:t>100 people</a:t>
            </a:r>
          </a:p>
        </p:txBody>
      </p:sp>
      <p:pic>
        <p:nvPicPr>
          <p:cNvPr id="18" name="Graphic 17" descr="Group of people outline">
            <a:extLst>
              <a:ext uri="{FF2B5EF4-FFF2-40B4-BE49-F238E27FC236}">
                <a16:creationId xmlns:a16="http://schemas.microsoft.com/office/drawing/2014/main" id="{C49002C7-C53B-70A5-A207-115E9E742A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8292" y="3391219"/>
            <a:ext cx="620571" cy="620571"/>
          </a:xfrm>
          <a:prstGeom prst="rect">
            <a:avLst/>
          </a:prstGeom>
        </p:spPr>
      </p:pic>
      <p:pic>
        <p:nvPicPr>
          <p:cNvPr id="19" name="Graphic 18" descr="Group of people outline">
            <a:extLst>
              <a:ext uri="{FF2B5EF4-FFF2-40B4-BE49-F238E27FC236}">
                <a16:creationId xmlns:a16="http://schemas.microsoft.com/office/drawing/2014/main" id="{D9852226-C0DC-A623-54DD-DE1714FCBF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6807" y="3391944"/>
            <a:ext cx="620571" cy="620571"/>
          </a:xfrm>
          <a:prstGeom prst="rect">
            <a:avLst/>
          </a:prstGeom>
        </p:spPr>
      </p:pic>
      <p:pic>
        <p:nvPicPr>
          <p:cNvPr id="20" name="Graphic 19" descr="Universal access outline">
            <a:extLst>
              <a:ext uri="{FF2B5EF4-FFF2-40B4-BE49-F238E27FC236}">
                <a16:creationId xmlns:a16="http://schemas.microsoft.com/office/drawing/2014/main" id="{58108557-29A5-9396-8999-DFEF6F3395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7114" y="3420245"/>
            <a:ext cx="620571" cy="620571"/>
          </a:xfrm>
          <a:prstGeom prst="rect">
            <a:avLst/>
          </a:prstGeom>
        </p:spPr>
      </p:pic>
      <p:pic>
        <p:nvPicPr>
          <p:cNvPr id="21" name="Graphic 20" descr="Group of people outline">
            <a:extLst>
              <a:ext uri="{FF2B5EF4-FFF2-40B4-BE49-F238E27FC236}">
                <a16:creationId xmlns:a16="http://schemas.microsoft.com/office/drawing/2014/main" id="{6ED8AD29-0D46-D793-6476-D3E5FD4FEE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6013" y="3400533"/>
            <a:ext cx="620571" cy="620571"/>
          </a:xfrm>
          <a:prstGeom prst="rect">
            <a:avLst/>
          </a:prstGeom>
        </p:spPr>
      </p:pic>
      <p:pic>
        <p:nvPicPr>
          <p:cNvPr id="22" name="Graphic 21" descr="Group of people outline">
            <a:extLst>
              <a:ext uri="{FF2B5EF4-FFF2-40B4-BE49-F238E27FC236}">
                <a16:creationId xmlns:a16="http://schemas.microsoft.com/office/drawing/2014/main" id="{A0DC0768-5F89-BB48-ABC1-F6F13EA97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8385" y="3382630"/>
            <a:ext cx="620571" cy="620571"/>
          </a:xfrm>
          <a:prstGeom prst="rect">
            <a:avLst/>
          </a:prstGeom>
        </p:spPr>
      </p:pic>
      <p:pic>
        <p:nvPicPr>
          <p:cNvPr id="23" name="Graphic 22" descr="Universal access outline">
            <a:extLst>
              <a:ext uri="{FF2B5EF4-FFF2-40B4-BE49-F238E27FC236}">
                <a16:creationId xmlns:a16="http://schemas.microsoft.com/office/drawing/2014/main" id="{042D598D-6275-6BE5-2B4E-97133F02C0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8692" y="3410931"/>
            <a:ext cx="620571" cy="620571"/>
          </a:xfrm>
          <a:prstGeom prst="rect">
            <a:avLst/>
          </a:prstGeom>
        </p:spPr>
      </p:pic>
      <p:pic>
        <p:nvPicPr>
          <p:cNvPr id="24" name="Graphic 23" descr="Group of people outline">
            <a:extLst>
              <a:ext uri="{FF2B5EF4-FFF2-40B4-BE49-F238E27FC236}">
                <a16:creationId xmlns:a16="http://schemas.microsoft.com/office/drawing/2014/main" id="{E27BCB4A-6CFC-F281-C094-9D6174403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7591" y="3391219"/>
            <a:ext cx="620571" cy="62057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96DD701-5E1B-1F5B-98E5-AD7F2B172175}"/>
              </a:ext>
            </a:extLst>
          </p:cNvPr>
          <p:cNvSpPr txBox="1"/>
          <p:nvPr/>
        </p:nvSpPr>
        <p:spPr>
          <a:xfrm>
            <a:off x="332269" y="4231560"/>
            <a:ext cx="5222521" cy="22895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rgbClr val="FF0000"/>
                </a:solidFill>
                <a:ea typeface="+mj-ea"/>
                <a:cs typeface="+mj-cs"/>
              </a:rPr>
              <a:t>Observed Frequency</a:t>
            </a:r>
            <a:r>
              <a:rPr lang="en-US" sz="2400" dirty="0">
                <a:solidFill>
                  <a:schemeClr val="tx1"/>
                </a:solidFill>
                <a:ea typeface="+mj-ea"/>
                <a:cs typeface="+mj-cs"/>
              </a:rPr>
              <a:t>: frequency that occurs in the data set.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Frequency that occurs in the data set, i.e., are our values significantly different to random (no preference)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56FAEF-17BD-CE84-B01E-9EDB5D5A973F}"/>
              </a:ext>
            </a:extLst>
          </p:cNvPr>
          <p:cNvSpPr txBox="1">
            <a:spLocks/>
          </p:cNvSpPr>
          <p:nvPr/>
        </p:nvSpPr>
        <p:spPr>
          <a:xfrm>
            <a:off x="1114325" y="66393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Goodness-of-fit: Example</a:t>
            </a:r>
            <a:endParaRPr lang="en-US" sz="4000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5179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FF3EE8-40EC-91A0-C1E7-613C2941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E8BF33-03E7-84ED-CC81-4D940025F63C}"/>
              </a:ext>
            </a:extLst>
          </p:cNvPr>
          <p:cNvGraphicFramePr>
            <a:graphicFrameLocks noGrp="1"/>
          </p:cNvGraphicFramePr>
          <p:nvPr/>
        </p:nvGraphicFramePr>
        <p:xfrm>
          <a:off x="461988" y="1802512"/>
          <a:ext cx="3355974" cy="365760"/>
        </p:xfrm>
        <a:graphic>
          <a:graphicData uri="http://schemas.openxmlformats.org/drawingml/2006/table">
            <a:tbl>
              <a:tblPr/>
              <a:tblGrid>
                <a:gridCol w="3355974">
                  <a:extLst>
                    <a:ext uri="{9D8B030D-6E8A-4147-A177-3AD203B41FA5}">
                      <a16:colId xmlns:a16="http://schemas.microsoft.com/office/drawing/2014/main" val="393702676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 i="1" u="sng" dirty="0">
                          <a:solidFill>
                            <a:schemeClr val="tx1"/>
                          </a:solidFill>
                        </a:rPr>
                        <a:t>Frequency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099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142343-5810-FD98-048F-37F64F1A144B}"/>
              </a:ext>
            </a:extLst>
          </p:cNvPr>
          <p:cNvSpPr txBox="1"/>
          <p:nvPr/>
        </p:nvSpPr>
        <p:spPr>
          <a:xfrm>
            <a:off x="461988" y="1100265"/>
            <a:ext cx="7943658" cy="5107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tx1"/>
                </a:solidFill>
                <a:ea typeface="+mj-ea"/>
                <a:cs typeface="+mj-cs"/>
              </a:rPr>
              <a:t>Participant’s favourite streaming service…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F2A89D-94FD-5E68-5630-9BC57D5EE255}"/>
              </a:ext>
            </a:extLst>
          </p:cNvPr>
          <p:cNvGraphicFramePr>
            <a:graphicFrameLocks noGrp="1"/>
          </p:cNvGraphicFramePr>
          <p:nvPr/>
        </p:nvGraphicFramePr>
        <p:xfrm>
          <a:off x="461988" y="2194849"/>
          <a:ext cx="5134140" cy="73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3535">
                  <a:extLst>
                    <a:ext uri="{9D8B030D-6E8A-4147-A177-3AD203B41FA5}">
                      <a16:colId xmlns:a16="http://schemas.microsoft.com/office/drawing/2014/main" val="1881186661"/>
                    </a:ext>
                  </a:extLst>
                </a:gridCol>
                <a:gridCol w="1582893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18646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36482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3E8853"/>
                          </a:solidFill>
                        </a:rP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CC3F74-4EC9-4009-42F9-646ECD2F49F6}"/>
              </a:ext>
            </a:extLst>
          </p:cNvPr>
          <p:cNvGraphicFramePr>
            <a:graphicFrameLocks noGrp="1"/>
          </p:cNvGraphicFramePr>
          <p:nvPr/>
        </p:nvGraphicFramePr>
        <p:xfrm>
          <a:off x="461988" y="3147569"/>
          <a:ext cx="5134140" cy="73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3535">
                  <a:extLst>
                    <a:ext uri="{9D8B030D-6E8A-4147-A177-3AD203B41FA5}">
                      <a16:colId xmlns:a16="http://schemas.microsoft.com/office/drawing/2014/main" val="1881186661"/>
                    </a:ext>
                  </a:extLst>
                </a:gridCol>
                <a:gridCol w="1582893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34065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204293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8202FDD-19A1-D895-25EE-CAC92E7D963D}"/>
              </a:ext>
            </a:extLst>
          </p:cNvPr>
          <p:cNvSpPr txBox="1"/>
          <p:nvPr/>
        </p:nvSpPr>
        <p:spPr>
          <a:xfrm>
            <a:off x="461988" y="4664968"/>
            <a:ext cx="5674117" cy="13280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400" dirty="0">
                <a:solidFill>
                  <a:schemeClr val="tx1"/>
                </a:solidFill>
              </a:rPr>
              <a:t>Run Chi-square goodness-of-fit test to get a test statistic (</a:t>
            </a:r>
            <a:r>
              <a:rPr lang="en-GB" sz="2400" i="1" dirty="0">
                <a:solidFill>
                  <a:schemeClr val="tx1"/>
                </a:solidFill>
              </a:rPr>
              <a:t>X</a:t>
            </a:r>
            <a:r>
              <a:rPr lang="en-GB" sz="2400" baseline="30000" dirty="0">
                <a:solidFill>
                  <a:schemeClr val="tx1"/>
                </a:solidFill>
              </a:rPr>
              <a:t>2</a:t>
            </a:r>
            <a:r>
              <a:rPr lang="en-GB" sz="2400" dirty="0">
                <a:solidFill>
                  <a:schemeClr val="tx1"/>
                </a:solidFill>
              </a:rPr>
              <a:t>) in JASP and associated p-value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2E1730-1F71-6880-95FD-C249FB5C1088}"/>
              </a:ext>
            </a:extLst>
          </p:cNvPr>
          <p:cNvSpPr txBox="1">
            <a:spLocks/>
          </p:cNvSpPr>
          <p:nvPr/>
        </p:nvSpPr>
        <p:spPr>
          <a:xfrm>
            <a:off x="1114325" y="66393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Goodness-of-fit: Example</a:t>
            </a:r>
            <a:endParaRPr lang="en-US" sz="4000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04D62-2513-7F88-00A6-3478419F7109}"/>
              </a:ext>
            </a:extLst>
          </p:cNvPr>
          <p:cNvSpPr txBox="1"/>
          <p:nvPr/>
        </p:nvSpPr>
        <p:spPr>
          <a:xfrm>
            <a:off x="6532757" y="3663623"/>
            <a:ext cx="2149255" cy="1940957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i="1" dirty="0">
                <a:solidFill>
                  <a:srgbClr val="1D6295"/>
                </a:solidFill>
              </a:rPr>
              <a:t>Note: for this type of Chi-squared test, it’s called a </a:t>
            </a:r>
            <a:r>
              <a:rPr lang="en-GB" b="1" i="1" dirty="0">
                <a:solidFill>
                  <a:srgbClr val="1D6295"/>
                </a:solidFill>
              </a:rPr>
              <a:t>Frequency table</a:t>
            </a:r>
            <a:r>
              <a:rPr lang="en-GB" i="1" dirty="0">
                <a:solidFill>
                  <a:srgbClr val="1D6295"/>
                </a:solidFill>
              </a:rPr>
              <a:t>: count of frequency in each cell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180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CCCCE-AA1F-8D21-3CC0-05BF6599ED66}"/>
              </a:ext>
            </a:extLst>
          </p:cNvPr>
          <p:cNvSpPr txBox="1"/>
          <p:nvPr/>
        </p:nvSpPr>
        <p:spPr>
          <a:xfrm>
            <a:off x="556508" y="1063940"/>
            <a:ext cx="7243635" cy="5107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Calculate Chi-square goodness-of-fit by hand!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17113-7148-2D8D-1D1C-2396B7182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119" y="1574718"/>
            <a:ext cx="4611684" cy="155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7198EB-4273-F366-51ED-267E135AF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25" y="2773160"/>
            <a:ext cx="8360321" cy="268276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B67315-10E2-CE73-2DFC-1A414D2A3932}"/>
              </a:ext>
            </a:extLst>
          </p:cNvPr>
          <p:cNvSpPr txBox="1">
            <a:spLocks/>
          </p:cNvSpPr>
          <p:nvPr/>
        </p:nvSpPr>
        <p:spPr>
          <a:xfrm>
            <a:off x="556508" y="0"/>
            <a:ext cx="836032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4000" dirty="0"/>
              <a:t>Calculating Chi-square goodness-of-fit</a:t>
            </a:r>
            <a:endParaRPr lang="en-US" sz="4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49125A-68CE-B5FB-C667-9B527BA10412}"/>
                  </a:ext>
                </a:extLst>
              </p:cNvPr>
              <p:cNvSpPr txBox="1"/>
              <p:nvPr/>
            </p:nvSpPr>
            <p:spPr>
              <a:xfrm>
                <a:off x="894522" y="5797613"/>
                <a:ext cx="7684293" cy="783193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2000" dirty="0"/>
                  <a:t>The subscript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dirty="0"/>
                  <a:t>is an index for each category. For example: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for Prime,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for Disney+,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000" dirty="0"/>
                  <a:t> for Netflix, etc.</a:t>
                </a:r>
                <a:endParaRPr lang="en-GB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49125A-68CE-B5FB-C667-9B527BA10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2" y="5797613"/>
                <a:ext cx="7684293" cy="783193"/>
              </a:xfrm>
              <a:prstGeom prst="roundRect">
                <a:avLst/>
              </a:prstGeom>
              <a:blipFill>
                <a:blip r:embed="rId6"/>
                <a:stretch>
                  <a:fillRect l="-317" b="-77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5325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D17113-7148-2D8D-1D1C-2396B7182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00" y="578484"/>
            <a:ext cx="3278253" cy="11075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37361C-1B7C-1677-025F-DD704B3B8BA2}"/>
              </a:ext>
            </a:extLst>
          </p:cNvPr>
          <p:cNvSpPr txBox="1"/>
          <p:nvPr/>
        </p:nvSpPr>
        <p:spPr>
          <a:xfrm>
            <a:off x="414133" y="1686002"/>
            <a:ext cx="7669693" cy="49705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dirty="0">
                <a:solidFill>
                  <a:schemeClr val="tx1"/>
                </a:solidFill>
              </a:rPr>
              <a:t>1. </a:t>
            </a:r>
            <a:r>
              <a:rPr lang="en-GB" dirty="0">
                <a:solidFill>
                  <a:srgbClr val="FF0000"/>
                </a:solidFill>
              </a:rPr>
              <a:t>O</a:t>
            </a:r>
            <a:r>
              <a:rPr lang="en-GB" dirty="0">
                <a:solidFill>
                  <a:schemeClr val="tx1"/>
                </a:solidFill>
              </a:rPr>
              <a:t>: Observed data</a:t>
            </a:r>
          </a:p>
          <a:p>
            <a:pPr>
              <a:spcBef>
                <a:spcPts val="600"/>
              </a:spcBef>
              <a:buClrTx/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chemeClr val="tx1"/>
                </a:solidFill>
              </a:rPr>
              <a:t>2. </a:t>
            </a:r>
            <a:r>
              <a:rPr lang="en-GB" dirty="0">
                <a:solidFill>
                  <a:srgbClr val="3E8853"/>
                </a:solidFill>
              </a:rPr>
              <a:t>E</a:t>
            </a:r>
            <a:r>
              <a:rPr lang="en-GB" dirty="0">
                <a:solidFill>
                  <a:schemeClr val="tx1"/>
                </a:solidFill>
              </a:rPr>
              <a:t>: Expected data 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chemeClr val="tx1"/>
                </a:solidFill>
              </a:rPr>
              <a:t>(total number of participants</a:t>
            </a: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chemeClr val="tx1"/>
                </a:solidFill>
              </a:rPr>
              <a:t>divided by number of categories) 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chemeClr val="tx1"/>
                </a:solidFill>
              </a:rPr>
              <a:t>3. (</a:t>
            </a:r>
            <a:r>
              <a:rPr lang="en-GB" dirty="0">
                <a:solidFill>
                  <a:srgbClr val="FF0000"/>
                </a:solidFill>
              </a:rPr>
              <a:t>O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>
                <a:solidFill>
                  <a:srgbClr val="3E8853"/>
                </a:solidFill>
              </a:rPr>
              <a:t>E</a:t>
            </a:r>
            <a:r>
              <a:rPr lang="en-GB" dirty="0">
                <a:solidFill>
                  <a:schemeClr val="tx1"/>
                </a:solidFill>
              </a:rPr>
              <a:t>): Calculate difference (called residuals)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kern="1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GB" dirty="0">
                <a:solidFill>
                  <a:schemeClr val="tx1"/>
                </a:solidFill>
              </a:rPr>
              <a:t>(</a:t>
            </a:r>
            <a:r>
              <a:rPr lang="en-GB" dirty="0">
                <a:solidFill>
                  <a:srgbClr val="FF0000"/>
                </a:solidFill>
              </a:rPr>
              <a:t>O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>
                <a:solidFill>
                  <a:srgbClr val="3E8853"/>
                </a:solidFill>
              </a:rPr>
              <a:t>E</a:t>
            </a:r>
            <a:r>
              <a:rPr lang="en-GB" dirty="0">
                <a:solidFill>
                  <a:schemeClr val="tx1"/>
                </a:solidFill>
              </a:rPr>
              <a:t>)</a:t>
            </a:r>
            <a:r>
              <a:rPr lang="en-GB" kern="100" baseline="300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GB" dirty="0">
                <a:solidFill>
                  <a:schemeClr val="tx1"/>
                </a:solidFill>
              </a:rPr>
              <a:t>: square the residuals (make it positive)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5. </a:t>
            </a:r>
            <a:r>
              <a:rPr lang="en-GB" u="sng" dirty="0">
                <a:solidFill>
                  <a:schemeClr val="tx1"/>
                </a:solidFill>
              </a:rPr>
              <a:t>(</a:t>
            </a:r>
            <a:r>
              <a:rPr lang="en-GB" u="sng" dirty="0">
                <a:solidFill>
                  <a:srgbClr val="FF0000"/>
                </a:solidFill>
              </a:rPr>
              <a:t>O</a:t>
            </a:r>
            <a:r>
              <a:rPr lang="en-GB" u="sng" dirty="0">
                <a:solidFill>
                  <a:schemeClr val="tx1"/>
                </a:solidFill>
              </a:rPr>
              <a:t> – </a:t>
            </a:r>
            <a:r>
              <a:rPr lang="en-GB" u="sng" dirty="0">
                <a:solidFill>
                  <a:srgbClr val="3E8853"/>
                </a:solidFill>
              </a:rPr>
              <a:t>E</a:t>
            </a:r>
            <a:r>
              <a:rPr lang="en-GB" u="sng" dirty="0">
                <a:solidFill>
                  <a:schemeClr val="tx1"/>
                </a:solidFill>
              </a:rPr>
              <a:t>)</a:t>
            </a:r>
            <a:r>
              <a:rPr lang="en-GB" u="sng" kern="100" baseline="300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 </a:t>
            </a:r>
            <a:r>
              <a:rPr lang="en-GB" dirty="0">
                <a:solidFill>
                  <a:schemeClr val="tx1"/>
                </a:solidFill>
              </a:rPr>
              <a:t>: Divide the squared residuals by Expected data</a:t>
            </a:r>
          </a:p>
          <a:p>
            <a:r>
              <a:rPr lang="en-GB" kern="1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rgbClr val="3E8853"/>
                </a:solidFill>
              </a:rPr>
              <a:t>E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6. Repeat for all categories and Sum (∑) them</a:t>
            </a:r>
          </a:p>
          <a:p>
            <a:r>
              <a:rPr lang="en-GB" sz="2000" i="1" kern="1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GB" sz="2000" kern="100" baseline="300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 =</a:t>
            </a:r>
            <a:r>
              <a:rPr lang="en-GB" sz="2000" dirty="0">
                <a:solidFill>
                  <a:schemeClr val="tx1"/>
                </a:solidFill>
              </a:rPr>
              <a:t> chi-square statistic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8A44FE-C37E-BF54-F7A3-7D667BD5A632}"/>
              </a:ext>
            </a:extLst>
          </p:cNvPr>
          <p:cNvSpPr txBox="1">
            <a:spLocks/>
          </p:cNvSpPr>
          <p:nvPr/>
        </p:nvSpPr>
        <p:spPr>
          <a:xfrm>
            <a:off x="388733" y="0"/>
            <a:ext cx="8755267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4000" dirty="0"/>
              <a:t>Calculating Chi-square goodness-of-fit</a:t>
            </a:r>
            <a:endParaRPr lang="en-US" sz="4000" dirty="0">
              <a:effectLst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57C311-5530-AD93-626C-8E4787396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084296"/>
              </p:ext>
            </p:extLst>
          </p:nvPr>
        </p:nvGraphicFramePr>
        <p:xfrm>
          <a:off x="3814788" y="2370102"/>
          <a:ext cx="5134140" cy="73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3535">
                  <a:extLst>
                    <a:ext uri="{9D8B030D-6E8A-4147-A177-3AD203B41FA5}">
                      <a16:colId xmlns:a16="http://schemas.microsoft.com/office/drawing/2014/main" val="1881186661"/>
                    </a:ext>
                  </a:extLst>
                </a:gridCol>
                <a:gridCol w="1582893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2192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36482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3E8853"/>
                          </a:solidFill>
                        </a:rP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35E2603-4D52-1738-6F83-C98BDA1A3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76854"/>
              </p:ext>
            </p:extLst>
          </p:nvPr>
        </p:nvGraphicFramePr>
        <p:xfrm>
          <a:off x="3807760" y="1215390"/>
          <a:ext cx="5134140" cy="73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3535">
                  <a:extLst>
                    <a:ext uri="{9D8B030D-6E8A-4147-A177-3AD203B41FA5}">
                      <a16:colId xmlns:a16="http://schemas.microsoft.com/office/drawing/2014/main" val="1881186661"/>
                    </a:ext>
                  </a:extLst>
                </a:gridCol>
                <a:gridCol w="1582893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34065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204293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6278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7DC120-36F2-E533-658F-0BE9C6721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15" y="1027196"/>
            <a:ext cx="6306430" cy="11145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74DB1B-EDE3-2397-771E-D8A8058E7F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067"/>
          <a:stretch>
            <a:fillRect/>
          </a:stretch>
        </p:blipFill>
        <p:spPr>
          <a:xfrm>
            <a:off x="182115" y="2623319"/>
            <a:ext cx="6344535" cy="7486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80B945D-C755-28B3-B113-B4FEE95F53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6482"/>
          <a:stretch>
            <a:fillRect/>
          </a:stretch>
        </p:blipFill>
        <p:spPr>
          <a:xfrm>
            <a:off x="239273" y="3737901"/>
            <a:ext cx="6287377" cy="3703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8B1C23-C1CD-EB9A-CB31-FFD015FDCE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15" y="4985976"/>
            <a:ext cx="6028185" cy="94814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209F9C2-36BB-F9B9-54C1-6B709A0B6F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650" y="5449487"/>
            <a:ext cx="1448002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D5CD52-EF1B-CD13-AC98-5F55F49C9D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8267"/>
          <a:stretch>
            <a:fillRect/>
          </a:stretch>
        </p:blipFill>
        <p:spPr>
          <a:xfrm>
            <a:off x="239273" y="2335429"/>
            <a:ext cx="6344535" cy="344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DB72B3-AE84-D21E-2AB2-F49E12BAA2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739"/>
          <a:stretch>
            <a:fillRect/>
          </a:stretch>
        </p:blipFill>
        <p:spPr>
          <a:xfrm>
            <a:off x="239273" y="4108291"/>
            <a:ext cx="6287377" cy="72117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22D128-ADF1-36D7-057A-332474EAC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791937"/>
              </p:ext>
            </p:extLst>
          </p:nvPr>
        </p:nvGraphicFramePr>
        <p:xfrm>
          <a:off x="4572000" y="82748"/>
          <a:ext cx="4389884" cy="101121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97471">
                  <a:extLst>
                    <a:ext uri="{9D8B030D-6E8A-4147-A177-3AD203B41FA5}">
                      <a16:colId xmlns:a16="http://schemas.microsoft.com/office/drawing/2014/main" val="1881186661"/>
                    </a:ext>
                  </a:extLst>
                </a:gridCol>
                <a:gridCol w="1353434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938216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000763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340651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204293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FF0000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  <a:tr h="204293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3E8853"/>
                          </a:solidFill>
                        </a:rP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40819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8788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209F9C2-36BB-F9B9-54C1-6B709A0B6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53" y="1069347"/>
            <a:ext cx="1448002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9AE411-767C-92C1-6B2D-C41171E8C734}"/>
              </a:ext>
            </a:extLst>
          </p:cNvPr>
          <p:cNvSpPr txBox="1"/>
          <p:nvPr/>
        </p:nvSpPr>
        <p:spPr>
          <a:xfrm>
            <a:off x="469644" y="2133446"/>
            <a:ext cx="83912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000" dirty="0"/>
              <a:t>So, what does this mean? Is this noteworthy? </a:t>
            </a:r>
          </a:p>
          <a:p>
            <a:pPr>
              <a:spcBef>
                <a:spcPts val="600"/>
              </a:spcBef>
              <a:buClrTx/>
            </a:pPr>
            <a:r>
              <a:rPr lang="en-GB" sz="2000" b="1" dirty="0"/>
              <a:t>Larger </a:t>
            </a:r>
            <a:r>
              <a:rPr lang="en-GB" sz="2000" b="1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GB" sz="2000" b="1" kern="100" baseline="30000" dirty="0">
                <a:ea typeface="Aptos" panose="020B0004020202020204" pitchFamily="34" charset="0"/>
                <a:cs typeface="Times New Roman" panose="02020603050405020304" pitchFamily="18" charset="0"/>
              </a:rPr>
              <a:t>2 </a:t>
            </a:r>
            <a:r>
              <a:rPr lang="en-GB" sz="2000" dirty="0"/>
              <a:t>= greater difference between observed and expected frequencies</a:t>
            </a:r>
          </a:p>
          <a:p>
            <a:pPr>
              <a:spcBef>
                <a:spcPts val="600"/>
              </a:spcBef>
            </a:pPr>
            <a:r>
              <a:rPr lang="en-GB" sz="2000" dirty="0"/>
              <a:t>(it indicates greater deviation from the null hypothesis - from the expected distribution)</a:t>
            </a:r>
            <a:endParaRPr lang="en-US" sz="2000" dirty="0"/>
          </a:p>
          <a:p>
            <a:pPr>
              <a:spcBef>
                <a:spcPts val="600"/>
              </a:spcBef>
            </a:pPr>
            <a:r>
              <a:rPr lang="en-GB" sz="2000" b="1" dirty="0"/>
              <a:t>Smaller</a:t>
            </a:r>
            <a:r>
              <a:rPr lang="en-GB" sz="2000" dirty="0"/>
              <a:t> </a:t>
            </a:r>
            <a:r>
              <a:rPr lang="en-GB" sz="2000" b="1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GB" sz="2000" b="1" kern="100" baseline="30000" dirty="0"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GB" sz="2000" kern="100" baseline="30000" dirty="0">
                <a:ea typeface="Aptos" panose="020B0004020202020204" pitchFamily="34" charset="0"/>
                <a:cs typeface="Times New Roman" panose="02020603050405020304" pitchFamily="18" charset="0"/>
              </a:rPr>
              <a:t> =</a:t>
            </a:r>
            <a:r>
              <a:rPr lang="en-GB" sz="2000" dirty="0"/>
              <a:t> smaller difference between observed and expected frequencies</a:t>
            </a:r>
          </a:p>
          <a:p>
            <a:pPr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600"/>
              </a:spcBef>
              <a:buClrTx/>
            </a:pPr>
            <a:r>
              <a:rPr lang="en-GB" sz="2000" dirty="0"/>
              <a:t>But…</a:t>
            </a:r>
          </a:p>
          <a:p>
            <a:pPr>
              <a:spcBef>
                <a:spcPts val="600"/>
              </a:spcBef>
              <a:buClrTx/>
            </a:pPr>
            <a:r>
              <a:rPr lang="en-GB" sz="2000" dirty="0"/>
              <a:t>How do we know if it’s big or small? </a:t>
            </a:r>
          </a:p>
          <a:p>
            <a:pPr>
              <a:spcBef>
                <a:spcPts val="600"/>
              </a:spcBef>
              <a:buClrTx/>
            </a:pPr>
            <a:r>
              <a:rPr lang="en-GB" sz="2000" dirty="0"/>
              <a:t>Is the difference large enough to be ‘significant’?</a:t>
            </a:r>
          </a:p>
          <a:p>
            <a:pPr>
              <a:spcBef>
                <a:spcPts val="600"/>
              </a:spcBef>
              <a:buClrTx/>
            </a:pPr>
            <a:r>
              <a:rPr lang="en-GB" sz="2000" dirty="0"/>
              <a:t>Can we reject our null hypothesis?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7AB8A54-532E-96DA-B871-74166EAD016F}"/>
              </a:ext>
            </a:extLst>
          </p:cNvPr>
          <p:cNvSpPr txBox="1">
            <a:spLocks/>
          </p:cNvSpPr>
          <p:nvPr/>
        </p:nvSpPr>
        <p:spPr>
          <a:xfrm>
            <a:off x="469644" y="33428"/>
            <a:ext cx="8496556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4000" dirty="0"/>
              <a:t>Calculating Chi-square goodness-of-fit</a:t>
            </a:r>
            <a:endParaRPr lang="en-US" sz="4000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55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1FF68D9-5008-F095-300D-665942371C1C}"/>
              </a:ext>
            </a:extLst>
          </p:cNvPr>
          <p:cNvSpPr txBox="1"/>
          <p:nvPr/>
        </p:nvSpPr>
        <p:spPr>
          <a:xfrm>
            <a:off x="414893" y="310211"/>
            <a:ext cx="8373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dirty="0"/>
              <a:t>Remember all test-statistics come with a p-value. And for a manual calculation, you would look it up in a Critical value table</a:t>
            </a:r>
          </a:p>
        </p:txBody>
      </p:sp>
      <p:pic>
        <p:nvPicPr>
          <p:cNvPr id="7" name="Picture 2" descr="Basic question about using the chi-square table - Mathematics Stack Exchange">
            <a:extLst>
              <a:ext uri="{FF2B5EF4-FFF2-40B4-BE49-F238E27FC236}">
                <a16:creationId xmlns:a16="http://schemas.microsoft.com/office/drawing/2014/main" id="{AC48B982-E65A-EFFF-19D3-52EA4DC4B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92" y="1115568"/>
            <a:ext cx="5621655" cy="505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485AA3-983C-9C1A-7DF1-7501AB8B8E0F}"/>
              </a:ext>
            </a:extLst>
          </p:cNvPr>
          <p:cNvSpPr txBox="1"/>
          <p:nvPr/>
        </p:nvSpPr>
        <p:spPr>
          <a:xfrm>
            <a:off x="5918369" y="973615"/>
            <a:ext cx="322563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Compare calculated </a:t>
            </a:r>
            <a:r>
              <a:rPr lang="el-GR" dirty="0"/>
              <a:t>χ²</a:t>
            </a:r>
            <a:r>
              <a:rPr lang="en-GB" dirty="0"/>
              <a:t> statistic to the critical value in the table. The one associated with your </a:t>
            </a:r>
            <a:r>
              <a:rPr lang="en-GB" i="1" dirty="0" err="1"/>
              <a:t>df</a:t>
            </a:r>
            <a:r>
              <a:rPr lang="en-GB" i="1" dirty="0"/>
              <a:t>*</a:t>
            </a:r>
            <a:r>
              <a:rPr lang="en-GB" dirty="0"/>
              <a:t> and chosen significance level (</a:t>
            </a:r>
            <a:r>
              <a:rPr lang="el-GR" dirty="0"/>
              <a:t>α = 0.05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b="1" dirty="0"/>
              <a:t>If χ² &gt; critical value → reject the null hypothesis</a:t>
            </a:r>
          </a:p>
          <a:p>
            <a:endParaRPr lang="en-GB" b="1" dirty="0"/>
          </a:p>
          <a:p>
            <a:r>
              <a:rPr lang="en-GB" b="1" dirty="0"/>
              <a:t>If χ² ≤ critical value → fail to reject the null hypothesis.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i="1" dirty="0">
                <a:solidFill>
                  <a:schemeClr val="accent2"/>
                </a:solidFill>
              </a:rPr>
              <a:t>*</a:t>
            </a:r>
            <a:r>
              <a:rPr lang="en-GB" i="1" dirty="0" err="1">
                <a:solidFill>
                  <a:schemeClr val="accent2"/>
                </a:solidFill>
              </a:rPr>
              <a:t>df</a:t>
            </a:r>
            <a:r>
              <a:rPr lang="en-GB" dirty="0">
                <a:solidFill>
                  <a:schemeClr val="accent2"/>
                </a:solidFill>
              </a:rPr>
              <a:t> = degrees of freedom is the number of categories – 1. Represents how much data (room) is available to estimate parameters or test your hypothesis.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695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8A876D-5E3B-1067-E837-456E8C8A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DD17E43-7B0C-A2FB-8B27-D1E99DABAFA7}"/>
              </a:ext>
            </a:extLst>
          </p:cNvPr>
          <p:cNvSpPr txBox="1"/>
          <p:nvPr/>
        </p:nvSpPr>
        <p:spPr>
          <a:xfrm>
            <a:off x="7444965" y="325642"/>
            <a:ext cx="15466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Test! Is our streaming platform result significant? </a:t>
            </a:r>
          </a:p>
        </p:txBody>
      </p:sp>
      <p:pic>
        <p:nvPicPr>
          <p:cNvPr id="7" name="Picture 2" descr="Basic question about using the chi-square table - Mathematics Stack Exchange">
            <a:extLst>
              <a:ext uri="{FF2B5EF4-FFF2-40B4-BE49-F238E27FC236}">
                <a16:creationId xmlns:a16="http://schemas.microsoft.com/office/drawing/2014/main" id="{37C2B6A4-3B48-57EC-4AD7-ED2CFDD38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91" y="251872"/>
            <a:ext cx="6617862" cy="595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2AAC82-7313-5BAE-8917-E95F4765F05D}"/>
              </a:ext>
            </a:extLst>
          </p:cNvPr>
          <p:cNvSpPr txBox="1"/>
          <p:nvPr/>
        </p:nvSpPr>
        <p:spPr>
          <a:xfrm>
            <a:off x="7246734" y="2290524"/>
            <a:ext cx="1673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α = 0.05</a:t>
            </a:r>
            <a:endParaRPr lang="en-GB" dirty="0"/>
          </a:p>
          <a:p>
            <a:r>
              <a:rPr lang="en-GB" i="1" dirty="0" err="1"/>
              <a:t>Df</a:t>
            </a:r>
            <a:r>
              <a:rPr lang="en-GB" dirty="0"/>
              <a:t> = 2</a:t>
            </a:r>
            <a:endParaRPr lang="en-GB" b="1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B185C-4F6F-3FFE-D9DB-78B698FEF2E2}"/>
              </a:ext>
            </a:extLst>
          </p:cNvPr>
          <p:cNvSpPr/>
          <p:nvPr/>
        </p:nvSpPr>
        <p:spPr>
          <a:xfrm>
            <a:off x="5676900" y="654991"/>
            <a:ext cx="711200" cy="3683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BE1E80-E451-1ED8-2228-DE98D01E11C6}"/>
              </a:ext>
            </a:extLst>
          </p:cNvPr>
          <p:cNvCxnSpPr>
            <a:cxnSpLocks/>
          </p:cNvCxnSpPr>
          <p:nvPr/>
        </p:nvCxnSpPr>
        <p:spPr>
          <a:xfrm>
            <a:off x="1182807" y="1311966"/>
            <a:ext cx="452076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2983297-8B82-5AB5-C472-D434A2227764}"/>
              </a:ext>
            </a:extLst>
          </p:cNvPr>
          <p:cNvSpPr/>
          <p:nvPr/>
        </p:nvSpPr>
        <p:spPr>
          <a:xfrm>
            <a:off x="471607" y="1127816"/>
            <a:ext cx="711200" cy="3683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CFB5BE-19E2-C2F7-E65A-B6829600AAE4}"/>
              </a:ext>
            </a:extLst>
          </p:cNvPr>
          <p:cNvSpPr/>
          <p:nvPr/>
        </p:nvSpPr>
        <p:spPr>
          <a:xfrm>
            <a:off x="5676900" y="1127816"/>
            <a:ext cx="711200" cy="3683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3FA8946-9334-7E8D-040A-C8DDC2960C70}"/>
              </a:ext>
            </a:extLst>
          </p:cNvPr>
          <p:cNvCxnSpPr>
            <a:cxnSpLocks/>
          </p:cNvCxnSpPr>
          <p:nvPr/>
        </p:nvCxnSpPr>
        <p:spPr>
          <a:xfrm>
            <a:off x="6205911" y="1023291"/>
            <a:ext cx="0" cy="2562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9625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CCCCE-AA1F-8D21-3CC0-05BF6599ED66}"/>
              </a:ext>
            </a:extLst>
          </p:cNvPr>
          <p:cNvSpPr txBox="1"/>
          <p:nvPr/>
        </p:nvSpPr>
        <p:spPr>
          <a:xfrm>
            <a:off x="1007736" y="1993435"/>
            <a:ext cx="7943658" cy="10045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But what happens when you have </a:t>
            </a:r>
            <a:r>
              <a:rPr lang="en-GB" sz="2400" b="1" dirty="0">
                <a:solidFill>
                  <a:schemeClr val="tx1"/>
                </a:solidFill>
              </a:rPr>
              <a:t>more than one</a:t>
            </a:r>
            <a:r>
              <a:rPr lang="en-GB" sz="2400" dirty="0">
                <a:solidFill>
                  <a:schemeClr val="tx1"/>
                </a:solidFill>
              </a:rPr>
              <a:t> variable?</a:t>
            </a:r>
          </a:p>
          <a:p>
            <a:pPr>
              <a:spcBef>
                <a:spcPts val="600"/>
              </a:spcBef>
              <a:buClrTx/>
            </a:pP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270" y="2997965"/>
            <a:ext cx="6375133" cy="567403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>
                <a:solidFill>
                  <a:schemeClr val="tx1"/>
                </a:solidFill>
              </a:rPr>
              <a:t>Run a Chi-square test of association…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3968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9C23C-EFE8-24CC-BD5F-9576D2BB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107865C-919F-8A5D-8B1D-E6730369D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1212" y="1126745"/>
            <a:ext cx="34206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3.</a:t>
            </a:r>
            <a:r>
              <a:rPr lang="en-US" sz="3200" b="1" dirty="0">
                <a:solidFill>
                  <a:schemeClr val="tx1"/>
                </a:solidFill>
              </a:rPr>
              <a:t> chi-square Test of Association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(or test of independence)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71182A32-4284-F47F-AD15-13AAB5E7E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143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06097-1F5C-F1E4-CB8A-65D89117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7BC0FF1-6350-724F-7B03-4FD732AA9A29}"/>
              </a:ext>
            </a:extLst>
          </p:cNvPr>
          <p:cNvSpPr txBox="1"/>
          <p:nvPr/>
        </p:nvSpPr>
        <p:spPr>
          <a:xfrm>
            <a:off x="637308" y="1905506"/>
            <a:ext cx="82296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Tells you whether there is a significant association between two categorical variables overall</a:t>
            </a:r>
          </a:p>
          <a:p>
            <a:endParaRPr lang="en-GB" sz="2400" b="1" dirty="0"/>
          </a:p>
          <a:p>
            <a:r>
              <a:rPr lang="en-GB" sz="2400" dirty="0"/>
              <a:t>It does </a:t>
            </a:r>
            <a:r>
              <a:rPr lang="en-GB" sz="2400" b="1" dirty="0"/>
              <a:t>not</a:t>
            </a:r>
            <a:r>
              <a:rPr lang="en-GB" sz="2400" dirty="0"/>
              <a:t> tell you:</a:t>
            </a:r>
          </a:p>
          <a:p>
            <a:endParaRPr lang="en-GB" sz="24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13FF6D3-2B78-BA61-5D3B-19A9B154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175788"/>
            <a:ext cx="7055380" cy="64653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Chi-square Test of Association</a:t>
            </a:r>
            <a:endParaRPr lang="en-GB" sz="4000" dirty="0">
              <a:solidFill>
                <a:schemeClr val="tx1"/>
              </a:solidFill>
            </a:endParaRPr>
          </a:p>
        </p:txBody>
      </p:sp>
      <p:pic>
        <p:nvPicPr>
          <p:cNvPr id="7" name="Picture 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90F05E6-8E45-2810-ACF2-653568FBA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653712" y="3572984"/>
            <a:ext cx="543024" cy="543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688A53-6FE0-0146-2BA0-8081C295DD3B}"/>
              </a:ext>
            </a:extLst>
          </p:cNvPr>
          <p:cNvSpPr txBox="1"/>
          <p:nvPr/>
        </p:nvSpPr>
        <p:spPr>
          <a:xfrm>
            <a:off x="1174471" y="3613665"/>
            <a:ext cx="7969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where the difference is – i.e., which specific cells contribute most to the association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0E751-C428-5167-6DCB-8C0BD8A5709A}"/>
              </a:ext>
            </a:extLst>
          </p:cNvPr>
          <p:cNvSpPr txBox="1"/>
          <p:nvPr/>
        </p:nvSpPr>
        <p:spPr>
          <a:xfrm>
            <a:off x="1174471" y="4512180"/>
            <a:ext cx="71798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the direction of the difference or relationship (e.g., which category is higher or lower than expected)</a:t>
            </a:r>
          </a:p>
        </p:txBody>
      </p:sp>
      <p:pic>
        <p:nvPicPr>
          <p:cNvPr id="5" name="Picture 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4AC4CCB-F376-F0E0-4174-12056D0C5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653712" y="4572240"/>
            <a:ext cx="543024" cy="54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92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D78E51-4088-B64E-D2F5-5292BCB9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6F6B1-CDC5-D8F8-36F5-45259564A1FE}"/>
              </a:ext>
            </a:extLst>
          </p:cNvPr>
          <p:cNvSpPr txBox="1"/>
          <p:nvPr/>
        </p:nvSpPr>
        <p:spPr>
          <a:xfrm>
            <a:off x="581763" y="254928"/>
            <a:ext cx="7943658" cy="13280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Think back to our example of participant’s favourite streaming service…but imagine we also want to know if this preference is associated with their living location…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2F7C1-63D3-3437-E30E-1E08CF89634A}"/>
              </a:ext>
            </a:extLst>
          </p:cNvPr>
          <p:cNvSpPr txBox="1"/>
          <p:nvPr/>
        </p:nvSpPr>
        <p:spPr>
          <a:xfrm>
            <a:off x="581763" y="1763060"/>
            <a:ext cx="8562237" cy="3903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400" dirty="0">
                <a:solidFill>
                  <a:schemeClr val="tx1"/>
                </a:solidFill>
              </a:rPr>
              <a:t>Here, we now have </a:t>
            </a:r>
            <a:r>
              <a:rPr lang="en-GB" sz="2400" b="1" dirty="0">
                <a:solidFill>
                  <a:schemeClr val="tx1"/>
                </a:solidFill>
              </a:rPr>
              <a:t>two</a:t>
            </a:r>
            <a:r>
              <a:rPr lang="en-GB" sz="2400" dirty="0">
                <a:solidFill>
                  <a:schemeClr val="tx1"/>
                </a:solidFill>
              </a:rPr>
              <a:t> variables: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/>
                </a:solidFill>
              </a:rPr>
              <a:t>1. Participant’s favourite streaming service…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/>
                </a:solidFill>
              </a:rPr>
              <a:t>2. Their location</a:t>
            </a:r>
          </a:p>
          <a:p>
            <a:pPr>
              <a:spcBef>
                <a:spcPts val="600"/>
              </a:spcBef>
            </a:pPr>
            <a:endParaRPr lang="en-GB" sz="2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We can create our hypothesis…</a:t>
            </a: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</a:rPr>
              <a:t>Remember the test tell us whether there is a relationship (association) between two categorical variables (i.e. a yes or no answer). It doesn’t tell us the direction, or which specific cells contribute most to the association.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645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01F420-3D3B-0095-1E40-63E594DFA136}"/>
              </a:ext>
            </a:extLst>
          </p:cNvPr>
          <p:cNvSpPr txBox="1">
            <a:spLocks/>
          </p:cNvSpPr>
          <p:nvPr/>
        </p:nvSpPr>
        <p:spPr>
          <a:xfrm>
            <a:off x="925517" y="46497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Test of Association: Example</a:t>
            </a:r>
            <a:endParaRPr lang="en-US" sz="4000" dirty="0">
              <a:effectLst/>
            </a:endParaRPr>
          </a:p>
        </p:txBody>
      </p:sp>
      <p:pic>
        <p:nvPicPr>
          <p:cNvPr id="4" name="Picture 3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DCFB20FE-24A0-5281-E58C-DE4F363C5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1170" r="12989" b="68333"/>
          <a:stretch/>
        </p:blipFill>
        <p:spPr>
          <a:xfrm>
            <a:off x="621482" y="2316519"/>
            <a:ext cx="1828919" cy="12565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B0D94-F472-0E08-99A6-4A15FBC3B529}"/>
              </a:ext>
            </a:extLst>
          </p:cNvPr>
          <p:cNvSpPr txBox="1"/>
          <p:nvPr/>
        </p:nvSpPr>
        <p:spPr>
          <a:xfrm>
            <a:off x="423534" y="843402"/>
            <a:ext cx="8431708" cy="1029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GB" sz="2400" dirty="0">
                <a:ea typeface="+mj-ea"/>
                <a:cs typeface="+mj-cs"/>
              </a:rPr>
              <a:t>We asked 180 people their favourite streaming platform service and their location. 2 variables: Streaming platform (3) and Location (2)</a:t>
            </a:r>
          </a:p>
        </p:txBody>
      </p:sp>
      <p:pic>
        <p:nvPicPr>
          <p:cNvPr id="6" name="Graphic 5" descr="Group of people outline">
            <a:extLst>
              <a:ext uri="{FF2B5EF4-FFF2-40B4-BE49-F238E27FC236}">
                <a16:creationId xmlns:a16="http://schemas.microsoft.com/office/drawing/2014/main" id="{169F7718-3FA2-432D-E7D5-6E4503B82F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1155" y="5797024"/>
            <a:ext cx="794974" cy="794974"/>
          </a:xfrm>
          <a:prstGeom prst="rect">
            <a:avLst/>
          </a:prstGeom>
        </p:spPr>
      </p:pic>
      <p:pic>
        <p:nvPicPr>
          <p:cNvPr id="13" name="Graphic 12" descr="Group of men outline">
            <a:extLst>
              <a:ext uri="{FF2B5EF4-FFF2-40B4-BE49-F238E27FC236}">
                <a16:creationId xmlns:a16="http://schemas.microsoft.com/office/drawing/2014/main" id="{28EFB742-D2C2-9E07-5637-E47F93A997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9804" y="4361129"/>
            <a:ext cx="794974" cy="794974"/>
          </a:xfrm>
          <a:prstGeom prst="rect">
            <a:avLst/>
          </a:prstGeom>
        </p:spPr>
      </p:pic>
      <p:pic>
        <p:nvPicPr>
          <p:cNvPr id="15" name="Graphic 14" descr="Universal access outline">
            <a:extLst>
              <a:ext uri="{FF2B5EF4-FFF2-40B4-BE49-F238E27FC236}">
                <a16:creationId xmlns:a16="http://schemas.microsoft.com/office/drawing/2014/main" id="{FD407217-4127-52BC-ABE2-3F1E04CBE8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8907" y="4370692"/>
            <a:ext cx="794974" cy="794974"/>
          </a:xfrm>
          <a:prstGeom prst="rect">
            <a:avLst/>
          </a:prstGeom>
        </p:spPr>
      </p:pic>
      <p:pic>
        <p:nvPicPr>
          <p:cNvPr id="16" name="Picture 15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3413ED2-0931-9F84-A671-E0601259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69505" r="12989" b="1666"/>
          <a:stretch/>
        </p:blipFill>
        <p:spPr>
          <a:xfrm>
            <a:off x="6278199" y="2301038"/>
            <a:ext cx="1828919" cy="1244063"/>
          </a:xfrm>
          <a:prstGeom prst="rect">
            <a:avLst/>
          </a:prstGeom>
        </p:spPr>
      </p:pic>
      <p:pic>
        <p:nvPicPr>
          <p:cNvPr id="17" name="Picture 16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8C72EDB-1153-B862-2AED-A654E7E69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35488" r="12989" b="34319"/>
          <a:stretch/>
        </p:blipFill>
        <p:spPr>
          <a:xfrm>
            <a:off x="3474962" y="2301160"/>
            <a:ext cx="1828919" cy="1244063"/>
          </a:xfrm>
          <a:prstGeom prst="rect">
            <a:avLst/>
          </a:prstGeom>
        </p:spPr>
      </p:pic>
      <p:pic>
        <p:nvPicPr>
          <p:cNvPr id="2" name="Graphic 1" descr="Group of men outline">
            <a:extLst>
              <a:ext uri="{FF2B5EF4-FFF2-40B4-BE49-F238E27FC236}">
                <a16:creationId xmlns:a16="http://schemas.microsoft.com/office/drawing/2014/main" id="{AE82C5BD-939E-91C1-4B21-BC5E672FF6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6439" y="5130320"/>
            <a:ext cx="794974" cy="794974"/>
          </a:xfrm>
          <a:prstGeom prst="rect">
            <a:avLst/>
          </a:prstGeom>
        </p:spPr>
      </p:pic>
      <p:pic>
        <p:nvPicPr>
          <p:cNvPr id="5" name="Graphic 4" descr="Group of men outline">
            <a:extLst>
              <a:ext uri="{FF2B5EF4-FFF2-40B4-BE49-F238E27FC236}">
                <a16:creationId xmlns:a16="http://schemas.microsoft.com/office/drawing/2014/main" id="{F7B894B9-2168-2DA7-4248-88CB5101B4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98383" y="5147949"/>
            <a:ext cx="794974" cy="794974"/>
          </a:xfrm>
          <a:prstGeom prst="rect">
            <a:avLst/>
          </a:prstGeom>
        </p:spPr>
      </p:pic>
      <p:pic>
        <p:nvPicPr>
          <p:cNvPr id="8" name="Graphic 7" descr="Group of people outline">
            <a:extLst>
              <a:ext uri="{FF2B5EF4-FFF2-40B4-BE49-F238E27FC236}">
                <a16:creationId xmlns:a16="http://schemas.microsoft.com/office/drawing/2014/main" id="{BDBE6D0D-2E0A-1A97-5D00-8990DF8B6C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5717" y="5037396"/>
            <a:ext cx="794974" cy="794974"/>
          </a:xfrm>
          <a:prstGeom prst="rect">
            <a:avLst/>
          </a:prstGeom>
        </p:spPr>
      </p:pic>
      <p:pic>
        <p:nvPicPr>
          <p:cNvPr id="9" name="Graphic 8" descr="Universal access outline">
            <a:extLst>
              <a:ext uri="{FF2B5EF4-FFF2-40B4-BE49-F238E27FC236}">
                <a16:creationId xmlns:a16="http://schemas.microsoft.com/office/drawing/2014/main" id="{945708B4-E7DB-1817-FFB1-D9B8628375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2282" y="5870504"/>
            <a:ext cx="794974" cy="7949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83949D-C531-7D4E-9636-EA7A75706648}"/>
              </a:ext>
            </a:extLst>
          </p:cNvPr>
          <p:cNvSpPr txBox="1"/>
          <p:nvPr/>
        </p:nvSpPr>
        <p:spPr>
          <a:xfrm rot="20983220">
            <a:off x="367303" y="5240891"/>
            <a:ext cx="2417866" cy="8786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/>
                </a:solidFill>
                <a:ea typeface="+mj-ea"/>
                <a:cs typeface="+mj-cs"/>
              </a:rPr>
              <a:t>Random Sample: 180 people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13565-92A8-396A-5FB4-DFB33E632600}"/>
              </a:ext>
            </a:extLst>
          </p:cNvPr>
          <p:cNvSpPr txBox="1"/>
          <p:nvPr/>
        </p:nvSpPr>
        <p:spPr>
          <a:xfrm>
            <a:off x="246910" y="3527640"/>
            <a:ext cx="1423884" cy="341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rgbClr val="D29956"/>
                </a:solidFill>
                <a:ea typeface="+mj-ea"/>
                <a:cs typeface="+mj-cs"/>
              </a:rPr>
              <a:t>Durham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D9267C-8FD8-2462-57EF-898A5E4631CF}"/>
              </a:ext>
            </a:extLst>
          </p:cNvPr>
          <p:cNvSpPr txBox="1"/>
          <p:nvPr/>
        </p:nvSpPr>
        <p:spPr>
          <a:xfrm>
            <a:off x="1514619" y="3545101"/>
            <a:ext cx="1423884" cy="341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rgbClr val="D29956"/>
                </a:solidFill>
                <a:ea typeface="+mj-ea"/>
                <a:cs typeface="+mj-cs"/>
              </a:rPr>
              <a:t>London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4F89A4-ADB4-3D85-F7C1-E282D698ACD0}"/>
              </a:ext>
            </a:extLst>
          </p:cNvPr>
          <p:cNvSpPr txBox="1"/>
          <p:nvPr/>
        </p:nvSpPr>
        <p:spPr>
          <a:xfrm>
            <a:off x="3059283" y="3509795"/>
            <a:ext cx="1423884" cy="341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rgbClr val="D29956"/>
                </a:solidFill>
                <a:ea typeface="+mj-ea"/>
                <a:cs typeface="+mj-cs"/>
              </a:rPr>
              <a:t>Durham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AAAFA-51F4-4CC8-0252-8B721D876B40}"/>
              </a:ext>
            </a:extLst>
          </p:cNvPr>
          <p:cNvSpPr txBox="1"/>
          <p:nvPr/>
        </p:nvSpPr>
        <p:spPr>
          <a:xfrm>
            <a:off x="4326992" y="3527256"/>
            <a:ext cx="1423884" cy="341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rgbClr val="D29956"/>
                </a:solidFill>
                <a:ea typeface="+mj-ea"/>
                <a:cs typeface="+mj-cs"/>
              </a:rPr>
              <a:t>London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6E361-E08E-8269-0EA8-A88694BC7369}"/>
              </a:ext>
            </a:extLst>
          </p:cNvPr>
          <p:cNvSpPr txBox="1"/>
          <p:nvPr/>
        </p:nvSpPr>
        <p:spPr>
          <a:xfrm>
            <a:off x="5821413" y="3527256"/>
            <a:ext cx="1423884" cy="341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rgbClr val="D29956"/>
                </a:solidFill>
                <a:ea typeface="+mj-ea"/>
                <a:cs typeface="+mj-cs"/>
              </a:rPr>
              <a:t>Durham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8C24EC-B104-B286-1656-722FF6E6F4B7}"/>
              </a:ext>
            </a:extLst>
          </p:cNvPr>
          <p:cNvSpPr txBox="1"/>
          <p:nvPr/>
        </p:nvSpPr>
        <p:spPr>
          <a:xfrm>
            <a:off x="7209902" y="3545101"/>
            <a:ext cx="1423884" cy="341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rgbClr val="D29956"/>
                </a:solidFill>
                <a:ea typeface="+mj-ea"/>
                <a:cs typeface="+mj-cs"/>
              </a:rPr>
              <a:t>London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363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17 0.01713 L -0.05417 0.01736 C -0.23646 -0.05093 -0.05121 0.01528 -0.25087 -0.04676 C -0.3059 -0.06366 -0.29618 -0.04838 -0.30868 -0.07037 L -0.30868 -0.07014 " pathEditMode="relative" rAng="0" ptsTypes="AAAAA">
                                      <p:cBhvr>
                                        <p:cTn id="4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26" y="-437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781 0.00648 L -0.05781 0.00694 C -0.09184 0.0118 -0.10156 0.01505 -0.14879 -0.00162 C -0.3217 -0.06111 -0.19375 -0.04583 -0.27465 -0.05324 C -0.28611 -0.05602 -0.28125 -0.05347 -0.28889 -0.05787 L -0.28889 -0.05764 " pathEditMode="relative" rAng="0" ptsTypes="AAAAAA">
                                      <p:cBhvr>
                                        <p:cTn id="5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63" y="-3009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7871 L 3.33333E-6 -0.1712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 0.00046 C 0.00156 -0.00509 0.00313 -0.00995 0.00503 -0.01482 C 0.00816 -0.02361 0.0125 -0.03171 0.0151 -0.04028 C 0.01927 -0.0537 0.02153 -0.06759 0.02552 -0.08079 C 0.03559 -0.11713 0.02656 -0.08611 0.04566 -0.14514 C 0.04757 -0.15046 0.04844 -0.15625 0.05104 -0.16158 C 0.08385 -0.23148 0.04549 -0.15255 0.07309 -0.2037 C 0.09132 -0.23704 0.06962 -0.20255 0.08681 -0.22894 C 0.08733 -0.23148 0.08785 -0.23403 0.08837 -0.23634 C 0.09149 -0.24699 0.08906 -0.24445 0.09375 -0.24815 L 0.09375 -0.24792 " pathEditMode="relative" rAng="0" ptsTypes="AAAAAAAAAA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-1238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1389 L 0.01875 -0.01366 C 0.0217 -0.01597 0.02448 -0.01829 0.0276 -0.02014 C 0.05573 -0.03704 0.08316 -0.0493 0.10972 -0.07199 C 0.11632 -0.07778 0.12257 -0.0838 0.12969 -0.08912 C 0.14462 -0.10046 0.1592 -0.11319 0.17569 -0.1213 C 0.18542 -0.12569 0.18628 -0.12546 0.19479 -0.13356 C 0.19653 -0.13518 0.19982 -0.13935 0.19982 -0.13912 L 0.19982 -0.13935 " pathEditMode="relative" rAng="0" ptsTypes="AAAAAAAAA"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45" y="-627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26 -0.00787 L 0.0526 -0.00764 C 0.05885 -0.0125 0.19062 -0.10162 0.20694 -0.12222 C 0.24097 -0.16435 0.22534 -0.15602 0.24583 -0.16505 C 0.25173 -0.1713 0.25138 -0.16783 0.25138 -0.17246 L 0.25138 -0.17222 " pathEditMode="relative" rAng="0" ptsTypes="AAAAAA">
                                      <p:cBhvr>
                                        <p:cTn id="5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31" y="-8218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00023 L -2.5E-6 0.00046 C 0.02709 -0.00741 0.05486 -0.01435 0.08247 -0.02222 C 0.1066 -0.02893 0.13177 -0.03426 0.15452 -0.04421 C 0.16841 -0.05 0.17934 -0.06042 0.19132 -0.06921 C 0.20591 -0.08032 0.22101 -0.09305 0.23143 -0.10764 C 0.23629 -0.11435 0.2408 -0.12106 0.24323 -0.1287 C 0.24722 -0.14074 0.24757 -0.14028 0.24948 -0.1493 C 0.24948 -0.14977 0.24948 -0.15 0.24948 -0.14977 L 0.24948 -0.15 " pathEditMode="relative" rAng="0" ptsTypes="AAAAAAAAAA">
                                      <p:cBhvr>
                                        <p:cTn id="6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5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8" grpId="0"/>
      <p:bldP spid="20" grpId="0"/>
      <p:bldP spid="21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B7B8A9-4932-FBBA-231F-B102AE9D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DD952B2-2E9B-F9DA-18D9-87FC32A8682F}"/>
              </a:ext>
            </a:extLst>
          </p:cNvPr>
          <p:cNvGraphicFramePr/>
          <p:nvPr/>
        </p:nvGraphicFramePr>
        <p:xfrm>
          <a:off x="266700" y="0"/>
          <a:ext cx="8610600" cy="4785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DFA7AF-D258-B133-68DD-F1CD353B3165}"/>
              </a:ext>
            </a:extLst>
          </p:cNvPr>
          <p:cNvSpPr txBox="1"/>
          <p:nvPr/>
        </p:nvSpPr>
        <p:spPr>
          <a:xfrm>
            <a:off x="1063097" y="4785360"/>
            <a:ext cx="3508903" cy="1200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e.g. No association between location and streaming platform choice. i.e., no relationship, they are independent.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A1075-7E0E-BDDD-948D-C5E524831F24}"/>
              </a:ext>
            </a:extLst>
          </p:cNvPr>
          <p:cNvSpPr txBox="1"/>
          <p:nvPr/>
        </p:nvSpPr>
        <p:spPr>
          <a:xfrm>
            <a:off x="5186894" y="4785360"/>
            <a:ext cx="3957106" cy="147732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dirty="0">
                <a:solidFill>
                  <a:schemeClr val="tx1"/>
                </a:solidFill>
              </a:rPr>
              <a:t>e.g., There will be a difference in preferred streaming platforms that is associated with location. We expect a significant association between location and streaming preference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371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CCCCE-AA1F-8D21-3CC0-05BF6599ED66}"/>
              </a:ext>
            </a:extLst>
          </p:cNvPr>
          <p:cNvSpPr txBox="1"/>
          <p:nvPr/>
        </p:nvSpPr>
        <p:spPr>
          <a:xfrm>
            <a:off x="570125" y="1357804"/>
            <a:ext cx="8573875" cy="46140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Remember for a goodness-of-fit test we calculated our Expected values by just splitting it equally?</a:t>
            </a: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Well, we don’t do this for Chi-square test of association!</a:t>
            </a:r>
          </a:p>
          <a:p>
            <a:pPr>
              <a:spcBef>
                <a:spcPts val="600"/>
              </a:spcBef>
            </a:pPr>
            <a:endParaRPr lang="en-GB" sz="2400" dirty="0">
              <a:solidFill>
                <a:schemeClr val="tx1"/>
              </a:solidFill>
              <a:ea typeface="+mj-ea"/>
              <a:cs typeface="+mj-cs"/>
            </a:endParaRP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We must calculate expected values first – then carry on with the chi-square analysis!</a:t>
            </a:r>
          </a:p>
          <a:p>
            <a:pPr>
              <a:spcBef>
                <a:spcPts val="600"/>
              </a:spcBef>
            </a:pPr>
            <a:endParaRPr lang="en-GB" sz="2400" dirty="0">
              <a:solidFill>
                <a:schemeClr val="tx1"/>
              </a:solidFill>
              <a:ea typeface="+mj-ea"/>
              <a:cs typeface="+mj-cs"/>
            </a:endParaRPr>
          </a:p>
          <a:p>
            <a:pPr>
              <a:spcBef>
                <a:spcPts val="600"/>
              </a:spcBef>
            </a:pPr>
            <a:r>
              <a:rPr lang="en-GB" sz="2400" dirty="0"/>
              <a:t>Expected frequencies depend on the </a:t>
            </a:r>
            <a:r>
              <a:rPr lang="en-GB" sz="2400" b="1" dirty="0"/>
              <a:t>marginal totals</a:t>
            </a:r>
            <a:r>
              <a:rPr lang="en-GB" sz="2400" dirty="0"/>
              <a:t> (row and column totals) in your contingency table, not on equal distribution.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143B90-F293-DEEE-DB52-BEB94D7A9D1B}"/>
              </a:ext>
            </a:extLst>
          </p:cNvPr>
          <p:cNvSpPr txBox="1">
            <a:spLocks/>
          </p:cNvSpPr>
          <p:nvPr/>
        </p:nvSpPr>
        <p:spPr>
          <a:xfrm>
            <a:off x="925517" y="46497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Test of Association: Example</a:t>
            </a:r>
            <a:endParaRPr lang="en-US" sz="40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D0BCCA-B9B6-C0AD-FACC-A883251A7602}"/>
              </a:ext>
            </a:extLst>
          </p:cNvPr>
          <p:cNvSpPr txBox="1"/>
          <p:nvPr/>
        </p:nvSpPr>
        <p:spPr>
          <a:xfrm>
            <a:off x="761374" y="886167"/>
            <a:ext cx="7243635" cy="5107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Calculate Chi-square test of association by hand!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3865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85684"/>
            <a:ext cx="7812148" cy="567403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Calculating Test of Association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BE6805-490D-33A1-5649-6946F22C9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278360"/>
              </p:ext>
            </p:extLst>
          </p:nvPr>
        </p:nvGraphicFramePr>
        <p:xfrm>
          <a:off x="730075" y="3206573"/>
          <a:ext cx="3355974" cy="365760"/>
        </p:xfrm>
        <a:graphic>
          <a:graphicData uri="http://schemas.openxmlformats.org/drawingml/2006/table">
            <a:tbl>
              <a:tblPr/>
              <a:tblGrid>
                <a:gridCol w="3355974">
                  <a:extLst>
                    <a:ext uri="{9D8B030D-6E8A-4147-A177-3AD203B41FA5}">
                      <a16:colId xmlns:a16="http://schemas.microsoft.com/office/drawing/2014/main" val="393702676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 i="1" u="sng" dirty="0">
                          <a:solidFill>
                            <a:schemeClr val="bg1"/>
                          </a:solidFill>
                        </a:rPr>
                        <a:t>Contingency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099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5CCCCE-AA1F-8D21-3CC0-05BF6599ED66}"/>
              </a:ext>
            </a:extLst>
          </p:cNvPr>
          <p:cNvSpPr txBox="1"/>
          <p:nvPr/>
        </p:nvSpPr>
        <p:spPr>
          <a:xfrm>
            <a:off x="570125" y="1930717"/>
            <a:ext cx="8573875" cy="14982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Sum the </a:t>
            </a:r>
            <a:r>
              <a:rPr lang="en-GB" sz="2400" b="1" dirty="0">
                <a:solidFill>
                  <a:srgbClr val="00B050"/>
                </a:solidFill>
                <a:ea typeface="+mj-ea"/>
                <a:cs typeface="+mj-cs"/>
              </a:rPr>
              <a:t>Row</a:t>
            </a: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 and </a:t>
            </a:r>
            <a:r>
              <a:rPr lang="en-GB" sz="2400" b="1" dirty="0">
                <a:solidFill>
                  <a:srgbClr val="FF0000"/>
                </a:solidFill>
                <a:ea typeface="+mj-ea"/>
                <a:cs typeface="+mj-cs"/>
              </a:rPr>
              <a:t>Column</a:t>
            </a: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 totals, to get the </a:t>
            </a:r>
            <a:r>
              <a:rPr lang="en-GB" sz="2400" b="1" dirty="0">
                <a:solidFill>
                  <a:srgbClr val="7030A0"/>
                </a:solidFill>
                <a:ea typeface="+mj-ea"/>
                <a:cs typeface="+mj-cs"/>
              </a:rPr>
              <a:t>grand total (</a:t>
            </a:r>
            <a:r>
              <a:rPr lang="en-GB" sz="2400" b="1" dirty="0">
                <a:solidFill>
                  <a:srgbClr val="7030A0"/>
                </a:solidFill>
              </a:rPr>
              <a:t>∑ )</a:t>
            </a:r>
          </a:p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(</a:t>
            </a:r>
            <a:r>
              <a:rPr lang="en-GB" sz="2400" dirty="0">
                <a:solidFill>
                  <a:schemeClr val="tx1"/>
                </a:solidFill>
              </a:rPr>
              <a:t>total number of observations in the data)</a:t>
            </a:r>
          </a:p>
          <a:p>
            <a:pPr>
              <a:spcBef>
                <a:spcPts val="600"/>
              </a:spcBef>
            </a:pPr>
            <a:endParaRPr lang="en-GB" sz="2400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36BA0C-C28C-0157-73E7-BC0916672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042947"/>
              </p:ext>
            </p:extLst>
          </p:nvPr>
        </p:nvGraphicFramePr>
        <p:xfrm>
          <a:off x="730075" y="3604273"/>
          <a:ext cx="7799828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92641">
                  <a:extLst>
                    <a:ext uri="{9D8B030D-6E8A-4147-A177-3AD203B41FA5}">
                      <a16:colId xmlns:a16="http://schemas.microsoft.com/office/drawing/2014/main" val="2869573537"/>
                    </a:ext>
                  </a:extLst>
                </a:gridCol>
                <a:gridCol w="1468826">
                  <a:extLst>
                    <a:ext uri="{9D8B030D-6E8A-4147-A177-3AD203B41FA5}">
                      <a16:colId xmlns:a16="http://schemas.microsoft.com/office/drawing/2014/main" val="3060323957"/>
                    </a:ext>
                  </a:extLst>
                </a:gridCol>
                <a:gridCol w="896346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156015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3565229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Netflix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Row Total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Durham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15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Column Total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7030A0"/>
                          </a:solidFill>
                        </a:rPr>
                        <a:t>∑ 180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42257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0A58CA9-F94E-B690-934F-41131C7A82DE}"/>
              </a:ext>
            </a:extLst>
          </p:cNvPr>
          <p:cNvSpPr/>
          <p:nvPr/>
        </p:nvSpPr>
        <p:spPr>
          <a:xfrm>
            <a:off x="7228808" y="3604273"/>
            <a:ext cx="1179174" cy="162312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23316B-E926-8EA6-AB74-A3740EB6752D}"/>
              </a:ext>
            </a:extLst>
          </p:cNvPr>
          <p:cNvSpPr/>
          <p:nvPr/>
        </p:nvSpPr>
        <p:spPr>
          <a:xfrm rot="16200000">
            <a:off x="4357091" y="1036741"/>
            <a:ext cx="423877" cy="7677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6DB197-EBE6-D7AA-9BB3-AE8BD2237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26" y="1039410"/>
            <a:ext cx="3764280" cy="75625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AEBDD3-DB23-409E-699F-768FA273A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459201"/>
              </p:ext>
            </p:extLst>
          </p:nvPr>
        </p:nvGraphicFramePr>
        <p:xfrm>
          <a:off x="665926" y="3104372"/>
          <a:ext cx="3355974" cy="365760"/>
        </p:xfrm>
        <a:graphic>
          <a:graphicData uri="http://schemas.openxmlformats.org/drawingml/2006/table">
            <a:tbl>
              <a:tblPr/>
              <a:tblGrid>
                <a:gridCol w="3355974">
                  <a:extLst>
                    <a:ext uri="{9D8B030D-6E8A-4147-A177-3AD203B41FA5}">
                      <a16:colId xmlns:a16="http://schemas.microsoft.com/office/drawing/2014/main" val="393702676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 i="1" u="sng" dirty="0">
                          <a:solidFill>
                            <a:schemeClr val="tx1"/>
                          </a:solidFill>
                        </a:rPr>
                        <a:t>Contingency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099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C6A73C-20BE-8963-5420-F951708022F6}"/>
              </a:ext>
            </a:extLst>
          </p:cNvPr>
          <p:cNvSpPr txBox="1"/>
          <p:nvPr/>
        </p:nvSpPr>
        <p:spPr>
          <a:xfrm rot="494234">
            <a:off x="916255" y="5365527"/>
            <a:ext cx="2023874" cy="132802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i="1" dirty="0">
                <a:solidFill>
                  <a:srgbClr val="1D6295"/>
                </a:solidFill>
              </a:rPr>
              <a:t>Note: it’s called a </a:t>
            </a:r>
            <a:r>
              <a:rPr lang="en-GB" b="1" i="1" dirty="0">
                <a:solidFill>
                  <a:srgbClr val="1D6295"/>
                </a:solidFill>
              </a:rPr>
              <a:t>Contingency table </a:t>
            </a:r>
            <a:r>
              <a:rPr lang="en-GB" i="1" dirty="0">
                <a:solidFill>
                  <a:srgbClr val="1D6295"/>
                </a:solidFill>
              </a:rPr>
              <a:t>for this type of test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084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8C2CE3-E5B3-AED8-352D-7BFE446B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3A447C-6325-B9EE-2AFA-56C051BC7769}"/>
              </a:ext>
            </a:extLst>
          </p:cNvPr>
          <p:cNvSpPr txBox="1"/>
          <p:nvPr/>
        </p:nvSpPr>
        <p:spPr>
          <a:xfrm>
            <a:off x="285062" y="841107"/>
            <a:ext cx="8573875" cy="5107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You calculate expected frequencies for </a:t>
            </a:r>
            <a:r>
              <a:rPr lang="en-GB" sz="2400" b="1" dirty="0">
                <a:solidFill>
                  <a:schemeClr val="tx1"/>
                </a:solidFill>
                <a:ea typeface="+mj-ea"/>
                <a:cs typeface="+mj-cs"/>
              </a:rPr>
              <a:t>each cell </a:t>
            </a: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using the formula</a:t>
            </a:r>
            <a:endParaRPr lang="en-GB" sz="2400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EFA33F0-9FA7-FB5D-AC06-467FE4610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775086"/>
              </p:ext>
            </p:extLst>
          </p:nvPr>
        </p:nvGraphicFramePr>
        <p:xfrm>
          <a:off x="789082" y="2458982"/>
          <a:ext cx="7799828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92641">
                  <a:extLst>
                    <a:ext uri="{9D8B030D-6E8A-4147-A177-3AD203B41FA5}">
                      <a16:colId xmlns:a16="http://schemas.microsoft.com/office/drawing/2014/main" val="2869573537"/>
                    </a:ext>
                  </a:extLst>
                </a:gridCol>
                <a:gridCol w="1468826">
                  <a:extLst>
                    <a:ext uri="{9D8B030D-6E8A-4147-A177-3AD203B41FA5}">
                      <a16:colId xmlns:a16="http://schemas.microsoft.com/office/drawing/2014/main" val="3060323957"/>
                    </a:ext>
                  </a:extLst>
                </a:gridCol>
                <a:gridCol w="896346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156015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3565229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Netflix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Row Total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Durham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15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Column Total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7030A0"/>
                          </a:solidFill>
                        </a:rPr>
                        <a:t>∑ 180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422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AE2774-8726-2F8D-6464-407F93DCC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945039"/>
              </p:ext>
            </p:extLst>
          </p:nvPr>
        </p:nvGraphicFramePr>
        <p:xfrm>
          <a:off x="789082" y="5431643"/>
          <a:ext cx="6705498" cy="117049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21811">
                  <a:extLst>
                    <a:ext uri="{9D8B030D-6E8A-4147-A177-3AD203B41FA5}">
                      <a16:colId xmlns:a16="http://schemas.microsoft.com/office/drawing/2014/main" val="2869573537"/>
                    </a:ext>
                  </a:extLst>
                </a:gridCol>
                <a:gridCol w="1472451">
                  <a:extLst>
                    <a:ext uri="{9D8B030D-6E8A-4147-A177-3AD203B41FA5}">
                      <a16:colId xmlns:a16="http://schemas.microsoft.com/office/drawing/2014/main" val="3060323957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205345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428819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Durham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156750"/>
                  </a:ext>
                </a:extLst>
              </a:tr>
            </a:tbl>
          </a:graphicData>
        </a:graphic>
      </p:graphicFrame>
      <p:pic>
        <p:nvPicPr>
          <p:cNvPr id="7" name="Picture 6" descr="A table of math equations&#10;&#10;Description automatically generated">
            <a:extLst>
              <a:ext uri="{FF2B5EF4-FFF2-40B4-BE49-F238E27FC236}">
                <a16:creationId xmlns:a16="http://schemas.microsoft.com/office/drawing/2014/main" id="{F8311103-4358-4401-ABE0-1639DF0394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9" r="12323" b="80319"/>
          <a:stretch>
            <a:fillRect/>
          </a:stretch>
        </p:blipFill>
        <p:spPr>
          <a:xfrm>
            <a:off x="789082" y="4145902"/>
            <a:ext cx="4615535" cy="104862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78C0B4-5F9A-2754-9DB6-7E32D6A146DE}"/>
              </a:ext>
            </a:extLst>
          </p:cNvPr>
          <p:cNvSpPr/>
          <p:nvPr/>
        </p:nvSpPr>
        <p:spPr>
          <a:xfrm>
            <a:off x="4223212" y="5789062"/>
            <a:ext cx="697576" cy="455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EC2FBB-82F8-81B2-7172-AAAA5AB64610}"/>
              </a:ext>
            </a:extLst>
          </p:cNvPr>
          <p:cNvSpPr/>
          <p:nvPr/>
        </p:nvSpPr>
        <p:spPr>
          <a:xfrm>
            <a:off x="4141831" y="3486682"/>
            <a:ext cx="697576" cy="455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E250F-CB14-9743-AB30-AE8324A72238}"/>
              </a:ext>
            </a:extLst>
          </p:cNvPr>
          <p:cNvSpPr/>
          <p:nvPr/>
        </p:nvSpPr>
        <p:spPr>
          <a:xfrm>
            <a:off x="7145792" y="2745002"/>
            <a:ext cx="697576" cy="455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D028A2-BE4A-2625-B7E1-139889B86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62" y="1487607"/>
            <a:ext cx="3764280" cy="7562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5139AA4-598E-7A3B-780E-E5A1C11FFF68}"/>
              </a:ext>
            </a:extLst>
          </p:cNvPr>
          <p:cNvSpPr/>
          <p:nvPr/>
        </p:nvSpPr>
        <p:spPr>
          <a:xfrm>
            <a:off x="4223212" y="2379585"/>
            <a:ext cx="697576" cy="455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99F2F-A0A1-5B0A-D2ED-E060821B9AB6}"/>
              </a:ext>
            </a:extLst>
          </p:cNvPr>
          <p:cNvSpPr/>
          <p:nvPr/>
        </p:nvSpPr>
        <p:spPr>
          <a:xfrm>
            <a:off x="7259104" y="3486682"/>
            <a:ext cx="697576" cy="455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053F4B-8B5C-A124-A1D3-C77B08DB75B6}"/>
              </a:ext>
            </a:extLst>
          </p:cNvPr>
          <p:cNvSpPr txBox="1">
            <a:spLocks/>
          </p:cNvSpPr>
          <p:nvPr/>
        </p:nvSpPr>
        <p:spPr>
          <a:xfrm>
            <a:off x="665926" y="85684"/>
            <a:ext cx="7812148" cy="567403"/>
          </a:xfrm>
          <a:prstGeom prst="rect">
            <a:avLst/>
          </a:prstGeom>
          <a:noFill/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>
                <a:solidFill>
                  <a:schemeClr val="tx1"/>
                </a:solidFill>
                <a:latin typeface="+mj-lt"/>
              </a:rPr>
              <a:t>Calculating Test of Association</a:t>
            </a:r>
            <a:endParaRPr lang="en-GB" sz="4000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638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6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of math equations&#10;&#10;Description automatically generated">
            <a:extLst>
              <a:ext uri="{FF2B5EF4-FFF2-40B4-BE49-F238E27FC236}">
                <a16:creationId xmlns:a16="http://schemas.microsoft.com/office/drawing/2014/main" id="{EA548243-4DBC-876A-D067-9DD0FF22E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004"/>
          <a:stretch/>
        </p:blipFill>
        <p:spPr>
          <a:xfrm>
            <a:off x="69271" y="1057841"/>
            <a:ext cx="6220693" cy="4633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A09B5A-560B-0804-3B19-E232E7E8053E}"/>
              </a:ext>
            </a:extLst>
          </p:cNvPr>
          <p:cNvSpPr txBox="1"/>
          <p:nvPr/>
        </p:nvSpPr>
        <p:spPr>
          <a:xfrm>
            <a:off x="6573983" y="1057841"/>
            <a:ext cx="228600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400" dirty="0">
                <a:ea typeface="+mj-ea"/>
                <a:cs typeface="+mj-cs"/>
              </a:rPr>
              <a:t>F</a:t>
            </a:r>
            <a:r>
              <a:rPr lang="en-GB" sz="2400" dirty="0">
                <a:solidFill>
                  <a:schemeClr val="tx1"/>
                </a:solidFill>
                <a:ea typeface="+mj-ea"/>
                <a:cs typeface="+mj-cs"/>
              </a:rPr>
              <a:t>ill in your “Expected frequencies” Table</a:t>
            </a:r>
            <a:endParaRPr lang="en-GB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4DD20A-1182-FBED-353E-356C71409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85684"/>
            <a:ext cx="7812148" cy="567403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Calculating Test of Association</a:t>
            </a:r>
          </a:p>
        </p:txBody>
      </p:sp>
    </p:spTree>
    <p:extLst>
      <p:ext uri="{BB962C8B-B14F-4D97-AF65-F5344CB8AC3E}">
        <p14:creationId xmlns:p14="http://schemas.microsoft.com/office/powerpoint/2010/main" val="446653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CCCCE-AA1F-8D21-3CC0-05BF6599ED66}"/>
              </a:ext>
            </a:extLst>
          </p:cNvPr>
          <p:cNvSpPr txBox="1"/>
          <p:nvPr/>
        </p:nvSpPr>
        <p:spPr>
          <a:xfrm>
            <a:off x="513526" y="1017957"/>
            <a:ext cx="7943658" cy="9194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Once you have Expected values, you use the same formula as Goodness-of-fit to calculate the Chi-square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17113-7148-2D8D-1D1C-2396B7182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967" y="1992296"/>
            <a:ext cx="3790482" cy="1280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84EEEB-4A3C-277E-BF38-68CAB99C7B47}"/>
              </a:ext>
            </a:extLst>
          </p:cNvPr>
          <p:cNvSpPr txBox="1"/>
          <p:nvPr/>
        </p:nvSpPr>
        <p:spPr>
          <a:xfrm>
            <a:off x="665926" y="5610851"/>
            <a:ext cx="7943658" cy="9194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Compares observed frequencies with new calculated expected frequencies – and same interpretation applies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714B1A-D139-6F42-385B-1FAD5D360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78" y="3272862"/>
            <a:ext cx="5182323" cy="1057423"/>
          </a:xfrm>
          <a:prstGeom prst="rect">
            <a:avLst/>
          </a:prstGeom>
        </p:spPr>
      </p:pic>
      <p:pic>
        <p:nvPicPr>
          <p:cNvPr id="10" name="Picture 2" descr="JASP: how to get started">
            <a:extLst>
              <a:ext uri="{FF2B5EF4-FFF2-40B4-BE49-F238E27FC236}">
                <a16:creationId xmlns:a16="http://schemas.microsoft.com/office/drawing/2014/main" id="{D1F1167D-909F-67F4-94A3-68853FC34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851" y="1937358"/>
            <a:ext cx="1335504" cy="1335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28">
            <a:extLst>
              <a:ext uri="{FF2B5EF4-FFF2-40B4-BE49-F238E27FC236}">
                <a16:creationId xmlns:a16="http://schemas.microsoft.com/office/drawing/2014/main" id="{DBB96BB8-B217-D3D2-2BCB-FD280B98E95B}"/>
              </a:ext>
            </a:extLst>
          </p:cNvPr>
          <p:cNvSpPr txBox="1"/>
          <p:nvPr/>
        </p:nvSpPr>
        <p:spPr>
          <a:xfrm>
            <a:off x="345788" y="4460239"/>
            <a:ext cx="4642875" cy="70788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ysClr val="windowText" lastClr="000000"/>
                </a:solidFill>
              </a:rPr>
              <a:t>And so on...</a:t>
            </a:r>
          </a:p>
          <a:p>
            <a:pPr algn="ctr"/>
            <a:r>
              <a:rPr lang="en-GB" sz="2000" dirty="0">
                <a:solidFill>
                  <a:sysClr val="windowText" lastClr="000000"/>
                </a:solidFill>
              </a:rPr>
              <a:t>Then Sum all of them for your Chi</a:t>
            </a:r>
            <a:r>
              <a:rPr lang="en-GB" sz="2000" baseline="30000" dirty="0">
                <a:solidFill>
                  <a:sysClr val="windowText" lastClr="000000"/>
                </a:solidFill>
              </a:rPr>
              <a:t>2 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2E8F06C-0A39-3D43-3538-C5B4CC0B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85684"/>
            <a:ext cx="7812148" cy="567403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Calculating Test of Association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176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3FA3BBEF-EB0B-7119-A001-A1BFEEAAC6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839926"/>
              </p:ext>
            </p:extLst>
          </p:nvPr>
        </p:nvGraphicFramePr>
        <p:xfrm>
          <a:off x="172067" y="709863"/>
          <a:ext cx="8873018" cy="5438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34" name="Connecteur droit avec flèche 29">
            <a:extLst>
              <a:ext uri="{FF2B5EF4-FFF2-40B4-BE49-F238E27FC236}">
                <a16:creationId xmlns:a16="http://schemas.microsoft.com/office/drawing/2014/main" id="{97190C5E-CA30-B455-868F-87E02747C735}"/>
              </a:ext>
            </a:extLst>
          </p:cNvPr>
          <p:cNvCxnSpPr/>
          <p:nvPr/>
        </p:nvCxnSpPr>
        <p:spPr>
          <a:xfrm>
            <a:off x="2249096" y="5197828"/>
            <a:ext cx="0" cy="514385"/>
          </a:xfrm>
          <a:prstGeom prst="straightConnector1">
            <a:avLst/>
          </a:prstGeom>
          <a:ln w="38100">
            <a:solidFill>
              <a:srgbClr val="75CEE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à coins arrondis 30">
            <a:extLst>
              <a:ext uri="{FF2B5EF4-FFF2-40B4-BE49-F238E27FC236}">
                <a16:creationId xmlns:a16="http://schemas.microsoft.com/office/drawing/2014/main" id="{2E947453-0F8E-181F-3823-1BA510FB34AD}"/>
              </a:ext>
            </a:extLst>
          </p:cNvPr>
          <p:cNvSpPr/>
          <p:nvPr/>
        </p:nvSpPr>
        <p:spPr>
          <a:xfrm>
            <a:off x="586433" y="5728466"/>
            <a:ext cx="3325325" cy="1036761"/>
          </a:xfrm>
          <a:prstGeom prst="roundRect">
            <a:avLst/>
          </a:prstGeom>
          <a:noFill/>
          <a:ln>
            <a:solidFill>
              <a:srgbClr val="75C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dirty="0">
                <a:solidFill>
                  <a:schemeClr val="tx1"/>
                </a:solidFill>
              </a:rPr>
              <a:t>Analyses frequencies across different categories within one variable </a:t>
            </a:r>
          </a:p>
        </p:txBody>
      </p:sp>
      <p:cxnSp>
        <p:nvCxnSpPr>
          <p:cNvPr id="36" name="Connecteur droit avec flèche 25">
            <a:extLst>
              <a:ext uri="{FF2B5EF4-FFF2-40B4-BE49-F238E27FC236}">
                <a16:creationId xmlns:a16="http://schemas.microsoft.com/office/drawing/2014/main" id="{4DCE7094-622F-A091-18D9-4B18D0E66801}"/>
              </a:ext>
            </a:extLst>
          </p:cNvPr>
          <p:cNvCxnSpPr/>
          <p:nvPr/>
        </p:nvCxnSpPr>
        <p:spPr>
          <a:xfrm>
            <a:off x="6423172" y="5174170"/>
            <a:ext cx="0" cy="514385"/>
          </a:xfrm>
          <a:prstGeom prst="straightConnector1">
            <a:avLst/>
          </a:prstGeom>
          <a:ln w="38100">
            <a:solidFill>
              <a:srgbClr val="6AB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à coins arrondis 26">
            <a:extLst>
              <a:ext uri="{FF2B5EF4-FFF2-40B4-BE49-F238E27FC236}">
                <a16:creationId xmlns:a16="http://schemas.microsoft.com/office/drawing/2014/main" id="{4C30D7F2-218A-65D2-1A15-EF79CE06D607}"/>
              </a:ext>
            </a:extLst>
          </p:cNvPr>
          <p:cNvSpPr/>
          <p:nvPr/>
        </p:nvSpPr>
        <p:spPr>
          <a:xfrm>
            <a:off x="4812633" y="5736681"/>
            <a:ext cx="3325326" cy="1036761"/>
          </a:xfrm>
          <a:prstGeom prst="roundRect">
            <a:avLst/>
          </a:prstGeom>
          <a:noFill/>
          <a:ln>
            <a:solidFill>
              <a:srgbClr val="6ABE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dirty="0">
                <a:solidFill>
                  <a:schemeClr val="tx1"/>
                </a:solidFill>
              </a:rPr>
              <a:t>Analyses frequencies across different categories for two variables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7236C-EA26-2C80-CEB9-771227C5E52A}"/>
              </a:ext>
            </a:extLst>
          </p:cNvPr>
          <p:cNvSpPr txBox="1">
            <a:spLocks/>
          </p:cNvSpPr>
          <p:nvPr/>
        </p:nvSpPr>
        <p:spPr>
          <a:xfrm>
            <a:off x="1222609" y="33288"/>
            <a:ext cx="6915350" cy="758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dirty="0"/>
              <a:t>Summary</a:t>
            </a:r>
            <a:endParaRPr lang="en-US" sz="4000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727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1595C3D2-B419-4D82-A6DC-6EFEB2E0CA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06D6D417-DC8A-4127-97BB-1FCCA48257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C4E81DB3-64B1-41CC-8AC3-41AF025A6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371CABFE-EF3F-4600-AE2D-9BF4FF1328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1A4A047F-88F5-453B-8B0E-B30498DF7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1889780F-8ED3-43A6-8492-B77ABDF82C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5998BE04-70FD-475C-B8D6-130D398760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29D935D9-8DD1-4C80-BC4C-6DD22C4D86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951A4E07-178C-439E-848E-D8EC0A0F48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7A3253F9-0628-4826-8C69-77168DD697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graphicEl>
                                              <a:dgm id="{A08C8666-5404-45E6-B389-C5C7153207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3" grpId="0" uiExpand="1">
        <p:bldSub>
          <a:bldDgm bld="lvlOne"/>
        </p:bldSub>
      </p:bldGraphic>
      <p:bldP spid="35" grpId="0" animBg="1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01F420-3D3B-0095-1E40-63E594DFA136}"/>
              </a:ext>
            </a:extLst>
          </p:cNvPr>
          <p:cNvSpPr txBox="1">
            <a:spLocks/>
          </p:cNvSpPr>
          <p:nvPr/>
        </p:nvSpPr>
        <p:spPr>
          <a:xfrm>
            <a:off x="362834" y="163570"/>
            <a:ext cx="8565265" cy="16419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200" b="1" dirty="0">
                <a:latin typeface="+mn-lt"/>
              </a:rPr>
              <a:t>But what happens if I have more than 2 variables…?</a:t>
            </a:r>
            <a:endParaRPr lang="en-US" sz="2200" b="1" dirty="0"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B0D94-F472-0E08-99A6-4A15FBC3B529}"/>
              </a:ext>
            </a:extLst>
          </p:cNvPr>
          <p:cNvSpPr txBox="1"/>
          <p:nvPr/>
        </p:nvSpPr>
        <p:spPr>
          <a:xfrm>
            <a:off x="423535" y="748163"/>
            <a:ext cx="8720465" cy="1916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200" dirty="0"/>
              <a:t>1. Participant’s favourite streaming service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200" dirty="0">
                <a:ea typeface="+mj-ea"/>
                <a:cs typeface="+mj-cs"/>
              </a:rPr>
              <a:t>2. Their location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200" dirty="0">
                <a:ea typeface="+mj-ea"/>
                <a:cs typeface="+mj-cs"/>
              </a:rPr>
              <a:t>3. Device (TV, laptop)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2200" dirty="0">
              <a:ea typeface="+mj-ea"/>
              <a:cs typeface="+mj-cs"/>
            </a:endParaRPr>
          </a:p>
        </p:txBody>
      </p:sp>
      <p:pic>
        <p:nvPicPr>
          <p:cNvPr id="4" name="Picture 3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DCFB20FE-24A0-5281-E58C-DE4F363C5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1170" r="12989" b="68333"/>
          <a:stretch/>
        </p:blipFill>
        <p:spPr>
          <a:xfrm>
            <a:off x="6144085" y="684734"/>
            <a:ext cx="1331086" cy="95760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9E68FAB-7567-0C3C-B0B1-4FB636D30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55445"/>
              </p:ext>
            </p:extLst>
          </p:nvPr>
        </p:nvGraphicFramePr>
        <p:xfrm>
          <a:off x="362834" y="2369830"/>
          <a:ext cx="6723767" cy="2749132"/>
        </p:xfrm>
        <a:graphic>
          <a:graphicData uri="http://schemas.openxmlformats.org/drawingml/2006/table">
            <a:tbl>
              <a:tblPr/>
              <a:tblGrid>
                <a:gridCol w="1507892">
                  <a:extLst>
                    <a:ext uri="{9D8B030D-6E8A-4147-A177-3AD203B41FA5}">
                      <a16:colId xmlns:a16="http://schemas.microsoft.com/office/drawing/2014/main" val="237784540"/>
                    </a:ext>
                  </a:extLst>
                </a:gridCol>
                <a:gridCol w="1507892">
                  <a:extLst>
                    <a:ext uri="{9D8B030D-6E8A-4147-A177-3AD203B41FA5}">
                      <a16:colId xmlns:a16="http://schemas.microsoft.com/office/drawing/2014/main" val="3937026767"/>
                    </a:ext>
                  </a:extLst>
                </a:gridCol>
                <a:gridCol w="1172375">
                  <a:extLst>
                    <a:ext uri="{9D8B030D-6E8A-4147-A177-3AD203B41FA5}">
                      <a16:colId xmlns:a16="http://schemas.microsoft.com/office/drawing/2014/main" val="1902437285"/>
                    </a:ext>
                  </a:extLst>
                </a:gridCol>
                <a:gridCol w="1472229">
                  <a:extLst>
                    <a:ext uri="{9D8B030D-6E8A-4147-A177-3AD203B41FA5}">
                      <a16:colId xmlns:a16="http://schemas.microsoft.com/office/drawing/2014/main" val="789176525"/>
                    </a:ext>
                  </a:extLst>
                </a:gridCol>
                <a:gridCol w="1063379">
                  <a:extLst>
                    <a:ext uri="{9D8B030D-6E8A-4147-A177-3AD203B41FA5}">
                      <a16:colId xmlns:a16="http://schemas.microsoft.com/office/drawing/2014/main" val="1075988145"/>
                    </a:ext>
                  </a:extLst>
                </a:gridCol>
              </a:tblGrid>
              <a:tr h="298528">
                <a:tc gridSpan="5">
                  <a:txBody>
                    <a:bodyPr/>
                    <a:lstStyle/>
                    <a:p>
                      <a:r>
                        <a:rPr lang="en-GB" sz="1600" i="1" u="sng" dirty="0">
                          <a:solidFill>
                            <a:schemeClr val="tx1"/>
                          </a:solidFill>
                        </a:rPr>
                        <a:t>Contingency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51844"/>
                  </a:ext>
                </a:extLst>
              </a:tr>
              <a:tr h="344836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Platform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Device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Durham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Birmingham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London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588091"/>
                  </a:ext>
                </a:extLst>
              </a:tr>
              <a:tr h="344836"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Prime video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841215"/>
                  </a:ext>
                </a:extLst>
              </a:tr>
              <a:tr h="344836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179083"/>
                  </a:ext>
                </a:extLst>
              </a:tr>
              <a:tr h="344836"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Disney+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824154"/>
                  </a:ext>
                </a:extLst>
              </a:tr>
              <a:tr h="344836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397339"/>
                  </a:ext>
                </a:extLst>
              </a:tr>
              <a:tr h="344836"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Netflix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492258"/>
                  </a:ext>
                </a:extLst>
              </a:tr>
              <a:tr h="344836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562579"/>
                  </a:ext>
                </a:extLst>
              </a:tr>
            </a:tbl>
          </a:graphicData>
        </a:graphic>
      </p:graphicFrame>
      <p:pic>
        <p:nvPicPr>
          <p:cNvPr id="16" name="Picture 15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3413ED2-0931-9F84-A671-E0601259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69505" r="12989" b="1666"/>
          <a:stretch/>
        </p:blipFill>
        <p:spPr>
          <a:xfrm>
            <a:off x="6985886" y="1251877"/>
            <a:ext cx="1408203" cy="957884"/>
          </a:xfrm>
          <a:prstGeom prst="rect">
            <a:avLst/>
          </a:prstGeom>
        </p:spPr>
      </p:pic>
      <p:pic>
        <p:nvPicPr>
          <p:cNvPr id="17" name="Picture 16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88C72EDB-1153-B862-2AED-A654E7E69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8" t="35488" r="12989" b="34319"/>
          <a:stretch/>
        </p:blipFill>
        <p:spPr>
          <a:xfrm>
            <a:off x="7624709" y="1934781"/>
            <a:ext cx="1408203" cy="957884"/>
          </a:xfrm>
          <a:prstGeom prst="rect">
            <a:avLst/>
          </a:prstGeom>
        </p:spPr>
      </p:pic>
      <p:pic>
        <p:nvPicPr>
          <p:cNvPr id="28" name="Image 31">
            <a:extLst>
              <a:ext uri="{FF2B5EF4-FFF2-40B4-BE49-F238E27FC236}">
                <a16:creationId xmlns:a16="http://schemas.microsoft.com/office/drawing/2014/main" id="{B19775E1-D4B3-FA7F-1D54-E8456C37D5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74" y="3938608"/>
            <a:ext cx="605300" cy="571082"/>
          </a:xfrm>
          <a:prstGeom prst="rect">
            <a:avLst/>
          </a:prstGeom>
        </p:spPr>
      </p:pic>
      <p:sp>
        <p:nvSpPr>
          <p:cNvPr id="29" name="Croix 6">
            <a:extLst>
              <a:ext uri="{FF2B5EF4-FFF2-40B4-BE49-F238E27FC236}">
                <a16:creationId xmlns:a16="http://schemas.microsoft.com/office/drawing/2014/main" id="{430396FD-70C7-A099-77AA-41F9AF1781A5}"/>
              </a:ext>
            </a:extLst>
          </p:cNvPr>
          <p:cNvSpPr/>
          <p:nvPr/>
        </p:nvSpPr>
        <p:spPr>
          <a:xfrm rot="19250396">
            <a:off x="1635522" y="2727010"/>
            <a:ext cx="1154011" cy="1139959"/>
          </a:xfrm>
          <a:prstGeom prst="plus">
            <a:avLst>
              <a:gd name="adj" fmla="val 38466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00">
              <a:solidFill>
                <a:schemeClr val="tx1"/>
              </a:solidFill>
            </a:endParaRPr>
          </a:p>
        </p:txBody>
      </p:sp>
      <p:sp>
        <p:nvSpPr>
          <p:cNvPr id="30" name="ZoneTexte 28">
            <a:extLst>
              <a:ext uri="{FF2B5EF4-FFF2-40B4-BE49-F238E27FC236}">
                <a16:creationId xmlns:a16="http://schemas.microsoft.com/office/drawing/2014/main" id="{C6D70004-B1E7-3D27-BF43-B0DBCC5430EA}"/>
              </a:ext>
            </a:extLst>
          </p:cNvPr>
          <p:cNvSpPr txBox="1"/>
          <p:nvPr/>
        </p:nvSpPr>
        <p:spPr>
          <a:xfrm rot="21442499">
            <a:off x="2935406" y="2702933"/>
            <a:ext cx="3696721" cy="280076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dirty="0"/>
              <a:t>Chi-square tests can only handle up to </a:t>
            </a:r>
            <a:r>
              <a:rPr lang="en-GB" sz="2200" b="1" dirty="0"/>
              <a:t>two</a:t>
            </a:r>
            <a:r>
              <a:rPr lang="en-GB" sz="2200" dirty="0"/>
              <a:t> variables (where each can have two or more categories/levels)</a:t>
            </a:r>
          </a:p>
          <a:p>
            <a:pPr algn="ctr"/>
            <a:endParaRPr lang="en-GB" sz="2200" dirty="0"/>
          </a:p>
          <a:p>
            <a:pPr algn="ctr"/>
            <a:r>
              <a:rPr lang="en-GB" sz="2200" dirty="0"/>
              <a:t>More complex analyses (not covered) e.g. logistic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6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9751-0164-A5C5-BCC4-21ED89BC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6F9607F0-C383-59BF-BDBD-F48054516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1212" y="1126745"/>
            <a:ext cx="34206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4.</a:t>
            </a:r>
            <a:r>
              <a:rPr lang="en-US" sz="3200" b="1" dirty="0">
                <a:solidFill>
                  <a:schemeClr val="tx1"/>
                </a:solidFill>
              </a:rPr>
              <a:t> Interpretation and write-up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FEF22A6D-782B-E260-49FD-5072B32BC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768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EEF904-E9B4-6187-C8E2-DFC44456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38ECF8A-A1F5-40E6-B84E-8897033E2259}"/>
              </a:ext>
            </a:extLst>
          </p:cNvPr>
          <p:cNvSpPr txBox="1">
            <a:spLocks/>
          </p:cNvSpPr>
          <p:nvPr/>
        </p:nvSpPr>
        <p:spPr>
          <a:xfrm>
            <a:off x="665926" y="647685"/>
            <a:ext cx="3906074" cy="34613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GB" sz="3600" dirty="0"/>
              <a:t>Run the chi-square tests in JASP</a:t>
            </a:r>
          </a:p>
          <a:p>
            <a:pPr marL="0" indent="0" algn="ctr">
              <a:buNone/>
            </a:pPr>
            <a:r>
              <a:rPr lang="en-GB" sz="3600" dirty="0"/>
              <a:t>Follow the “How to” JASP videos</a:t>
            </a:r>
          </a:p>
          <a:p>
            <a:pPr marL="0" indent="0" algn="ctr">
              <a:buNone/>
            </a:pPr>
            <a:r>
              <a:rPr lang="en-GB" sz="3600" dirty="0"/>
              <a:t>(online content)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73EB6-E658-3C15-E7F9-09BF1C9F18CB}"/>
              </a:ext>
            </a:extLst>
          </p:cNvPr>
          <p:cNvSpPr txBox="1"/>
          <p:nvPr/>
        </p:nvSpPr>
        <p:spPr>
          <a:xfrm>
            <a:off x="846035" y="3981746"/>
            <a:ext cx="7943658" cy="25538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For either type of chi-square test, the JASP analysis output gives you a test statistic (</a:t>
            </a:r>
            <a:r>
              <a:rPr lang="en-GB" sz="24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GB" sz="2400" kern="100" baseline="30000" dirty="0"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</a:rPr>
              <a:t>) value and with it, it’s associated p-value for you to interpret</a:t>
            </a:r>
          </a:p>
          <a:p>
            <a:endParaRPr lang="en-GB" sz="2400" dirty="0">
              <a:solidFill>
                <a:schemeClr val="tx1"/>
              </a:solidFill>
            </a:endParaRPr>
          </a:p>
          <a:p>
            <a:r>
              <a:rPr lang="en-GB" sz="2400" b="1" dirty="0">
                <a:solidFill>
                  <a:schemeClr val="tx1"/>
                </a:solidFill>
              </a:rPr>
              <a:t>p-value </a:t>
            </a:r>
            <a:r>
              <a:rPr lang="en-GB" sz="2400" dirty="0">
                <a:solidFill>
                  <a:schemeClr val="tx1"/>
                </a:solidFill>
              </a:rPr>
              <a:t>= probability of obtaining this </a:t>
            </a:r>
            <a:r>
              <a:rPr lang="en-GB" sz="24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GB" sz="2400" kern="100" baseline="30000" dirty="0">
                <a:ea typeface="Aptos" panose="020B0004020202020204" pitchFamily="34" charset="0"/>
                <a:cs typeface="Times New Roman" panose="02020603050405020304" pitchFamily="18" charset="0"/>
              </a:rPr>
              <a:t>2  </a:t>
            </a:r>
            <a:r>
              <a:rPr lang="en-GB" sz="2400" dirty="0">
                <a:solidFill>
                  <a:schemeClr val="tx1"/>
                </a:solidFill>
              </a:rPr>
              <a:t>value (test statistic) assuming the Null Hypothesis (H</a:t>
            </a:r>
            <a:r>
              <a:rPr lang="en-GB" sz="2400" baseline="-25000" dirty="0">
                <a:solidFill>
                  <a:schemeClr val="tx1"/>
                </a:solidFill>
              </a:rPr>
              <a:t>0</a:t>
            </a:r>
            <a:r>
              <a:rPr lang="en-GB" sz="2400" dirty="0">
                <a:solidFill>
                  <a:schemeClr val="tx1"/>
                </a:solidFill>
              </a:rPr>
              <a:t>) is true</a:t>
            </a:r>
          </a:p>
        </p:txBody>
      </p:sp>
      <p:pic>
        <p:nvPicPr>
          <p:cNvPr id="10" name="Picture 2" descr="JASP: how to get started">
            <a:extLst>
              <a:ext uri="{FF2B5EF4-FFF2-40B4-BE49-F238E27FC236}">
                <a16:creationId xmlns:a16="http://schemas.microsoft.com/office/drawing/2014/main" id="{681C4697-65B8-AE81-BA32-DB9C7B44C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238" y="445715"/>
            <a:ext cx="2983285" cy="298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605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B0D94-F472-0E08-99A6-4A15FBC3B529}"/>
              </a:ext>
            </a:extLst>
          </p:cNvPr>
          <p:cNvSpPr txBox="1"/>
          <p:nvPr/>
        </p:nvSpPr>
        <p:spPr>
          <a:xfrm>
            <a:off x="380999" y="1083130"/>
            <a:ext cx="867040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sz="2200" dirty="0"/>
              <a:t>Remember we’re testing a sample (from a population) to infer something about the population</a:t>
            </a:r>
          </a:p>
          <a:p>
            <a:pPr>
              <a:spcBef>
                <a:spcPts val="600"/>
              </a:spcBef>
            </a:pPr>
            <a:endParaRPr lang="en-GB" sz="2200" dirty="0"/>
          </a:p>
          <a:p>
            <a:pPr>
              <a:spcBef>
                <a:spcPts val="600"/>
              </a:spcBef>
            </a:pPr>
            <a:r>
              <a:rPr lang="en-GB" sz="2200" b="1" dirty="0"/>
              <a:t>Null hypothesis: no difference (between observed and expected frequencies)</a:t>
            </a:r>
          </a:p>
          <a:p>
            <a:pPr>
              <a:spcBef>
                <a:spcPts val="600"/>
              </a:spcBef>
            </a:pPr>
            <a:endParaRPr lang="en-GB" sz="2200" b="1" dirty="0"/>
          </a:p>
          <a:p>
            <a:pPr>
              <a:spcBef>
                <a:spcPts val="600"/>
              </a:spcBef>
            </a:pPr>
            <a:r>
              <a:rPr lang="en-GB" sz="2200" dirty="0"/>
              <a:t>Compare the calculated p-value to a set a threshold alpha level (𝛼), almost always 𝛼 = .05</a:t>
            </a:r>
            <a:r>
              <a:rPr lang="en-US" sz="2200" dirty="0">
                <a:cs typeface="Arial" panose="020B0604020202020204" pitchFamily="34" charset="0"/>
              </a:rPr>
              <a:t> (reduces the likelihood of making a Type I error)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cs typeface="Arial" panose="020B0604020202020204" pitchFamily="34" charset="0"/>
              </a:rPr>
              <a:t>And power (</a:t>
            </a:r>
            <a:r>
              <a:rPr lang="el-GR" sz="2200" dirty="0"/>
              <a:t>β</a:t>
            </a:r>
            <a:r>
              <a:rPr lang="en-GB" sz="2200" dirty="0"/>
              <a:t>) often = 80 (to reduce the likelihood of making a Type II error)</a:t>
            </a:r>
          </a:p>
          <a:p>
            <a:pPr>
              <a:spcBef>
                <a:spcPts val="600"/>
              </a:spcBef>
            </a:pPr>
            <a:endParaRPr lang="en-GB" sz="2200" dirty="0"/>
          </a:p>
          <a:p>
            <a:pPr>
              <a:spcBef>
                <a:spcPts val="600"/>
              </a:spcBef>
            </a:pPr>
            <a:r>
              <a:rPr lang="en-GB" sz="2200" b="1" dirty="0"/>
              <a:t>If p &lt; </a:t>
            </a:r>
            <a:r>
              <a:rPr lang="el-GR" sz="2200" b="1" dirty="0"/>
              <a:t>α</a:t>
            </a:r>
            <a:r>
              <a:rPr lang="en-GB" sz="2200" b="1" dirty="0"/>
              <a:t> → reject the null hypothesis</a:t>
            </a:r>
            <a:r>
              <a:rPr lang="en-GB" sz="2200" dirty="0"/>
              <a:t> (there is </a:t>
            </a:r>
            <a:r>
              <a:rPr lang="en-GB" sz="2200" i="1" dirty="0"/>
              <a:t>some</a:t>
            </a:r>
            <a:r>
              <a:rPr lang="en-GB" sz="2200" dirty="0"/>
              <a:t> difference)</a:t>
            </a:r>
          </a:p>
          <a:p>
            <a:pPr>
              <a:spcBef>
                <a:spcPts val="600"/>
              </a:spcBef>
            </a:pPr>
            <a:r>
              <a:rPr lang="en-GB" sz="2200" b="1" dirty="0"/>
              <a:t>If p ≥ α → fail to reject the null hypothesis </a:t>
            </a:r>
            <a:r>
              <a:rPr lang="en-GB" sz="2200" dirty="0"/>
              <a:t>(insufficient evidence to conclude there is an effect)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01F420-3D3B-0095-1E40-63E594DFA136}"/>
              </a:ext>
            </a:extLst>
          </p:cNvPr>
          <p:cNvSpPr txBox="1">
            <a:spLocks/>
          </p:cNvSpPr>
          <p:nvPr/>
        </p:nvSpPr>
        <p:spPr>
          <a:xfrm>
            <a:off x="713962" y="236334"/>
            <a:ext cx="7716075" cy="70375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>
                <a:solidFill>
                  <a:srgbClr val="0070C0"/>
                </a:solidFill>
              </a:rPr>
              <a:t>RECAP</a:t>
            </a:r>
            <a:r>
              <a:rPr lang="en-GB" sz="4000" dirty="0"/>
              <a:t>: What is Significance?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966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72A9A8-89E4-EF40-0C24-6BDFCAD8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8362D63-9C72-F233-1AF6-E4AD83ED9143}"/>
              </a:ext>
            </a:extLst>
          </p:cNvPr>
          <p:cNvSpPr txBox="1">
            <a:spLocks/>
          </p:cNvSpPr>
          <p:nvPr/>
        </p:nvSpPr>
        <p:spPr>
          <a:xfrm>
            <a:off x="846035" y="766954"/>
            <a:ext cx="7603431" cy="29832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Let’s look at the results of each test…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46728-8442-3D81-9860-BA6BB45C4019}"/>
              </a:ext>
            </a:extLst>
          </p:cNvPr>
          <p:cNvSpPr txBox="1"/>
          <p:nvPr/>
        </p:nvSpPr>
        <p:spPr>
          <a:xfrm>
            <a:off x="846035" y="3981746"/>
            <a:ext cx="7943658" cy="13280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Our Goodness of Fit example (3 streaming preferences)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Our Test of Association example (3 streaming preferences and 2 locations)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4932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3">
            <a:extLst>
              <a:ext uri="{FF2B5EF4-FFF2-40B4-BE49-F238E27FC236}">
                <a16:creationId xmlns:a16="http://schemas.microsoft.com/office/drawing/2014/main" id="{A5555A14-6C52-98E4-B1DC-FAC2247B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8" y="629266"/>
            <a:ext cx="5334748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1. Chi-square goodness-of-fit 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86696" y="2438400"/>
            <a:ext cx="7216431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>
                <a:ea typeface="+mj-ea"/>
                <a:cs typeface="+mj-cs"/>
              </a:rPr>
              <a:t>One variable: streaming service (3 x categories) </a:t>
            </a:r>
          </a:p>
        </p:txBody>
      </p:sp>
      <p:pic>
        <p:nvPicPr>
          <p:cNvPr id="2" name="Picture 1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0BEB7AAA-C18A-3409-8421-A90DA72260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08" t="1170" r="12989" b="68333"/>
          <a:stretch/>
        </p:blipFill>
        <p:spPr>
          <a:xfrm>
            <a:off x="5876259" y="239889"/>
            <a:ext cx="1563982" cy="1074509"/>
          </a:xfrm>
          <a:prstGeom prst="rect">
            <a:avLst/>
          </a:prstGeom>
        </p:spPr>
      </p:pic>
      <p:pic>
        <p:nvPicPr>
          <p:cNvPr id="3" name="Picture 2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4B5F83AF-4405-354E-2CAD-82717F355D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08" t="69505" r="12989" b="1666"/>
          <a:stretch/>
        </p:blipFill>
        <p:spPr>
          <a:xfrm>
            <a:off x="7495055" y="-1"/>
            <a:ext cx="1563982" cy="1063848"/>
          </a:xfrm>
          <a:prstGeom prst="rect">
            <a:avLst/>
          </a:prstGeom>
        </p:spPr>
      </p:pic>
      <p:pic>
        <p:nvPicPr>
          <p:cNvPr id="4" name="Picture 3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E6637D4B-6DBF-B180-968B-4C3142762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08" t="35488" r="12989" b="34319"/>
          <a:stretch/>
        </p:blipFill>
        <p:spPr>
          <a:xfrm>
            <a:off x="7105940" y="1022363"/>
            <a:ext cx="1563982" cy="106384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012E1-BBF4-426C-3941-5F814CC23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112678"/>
              </p:ext>
            </p:extLst>
          </p:nvPr>
        </p:nvGraphicFramePr>
        <p:xfrm>
          <a:off x="614388" y="4595783"/>
          <a:ext cx="5134140" cy="73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3535">
                  <a:extLst>
                    <a:ext uri="{9D8B030D-6E8A-4147-A177-3AD203B41FA5}">
                      <a16:colId xmlns:a16="http://schemas.microsoft.com/office/drawing/2014/main" val="1881186661"/>
                    </a:ext>
                  </a:extLst>
                </a:gridCol>
                <a:gridCol w="1582893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2192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364822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3E8853"/>
                          </a:solidFill>
                        </a:rP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95C97F-7836-5C50-436D-151FC42B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81281"/>
              </p:ext>
            </p:extLst>
          </p:nvPr>
        </p:nvGraphicFramePr>
        <p:xfrm>
          <a:off x="607360" y="3441071"/>
          <a:ext cx="5134140" cy="73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83535">
                  <a:extLst>
                    <a:ext uri="{9D8B030D-6E8A-4147-A177-3AD203B41FA5}">
                      <a16:colId xmlns:a16="http://schemas.microsoft.com/office/drawing/2014/main" val="1881186661"/>
                    </a:ext>
                  </a:extLst>
                </a:gridCol>
                <a:gridCol w="1582893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34065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204293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3891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82B971-13C9-9CEF-3153-E36358FB7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583" y="1140555"/>
            <a:ext cx="5886092" cy="1637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B4D396-2549-A981-304F-8AAA87D36506}"/>
              </a:ext>
            </a:extLst>
          </p:cNvPr>
          <p:cNvSpPr txBox="1"/>
          <p:nvPr/>
        </p:nvSpPr>
        <p:spPr>
          <a:xfrm>
            <a:off x="530845" y="2977128"/>
            <a:ext cx="83435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Look at the p value:  is </a:t>
            </a:r>
            <a:r>
              <a:rPr lang="en-GB" sz="2400" i="1" dirty="0"/>
              <a:t>p</a:t>
            </a:r>
            <a:r>
              <a:rPr lang="en-GB" sz="2400" dirty="0"/>
              <a:t> </a:t>
            </a:r>
            <a:r>
              <a:rPr lang="en-GB" sz="2400" u="sng" dirty="0"/>
              <a:t>&lt;</a:t>
            </a:r>
            <a:r>
              <a:rPr lang="en-GB" sz="2400" i="1" dirty="0"/>
              <a:t> </a:t>
            </a:r>
            <a:r>
              <a:rPr lang="en-GB" sz="2400" dirty="0"/>
              <a:t>.05?</a:t>
            </a:r>
          </a:p>
          <a:p>
            <a:endParaRPr lang="en-GB" sz="2400" dirty="0"/>
          </a:p>
          <a:p>
            <a:r>
              <a:rPr lang="en-GB" sz="2400" dirty="0">
                <a:solidFill>
                  <a:srgbClr val="00B050"/>
                </a:solidFill>
              </a:rPr>
              <a:t>p &lt; .001 is below p = .05, so </a:t>
            </a:r>
            <a:r>
              <a:rPr lang="en-GB" sz="2400" b="1" dirty="0">
                <a:solidFill>
                  <a:srgbClr val="00B050"/>
                </a:solidFill>
              </a:rPr>
              <a:t>the result is significant</a:t>
            </a:r>
            <a:r>
              <a:rPr lang="en-GB" sz="2400" dirty="0">
                <a:solidFill>
                  <a:srgbClr val="00B050"/>
                </a:solidFill>
              </a:rPr>
              <a:t>, reject the null hypothesis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>
                <a:solidFill>
                  <a:srgbClr val="00B050"/>
                </a:solidFill>
              </a:rPr>
              <a:t>= at least one category differs from the expected frequencies</a:t>
            </a:r>
          </a:p>
          <a:p>
            <a:endParaRPr lang="en-GB" sz="2400" dirty="0"/>
          </a:p>
          <a:p>
            <a:r>
              <a:rPr lang="en-GB" sz="2400" dirty="0"/>
              <a:t>Note the output here has a “&lt;“ = p is below .001 (very small). 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/>
              <a:t>(FYI: if it output says ‘.000’ – you write it as p &lt; .001)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504356-4740-CA3B-B6C3-E0D41E17A25B}"/>
              </a:ext>
            </a:extLst>
          </p:cNvPr>
          <p:cNvSpPr txBox="1">
            <a:spLocks/>
          </p:cNvSpPr>
          <p:nvPr/>
        </p:nvSpPr>
        <p:spPr>
          <a:xfrm>
            <a:off x="713962" y="236334"/>
            <a:ext cx="7716075" cy="70375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>
                <a:solidFill>
                  <a:srgbClr val="0070C0"/>
                </a:solidFill>
              </a:rPr>
              <a:t>Test result: </a:t>
            </a:r>
            <a:r>
              <a:rPr lang="en-GB" sz="4000" dirty="0"/>
              <a:t>is it significant?</a:t>
            </a:r>
          </a:p>
        </p:txBody>
      </p:sp>
    </p:spTree>
    <p:extLst>
      <p:ext uri="{BB962C8B-B14F-4D97-AF65-F5344CB8AC3E}">
        <p14:creationId xmlns:p14="http://schemas.microsoft.com/office/powerpoint/2010/main" val="137942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110836" y="900544"/>
            <a:ext cx="8797637" cy="538941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2400" dirty="0">
                <a:ea typeface="+mj-ea"/>
                <a:cs typeface="+mj-cs"/>
              </a:rPr>
              <a:t>Reject our null hypothesis and conclude there are differences in frequencies between streaming platforms </a:t>
            </a:r>
          </a:p>
          <a:p>
            <a:pPr marL="342900" indent="-342900">
              <a:spcBef>
                <a:spcPts val="1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endParaRPr lang="en-US" sz="2400" dirty="0"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2400" dirty="0">
                <a:ea typeface="+mj-ea"/>
                <a:cs typeface="+mj-cs"/>
              </a:rPr>
              <a:t>As </a:t>
            </a:r>
            <a:r>
              <a:rPr lang="en-US" sz="2400" i="1" dirty="0">
                <a:ea typeface="+mj-ea"/>
                <a:cs typeface="+mj-cs"/>
              </a:rPr>
              <a:t>p</a:t>
            </a:r>
            <a:r>
              <a:rPr lang="en-US" sz="2400" dirty="0">
                <a:ea typeface="+mj-ea"/>
                <a:cs typeface="+mj-cs"/>
              </a:rPr>
              <a:t> &lt; .001, the probability of observing this result if the </a:t>
            </a:r>
            <a:r>
              <a:rPr lang="en-US" sz="2400" dirty="0">
                <a:effectLst/>
                <a:ea typeface="+mj-ea"/>
                <a:cs typeface="+mj-cs"/>
              </a:rPr>
              <a:t>H</a:t>
            </a:r>
            <a:r>
              <a:rPr lang="en-US" sz="2400" baseline="-25000" dirty="0">
                <a:effectLst/>
                <a:ea typeface="+mj-ea"/>
                <a:cs typeface="+mj-cs"/>
              </a:rPr>
              <a:t>0</a:t>
            </a:r>
            <a:r>
              <a:rPr lang="en-US" sz="2400" dirty="0">
                <a:ea typeface="+mj-ea"/>
                <a:cs typeface="+mj-cs"/>
              </a:rPr>
              <a:t> were true is less than 0.1% </a:t>
            </a:r>
          </a:p>
          <a:p>
            <a:pPr marL="342900" indent="-342900">
              <a:spcBef>
                <a:spcPts val="1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2400" dirty="0">
                <a:ea typeface="+mj-ea"/>
                <a:cs typeface="+mj-cs"/>
              </a:rPr>
              <a:t> Provides strong evidence against </a:t>
            </a:r>
            <a:r>
              <a:rPr lang="en-US" sz="2400" dirty="0">
                <a:effectLst/>
                <a:ea typeface="+mj-ea"/>
                <a:cs typeface="+mj-cs"/>
              </a:rPr>
              <a:t>H</a:t>
            </a:r>
            <a:r>
              <a:rPr lang="en-US" sz="2400" baseline="-25000" dirty="0">
                <a:effectLst/>
                <a:ea typeface="+mj-ea"/>
                <a:cs typeface="+mj-cs"/>
              </a:rPr>
              <a:t>0  </a:t>
            </a:r>
            <a:r>
              <a:rPr lang="en-US" sz="2400" dirty="0"/>
              <a:t>(we’ve found gold! Result is highly unlikely)</a:t>
            </a:r>
          </a:p>
          <a:p>
            <a:pPr marL="342900" indent="-342900">
              <a:spcBef>
                <a:spcPts val="1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GB" sz="2400" dirty="0"/>
              <a:t>It’s significant, great. But remember this doesn’t tell you where/by how much…</a:t>
            </a: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9B65FD-E57F-C00C-A5C4-52165DB9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139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Interpretation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1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5D6FA8-4FAF-6472-0F9F-9CDD95F1D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526" y="3631215"/>
            <a:ext cx="5651759" cy="21670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202BFA-BC8D-385F-54CE-4D61784839EB}"/>
              </a:ext>
            </a:extLst>
          </p:cNvPr>
          <p:cNvSpPr/>
          <p:nvPr/>
        </p:nvSpPr>
        <p:spPr>
          <a:xfrm>
            <a:off x="3701622" y="3986401"/>
            <a:ext cx="4070777" cy="18118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9166ABEE-EE16-4240-69D8-79C5C333FF23}"/>
              </a:ext>
            </a:extLst>
          </p:cNvPr>
          <p:cNvSpPr txBox="1">
            <a:spLocks/>
          </p:cNvSpPr>
          <p:nvPr/>
        </p:nvSpPr>
        <p:spPr>
          <a:xfrm>
            <a:off x="575875" y="900545"/>
            <a:ext cx="8475528" cy="27509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dirty="0">
                <a:solidFill>
                  <a:schemeClr val="tx1"/>
                </a:solidFill>
                <a:latin typeface="+mn-lt"/>
              </a:rPr>
              <a:t>Go back to descriptives – where do the differences lie? What pair(s) is driving the effect? (JASP doesn’t have a post-hoc comparison test option)</a:t>
            </a:r>
          </a:p>
          <a:p>
            <a:endParaRPr lang="en-GB" sz="2200" dirty="0">
              <a:solidFill>
                <a:schemeClr val="tx1"/>
              </a:solidFill>
              <a:latin typeface="+mn-lt"/>
            </a:endParaRPr>
          </a:p>
          <a:p>
            <a:r>
              <a:rPr lang="en-GB" sz="2200" dirty="0">
                <a:solidFill>
                  <a:schemeClr val="tx1"/>
                </a:solidFill>
                <a:latin typeface="+mn-lt"/>
              </a:rPr>
              <a:t>Compare observed vs expected (output or descriptives).</a:t>
            </a:r>
          </a:p>
          <a:p>
            <a:endParaRPr lang="en-US" sz="2200" dirty="0">
              <a:solidFill>
                <a:schemeClr val="tx1"/>
              </a:solidFill>
              <a:latin typeface="+mn-lt"/>
            </a:endParaRPr>
          </a:p>
          <a:p>
            <a:r>
              <a:rPr lang="en-GB" sz="2200" dirty="0">
                <a:solidFill>
                  <a:schemeClr val="tx1"/>
                </a:solidFill>
                <a:latin typeface="+mn-lt"/>
              </a:rPr>
              <a:t>You’d report these comparisons (table or text) and describe the differences.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B766D6-C809-BDFD-17DC-0AAD9A23E171}"/>
              </a:ext>
            </a:extLst>
          </p:cNvPr>
          <p:cNvSpPr/>
          <p:nvPr/>
        </p:nvSpPr>
        <p:spPr>
          <a:xfrm>
            <a:off x="5367908" y="4463089"/>
            <a:ext cx="674847" cy="40763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&lt;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641B9-20E9-B2AF-0283-2336F0C4D340}"/>
              </a:ext>
            </a:extLst>
          </p:cNvPr>
          <p:cNvSpPr/>
          <p:nvPr/>
        </p:nvSpPr>
        <p:spPr>
          <a:xfrm>
            <a:off x="5386125" y="5251165"/>
            <a:ext cx="674847" cy="40763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&lt;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6AB4A-E0BA-8A56-A904-DE30068F0F23}"/>
              </a:ext>
            </a:extLst>
          </p:cNvPr>
          <p:cNvSpPr/>
          <p:nvPr/>
        </p:nvSpPr>
        <p:spPr>
          <a:xfrm>
            <a:off x="5394700" y="4857127"/>
            <a:ext cx="674847" cy="40763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670AAAF-F663-B066-4CAC-70570C7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139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Interpretation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B3B46B-AF69-DF87-6D68-3CE1514BC129}"/>
              </a:ext>
            </a:extLst>
          </p:cNvPr>
          <p:cNvSpPr txBox="1"/>
          <p:nvPr/>
        </p:nvSpPr>
        <p:spPr>
          <a:xfrm>
            <a:off x="955964" y="5967994"/>
            <a:ext cx="8188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  <a:latin typeface="+mn-lt"/>
              </a:rPr>
              <a:t>Netflix has significantly more observed frequencies than expected. It’s likely Disney will be significant too.</a:t>
            </a:r>
            <a:endParaRPr lang="en-GB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53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F66CEE-19C1-E5B1-990B-9CB518A3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3">
            <a:extLst>
              <a:ext uri="{FF2B5EF4-FFF2-40B4-BE49-F238E27FC236}">
                <a16:creationId xmlns:a16="http://schemas.microsoft.com/office/drawing/2014/main" id="{7A9F7B96-0D2D-D823-22BE-102D7F83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2. Chi-square Test of Association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C9CDDC-4F5F-0BE3-F1A4-7011082D82AB}"/>
              </a:ext>
            </a:extLst>
          </p:cNvPr>
          <p:cNvSpPr txBox="1"/>
          <p:nvPr/>
        </p:nvSpPr>
        <p:spPr>
          <a:xfrm>
            <a:off x="599493" y="2587494"/>
            <a:ext cx="7216431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ea typeface="+mj-ea"/>
                <a:cs typeface="+mj-cs"/>
              </a:rPr>
              <a:t> Two variables: streaming service (3 x categories) and Location (2 x categories) </a:t>
            </a:r>
          </a:p>
        </p:txBody>
      </p:sp>
      <p:pic>
        <p:nvPicPr>
          <p:cNvPr id="2" name="Picture 1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B912ECDD-47AD-CAE1-1E85-67B3ECB40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08" t="1170" r="12989" b="68333"/>
          <a:stretch/>
        </p:blipFill>
        <p:spPr>
          <a:xfrm>
            <a:off x="5876259" y="239889"/>
            <a:ext cx="1563982" cy="1074509"/>
          </a:xfrm>
          <a:prstGeom prst="rect">
            <a:avLst/>
          </a:prstGeom>
        </p:spPr>
      </p:pic>
      <p:pic>
        <p:nvPicPr>
          <p:cNvPr id="3" name="Picture 2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447066CF-5013-2790-9600-8EC7A5FFFC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08" t="69505" r="12989" b="1666"/>
          <a:stretch/>
        </p:blipFill>
        <p:spPr>
          <a:xfrm>
            <a:off x="7495055" y="-1"/>
            <a:ext cx="1563982" cy="1063848"/>
          </a:xfrm>
          <a:prstGeom prst="rect">
            <a:avLst/>
          </a:prstGeom>
        </p:spPr>
      </p:pic>
      <p:pic>
        <p:nvPicPr>
          <p:cNvPr id="4" name="Picture 3" descr="A group of logos of different brands&#10;&#10;Description automatically generated">
            <a:extLst>
              <a:ext uri="{FF2B5EF4-FFF2-40B4-BE49-F238E27FC236}">
                <a16:creationId xmlns:a16="http://schemas.microsoft.com/office/drawing/2014/main" id="{D920F537-7FA0-371F-0BB9-FC2D9E9866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08" t="35488" r="12989" b="34319"/>
          <a:stretch/>
        </p:blipFill>
        <p:spPr>
          <a:xfrm>
            <a:off x="7105940" y="1022363"/>
            <a:ext cx="1563982" cy="10638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E1DCD7-3E10-49C2-A60C-D97743D45279}"/>
              </a:ext>
            </a:extLst>
          </p:cNvPr>
          <p:cNvSpPr txBox="1"/>
          <p:nvPr/>
        </p:nvSpPr>
        <p:spPr>
          <a:xfrm>
            <a:off x="5694218" y="2103402"/>
            <a:ext cx="1707995" cy="4319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Durham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9F28E-A9DE-8DB1-AB10-6D0AC7C7A472}"/>
              </a:ext>
            </a:extLst>
          </p:cNvPr>
          <p:cNvSpPr txBox="1"/>
          <p:nvPr/>
        </p:nvSpPr>
        <p:spPr>
          <a:xfrm>
            <a:off x="6961927" y="2120863"/>
            <a:ext cx="1707995" cy="4319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London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A663F1B-E0E4-06E3-F241-75F60CE2D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895461"/>
              </p:ext>
            </p:extLst>
          </p:nvPr>
        </p:nvGraphicFramePr>
        <p:xfrm>
          <a:off x="616752" y="3891382"/>
          <a:ext cx="6489188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92641">
                  <a:extLst>
                    <a:ext uri="{9D8B030D-6E8A-4147-A177-3AD203B41FA5}">
                      <a16:colId xmlns:a16="http://schemas.microsoft.com/office/drawing/2014/main" val="2869573537"/>
                    </a:ext>
                  </a:extLst>
                </a:gridCol>
                <a:gridCol w="1468826">
                  <a:extLst>
                    <a:ext uri="{9D8B030D-6E8A-4147-A177-3AD203B41FA5}">
                      <a16:colId xmlns:a16="http://schemas.microsoft.com/office/drawing/2014/main" val="3060323957"/>
                    </a:ext>
                  </a:extLst>
                </a:gridCol>
                <a:gridCol w="896346">
                  <a:extLst>
                    <a:ext uri="{9D8B030D-6E8A-4147-A177-3AD203B41FA5}">
                      <a16:colId xmlns:a16="http://schemas.microsoft.com/office/drawing/2014/main" val="2997201213"/>
                    </a:ext>
                  </a:extLst>
                </a:gridCol>
                <a:gridCol w="1156015">
                  <a:extLst>
                    <a:ext uri="{9D8B030D-6E8A-4147-A177-3AD203B41FA5}">
                      <a16:colId xmlns:a16="http://schemas.microsoft.com/office/drawing/2014/main" val="3672816488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973191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Netflix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4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Durham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5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15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6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8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821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E611D9-A537-FF99-BC25-69B4F598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2DFDD5-7670-6667-D2E4-D2489807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421" y="1139381"/>
            <a:ext cx="5348523" cy="1985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CF7CD9-FEAC-4AA0-2F9D-4FD7972A278D}"/>
              </a:ext>
            </a:extLst>
          </p:cNvPr>
          <p:cNvSpPr txBox="1"/>
          <p:nvPr/>
        </p:nvSpPr>
        <p:spPr>
          <a:xfrm>
            <a:off x="530845" y="2977128"/>
            <a:ext cx="83435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Look at the p value:  is </a:t>
            </a:r>
            <a:r>
              <a:rPr lang="en-GB" sz="2400" i="1" dirty="0"/>
              <a:t>p</a:t>
            </a:r>
            <a:r>
              <a:rPr lang="en-GB" sz="2400" dirty="0"/>
              <a:t> </a:t>
            </a:r>
            <a:r>
              <a:rPr lang="en-GB" sz="2400" u="sng" dirty="0"/>
              <a:t>&lt;</a:t>
            </a:r>
            <a:r>
              <a:rPr lang="en-GB" sz="2400" i="1" dirty="0"/>
              <a:t> </a:t>
            </a:r>
            <a:r>
              <a:rPr lang="en-GB" sz="2400" dirty="0"/>
              <a:t>.05?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>
                <a:solidFill>
                  <a:srgbClr val="00B050"/>
                </a:solidFill>
              </a:rPr>
              <a:t>p = .200 is above p = .05, so </a:t>
            </a:r>
            <a:r>
              <a:rPr lang="en-GB" sz="2400" b="1" dirty="0">
                <a:solidFill>
                  <a:srgbClr val="00B050"/>
                </a:solidFill>
              </a:rPr>
              <a:t>the result is not significant</a:t>
            </a:r>
            <a:r>
              <a:rPr lang="en-GB" sz="2400" dirty="0">
                <a:solidFill>
                  <a:srgbClr val="00B050"/>
                </a:solidFill>
              </a:rPr>
              <a:t>, fail to reject the null hypothesis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>
                <a:solidFill>
                  <a:srgbClr val="00B050"/>
                </a:solidFill>
              </a:rPr>
              <a:t>= none of the categories significantly differ from the expected frequencies</a:t>
            </a:r>
          </a:p>
          <a:p>
            <a:endParaRPr lang="en-GB" sz="2400" dirty="0"/>
          </a:p>
          <a:p>
            <a:r>
              <a:rPr lang="en-GB" sz="2400" dirty="0"/>
              <a:t>(FYI: even though the output gives us a leading 0, we drop it and just write .200)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F31D92-187C-DCE1-51EB-300BDFDD5048}"/>
              </a:ext>
            </a:extLst>
          </p:cNvPr>
          <p:cNvSpPr txBox="1">
            <a:spLocks/>
          </p:cNvSpPr>
          <p:nvPr/>
        </p:nvSpPr>
        <p:spPr>
          <a:xfrm>
            <a:off x="713962" y="236334"/>
            <a:ext cx="7716075" cy="70375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>
                <a:solidFill>
                  <a:srgbClr val="0070C0"/>
                </a:solidFill>
              </a:rPr>
              <a:t>Test result: </a:t>
            </a:r>
            <a:r>
              <a:rPr lang="en-GB" sz="4000" dirty="0"/>
              <a:t>is it significant?</a:t>
            </a:r>
          </a:p>
        </p:txBody>
      </p:sp>
    </p:spTree>
    <p:extLst>
      <p:ext uri="{BB962C8B-B14F-4D97-AF65-F5344CB8AC3E}">
        <p14:creationId xmlns:p14="http://schemas.microsoft.com/office/powerpoint/2010/main" val="295855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C84E0D-16EF-C5D9-DCC5-6EDCCB2D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4DDC6C4-9A41-85AE-5D0C-665AF51C7316}"/>
              </a:ext>
            </a:extLst>
          </p:cNvPr>
          <p:cNvSpPr txBox="1"/>
          <p:nvPr/>
        </p:nvSpPr>
        <p:spPr>
          <a:xfrm>
            <a:off x="110836" y="900544"/>
            <a:ext cx="8797637" cy="538941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2400" dirty="0">
                <a:ea typeface="+mj-ea"/>
                <a:cs typeface="+mj-cs"/>
              </a:rPr>
              <a:t>This means we fail to reject our null </a:t>
            </a:r>
            <a:r>
              <a:rPr lang="en-GB" sz="2400" dirty="0">
                <a:ea typeface="+mj-ea"/>
                <a:cs typeface="+mj-cs"/>
              </a:rPr>
              <a:t>hypothesis and conclude that there is no evidence of significant differences in frequencies of streaming platforms, depending on location </a:t>
            </a:r>
          </a:p>
          <a:p>
            <a: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endParaRPr lang="en-GB" sz="2400" dirty="0">
              <a:ea typeface="+mj-ea"/>
              <a:cs typeface="+mj-cs"/>
            </a:endParaRPr>
          </a:p>
          <a:p>
            <a: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2400" dirty="0">
                <a:ea typeface="+mj-ea"/>
                <a:cs typeface="+mj-cs"/>
              </a:rPr>
              <a:t>As p = .200, the probability of observing this result if the </a:t>
            </a:r>
            <a:r>
              <a:rPr lang="en-US" sz="2400" dirty="0"/>
              <a:t>H</a:t>
            </a:r>
            <a:r>
              <a:rPr lang="en-US" sz="2400" baseline="-25000" dirty="0"/>
              <a:t>0</a:t>
            </a:r>
            <a:r>
              <a:rPr lang="en-GB" sz="2400" dirty="0">
                <a:ea typeface="+mj-ea"/>
                <a:cs typeface="+mj-cs"/>
              </a:rPr>
              <a:t> were true is 20%. </a:t>
            </a:r>
          </a:p>
          <a:p>
            <a: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endParaRPr lang="en-GB" sz="2400" dirty="0">
              <a:ea typeface="+mj-ea"/>
              <a:cs typeface="+mj-cs"/>
            </a:endParaRPr>
          </a:p>
          <a:p>
            <a: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2400" dirty="0">
                <a:ea typeface="+mj-ea"/>
                <a:cs typeface="+mj-cs"/>
              </a:rPr>
              <a:t>Non-significant results mean the data are consistent (or compatible) with H₀, but this doesn’t prove H₀ is true - there may still be an effect that we didn’t detect?</a:t>
            </a:r>
          </a:p>
          <a:p>
            <a: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endParaRPr lang="en-GB" sz="2400" dirty="0">
              <a:ea typeface="+mj-ea"/>
              <a:cs typeface="+mj-cs"/>
            </a:endParaRPr>
          </a:p>
          <a:p>
            <a: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2400" dirty="0">
                <a:ea typeface="+mj-ea"/>
                <a:cs typeface="+mj-cs"/>
              </a:rPr>
              <a:t>If it were significant, you can look at post-hoc comparisons – tick ‘Residuals – Standardised’ to see which pair of categories/comparisons are significantly different or driving the effect. A residual &gt; 1.96 is significant at p &lt; .05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7F7738-0F4A-1B68-B41C-CE784B408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40830"/>
            <a:ext cx="7543800" cy="6139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Interpretation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08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FAB0D1-2B7E-B564-8D93-D2F81923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3">
            <a:extLst>
              <a:ext uri="{FF2B5EF4-FFF2-40B4-BE49-F238E27FC236}">
                <a16:creationId xmlns:a16="http://schemas.microsoft.com/office/drawing/2014/main" id="{7C643AAB-CDBF-1772-1A03-FD705A2316E0}"/>
              </a:ext>
            </a:extLst>
          </p:cNvPr>
          <p:cNvSpPr txBox="1">
            <a:spLocks/>
          </p:cNvSpPr>
          <p:nvPr/>
        </p:nvSpPr>
        <p:spPr>
          <a:xfrm>
            <a:off x="575875" y="900545"/>
            <a:ext cx="8318744" cy="27509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solidFill>
                  <a:schemeClr val="tx1"/>
                </a:solidFill>
                <a:latin typeface="+mn-lt"/>
              </a:rPr>
              <a:t>When you have a non-significant result, you don’t report anything further…you don’t do any comparisons or further analysis (e.g. no post-hoc comparisons)</a:t>
            </a:r>
          </a:p>
          <a:p>
            <a:endParaRPr lang="en-GB" sz="2400" dirty="0">
              <a:solidFill>
                <a:schemeClr val="tx1"/>
              </a:solidFill>
              <a:latin typeface="+mn-lt"/>
            </a:endParaRPr>
          </a:p>
          <a:p>
            <a:r>
              <a:rPr lang="en-GB" sz="2400" dirty="0">
                <a:solidFill>
                  <a:schemeClr val="tx1"/>
                </a:solidFill>
                <a:latin typeface="+mn-lt"/>
              </a:rPr>
              <a:t>But you can still look at the descriptives for context and report them if you want to / some people do) – it’s good to check your analysis result ‘makes sense’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0447FC53-8729-360F-E5C1-E705CCF7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139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Interpretation</a:t>
            </a:r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D0F1DA-D891-CBF3-259A-F65B093B5E8C}"/>
              </a:ext>
            </a:extLst>
          </p:cNvPr>
          <p:cNvGrpSpPr/>
          <p:nvPr/>
        </p:nvGrpSpPr>
        <p:grpSpPr>
          <a:xfrm>
            <a:off x="2006695" y="3820479"/>
            <a:ext cx="5457103" cy="2750917"/>
            <a:chOff x="1848914" y="3217077"/>
            <a:chExt cx="5003544" cy="227354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0DFB685-8B8A-091A-4BE0-16DC8D8D7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8914" y="3217077"/>
              <a:ext cx="5003544" cy="2273540"/>
            </a:xfrm>
            <a:prstGeom prst="rect">
              <a:avLst/>
            </a:prstGeom>
          </p:spPr>
        </p:pic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D2226558-44A4-489F-5972-A7E02312252A}"/>
                </a:ext>
              </a:extLst>
            </p:cNvPr>
            <p:cNvSpPr/>
            <p:nvPr/>
          </p:nvSpPr>
          <p:spPr>
            <a:xfrm>
              <a:off x="3781982" y="4146633"/>
              <a:ext cx="175375" cy="288290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6B52EB85-D155-2CE1-FD2E-A37EF757C283}"/>
                </a:ext>
              </a:extLst>
            </p:cNvPr>
            <p:cNvSpPr/>
            <p:nvPr/>
          </p:nvSpPr>
          <p:spPr>
            <a:xfrm>
              <a:off x="4452292" y="4146633"/>
              <a:ext cx="175375" cy="288290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5F8EDF1E-A5A9-0CAB-2181-63DA8BA7FADF}"/>
                </a:ext>
              </a:extLst>
            </p:cNvPr>
            <p:cNvSpPr/>
            <p:nvPr/>
          </p:nvSpPr>
          <p:spPr>
            <a:xfrm>
              <a:off x="5122603" y="4146633"/>
              <a:ext cx="175375" cy="288290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E10EB7C-3ECE-C94A-5440-78671096B2D5}"/>
              </a:ext>
            </a:extLst>
          </p:cNvPr>
          <p:cNvSpPr txBox="1"/>
          <p:nvPr/>
        </p:nvSpPr>
        <p:spPr>
          <a:xfrm>
            <a:off x="7590971" y="4345050"/>
            <a:ext cx="1303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accent2"/>
                </a:solidFill>
              </a:rPr>
              <a:t>(Similar observed vs expected values)</a:t>
            </a:r>
          </a:p>
        </p:txBody>
      </p:sp>
    </p:spTree>
    <p:extLst>
      <p:ext uri="{BB962C8B-B14F-4D97-AF65-F5344CB8AC3E}">
        <p14:creationId xmlns:p14="http://schemas.microsoft.com/office/powerpoint/2010/main" val="75966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Callout 1 2"/>
          <p:cNvSpPr/>
          <p:nvPr/>
        </p:nvSpPr>
        <p:spPr>
          <a:xfrm>
            <a:off x="799209" y="3667038"/>
            <a:ext cx="1593056" cy="1188244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Here, it’s chi-square so use </a:t>
            </a:r>
            <a:r>
              <a:rPr lang="el-GR" sz="1600" dirty="0">
                <a:solidFill>
                  <a:schemeClr val="tx1"/>
                </a:solidFill>
              </a:rPr>
              <a:t>χ</a:t>
            </a:r>
            <a:r>
              <a:rPr lang="en-GB" sz="1600" baseline="30000" dirty="0">
                <a:solidFill>
                  <a:schemeClr val="tx1"/>
                </a:solidFill>
              </a:rPr>
              <a:t>2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8" name="Line Callout 1 3"/>
          <p:cNvSpPr/>
          <p:nvPr/>
        </p:nvSpPr>
        <p:spPr>
          <a:xfrm>
            <a:off x="2740532" y="3667038"/>
            <a:ext cx="1593056" cy="1188244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lvl="1" algn="ctr">
              <a:defRPr/>
            </a:pPr>
            <a:r>
              <a:rPr lang="en-GB" sz="1600" dirty="0">
                <a:solidFill>
                  <a:schemeClr val="tx1"/>
                </a:solidFill>
                <a:cs typeface="Arial" charset="0"/>
              </a:rPr>
              <a:t>In the output table or calculate. Since N is optional, we write “N = “</a:t>
            </a:r>
          </a:p>
        </p:txBody>
      </p:sp>
      <p:sp>
        <p:nvSpPr>
          <p:cNvPr id="21" name="Line Callout 1 4"/>
          <p:cNvSpPr/>
          <p:nvPr/>
        </p:nvSpPr>
        <p:spPr>
          <a:xfrm>
            <a:off x="4516452" y="3667038"/>
            <a:ext cx="1593056" cy="1188244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This is the actual </a:t>
            </a:r>
            <a:r>
              <a:rPr lang="el-GR" sz="1600" dirty="0">
                <a:solidFill>
                  <a:schemeClr val="tx1"/>
                </a:solidFill>
              </a:rPr>
              <a:t>χ</a:t>
            </a:r>
            <a:r>
              <a:rPr lang="en-GB" sz="1600" baseline="30000" dirty="0">
                <a:solidFill>
                  <a:schemeClr val="tx1"/>
                </a:solidFill>
              </a:rPr>
              <a:t>2 </a:t>
            </a:r>
            <a:r>
              <a:rPr lang="en-GB" sz="1600" dirty="0">
                <a:solidFill>
                  <a:schemeClr val="tx1"/>
                </a:solidFill>
              </a:rPr>
              <a:t>value that you calculate (2 decimal places)</a:t>
            </a:r>
          </a:p>
        </p:txBody>
      </p:sp>
      <p:sp>
        <p:nvSpPr>
          <p:cNvPr id="22" name="Line Callout 1 5"/>
          <p:cNvSpPr/>
          <p:nvPr/>
        </p:nvSpPr>
        <p:spPr>
          <a:xfrm>
            <a:off x="6354684" y="3667038"/>
            <a:ext cx="1593056" cy="1188244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Report the EXACT p value to 3 decimal places (e.g., </a:t>
            </a:r>
            <a:r>
              <a:rPr lang="en-GB" sz="1600" i="1" dirty="0">
                <a:solidFill>
                  <a:schemeClr val="tx1"/>
                </a:solidFill>
              </a:rPr>
              <a:t>p</a:t>
            </a:r>
            <a:r>
              <a:rPr lang="en-GB" sz="1600" dirty="0">
                <a:solidFill>
                  <a:schemeClr val="tx1"/>
                </a:solidFill>
              </a:rPr>
              <a:t> = .042 OR </a:t>
            </a:r>
            <a:r>
              <a:rPr lang="en-GB" sz="1600" i="1" dirty="0">
                <a:solidFill>
                  <a:schemeClr val="tx1"/>
                </a:solidFill>
              </a:rPr>
              <a:t>p </a:t>
            </a:r>
            <a:r>
              <a:rPr lang="en-GB" sz="1600" dirty="0">
                <a:solidFill>
                  <a:schemeClr val="tx1"/>
                </a:solidFill>
              </a:rPr>
              <a:t>&lt; .001)</a:t>
            </a:r>
          </a:p>
        </p:txBody>
      </p:sp>
      <p:sp>
        <p:nvSpPr>
          <p:cNvPr id="23" name="TextBox 6"/>
          <p:cNvSpPr txBox="1">
            <a:spLocks noChangeArrowheads="1"/>
          </p:cNvSpPr>
          <p:nvPr/>
        </p:nvSpPr>
        <p:spPr bwMode="auto">
          <a:xfrm>
            <a:off x="1315485" y="1215410"/>
            <a:ext cx="72278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l-GR" altLang="en-US" sz="4000" dirty="0">
                <a:latin typeface="Calibri" panose="020F0502020204030204" pitchFamily="34" charset="0"/>
              </a:rPr>
              <a:t>χ</a:t>
            </a:r>
            <a:r>
              <a:rPr lang="en-GB" altLang="en-US" sz="4000" baseline="30000" dirty="0">
                <a:latin typeface="Calibri" panose="020F0502020204030204" pitchFamily="34" charset="0"/>
              </a:rPr>
              <a:t>2</a:t>
            </a:r>
            <a:r>
              <a:rPr lang="en-GB" altLang="en-US" sz="4000" dirty="0">
                <a:latin typeface="Calibri" panose="020F0502020204030204" pitchFamily="34" charset="0"/>
              </a:rPr>
              <a:t> (</a:t>
            </a:r>
            <a:r>
              <a:rPr lang="en-GB" altLang="en-US" sz="4000" dirty="0" err="1">
                <a:latin typeface="Calibri" panose="020F0502020204030204" pitchFamily="34" charset="0"/>
              </a:rPr>
              <a:t>df</a:t>
            </a:r>
            <a:r>
              <a:rPr lang="en-GB" altLang="en-US" sz="4000" dirty="0">
                <a:latin typeface="Calibri" panose="020F0502020204030204" pitchFamily="34" charset="0"/>
              </a:rPr>
              <a:t>, N = XX) = XX.XX, </a:t>
            </a:r>
            <a:r>
              <a:rPr lang="en-GB" altLang="en-US" sz="4000" i="1" dirty="0">
                <a:latin typeface="Calibri" panose="020F0502020204030204" pitchFamily="34" charset="0"/>
              </a:rPr>
              <a:t>p</a:t>
            </a:r>
            <a:r>
              <a:rPr lang="en-GB" altLang="en-US" sz="4000" dirty="0">
                <a:latin typeface="Calibri" panose="020F0502020204030204" pitchFamily="34" charset="0"/>
              </a:rPr>
              <a:t> = .XXX</a:t>
            </a:r>
          </a:p>
        </p:txBody>
      </p:sp>
      <p:sp>
        <p:nvSpPr>
          <p:cNvPr id="24" name="Line Callout 1 7"/>
          <p:cNvSpPr/>
          <p:nvPr/>
        </p:nvSpPr>
        <p:spPr>
          <a:xfrm>
            <a:off x="792064" y="2279098"/>
            <a:ext cx="1722941" cy="1032138"/>
          </a:xfrm>
          <a:prstGeom prst="borderCallout1">
            <a:avLst>
              <a:gd name="adj1" fmla="val 778"/>
              <a:gd name="adj2" fmla="val 49745"/>
              <a:gd name="adj3" fmla="val -36545"/>
              <a:gd name="adj4" fmla="val 68063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State the test statistic test you calculated</a:t>
            </a:r>
          </a:p>
        </p:txBody>
      </p:sp>
      <p:sp>
        <p:nvSpPr>
          <p:cNvPr id="25" name="Line Callout 1 8"/>
          <p:cNvSpPr/>
          <p:nvPr/>
        </p:nvSpPr>
        <p:spPr>
          <a:xfrm>
            <a:off x="2635058" y="2279098"/>
            <a:ext cx="1834438" cy="1032138"/>
          </a:xfrm>
          <a:prstGeom prst="borderCallout1">
            <a:avLst>
              <a:gd name="adj1" fmla="val -77"/>
              <a:gd name="adj2" fmla="val 50557"/>
              <a:gd name="adj3" fmla="val -50567"/>
              <a:gd name="adj4" fmla="val 54273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 err="1">
                <a:solidFill>
                  <a:schemeClr val="tx1"/>
                </a:solidFill>
              </a:rPr>
              <a:t>df</a:t>
            </a:r>
            <a:r>
              <a:rPr lang="en-GB" sz="1600" dirty="0">
                <a:solidFill>
                  <a:schemeClr val="tx1"/>
                </a:solidFill>
              </a:rPr>
              <a:t> = degrees of freedom. Optional: N = num. of participants</a:t>
            </a:r>
          </a:p>
        </p:txBody>
      </p:sp>
      <p:sp>
        <p:nvSpPr>
          <p:cNvPr id="26" name="Line Callout 1 9"/>
          <p:cNvSpPr/>
          <p:nvPr/>
        </p:nvSpPr>
        <p:spPr>
          <a:xfrm>
            <a:off x="4518832" y="2279098"/>
            <a:ext cx="1722941" cy="1032138"/>
          </a:xfrm>
          <a:prstGeom prst="borderCallout1">
            <a:avLst>
              <a:gd name="adj1" fmla="val -77"/>
              <a:gd name="adj2" fmla="val 49745"/>
              <a:gd name="adj3" fmla="val -46959"/>
              <a:gd name="adj4" fmla="val 61411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Calculated test statistic value</a:t>
            </a:r>
          </a:p>
        </p:txBody>
      </p:sp>
      <p:sp>
        <p:nvSpPr>
          <p:cNvPr id="27" name="Line Callout 1 10"/>
          <p:cNvSpPr/>
          <p:nvPr/>
        </p:nvSpPr>
        <p:spPr>
          <a:xfrm>
            <a:off x="6361825" y="2279098"/>
            <a:ext cx="1722941" cy="1032138"/>
          </a:xfrm>
          <a:prstGeom prst="borderCallout1">
            <a:avLst>
              <a:gd name="adj1" fmla="val -77"/>
              <a:gd name="adj2" fmla="val 49339"/>
              <a:gd name="adj3" fmla="val -53446"/>
              <a:gd name="adj4" fmla="val 28239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The associated significance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(p value)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F946B30-58CF-B5F1-1A2D-950FC5A4C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139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Write up Chi-square test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BB6D5-BD20-3A08-49C3-664A18B36B4F}"/>
              </a:ext>
            </a:extLst>
          </p:cNvPr>
          <p:cNvSpPr txBox="1"/>
          <p:nvPr/>
        </p:nvSpPr>
        <p:spPr>
          <a:xfrm>
            <a:off x="2738150" y="5043292"/>
            <a:ext cx="59774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This is APA </a:t>
            </a:r>
            <a:r>
              <a:rPr lang="en-GB" b="1">
                <a:solidFill>
                  <a:srgbClr val="FF0000"/>
                </a:solidFill>
              </a:rPr>
              <a:t>standards, and </a:t>
            </a:r>
            <a:r>
              <a:rPr lang="en-GB" b="1" dirty="0">
                <a:solidFill>
                  <a:srgbClr val="FF0000"/>
                </a:solidFill>
              </a:rPr>
              <a:t>very important! Please note:</a:t>
            </a:r>
          </a:p>
          <a:p>
            <a:r>
              <a:rPr lang="en-GB" dirty="0">
                <a:solidFill>
                  <a:srgbClr val="FF0000"/>
                </a:solidFill>
              </a:rPr>
              <a:t>Where I have put spaces</a:t>
            </a:r>
          </a:p>
          <a:p>
            <a:r>
              <a:rPr lang="en-GB" dirty="0">
                <a:solidFill>
                  <a:srgbClr val="FF0000"/>
                </a:solidFill>
              </a:rPr>
              <a:t>How many decimal places</a:t>
            </a:r>
          </a:p>
          <a:p>
            <a:r>
              <a:rPr lang="en-GB" dirty="0">
                <a:solidFill>
                  <a:srgbClr val="FF0000"/>
                </a:solidFill>
              </a:rPr>
              <a:t>Notice p and Chi-square is in Italics</a:t>
            </a:r>
          </a:p>
          <a:p>
            <a:r>
              <a:rPr lang="en-GB" dirty="0">
                <a:solidFill>
                  <a:srgbClr val="FF0000"/>
                </a:solidFill>
              </a:rPr>
              <a:t>If your p value output says .000, write p &lt; .001</a:t>
            </a:r>
          </a:p>
          <a:p>
            <a:r>
              <a:rPr lang="en-GB" dirty="0">
                <a:solidFill>
                  <a:srgbClr val="FF0000"/>
                </a:solidFill>
              </a:rPr>
              <a:t>No leading zeros so p = .444 instead of p = 0.444</a:t>
            </a:r>
          </a:p>
        </p:txBody>
      </p:sp>
    </p:spTree>
    <p:extLst>
      <p:ext uri="{BB962C8B-B14F-4D97-AF65-F5344CB8AC3E}">
        <p14:creationId xmlns:p14="http://schemas.microsoft.com/office/powerpoint/2010/main" val="418900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12443"/>
            <a:ext cx="7631927" cy="4758953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A Chi-square goodness-of-fit test was conducted to determine whether preferences for three streaming platforms (Prime, Disney+, Netflix) matched the expected frequencies. There was a significant difference between people’s streaming platform preferences compared to expected frequencies, </a:t>
            </a:r>
            <a:r>
              <a:rPr lang="el-GR" sz="2400" i="1" dirty="0"/>
              <a:t>χ²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  <a:r>
              <a:rPr lang="el-GR" sz="2400" dirty="0">
                <a:solidFill>
                  <a:schemeClr val="tx1"/>
                </a:solidFill>
              </a:rPr>
              <a:t>(</a:t>
            </a:r>
            <a:r>
              <a:rPr lang="en-GB" sz="2400" dirty="0">
                <a:solidFill>
                  <a:schemeClr val="tx1"/>
                </a:solidFill>
              </a:rPr>
              <a:t>2, N = 180) = 43.33,</a:t>
            </a:r>
            <a:r>
              <a:rPr lang="en-GB" sz="2400" i="1" dirty="0">
                <a:solidFill>
                  <a:schemeClr val="tx1"/>
                </a:solidFill>
              </a:rPr>
              <a:t> p </a:t>
            </a:r>
            <a:r>
              <a:rPr lang="en-GB" sz="2400" dirty="0">
                <a:solidFill>
                  <a:schemeClr val="tx1"/>
                </a:solidFill>
              </a:rPr>
              <a:t>&lt; .001.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Specifically, people preferred Netflix more than expected, while Disney+ and Prime were preferred less than expected. These findings suggest that individuals favoured Netflix compared to the other platforms.</a:t>
            </a:r>
          </a:p>
          <a:p>
            <a:pPr marL="0" indent="0">
              <a:buNone/>
            </a:pPr>
            <a:endParaRPr lang="en-GB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sz="2400" i="1" dirty="0">
                <a:solidFill>
                  <a:srgbClr val="0070C0"/>
                </a:solidFill>
              </a:rPr>
              <a:t>(you can also report the observed/expected values here in parentheses if it’s not presented in a table)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645AA91-C61C-EB78-4547-411177150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812148" cy="104343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Example</a:t>
            </a:r>
            <a:r>
              <a:rPr lang="en-GB" sz="4400" dirty="0">
                <a:solidFill>
                  <a:schemeClr val="tx1"/>
                </a:solidFill>
              </a:rPr>
              <a:t> write up: Goodness-of-fit Chi-square test</a:t>
            </a:r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12455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1734136"/>
            <a:ext cx="7812148" cy="4308856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A chi-square test of association was conducted to examine the relationship between participants preferred streaming platform (three levels: Prime, Disney+, Netflix) and their location (two levels: Durham and London).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The observed frequencies and expected frequencies were compared across the two locations and three streaming platforms.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The results indicated no significant association between location and streaming platform preference (</a:t>
            </a:r>
            <a:r>
              <a:rPr lang="el-GR" sz="2400" i="1" dirty="0"/>
              <a:t>χ²</a:t>
            </a:r>
            <a:r>
              <a:rPr lang="en-GB" sz="2400" i="1" dirty="0"/>
              <a:t> </a:t>
            </a:r>
            <a:r>
              <a:rPr lang="en-GB" sz="2400" dirty="0">
                <a:solidFill>
                  <a:schemeClr val="tx1"/>
                </a:solidFill>
              </a:rPr>
              <a:t>(2, N = 180) = 3.21, </a:t>
            </a:r>
            <a:r>
              <a:rPr lang="en-GB" sz="2400" i="1" dirty="0">
                <a:solidFill>
                  <a:schemeClr val="tx1"/>
                </a:solidFill>
              </a:rPr>
              <a:t>p</a:t>
            </a:r>
            <a:r>
              <a:rPr lang="en-GB" sz="2400" dirty="0">
                <a:solidFill>
                  <a:schemeClr val="tx1"/>
                </a:solidFill>
              </a:rPr>
              <a:t> = .200). This suggests there were no </a:t>
            </a:r>
            <a:r>
              <a:rPr lang="en-GB" sz="2400">
                <a:solidFill>
                  <a:schemeClr val="tx1"/>
                </a:solidFill>
              </a:rPr>
              <a:t>differences in </a:t>
            </a:r>
            <a:r>
              <a:rPr lang="en-GB" sz="2400" dirty="0">
                <a:solidFill>
                  <a:schemeClr val="tx1"/>
                </a:solidFill>
              </a:rPr>
              <a:t>streaming platform preferences based on location. 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B2FBA88-3F2E-32E6-FDAC-4A6CD8B1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812148" cy="104343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Example</a:t>
            </a:r>
            <a:r>
              <a:rPr lang="en-GB" sz="4400" dirty="0">
                <a:solidFill>
                  <a:schemeClr val="tx1"/>
                </a:solidFill>
              </a:rPr>
              <a:t> write up: Chi-square test of association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5118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44CE1-0A07-7E9C-9185-E4F5E938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BA554B-86A0-8C9B-8E5E-9EE32FB2134C}"/>
              </a:ext>
            </a:extLst>
          </p:cNvPr>
          <p:cNvSpPr txBox="1">
            <a:spLocks/>
          </p:cNvSpPr>
          <p:nvPr/>
        </p:nvSpPr>
        <p:spPr>
          <a:xfrm>
            <a:off x="2106385" y="315857"/>
            <a:ext cx="4931229" cy="8625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8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Online Content!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1077" y="2086188"/>
            <a:ext cx="456732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BA8494-3E07-5EDB-5F6D-B1621E792816}"/>
              </a:ext>
            </a:extLst>
          </p:cNvPr>
          <p:cNvSpPr txBox="1"/>
          <p:nvPr/>
        </p:nvSpPr>
        <p:spPr>
          <a:xfrm>
            <a:off x="1020836" y="1431465"/>
            <a:ext cx="7411964" cy="11610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rmAutofit lnSpcReduction="10000"/>
          </a:bodyPr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Run your own Chi-squared tests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</a:rPr>
              <a:t>Watch and follow along in JASP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</a:rPr>
              <a:t>Using the ‘How to’ in JASP videos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A4CA0-9A57-4FBE-A9E5-24DFC23C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E88ECA-221F-752E-DDEB-C6212D0C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758" y="2738227"/>
            <a:ext cx="5420481" cy="35628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95471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7651</TotalTime>
  <Words>3583</Words>
  <Application>Microsoft Office PowerPoint</Application>
  <PresentationFormat>On-screen Show (4:3)</PresentationFormat>
  <Paragraphs>576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Aptos</vt:lpstr>
      <vt:lpstr>Arial</vt:lpstr>
      <vt:lpstr>Calibri</vt:lpstr>
      <vt:lpstr>Calibri Light</vt:lpstr>
      <vt:lpstr>Cambria Math</vt:lpstr>
      <vt:lpstr>Gill Sans MT</vt:lpstr>
      <vt:lpstr>Times New Roman</vt:lpstr>
      <vt:lpstr>Wingdings</vt:lpstr>
      <vt:lpstr>Wingdings 3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Assumptions for Chi-square</vt:lpstr>
      <vt:lpstr>Assumptions for Chi-square</vt:lpstr>
      <vt:lpstr>Assumptions for Chi-square</vt:lpstr>
      <vt:lpstr>PowerPoint Presentation</vt:lpstr>
      <vt:lpstr>Chi-square goodness-of-fit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Chi-square Test of Association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Chi-square goodness-of-fit </vt:lpstr>
      <vt:lpstr>PowerPoint Presentation</vt:lpstr>
      <vt:lpstr>Interpretation</vt:lpstr>
      <vt:lpstr>Interpretation</vt:lpstr>
      <vt:lpstr>2. Chi-square Test of Association</vt:lpstr>
      <vt:lpstr>PowerPoint Presentation</vt:lpstr>
      <vt:lpstr>Interpretation</vt:lpstr>
      <vt:lpstr>Interpretation</vt:lpstr>
      <vt:lpstr>Write up Chi-square test</vt:lpstr>
      <vt:lpstr>Example write up: Goodness-of-fit Chi-square test</vt:lpstr>
      <vt:lpstr>Example write up: Chi-square test of association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2025-12-03T14:04:52Z</dcterms:modified>
</cp:coreProperties>
</file>